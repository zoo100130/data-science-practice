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 Knowledge Graph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Neo4j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|  Group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0372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0" y="1463040"/>
            <a:ext cx="365760" cy="3657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47888" y="2578608"/>
            <a:ext cx="329184" cy="329184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14032" y="3273552"/>
            <a:ext cx="402336" cy="40233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3703320"/>
            <a:ext cx="274320" cy="2743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3776472"/>
            <a:ext cx="310896" cy="310896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2377440"/>
            <a:ext cx="914400" cy="-73152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377440"/>
            <a:ext cx="1280160" cy="36576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377440"/>
            <a:ext cx="182880" cy="109728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645920"/>
            <a:ext cx="365760" cy="109728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743200"/>
            <a:ext cx="-182880" cy="109728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3474720"/>
            <a:ext cx="914400" cy="36576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474720"/>
            <a:ext cx="-731520" cy="457200"/>
          </a:xfrm>
          <a:prstGeom prst="line">
            <a:avLst/>
          </a:prstGeom>
          <a:noFill/>
          <a:ln w="19050">
            <a:solidFill>
              <a:srgbClr val="14B8A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step-by-step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8298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829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Reddit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 posts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55448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554480"/>
            <a:ext cx="150876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74620" y="17830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26746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cleaning,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155448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554480"/>
            <a:ext cx="150876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366260" y="1783080"/>
            <a:ext cx="457200" cy="457200"/>
          </a:xfrm>
          <a:prstGeom prst="ellipse">
            <a:avLst/>
          </a:prstGeom>
          <a:solidFill>
            <a:srgbClr val="1A1F36"/>
          </a:solidFill>
          <a:ln/>
        </p:spPr>
      </p:sp>
      <p:sp>
        <p:nvSpPr>
          <p:cNvPr id="21" name="Text 19"/>
          <p:cNvSpPr/>
          <p:nvPr/>
        </p:nvSpPr>
        <p:spPr>
          <a:xfrm>
            <a:off x="43662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KG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(Cypher)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155448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1554480"/>
            <a:ext cx="150876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6057900" y="17830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60579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/ Label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1554480"/>
            <a:ext cx="1508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55448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774954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7495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insight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8FA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platforms like Reddit generate massive volumes of news-related content daily. Key entities (people, organizations, events) are mentioned across thousands of posts, but their relationships remain hidden in unstructured 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build a knowledge graph from Reddit news data to uncover hidden relationships between entities and detect topical communities?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 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2286000"/>
            <a:ext cx="1805940" cy="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286000"/>
            <a:ext cx="845820" cy="155448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286000"/>
            <a:ext cx="-342900" cy="109728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6700" y="2286000"/>
            <a:ext cx="-960120" cy="155448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6700" y="2286000"/>
            <a:ext cx="525780" cy="118872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26580" y="3840480"/>
            <a:ext cx="-1188720" cy="-45720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37860" y="3383280"/>
            <a:ext cx="2674620" cy="91440"/>
          </a:xfrm>
          <a:prstGeom prst="line">
            <a:avLst/>
          </a:prstGeom>
          <a:noFill/>
          <a:ln w="1524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103120"/>
            <a:ext cx="822960" cy="365760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103120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103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3657600"/>
            <a:ext cx="685800" cy="365760"/>
          </a:xfrm>
          <a:prstGeom prst="roundRect">
            <a:avLst>
              <a:gd name="adj" fmla="val 37500"/>
            </a:avLst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6576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3200400"/>
            <a:ext cx="868680" cy="365760"/>
          </a:xfrm>
          <a:prstGeom prst="roundRect">
            <a:avLst>
              <a:gd name="adj" fmla="val 37500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291840"/>
            <a:ext cx="731520" cy="365760"/>
          </a:xfrm>
          <a:prstGeom prst="roundRect">
            <a:avLst>
              <a:gd name="adj" fmla="val 375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mentioned_in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3232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extract entities (NER) from social media text and model relationships as a graph in Neo4j using Cypher queries.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3552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188720"/>
            <a:ext cx="260604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56432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331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graph algorithms like Louvain and Label Propagation to discover topical clusters and hidden community structures in news networks.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188720"/>
            <a:ext cx="260604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72784" y="1508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2331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unstructured social media posts into structured knowledge, enabling trend analysis and entity relationship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API / Web Scraping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CKIP (Chinese NLP)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Cypher Query Language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Louvain, Label Propagation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Bloom / Gephi / Pyvis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(py2neo, PRAW)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66420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Reddit Posts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 / selenium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57800" y="1956816"/>
            <a:ext cx="0" cy="173736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16712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clean, filter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2459736"/>
            <a:ext cx="0" cy="173736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67004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Person, Org, Event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57800" y="2962656"/>
            <a:ext cx="0" cy="173736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17296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 Graph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4380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nodes &amp; edges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57800" y="3465576"/>
            <a:ext cx="0" cy="173736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67588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4380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algorithm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7800" y="3968496"/>
            <a:ext cx="0" cy="173736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0" y="417880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Visualization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4380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exploration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queryable knowledge graph of news entities from Reddit, with community structure analysis and interactive visualization.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Knowledge Graph with Neo4j</dc:title>
  <dc:subject>PptxGenJS Presentation</dc:subject>
  <dc:creator>Group 1</dc:creator>
  <cp:lastModifiedBy>Group 1</cp:lastModifiedBy>
  <cp:revision>1</cp:revision>
  <dcterms:created xsi:type="dcterms:W3CDTF">2026-03-24T10:14:19Z</dcterms:created>
  <dcterms:modified xsi:type="dcterms:W3CDTF">2026-03-24T10:14:19Z</dcterms:modified>
</cp:coreProperties>
</file>