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embedTrueTypeFonts="1" saveSubsetFonts="1" autoCompressPictures="0">
  <p:sldMasterIdLst>
    <p:sldMasterId id="2147483672" r:id="rId1"/>
    <p:sldMasterId id="2147483673" r:id="rId2"/>
  </p:sldMasterIdLst>
  <p:notesMasterIdLst>
    <p:notesMasterId r:id="rId36"/>
  </p:notes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3" r:id="rId20"/>
    <p:sldId id="274" r:id="rId21"/>
    <p:sldId id="275" r:id="rId22"/>
    <p:sldId id="276" r:id="rId23"/>
    <p:sldId id="277" r:id="rId24"/>
    <p:sldId id="278" r:id="rId25"/>
    <p:sldId id="279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</p:sldIdLst>
  <p:sldSz cx="9144000" cy="5143500" type="screen16x9"/>
  <p:notesSz cx="6858000" cy="9144000"/>
  <p:embeddedFontLst>
    <p:embeddedFont>
      <p:font typeface="Corsiva" panose="020B0604020202020204" charset="0"/>
      <p:regular r:id="rId37"/>
      <p:bold r:id="rId38"/>
      <p:italic r:id="rId39"/>
      <p:boldItalic r:id="rId40"/>
    </p:embeddedFont>
    <p:embeddedFont>
      <p:font typeface="Dosis ExtraBold" pitchFamily="2" charset="0"/>
      <p:bold r:id="rId41"/>
    </p:embeddedFont>
    <p:embeddedFont>
      <p:font typeface="Dosis SemiBold" pitchFamily="2" charset="0"/>
      <p:regular r:id="rId42"/>
      <p:bold r:id="rId43"/>
    </p:embeddedFont>
    <p:embeddedFont>
      <p:font typeface="Open Sans" panose="020B0606030504020204" pitchFamily="34" charset="0"/>
      <p:regular r:id="rId44"/>
      <p:bold r:id="rId45"/>
      <p:italic r:id="rId46"/>
      <p:boldItalic r:id="rId47"/>
    </p:embeddedFont>
    <p:embeddedFont>
      <p:font typeface="Roboto Condensed Light" panose="020B0604020202020204" charset="0"/>
      <p:regular r:id="rId48"/>
      <p:bold r:id="rId49"/>
      <p:italic r:id="rId50"/>
      <p:boldItalic r:id="rId51"/>
    </p:embeddedFont>
    <p:embeddedFont>
      <p:font typeface="Arvo" panose="020B0604020202020204" charset="0"/>
      <p:regular r:id="rId52"/>
      <p:bold r:id="rId53"/>
      <p:italic r:id="rId54"/>
      <p:boldItalic r:id="rId55"/>
    </p:embeddedFont>
    <p:embeddedFont>
      <p:font typeface="Roboto Condensed" panose="020B0604020202020204" charset="0"/>
      <p:regular r:id="rId56"/>
      <p:bold r:id="rId57"/>
      <p:italic r:id="rId58"/>
      <p:boldItalic r:id="rId59"/>
    </p:embeddedFont>
    <p:embeddedFont>
      <p:font typeface="Calibri" panose="020F0502020204030204" pitchFamily="34" charset="0"/>
      <p:regular r:id="rId60"/>
      <p:bold r:id="rId61"/>
      <p:italic r:id="rId62"/>
      <p:boldItalic r:id="rId63"/>
    </p:embeddedFont>
    <p:embeddedFont>
      <p:font typeface="Dosis" pitchFamily="2" charset="0"/>
      <p:regular r:id="rId64"/>
      <p:bold r:id="rId65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15ECF1E-5138-4450-BEA6-AF09DBC40611}">
  <a:tblStyle styleId="{515ECF1E-5138-4450-BEA6-AF09DBC40611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3080" autoAdjust="0"/>
  </p:normalViewPr>
  <p:slideViewPr>
    <p:cSldViewPr snapToGrid="0">
      <p:cViewPr varScale="1">
        <p:scale>
          <a:sx n="99" d="100"/>
          <a:sy n="99" d="100"/>
        </p:scale>
        <p:origin x="384" y="84"/>
      </p:cViewPr>
      <p:guideLst/>
    </p:cSldViewPr>
  </p:slideViewPr>
  <p:notesTextViewPr>
    <p:cViewPr>
      <p:scale>
        <a:sx n="125" d="100"/>
        <a:sy n="125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9" Type="http://schemas.openxmlformats.org/officeDocument/2006/relationships/font" Target="fonts/font3.fntdata"/><Relationship Id="rId21" Type="http://schemas.openxmlformats.org/officeDocument/2006/relationships/slide" Target="slides/slide19.xml"/><Relationship Id="rId34" Type="http://schemas.openxmlformats.org/officeDocument/2006/relationships/slide" Target="slides/slide32.xml"/><Relationship Id="rId42" Type="http://schemas.openxmlformats.org/officeDocument/2006/relationships/font" Target="fonts/font6.fntdata"/><Relationship Id="rId47" Type="http://schemas.openxmlformats.org/officeDocument/2006/relationships/font" Target="fonts/font11.fntdata"/><Relationship Id="rId50" Type="http://schemas.openxmlformats.org/officeDocument/2006/relationships/font" Target="fonts/font14.fntdata"/><Relationship Id="rId55" Type="http://schemas.openxmlformats.org/officeDocument/2006/relationships/font" Target="fonts/font19.fntdata"/><Relationship Id="rId63" Type="http://schemas.openxmlformats.org/officeDocument/2006/relationships/font" Target="fonts/font27.fntdata"/><Relationship Id="rId68" Type="http://schemas.openxmlformats.org/officeDocument/2006/relationships/theme" Target="theme/theme1.xml"/><Relationship Id="rId7" Type="http://schemas.openxmlformats.org/officeDocument/2006/relationships/slide" Target="slides/slide5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font" Target="fonts/font1.fntdata"/><Relationship Id="rId40" Type="http://schemas.openxmlformats.org/officeDocument/2006/relationships/font" Target="fonts/font4.fntdata"/><Relationship Id="rId45" Type="http://schemas.openxmlformats.org/officeDocument/2006/relationships/font" Target="fonts/font9.fntdata"/><Relationship Id="rId53" Type="http://schemas.openxmlformats.org/officeDocument/2006/relationships/font" Target="fonts/font17.fntdata"/><Relationship Id="rId58" Type="http://schemas.openxmlformats.org/officeDocument/2006/relationships/font" Target="fonts/font22.fntdata"/><Relationship Id="rId66" Type="http://schemas.openxmlformats.org/officeDocument/2006/relationships/presProps" Target="presProp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notesMaster" Target="notesMasters/notesMaster1.xml"/><Relationship Id="rId49" Type="http://schemas.openxmlformats.org/officeDocument/2006/relationships/font" Target="fonts/font13.fntdata"/><Relationship Id="rId57" Type="http://schemas.openxmlformats.org/officeDocument/2006/relationships/font" Target="fonts/font21.fntdata"/><Relationship Id="rId61" Type="http://schemas.openxmlformats.org/officeDocument/2006/relationships/font" Target="fonts/font25.fntdata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slide" Target="slides/slide29.xml"/><Relationship Id="rId44" Type="http://schemas.openxmlformats.org/officeDocument/2006/relationships/font" Target="fonts/font8.fntdata"/><Relationship Id="rId52" Type="http://schemas.openxmlformats.org/officeDocument/2006/relationships/font" Target="fonts/font16.fntdata"/><Relationship Id="rId60" Type="http://schemas.openxmlformats.org/officeDocument/2006/relationships/font" Target="fonts/font24.fntdata"/><Relationship Id="rId65" Type="http://schemas.openxmlformats.org/officeDocument/2006/relationships/font" Target="fonts/font29.fntdata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font" Target="fonts/font7.fntdata"/><Relationship Id="rId48" Type="http://schemas.openxmlformats.org/officeDocument/2006/relationships/font" Target="fonts/font12.fntdata"/><Relationship Id="rId56" Type="http://schemas.openxmlformats.org/officeDocument/2006/relationships/font" Target="fonts/font20.fntdata"/><Relationship Id="rId64" Type="http://schemas.openxmlformats.org/officeDocument/2006/relationships/font" Target="fonts/font28.fntdata"/><Relationship Id="rId69" Type="http://schemas.openxmlformats.org/officeDocument/2006/relationships/tableStyles" Target="tableStyles.xml"/><Relationship Id="rId8" Type="http://schemas.openxmlformats.org/officeDocument/2006/relationships/slide" Target="slides/slide6.xml"/><Relationship Id="rId51" Type="http://schemas.openxmlformats.org/officeDocument/2006/relationships/font" Target="fonts/font15.fntdata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font" Target="fonts/font2.fntdata"/><Relationship Id="rId46" Type="http://schemas.openxmlformats.org/officeDocument/2006/relationships/font" Target="fonts/font10.fntdata"/><Relationship Id="rId59" Type="http://schemas.openxmlformats.org/officeDocument/2006/relationships/font" Target="fonts/font23.fntdata"/><Relationship Id="rId67" Type="http://schemas.openxmlformats.org/officeDocument/2006/relationships/viewProps" Target="viewProps.xml"/><Relationship Id="rId20" Type="http://schemas.openxmlformats.org/officeDocument/2006/relationships/slide" Target="slides/slide18.xml"/><Relationship Id="rId41" Type="http://schemas.openxmlformats.org/officeDocument/2006/relationships/font" Target="fonts/font5.fntdata"/><Relationship Id="rId54" Type="http://schemas.openxmlformats.org/officeDocument/2006/relationships/font" Target="fonts/font18.fntdata"/><Relationship Id="rId62" Type="http://schemas.openxmlformats.org/officeDocument/2006/relationships/font" Target="fonts/font26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175" y="685800"/>
            <a:ext cx="60963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g35f391192_0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4" name="Google Shape;254;g35f391192_0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Hello everyone,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this session, I will share our experience in using EM algorithm in the real world project.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g5a8bef17ca_1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0" name="Google Shape;260;g5a8bef17ca_1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In this session, I will covers the following: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First, the introduction about the issue we want to solve using EM algorithm.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Second, the example on how the raw data looks like.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In this case, we skip the data cleaning and assume the data is ready to be used in our algorithm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Third, we start preprocessing the raw data to obtain the statistics of the batches.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Forth, fifth and sixth are the EM algorithm itself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And then the last, we will show the illustration of the results in our website and how it can be used by manufacturer to track their machine yield rate.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Google Shape;267;g5af3a0b878_0_2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8" name="Google Shape;268;g5af3a0b878_0_22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gda911e9619_0_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7" name="Google Shape;277;gda911e9619_0_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Currently, </a:t>
            </a:r>
            <a:r>
              <a:rPr lang="en-US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many</a:t>
            </a: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 manufacturers use a batch </a:t>
            </a:r>
            <a:r>
              <a:rPr lang="en-US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production</a:t>
            </a: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 system.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Let’s see this illustration, where a manufacture may have 3 recipes to produce 3 types of products, say GBOM A, B, and C.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we can say the BATCH are the serving number they need for each GBOM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Manufacture could produce many different product, with the available machines.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this case, some machines may be used by only one GBOM (e.g. Mch-1),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while the other machines are used by one or several GBOM in any of their sequences 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(e.g. Mch-2 that used by GBOM B and C in batch B1 and C1,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or Mch-6 that used by GBOM A, B, and C), 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Sometimes, a machine could be used more than once in a BATCH, like Mch-3 in BATCH C1, used in first and fifth steps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Commonly, if any of these machine starts producing defective pieces, the yield rate of one or more BATCHes may falling and will affects the profit.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Because of that, manufacture need to find and fix that machine as soon as possible,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However, In the real world, detecting defective pieces using inspection equipment require cost and time.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Therefore, commonly, only several machine with inspection equipment could detect defective pieces.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So, finding machines that producing defective pieces is rather a difficult task.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5" name="Google Shape;355;gd93dc539a1_0_2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6" name="Google Shape;356;gd93dc539a1_0_2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One way to find the problematic machines is by using the First Pass Yield estimation.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This is a straightforward method,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That BATCH yield rate is the yield rate multiplication of all machines used by that BATCH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However, even by using this method, It still difficult to find the problematic machine that generate many defective pieces.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For example, manufacturer maybe could estimate the yield rate of machine 3, and 6, because it have inspection equipment.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while we know that the yield rate of BATCH C1 is 0.9, which machine has the lowest yield rate? or generate many defective pieces?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We don’t know….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How we compare them, we don’t even have the complete data of the machine yield rates.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Other than that, defective pieces that observe in, say, Mch-6, may be caused by one of the previous machines.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Is Mch-6 really has 0.95 yield rate?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80f4b542dc_0_16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5" name="Google Shape;405;g80f4b542dc_0_16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osis"/>
                <a:ea typeface="Dosis"/>
                <a:cs typeface="Dosis"/>
                <a:sym typeface="Dosis"/>
              </a:rPr>
              <a:t>Accordingly, the objective of the manufacturer is </a:t>
            </a:r>
            <a:endParaRPr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latin typeface="Dosis"/>
                <a:ea typeface="Dosis"/>
                <a:cs typeface="Dosis"/>
                <a:sym typeface="Dosis"/>
              </a:rPr>
              <a:t>“to find which machines will generate the most number of defective piece (or lowest yield rate)”.</a:t>
            </a:r>
            <a:endParaRPr b="1"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osis"/>
                <a:ea typeface="Dosis"/>
                <a:cs typeface="Dosis"/>
                <a:sym typeface="Dosis"/>
              </a:rPr>
              <a:t>So </a:t>
            </a:r>
            <a:r>
              <a:rPr lang="en-US" dirty="0">
                <a:latin typeface="Dosis"/>
                <a:ea typeface="Dosis"/>
                <a:cs typeface="Dosis"/>
                <a:sym typeface="Dosis"/>
              </a:rPr>
              <a:t>that</a:t>
            </a:r>
            <a:r>
              <a:rPr lang="en" dirty="0">
                <a:latin typeface="Dosis"/>
                <a:ea typeface="Dosis"/>
                <a:cs typeface="Dosis"/>
                <a:sym typeface="Dosis"/>
              </a:rPr>
              <a:t> they can quickly fix that machines with lowest yield rate.</a:t>
            </a:r>
            <a:endParaRPr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Dosis"/>
                <a:ea typeface="Dosis"/>
                <a:cs typeface="Dosis"/>
                <a:sym typeface="Dosis"/>
              </a:rPr>
              <a:t>And avoid further losses in their profit.</a:t>
            </a:r>
            <a:endParaRPr dirty="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gd93dc539a1_0_6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7" name="Google Shape;417;gd93dc539a1_0_6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Because we have unknown data such as defective pieces of each machine and the yield rate of each machine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Here we use EM Algorithm to solve the issue,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the beginning, we need to guess the yield rate of each machine.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We could just use random guessing or a bit more complex algorithm like least square.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</a:t>
            </a:r>
            <a:r>
              <a:rPr lang="en-US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</a:t>
            </a: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 objective in each iteration of the EM algorithm, is to update the yield rate of each machine.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 yield rate of each machine (Pm) could be calculated by dividing the number of good pieces generated by that machine (Gm),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With the total number of processed pieces (in this case, the good pieces and defective pieces) generated by that machine (Gm and Zm).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this case, the good pieces and defective pieces for each machine will be calculated for each machine m is being used.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To get the Zm, we need to estimate the Zijk in step 2,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according to the principle of likelihood,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when the inspection equipment observes defective pieces,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all the previous machines, including the current machine, that are used to process that batch are suspicious machines.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therefore, we expect the shared probability of defective pieces to be distributed among the suspicious machines based on their yield rates.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this case, it is represented as Zijk.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For example, if we found 2 defective pieces at j=4,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we share that 2 pieces to each machine based on their yield rate,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So in this example, we may have Zijk of 0.45, 0.4, 0.6, and 0.55 which the total is 2 pieces.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Later on, we could combine the Zijk for each machine m into Zm, in step 4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Then, to get the Gm, we need to estimate the total good pieces generated by that machine.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this case, we need to estimate the Xijk for each batch step.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This is the potential defective pieces estimation for each batch.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It means that when machine 3 in the first step generates 4.55 good pieces, at the end of production, only 3 good pieces have been made.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Therefore, we have 1.55 pieces that are still in good condition but will be defective pieces in one of the subsequent steps.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For example, we may get 4.55 good pieces produced by Mch-3 in the first step.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Because the Gi is 3, the Xijk would be 1.55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Later on, we could combine the Xijk for each machine m into Xm, in step 4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Based on this estimation,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We could calculate the total number of good pieces produced by the machine m as in step 5, or we call it Gm.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In this case, the good pieces of machine m are obtained by adding Xm and the Gi, after the Gi is multiplying with the number of machine m used in that batch (Nim).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Finally, we could update the machine yield rates based on good pieces and defective pieces they generate (Pm).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we could go to the next iteration with a new or updated Pm.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It will iterate over and over again until stop conditions have been met,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Where no significant changes in machine yield rates, or exceeding maximum iterations.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4" name="Google Shape;514;g813fd16048_0_28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5" name="Google Shape;515;g813fd16048_0_28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While The concept </a:t>
            </a:r>
            <a:r>
              <a:rPr lang="en-US" dirty="0">
                <a:highlight>
                  <a:schemeClr val="lt1"/>
                </a:highlight>
              </a:rPr>
              <a:t>has been</a:t>
            </a: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explained in previous slide,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This slide is a detail view of our EM algorithm.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1: 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 raw data from manufacturer (after data cleaning) will be go through EM Pre Processing to provide the Initial yield rate for each machine (</a:t>
            </a:r>
            <a:r>
              <a:rPr lang="en" i="1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Pm</a:t>
            </a: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E-STEP: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In the E-Step, we will go through all the Batches,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and for each time we found defective pieces, we calculate step 2 and 3.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For example, we found 6 defective pieces (Bij) in Batch C4 in the third machine or step 3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2: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So, in the step 2 we calculate the Zijk, which are the shared defective pieces for machine 2, 3 and 4.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3: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Then after that, in step 3, we estimate the Xijk, which is a good pieces other than 4 final good pieces (Gi), which later will be defective pieces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4: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In step 4, we will combine all Zijk and Xijk that using machine m, so we have the total Zm and Gm for each machine m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5: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Then is step 5, we could calculate the total Gm for each machine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b="1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M-STEP:</a:t>
            </a:r>
            <a:endParaRPr b="1"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STEP 6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after we have the number of good pieces and defective pieces for each machine, 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Then in step 6, we could re-calculate the yield rate of each machine. Those values will overwrite the Initial yield rate for each machine (</a:t>
            </a:r>
            <a:r>
              <a:rPr lang="en" i="1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Pm</a:t>
            </a: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). 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Then the process will going back to E-Step using the updated yield rates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This algorithm will run iteratively from E and M Step until the updated yield rate is nearly similar to previous yield rate (converged). Then save the result of converged machine yield rate to report file (database and *.csv)</a:t>
            </a:r>
            <a:endParaRPr dirty="0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1" name="Google Shape;591;g5af3a0b878_0_2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2" name="Google Shape;592;g5af3a0b878_0_2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0" name="Google Shape;600;g80f4b542dc_0_53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1" name="Google Shape;601;g80f4b542dc_0_53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will using this example to estimate the yield rate for each machine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There are many GBOM and Batches in a manufacturer,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But, for simplified case, we use BATCH A1, B3 and C4 as our example in this EM Algorithm</a:t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g810b8d456f_0_1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4" name="Google Shape;714;g810b8d456f_0_1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Then, based on the previous slide, this is the raw data </a:t>
            </a:r>
            <a:r>
              <a:rPr lang="en-US" dirty="0"/>
              <a:t>looks like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use this ladder type of data because, each batch step, will be affected by all of the previous machines.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So that, this is just to make it easier to calculate the E-step in each batch step.</a:t>
            </a:r>
            <a:endParaRPr dirty="0"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4" name="Google Shape;724;g810b8d456f_0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5" name="Google Shape;725;g810b8d456f_0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3" name="Google Shape;733;g810b8d456f_0_150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34" name="Google Shape;734;g810b8d456f_0_150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In the preprocessing session, </a:t>
            </a: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And b</a:t>
            </a:r>
            <a:r>
              <a:rPr lang="en" dirty="0"/>
              <a:t>ased on the raw data itself, we could extract the </a:t>
            </a:r>
            <a:r>
              <a:rPr lang="en-US" dirty="0"/>
              <a:t>statistics</a:t>
            </a:r>
            <a:r>
              <a:rPr lang="en" dirty="0"/>
              <a:t> of each batch.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example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Batch name, 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the machine used in each step,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Total raw pieces,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Total good pieces, and</a:t>
            </a:r>
            <a:endParaRPr dirty="0"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 dirty="0"/>
              <a:t>the yield rate of the batch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810b8d456f_0_8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810b8d456f_0_8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5" name="Google Shape;775;g813cb7f442_0_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6" name="Google Shape;776;g813cb7f442_0_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In the step 1, we need to guess the initial machine yield rates.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this case, we use one hot encoding to map the machines that used by each batch.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3" name="Google Shape;793;g810b8d456f_0_78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4" name="Google Shape;794;g810b8d456f_0_78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use least square to guess the initial machine yield rate.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Here, we use the one hot encoding we already build as the X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 the natural log of batch yield rate as the Y.</a:t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0" name="Google Shape;820;g810b8d456f_0_67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1" name="Google Shape;821;g810b8d456f_0_67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could create a</a:t>
            </a:r>
            <a:r>
              <a:rPr lang="en-US" dirty="0"/>
              <a:t>n</a:t>
            </a:r>
            <a:r>
              <a:rPr lang="en" dirty="0"/>
              <a:t> independent data about the </a:t>
            </a:r>
            <a:r>
              <a:rPr lang="en-US" dirty="0"/>
              <a:t>statistics of the </a:t>
            </a:r>
            <a:r>
              <a:rPr lang="en" dirty="0"/>
              <a:t>machine</a:t>
            </a:r>
            <a:r>
              <a:rPr lang="en-US" dirty="0"/>
              <a:t>s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data will include the machine name, the good pieces produced by the machine (based on the raw data),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the initial yield rate of each machine (and its natural log), </a:t>
            </a:r>
            <a:r>
              <a:rPr lang="en-US" dirty="0"/>
              <a:t>based on the least square we have used previously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6" name="Google Shape;856;g810b8d456f_0_88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7" name="Google Shape;857;g810b8d456f_0_88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5" name="Google Shape;865;g10ca4424ffb_0_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6" name="Google Shape;866;g10ca4424ffb_0_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Dosis"/>
                <a:ea typeface="Dosis"/>
                <a:cs typeface="Dosis"/>
                <a:sym typeface="Dosis"/>
              </a:rPr>
              <a:t>Step 2, is the beginning of the E-step.</a:t>
            </a:r>
            <a:endParaRPr sz="1200"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latin typeface="Dosis"/>
                <a:ea typeface="Dosis"/>
                <a:cs typeface="Dosis"/>
                <a:sym typeface="Dosis"/>
              </a:rPr>
              <a:t>When we start estimating the Zijk.</a:t>
            </a:r>
            <a:endParaRPr sz="1200"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So that, when the inspection equipment observes defective pieces, 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all the previous machines, including the current machine,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that are used to process that batch are the suspicious machines. 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lang="en"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</a:t>
            </a: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hen we estimate the shared defective pieces </a:t>
            </a:r>
            <a:r>
              <a:rPr lang="en-US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based of each machine yield rate (Pm)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3" name="Google Shape;933;g810b8d456f_0_106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34" name="Google Shape;934;g810b8d456f_0_106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Accordingly, we use this formula to estimate the E[Zijk]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Basically, first, we need to calculates the percentage of the probability of each machine of making the pieces defective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Then we multiply the percentage with the number of defective pieces observe in that step.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As a result, we have this Zijk.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8" name="Google Shape;958;g10ca4424ffb_0_1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9" name="Google Shape;959;g10ca4424ffb_0_1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latin typeface="Dosis"/>
                <a:ea typeface="Dosis"/>
                <a:cs typeface="Dosis"/>
                <a:sym typeface="Dosis"/>
              </a:rPr>
              <a:t>In the Step 3, </a:t>
            </a: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we need to estimate the Xijk for each batch step.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This is the good pieces estimation for each batch step other than the good pieces in the finished product ( Gi ).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We call it as the potential defective pieces because the pieces are in good condition in a particular step,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but will be defective pieces in one of the subsequent steps.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For example when machine 3 in the first step generates 4.55 good pieces, at the end of production, only 3 good pieces have been made.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Therefore, we have 1.55 pieces that are still in good condition but will be defective pieces in one of the subsequent steps.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This 1.55 is the value of the potential defective pieces.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Google Shape;1026;g810b8d456f_0_108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7" name="Google Shape;1027;g810b8d456f_0_108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Accordingly, we use this formula to estimate the Xijk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The Potential defective pieces in current step, 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is the sum of bad pieces expectation and Potential defective pieces in the next step.</a:t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1" name="Google Shape;1051;g810b8d456f_0_11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52" name="Google Shape;1052;g810b8d456f_0_11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after we have the Xijk and Zijk, 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We could </a:t>
            </a: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combine the Xijk and Zijk of each machine m into Xm and Zm, respectively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dirty="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As a result, we have the total of expected number of defective pieces and the potential defective pieces each machine m</a:t>
            </a:r>
            <a:endParaRPr sz="1200" dirty="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8" name="Google Shape;1078;g810b8d456f_0_113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9" name="Google Shape;1079;g810b8d456f_0_113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Finally, we could calculate the expected number of good pieces </a:t>
            </a:r>
            <a:r>
              <a:rPr lang="en-US" dirty="0"/>
              <a:t>of each machine</a:t>
            </a:r>
            <a:r>
              <a:rPr lang="en" dirty="0"/>
              <a:t>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By summing the good produced and potential bad pieces produced by </a:t>
            </a:r>
            <a:r>
              <a:rPr lang="en-US" dirty="0"/>
              <a:t>each</a:t>
            </a:r>
            <a:r>
              <a:rPr lang="en" dirty="0"/>
              <a:t> machine.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 good pieces produced column, is obtained from the multiplication of Gi and Nim</a:t>
            </a:r>
            <a:endParaRPr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0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9" name="Google Shape;1099;g810b8d456f_0_12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0" name="Google Shape;1100;g810b8d456f_0_12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8" name="Google Shape;1108;g810b8d456f_0_16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9" name="Google Shape;1109;g810b8d456f_0_16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Finally, we could update the machine yield rates (Pm) based on good pieces (Gm) and defective pieces (Zm) they generate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This is the result in the first iteration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2" name="Google Shape;1122;g810b8d456f_0_14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3" name="Google Shape;1123;g810b8d456f_0_14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Then we could go to the next iteration with a new or updated Pm.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It will iterate over and over again until stop conditions have been met,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Where no significant changes in machine yield rates, or exceeding maximum iterations.</a:t>
            </a:r>
            <a:endParaRPr sz="1200">
              <a:solidFill>
                <a:schemeClr val="dk1"/>
              </a:solidFill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" name="Google Shape;1134;g810b8d456f_0_175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35" name="Google Shape;1135;g810b8d456f_0_175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the end, we have the answer to the manufacturer issue </a:t>
            </a:r>
            <a:r>
              <a:rPr lang="en-US" dirty="0"/>
              <a:t>to find the machine with the lowest yield rate</a:t>
            </a:r>
            <a:r>
              <a:rPr lang="en" dirty="0"/>
              <a:t>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For example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when</a:t>
            </a:r>
            <a:r>
              <a:rPr lang="en" dirty="0"/>
              <a:t> iteration has been stopped at the 29th iteration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based on the estimation, the machine with the lowest yield rate is the MS-14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This is the end of the EM algorithm explanation.</a:t>
            </a:r>
            <a:endParaRPr dirty="0"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" name="Google Shape;1145;g5af3a0b878_1_19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46" name="Google Shape;1146;g5af3a0b878_1_19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" name="Google Shape;1153;g810fbdce69_0_10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4" name="Google Shape;1154;g810fbdce69_0_10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 our project, we create a private website for a manufacturer.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So, that the manufacturer could upload their raw data to us,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Which later we will provide the estimation of the machine yield rates.</a:t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2" name="Google Shape;1162;g810fbdce69_0_1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3" name="Google Shape;1163;g810fbdce69_0_11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After we estimate the machine yield rate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Then they could download the result and used for their decision making in maintenance session</a:t>
            </a:r>
            <a:endParaRPr dirty="0"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1" name="Google Shape;1171;g810fbdce69_0_12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2" name="Google Shape;1172;g810fbdce69_0_12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Other than that, we also provide the historical data of the machine yield rate.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So that the manufacturer could monitor their machine yield rate,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And quickly inspect and maintenance their machine, which have lower yield rate.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lang="en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As a result, we hope that the manufacturer profit could be improved,</a:t>
            </a:r>
            <a:endParaRPr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Because the future batch yield rate </a:t>
            </a:r>
            <a:r>
              <a:rPr lang="en-US" dirty="0"/>
              <a:t>might</a:t>
            </a:r>
            <a:r>
              <a:rPr lang="en" dirty="0"/>
              <a:t> be increased.</a:t>
            </a:r>
            <a:endParaRPr dirty="0"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0" name="Google Shape;1180;g10ca4424ffb_0_20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1" name="Google Shape;1181;g10ca4424ffb_0_20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This is the end of my explanation about the usage of EM algorithm in real world project.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</a:rPr>
              <a:t>I hope that you could understand how the EM algorithm works.</a:t>
            </a:r>
            <a:endParaRPr>
              <a:solidFill>
                <a:schemeClr val="dk1"/>
              </a:solidFill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thank you and see you next time.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11" name="Google Shape;11;p2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12" name="Google Shape;12;p2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3" name="Google Shape;13;p2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4" name="Google Shape;14;p2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15" name="Google Shape;15;p2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16" name="Google Shape;16;p2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17" name="Google Shape;17;p2"/>
          <p:cNvGrpSpPr/>
          <p:nvPr/>
        </p:nvGrpSpPr>
        <p:grpSpPr>
          <a:xfrm>
            <a:off x="3677236" y="4278349"/>
            <a:ext cx="5480829" cy="432996"/>
            <a:chOff x="5582265" y="4646738"/>
            <a:chExt cx="5480829" cy="432996"/>
          </a:xfrm>
        </p:grpSpPr>
        <p:sp>
          <p:nvSpPr>
            <p:cNvPr id="18" name="Google Shape;18;p2"/>
            <p:cNvSpPr/>
            <p:nvPr/>
          </p:nvSpPr>
          <p:spPr>
            <a:xfrm rot="10800000">
              <a:off x="5582265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9" name="Google Shape;19;p2"/>
            <p:cNvGrpSpPr/>
            <p:nvPr/>
          </p:nvGrpSpPr>
          <p:grpSpPr>
            <a:xfrm flipH="1">
              <a:off x="5585232" y="4646738"/>
              <a:ext cx="5477861" cy="304551"/>
              <a:chOff x="-24158748" y="330075"/>
              <a:chExt cx="30568423" cy="1699506"/>
            </a:xfrm>
          </p:grpSpPr>
          <p:sp>
            <p:nvSpPr>
              <p:cNvPr id="20" name="Google Shape;20;p2"/>
              <p:cNvSpPr/>
              <p:nvPr/>
            </p:nvSpPr>
            <p:spPr>
              <a:xfrm>
                <a:off x="-24158748" y="330081"/>
                <a:ext cx="289080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" name="Google Shape;21;p2"/>
              <p:cNvSpPr/>
              <p:nvPr/>
            </p:nvSpPr>
            <p:spPr>
              <a:xfrm>
                <a:off x="4710175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2" name="Google Shape;22;p2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ubtitle">
  <p:cSld name="TITLE_1">
    <p:spTree>
      <p:nvGrpSpPr>
        <p:cNvPr id="1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3"/>
          <p:cNvSpPr/>
          <p:nvPr/>
        </p:nvSpPr>
        <p:spPr>
          <a:xfrm>
            <a:off x="5697214" y="2635519"/>
            <a:ext cx="889200" cy="2964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25" name="Google Shape;25;p3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26" name="Google Shape;26;p3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7" name="Google Shape;27;p3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28" name="Google Shape;28;p3"/>
          <p:cNvGrpSpPr/>
          <p:nvPr/>
        </p:nvGrpSpPr>
        <p:grpSpPr>
          <a:xfrm rot="10800000" flipH="1">
            <a:off x="-2" y="2924826"/>
            <a:ext cx="6589087" cy="2027268"/>
            <a:chOff x="-9894852" y="-4493254"/>
            <a:chExt cx="21200407" cy="6522740"/>
          </a:xfrm>
        </p:grpSpPr>
        <p:sp>
          <p:nvSpPr>
            <p:cNvPr id="29" name="Google Shape;29;p3"/>
            <p:cNvSpPr/>
            <p:nvPr/>
          </p:nvSpPr>
          <p:spPr>
            <a:xfrm>
              <a:off x="-9894852" y="-4493114"/>
              <a:ext cx="146853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30" name="Google Shape;30;p3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31" name="Google Shape;31;p3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32" name="Google Shape;32;p3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3" name="Google Shape;33;p3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6" name="Google Shape;36;p3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37" name="Google Shape;37;p3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39" name="Google Shape;39;p3"/>
          <p:cNvSpPr txBox="1">
            <a:spLocks noGrp="1"/>
          </p:cNvSpPr>
          <p:nvPr>
            <p:ph type="ctrTitle"/>
          </p:nvPr>
        </p:nvSpPr>
        <p:spPr>
          <a:xfrm>
            <a:off x="463525" y="2871148"/>
            <a:ext cx="4094400" cy="11598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  <p:sp>
        <p:nvSpPr>
          <p:cNvPr id="40" name="Google Shape;40;p3"/>
          <p:cNvSpPr txBox="1">
            <a:spLocks noGrp="1"/>
          </p:cNvSpPr>
          <p:nvPr>
            <p:ph type="subTitle" idx="1"/>
          </p:nvPr>
        </p:nvSpPr>
        <p:spPr>
          <a:xfrm>
            <a:off x="463525" y="3975449"/>
            <a:ext cx="4094400" cy="78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1pPr>
            <a:lvl2pPr lvl="1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2pPr>
            <a:lvl3pPr lvl="2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3pPr>
            <a:lvl4pPr lvl="3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4pPr>
            <a:lvl5pPr lvl="4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5pPr>
            <a:lvl6pPr lvl="5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6pPr>
            <a:lvl7pPr lvl="6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7pPr>
            <a:lvl8pPr lvl="7" rtl="0">
              <a:spcBef>
                <a:spcPts val="1000"/>
              </a:spcBef>
              <a:spcAft>
                <a:spcPts val="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8pPr>
            <a:lvl9pPr lvl="8" rtl="0">
              <a:spcBef>
                <a:spcPts val="1000"/>
              </a:spcBef>
              <a:spcAft>
                <a:spcPts val="1000"/>
              </a:spcAft>
              <a:buClr>
                <a:srgbClr val="FF9800"/>
              </a:buClr>
              <a:buSzPts val="2000"/>
              <a:buNone/>
              <a:defRPr sz="2000">
                <a:solidFill>
                  <a:srgbClr val="FF9800"/>
                </a:solidFill>
              </a:defRPr>
            </a:lvl9pPr>
          </a:lstStyle>
          <a:p>
            <a:endParaRPr/>
          </a:p>
        </p:txBody>
      </p:sp>
      <p:sp>
        <p:nvSpPr>
          <p:cNvPr id="41" name="Google Shape;41;p3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TITLE_1_1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4"/>
          <p:cNvSpPr/>
          <p:nvPr/>
        </p:nvSpPr>
        <p:spPr>
          <a:xfrm>
            <a:off x="7544483" y="657775"/>
            <a:ext cx="1299300" cy="432900"/>
          </a:xfrm>
          <a:prstGeom prst="triangle">
            <a:avLst>
              <a:gd name="adj" fmla="val 32425"/>
            </a:avLst>
          </a:prstGeom>
          <a:solidFill>
            <a:srgbClr val="263248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>
              <a:latin typeface="Arvo"/>
              <a:ea typeface="Arvo"/>
              <a:cs typeface="Arvo"/>
              <a:sym typeface="Arvo"/>
            </a:endParaRPr>
          </a:p>
        </p:txBody>
      </p:sp>
      <p:grpSp>
        <p:nvGrpSpPr>
          <p:cNvPr id="44" name="Google Shape;44;p4"/>
          <p:cNvGrpSpPr/>
          <p:nvPr/>
        </p:nvGrpSpPr>
        <p:grpSpPr>
          <a:xfrm>
            <a:off x="0" y="-7088"/>
            <a:ext cx="8661398" cy="5150588"/>
            <a:chOff x="0" y="-7088"/>
            <a:chExt cx="8661398" cy="5150588"/>
          </a:xfrm>
        </p:grpSpPr>
        <p:sp>
          <p:nvSpPr>
            <p:cNvPr id="45" name="Google Shape;45;p4"/>
            <p:cNvSpPr/>
            <p:nvPr/>
          </p:nvSpPr>
          <p:spPr>
            <a:xfrm>
              <a:off x="0" y="0"/>
              <a:ext cx="3525000" cy="5143500"/>
            </a:xfrm>
            <a:prstGeom prst="rect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46;p4"/>
            <p:cNvSpPr/>
            <p:nvPr/>
          </p:nvSpPr>
          <p:spPr>
            <a:xfrm rot="10800000" flipH="1">
              <a:off x="3517898" y="-7088"/>
              <a:ext cx="5143500" cy="5143500"/>
            </a:xfrm>
            <a:prstGeom prst="rtTriangle">
              <a:avLst/>
            </a:prstGeom>
            <a:solidFill>
              <a:srgbClr val="C7D3E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grpSp>
        <p:nvGrpSpPr>
          <p:cNvPr id="47" name="Google Shape;47;p4"/>
          <p:cNvGrpSpPr/>
          <p:nvPr/>
        </p:nvGrpSpPr>
        <p:grpSpPr>
          <a:xfrm rot="10800000" flipH="1">
            <a:off x="1" y="1090763"/>
            <a:ext cx="8847502" cy="2961975"/>
            <a:chOff x="-8178042" y="-4493254"/>
            <a:chExt cx="19483598" cy="6522736"/>
          </a:xfrm>
        </p:grpSpPr>
        <p:sp>
          <p:nvSpPr>
            <p:cNvPr id="48" name="Google Shape;48;p4"/>
            <p:cNvSpPr/>
            <p:nvPr/>
          </p:nvSpPr>
          <p:spPr>
            <a:xfrm>
              <a:off x="-8178042" y="-4493118"/>
              <a:ext cx="12968400" cy="6522600"/>
            </a:xfrm>
            <a:prstGeom prst="rect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sp>
          <p:nvSpPr>
            <p:cNvPr id="49" name="Google Shape;49;p4"/>
            <p:cNvSpPr/>
            <p:nvPr/>
          </p:nvSpPr>
          <p:spPr>
            <a:xfrm>
              <a:off x="4782955" y="-4493254"/>
              <a:ext cx="6522600" cy="6522600"/>
            </a:xfrm>
            <a:prstGeom prst="rtTriangle">
              <a:avLst/>
            </a:prstGeom>
            <a:solidFill>
              <a:srgbClr val="3F537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</p:grpSp>
      <p:sp>
        <p:nvSpPr>
          <p:cNvPr id="50" name="Google Shape;50;p4"/>
          <p:cNvSpPr txBox="1">
            <a:spLocks noGrp="1"/>
          </p:cNvSpPr>
          <p:nvPr>
            <p:ph type="body" idx="1"/>
          </p:nvPr>
        </p:nvSpPr>
        <p:spPr>
          <a:xfrm>
            <a:off x="829775" y="1202000"/>
            <a:ext cx="5090700" cy="274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419100" rtl="0">
              <a:spcBef>
                <a:spcPts val="600"/>
              </a:spcBef>
              <a:spcAft>
                <a:spcPts val="0"/>
              </a:spcAft>
              <a:buClr>
                <a:srgbClr val="FFFFFF"/>
              </a:buClr>
              <a:buSzPts val="3000"/>
              <a:buChar char="▰"/>
              <a:defRPr sz="3000" i="1">
                <a:solidFill>
                  <a:srgbClr val="FFFFFF"/>
                </a:solidFill>
              </a:defRPr>
            </a:lvl1pPr>
            <a:lvl2pPr marL="914400" lvl="1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2pPr>
            <a:lvl3pPr marL="1371600" lvl="2" indent="-419100" rtl="0">
              <a:spcBef>
                <a:spcPts val="48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3pPr>
            <a:lvl4pPr marL="1828800" lvl="3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4pPr>
            <a:lvl5pPr marL="2286000" lvl="4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5pPr>
            <a:lvl6pPr marL="2743200" lvl="5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6pPr>
            <a:lvl7pPr marL="3200400" lvl="6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7pPr>
            <a:lvl8pPr marL="3657600" lvl="7" indent="-419100" rtl="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8pPr>
            <a:lvl9pPr marL="4114800" lvl="8" indent="-419100">
              <a:spcBef>
                <a:spcPts val="360"/>
              </a:spcBef>
              <a:spcAft>
                <a:spcPts val="0"/>
              </a:spcAft>
              <a:buClr>
                <a:srgbClr val="FFFFFF"/>
              </a:buClr>
              <a:buSzPts val="3000"/>
              <a:buChar char="▻"/>
              <a:defRPr sz="3000" i="1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51" name="Google Shape;51;p4"/>
          <p:cNvSpPr txBox="1"/>
          <p:nvPr/>
        </p:nvSpPr>
        <p:spPr>
          <a:xfrm>
            <a:off x="286600" y="1014575"/>
            <a:ext cx="6765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 b="1">
                <a:solidFill>
                  <a:srgbClr val="FF9800"/>
                </a:solidFill>
              </a:rPr>
              <a:t>“</a:t>
            </a:r>
            <a:endParaRPr sz="7200" b="1">
              <a:solidFill>
                <a:srgbClr val="FF9800"/>
              </a:solidFill>
            </a:endParaRPr>
          </a:p>
        </p:txBody>
      </p:sp>
      <p:grpSp>
        <p:nvGrpSpPr>
          <p:cNvPr id="52" name="Google Shape;52;p4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53" name="Google Shape;53;p4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4" name="Google Shape;54;p4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55" name="Google Shape;55;p4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6" name="Google Shape;56;p4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7" name="Google Shape;57;p4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58" name="Google Shape;58;p4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" name="Google Shape;59;p4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0" name="Google Shape;60;p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1 column" type="tx">
  <p:cSld name="TITLE_AND_BODY">
    <p:spTree>
      <p:nvGrpSpPr>
        <p:cNvPr id="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" name="Google Shape;62;p5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63" name="Google Shape;63;p5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64" name="Google Shape;64;p5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65" name="Google Shape;65;p5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6" name="Google Shape;66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67" name="Google Shape;67;p5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68" name="Google Shape;68;p5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69" name="Google Shape;69;p5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70" name="Google Shape;70;p5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71" name="Google Shape;71;p5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2" name="Google Shape;72;p5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73" name="Google Shape;73;p5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" name="Google Shape;74;p5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75" name="Google Shape;75;p5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76" name="Google Shape;76;p5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" name="Google Shape;77;p5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78" name="Google Shape;78;p5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79" name="Google Shape;79;p5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SzPts val="2400"/>
              <a:buChar char="▰"/>
              <a:defRPr/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SzPts val="2400"/>
              <a:buChar char="▻"/>
              <a:defRPr/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SzPts val="2400"/>
              <a:buChar char="▻"/>
              <a:defRPr/>
            </a:lvl9pPr>
          </a:lstStyle>
          <a:p>
            <a:endParaRPr/>
          </a:p>
        </p:txBody>
      </p:sp>
      <p:sp>
        <p:nvSpPr>
          <p:cNvPr id="80" name="Google Shape;80;p5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2 columns" type="twoColTx">
  <p:cSld name="TITLE_AND_TWO_COLUMNS">
    <p:spTree>
      <p:nvGrpSpPr>
        <p:cNvPr id="1" name="Shape 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2" name="Google Shape;82;p6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83" name="Google Shape;83;p6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84" name="Google Shape;84;p6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85" name="Google Shape;85;p6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6" name="Google Shape;86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87" name="Google Shape;87;p6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88" name="Google Shape;88;p6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89" name="Google Shape;89;p6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90" name="Google Shape;90;p6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91" name="Google Shape;91;p6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92" name="Google Shape;92;p6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93" name="Google Shape;93;p6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4" name="Google Shape;94;p6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95" name="Google Shape;95;p6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96" name="Google Shape;96;p6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97" name="Google Shape;97;p6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98" name="Google Shape;98;p6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99" name="Google Shape;99;p6"/>
          <p:cNvSpPr txBox="1">
            <a:spLocks noGrp="1"/>
          </p:cNvSpPr>
          <p:nvPr>
            <p:ph type="body" idx="1"/>
          </p:nvPr>
        </p:nvSpPr>
        <p:spPr>
          <a:xfrm>
            <a:off x="814275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0" name="Google Shape;100;p6"/>
          <p:cNvSpPr txBox="1">
            <a:spLocks noGrp="1"/>
          </p:cNvSpPr>
          <p:nvPr>
            <p:ph type="body" idx="2"/>
          </p:nvPr>
        </p:nvSpPr>
        <p:spPr>
          <a:xfrm>
            <a:off x="4396123" y="1537988"/>
            <a:ext cx="3378300" cy="2724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55600">
              <a:spcBef>
                <a:spcPts val="600"/>
              </a:spcBef>
              <a:spcAft>
                <a:spcPts val="0"/>
              </a:spcAft>
              <a:buSzPts val="2000"/>
              <a:buChar char="▰"/>
              <a:defRPr sz="2000"/>
            </a:lvl1pPr>
            <a:lvl2pPr marL="914400" lvl="1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2pPr>
            <a:lvl3pPr marL="1371600" lvl="2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3pPr>
            <a:lvl4pPr marL="1828800" lvl="3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4pPr>
            <a:lvl5pPr marL="2286000" lvl="4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5pPr>
            <a:lvl6pPr marL="2743200" lvl="5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6pPr>
            <a:lvl7pPr marL="3200400" lvl="6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7pPr>
            <a:lvl8pPr marL="3657600" lvl="7" indent="-355600">
              <a:spcBef>
                <a:spcPts val="1000"/>
              </a:spcBef>
              <a:spcAft>
                <a:spcPts val="0"/>
              </a:spcAft>
              <a:buSzPts val="2000"/>
              <a:buChar char="▻"/>
              <a:defRPr sz="2000"/>
            </a:lvl8pPr>
            <a:lvl9pPr marL="4114800" lvl="8" indent="-355600">
              <a:spcBef>
                <a:spcPts val="1000"/>
              </a:spcBef>
              <a:spcAft>
                <a:spcPts val="1000"/>
              </a:spcAft>
              <a:buSzPts val="2000"/>
              <a:buChar char="▻"/>
              <a:defRPr sz="2000"/>
            </a:lvl9pPr>
          </a:lstStyle>
          <a:p>
            <a:endParaRPr/>
          </a:p>
        </p:txBody>
      </p:sp>
      <p:sp>
        <p:nvSpPr>
          <p:cNvPr id="101" name="Google Shape;101;p6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+ 3 columns">
  <p:cSld name="TITLE_AND_TWO_COLUMNS_1">
    <p:spTree>
      <p:nvGrpSpPr>
        <p:cNvPr id="1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3" name="Google Shape;103;p7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04" name="Google Shape;104;p7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05" name="Google Shape;105;p7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06" name="Google Shape;106;p7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07" name="Google Shape;107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08" name="Google Shape;108;p7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09" name="Google Shape;109;p7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10" name="Google Shape;110;p7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11" name="Google Shape;111;p7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12" name="Google Shape;112;p7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3" name="Google Shape;113;p7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14" name="Google Shape;114;p7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5" name="Google Shape;115;p7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16" name="Google Shape;116;p7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17" name="Google Shape;117;p7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" name="Google Shape;118;p7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19" name="Google Shape;119;p7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20" name="Google Shape;120;p7"/>
          <p:cNvSpPr txBox="1">
            <a:spLocks noGrp="1"/>
          </p:cNvSpPr>
          <p:nvPr>
            <p:ph type="body" idx="1"/>
          </p:nvPr>
        </p:nvSpPr>
        <p:spPr>
          <a:xfrm>
            <a:off x="8704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1" name="Google Shape;121;p7"/>
          <p:cNvSpPr txBox="1">
            <a:spLocks noGrp="1"/>
          </p:cNvSpPr>
          <p:nvPr>
            <p:ph type="body" idx="2"/>
          </p:nvPr>
        </p:nvSpPr>
        <p:spPr>
          <a:xfrm>
            <a:off x="3233637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2" name="Google Shape;122;p7"/>
          <p:cNvSpPr txBox="1">
            <a:spLocks noGrp="1"/>
          </p:cNvSpPr>
          <p:nvPr>
            <p:ph type="body" idx="3"/>
          </p:nvPr>
        </p:nvSpPr>
        <p:spPr>
          <a:xfrm>
            <a:off x="5540650" y="1545076"/>
            <a:ext cx="2247900" cy="270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600"/>
              </a:spcBef>
              <a:spcAft>
                <a:spcPts val="0"/>
              </a:spcAft>
              <a:buSzPts val="1800"/>
              <a:buChar char="▰"/>
              <a:defRPr sz="1800"/>
            </a:lvl1pPr>
            <a:lvl2pPr marL="914400" lvl="1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2pPr>
            <a:lvl3pPr marL="1371600" lvl="2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3pPr>
            <a:lvl4pPr marL="1828800" lvl="3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4pPr>
            <a:lvl5pPr marL="2286000" lvl="4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5pPr>
            <a:lvl6pPr marL="2743200" lvl="5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6pPr>
            <a:lvl7pPr marL="3200400" lvl="6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7pPr>
            <a:lvl8pPr marL="3657600" lvl="7" indent="-342900" rtl="0">
              <a:spcBef>
                <a:spcPts val="1000"/>
              </a:spcBef>
              <a:spcAft>
                <a:spcPts val="0"/>
              </a:spcAft>
              <a:buSzPts val="1800"/>
              <a:buChar char="▻"/>
              <a:defRPr sz="1800"/>
            </a:lvl8pPr>
            <a:lvl9pPr marL="4114800" lvl="8" indent="-342900" rtl="0">
              <a:spcBef>
                <a:spcPts val="1000"/>
              </a:spcBef>
              <a:spcAft>
                <a:spcPts val="1000"/>
              </a:spcAft>
              <a:buSzPts val="1800"/>
              <a:buChar char="▻"/>
              <a:defRPr sz="1800"/>
            </a:lvl9pPr>
          </a:lstStyle>
          <a:p>
            <a:endParaRPr/>
          </a:p>
        </p:txBody>
      </p:sp>
      <p:sp>
        <p:nvSpPr>
          <p:cNvPr id="123" name="Google Shape;123;p7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5" name="Google Shape;125;p8"/>
          <p:cNvGrpSpPr/>
          <p:nvPr/>
        </p:nvGrpSpPr>
        <p:grpSpPr>
          <a:xfrm>
            <a:off x="-4" y="40"/>
            <a:ext cx="7072430" cy="1327315"/>
            <a:chOff x="-4" y="40"/>
            <a:chExt cx="7072430" cy="1327315"/>
          </a:xfrm>
        </p:grpSpPr>
        <p:sp>
          <p:nvSpPr>
            <p:cNvPr id="126" name="Google Shape;126;p8"/>
            <p:cNvSpPr/>
            <p:nvPr/>
          </p:nvSpPr>
          <p:spPr>
            <a:xfrm>
              <a:off x="6292649" y="126425"/>
              <a:ext cx="779700" cy="2598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latin typeface="Arvo"/>
                <a:ea typeface="Arvo"/>
                <a:cs typeface="Arvo"/>
                <a:sym typeface="Arvo"/>
              </a:endParaRPr>
            </a:p>
          </p:txBody>
        </p:sp>
        <p:grpSp>
          <p:nvGrpSpPr>
            <p:cNvPr id="127" name="Google Shape;127;p8"/>
            <p:cNvGrpSpPr/>
            <p:nvPr/>
          </p:nvGrpSpPr>
          <p:grpSpPr>
            <a:xfrm rot="10800000" flipH="1">
              <a:off x="3" y="40"/>
              <a:ext cx="6756168" cy="1327315"/>
              <a:chOff x="-2168138" y="330075"/>
              <a:chExt cx="8650663" cy="1699506"/>
            </a:xfrm>
          </p:grpSpPr>
          <p:sp>
            <p:nvSpPr>
              <p:cNvPr id="128" name="Google Shape;128;p8"/>
              <p:cNvSpPr/>
              <p:nvPr/>
            </p:nvSpPr>
            <p:spPr>
              <a:xfrm>
                <a:off x="-2168138" y="330081"/>
                <a:ext cx="69582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29" name="Google Shape;129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  <p:grpSp>
          <p:nvGrpSpPr>
            <p:cNvPr id="130" name="Google Shape;130;p8"/>
            <p:cNvGrpSpPr/>
            <p:nvPr/>
          </p:nvGrpSpPr>
          <p:grpSpPr>
            <a:xfrm rot="10800000" flipH="1">
              <a:off x="-4" y="381007"/>
              <a:ext cx="7072430" cy="771744"/>
              <a:chOff x="-9092084" y="330075"/>
              <a:chExt cx="15574609" cy="1699501"/>
            </a:xfrm>
          </p:grpSpPr>
          <p:sp>
            <p:nvSpPr>
              <p:cNvPr id="131" name="Google Shape;131;p8"/>
              <p:cNvSpPr/>
              <p:nvPr/>
            </p:nvSpPr>
            <p:spPr>
              <a:xfrm>
                <a:off x="-9092084" y="330076"/>
                <a:ext cx="1388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  <p:sp>
            <p:nvSpPr>
              <p:cNvPr id="132" name="Google Shape;132;p8"/>
              <p:cNvSpPr/>
              <p:nvPr/>
            </p:nvSpPr>
            <p:spPr>
              <a:xfrm>
                <a:off x="4783025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>
                  <a:latin typeface="Arvo"/>
                  <a:ea typeface="Arvo"/>
                  <a:cs typeface="Arvo"/>
                  <a:sym typeface="Arvo"/>
                </a:endParaRPr>
              </a:p>
            </p:txBody>
          </p:sp>
        </p:grpSp>
      </p:grpSp>
      <p:grpSp>
        <p:nvGrpSpPr>
          <p:cNvPr id="133" name="Google Shape;133;p8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34" name="Google Shape;134;p8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5" name="Google Shape;135;p8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36" name="Google Shape;136;p8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8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8" name="Google Shape;138;p8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39" name="Google Shape;139;p8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8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41" name="Google Shape;141;p8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9pPr>
          </a:lstStyle>
          <a:p>
            <a:endParaRPr/>
          </a:p>
        </p:txBody>
      </p:sp>
      <p:sp>
        <p:nvSpPr>
          <p:cNvPr id="142" name="Google Shape;142;p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4" name="Google Shape;144;p9"/>
          <p:cNvGrpSpPr/>
          <p:nvPr/>
        </p:nvGrpSpPr>
        <p:grpSpPr>
          <a:xfrm>
            <a:off x="2466138" y="4472723"/>
            <a:ext cx="6686825" cy="670795"/>
            <a:chOff x="5589288" y="4472723"/>
            <a:chExt cx="6686825" cy="670795"/>
          </a:xfrm>
        </p:grpSpPr>
        <p:sp>
          <p:nvSpPr>
            <p:cNvPr id="145" name="Google Shape;145;p9"/>
            <p:cNvSpPr/>
            <p:nvPr/>
          </p:nvSpPr>
          <p:spPr>
            <a:xfrm rot="10800000">
              <a:off x="5589288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6" name="Google Shape;146;p9"/>
            <p:cNvGrpSpPr/>
            <p:nvPr/>
          </p:nvGrpSpPr>
          <p:grpSpPr>
            <a:xfrm flipH="1">
              <a:off x="5748896" y="4472723"/>
              <a:ext cx="6527217" cy="670795"/>
              <a:chOff x="-10101302" y="330075"/>
              <a:chExt cx="16532971" cy="1699506"/>
            </a:xfrm>
          </p:grpSpPr>
          <p:sp>
            <p:nvSpPr>
              <p:cNvPr id="147" name="Google Shape;147;p9"/>
              <p:cNvSpPr/>
              <p:nvPr/>
            </p:nvSpPr>
            <p:spPr>
              <a:xfrm>
                <a:off x="-10101302" y="330081"/>
                <a:ext cx="148464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9"/>
              <p:cNvSpPr/>
              <p:nvPr/>
            </p:nvSpPr>
            <p:spPr>
              <a:xfrm>
                <a:off x="4732169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49" name="Google Shape;149;p9"/>
            <p:cNvGrpSpPr/>
            <p:nvPr/>
          </p:nvGrpSpPr>
          <p:grpSpPr>
            <a:xfrm flipH="1">
              <a:off x="5592255" y="4646738"/>
              <a:ext cx="6682918" cy="304563"/>
              <a:chOff x="-30922586" y="330075"/>
              <a:chExt cx="37293070" cy="1699569"/>
            </a:xfrm>
          </p:grpSpPr>
          <p:sp>
            <p:nvSpPr>
              <p:cNvPr id="150" name="Google Shape;150;p9"/>
              <p:cNvSpPr/>
              <p:nvPr/>
            </p:nvSpPr>
            <p:spPr>
              <a:xfrm>
                <a:off x="-30922586" y="330144"/>
                <a:ext cx="355881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9"/>
              <p:cNvSpPr/>
              <p:nvPr/>
            </p:nvSpPr>
            <p:spPr>
              <a:xfrm>
                <a:off x="4670984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152" name="Google Shape;152;p9"/>
          <p:cNvSpPr txBox="1">
            <a:spLocks noGrp="1"/>
          </p:cNvSpPr>
          <p:nvPr>
            <p:ph type="body" idx="1"/>
          </p:nvPr>
        </p:nvSpPr>
        <p:spPr>
          <a:xfrm>
            <a:off x="2682800" y="4636500"/>
            <a:ext cx="60042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>
              <a:spcBef>
                <a:spcPts val="0"/>
              </a:spcBef>
              <a:spcAft>
                <a:spcPts val="0"/>
              </a:spcAft>
              <a:buSzPts val="1300"/>
              <a:buNone/>
              <a:defRPr sz="1300"/>
            </a:lvl1pPr>
          </a:lstStyle>
          <a:p>
            <a:endParaRPr/>
          </a:p>
        </p:txBody>
      </p:sp>
      <p:sp>
        <p:nvSpPr>
          <p:cNvPr id="153" name="Google Shape;153;p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54" name="Google Shape;154;p9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55" name="Google Shape;155;p9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56" name="Google Shape;156;p9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57" name="Google Shape;157;p9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9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9" name="Google Shape;159;p9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60" name="Google Shape;160;p9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9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0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grpSp>
        <p:nvGrpSpPr>
          <p:cNvPr id="164" name="Google Shape;164;p10"/>
          <p:cNvGrpSpPr/>
          <p:nvPr/>
        </p:nvGrpSpPr>
        <p:grpSpPr>
          <a:xfrm>
            <a:off x="6946842" y="4472723"/>
            <a:ext cx="2202830" cy="670795"/>
            <a:chOff x="5575242" y="4472723"/>
            <a:chExt cx="2202830" cy="670795"/>
          </a:xfrm>
        </p:grpSpPr>
        <p:sp>
          <p:nvSpPr>
            <p:cNvPr id="165" name="Google Shape;165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D26F00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6" name="Google Shape;166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67" name="Google Shape;167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69" name="Google Shape;169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0" name="Google Shape;170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FF980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2" name="Google Shape;172;p10"/>
          <p:cNvGrpSpPr/>
          <p:nvPr/>
        </p:nvGrpSpPr>
        <p:grpSpPr>
          <a:xfrm rot="10800000">
            <a:off x="-8" y="-2"/>
            <a:ext cx="2202830" cy="670795"/>
            <a:chOff x="5575242" y="4472723"/>
            <a:chExt cx="2202830" cy="670795"/>
          </a:xfrm>
        </p:grpSpPr>
        <p:sp>
          <p:nvSpPr>
            <p:cNvPr id="173" name="Google Shape;173;p10"/>
            <p:cNvSpPr/>
            <p:nvPr/>
          </p:nvSpPr>
          <p:spPr>
            <a:xfrm rot="10800000">
              <a:off x="5575242" y="4948334"/>
              <a:ext cx="394200" cy="131400"/>
            </a:xfrm>
            <a:prstGeom prst="triangle">
              <a:avLst>
                <a:gd name="adj" fmla="val 32425"/>
              </a:avLst>
            </a:prstGeom>
            <a:solidFill>
              <a:srgbClr val="263248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" name="Google Shape;174;p10"/>
            <p:cNvGrpSpPr/>
            <p:nvPr/>
          </p:nvGrpSpPr>
          <p:grpSpPr>
            <a:xfrm flipH="1">
              <a:off x="5734850" y="4472723"/>
              <a:ext cx="2040837" cy="670795"/>
              <a:chOff x="1297954" y="330075"/>
              <a:chExt cx="5169293" cy="1699506"/>
            </a:xfrm>
          </p:grpSpPr>
          <p:sp>
            <p:nvSpPr>
              <p:cNvPr id="175" name="Google Shape;175;p10"/>
              <p:cNvSpPr/>
              <p:nvPr/>
            </p:nvSpPr>
            <p:spPr>
              <a:xfrm>
                <a:off x="1297954" y="330081"/>
                <a:ext cx="3476700" cy="1699500"/>
              </a:xfrm>
              <a:prstGeom prst="rect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0"/>
              <p:cNvSpPr/>
              <p:nvPr/>
            </p:nvSpPr>
            <p:spPr>
              <a:xfrm>
                <a:off x="4767747" y="330075"/>
                <a:ext cx="1699500" cy="1699500"/>
              </a:xfrm>
              <a:prstGeom prst="rtTriangle">
                <a:avLst/>
              </a:prstGeom>
              <a:solidFill>
                <a:srgbClr val="C7D3E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7" name="Google Shape;177;p10"/>
            <p:cNvGrpSpPr/>
            <p:nvPr/>
          </p:nvGrpSpPr>
          <p:grpSpPr>
            <a:xfrm flipH="1">
              <a:off x="5578209" y="4646738"/>
              <a:ext cx="2199863" cy="304563"/>
              <a:chOff x="-5827153" y="330075"/>
              <a:chExt cx="12276019" cy="1699569"/>
            </a:xfrm>
          </p:grpSpPr>
          <p:sp>
            <p:nvSpPr>
              <p:cNvPr id="178" name="Google Shape;178;p10"/>
              <p:cNvSpPr/>
              <p:nvPr/>
            </p:nvSpPr>
            <p:spPr>
              <a:xfrm>
                <a:off x="-5827153" y="330144"/>
                <a:ext cx="10612200" cy="1699500"/>
              </a:xfrm>
              <a:prstGeom prst="rect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0"/>
              <p:cNvSpPr/>
              <p:nvPr/>
            </p:nvSpPr>
            <p:spPr>
              <a:xfrm>
                <a:off x="4749366" y="330075"/>
                <a:ext cx="1699500" cy="1699500"/>
              </a:xfrm>
              <a:prstGeom prst="rtTriangle">
                <a:avLst/>
              </a:prstGeom>
              <a:solidFill>
                <a:srgbClr val="3F5378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bg>
      <p:bgPr>
        <a:solidFill>
          <a:srgbClr val="4C5C64"/>
        </a:solidFill>
        <a:effectLst/>
      </p:bgPr>
    </p:bg>
    <p:spTree>
      <p:nvGrpSpPr>
        <p:cNvPr id="1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12"/>
          <p:cNvSpPr txBox="1">
            <a:spLocks noGrp="1"/>
          </p:cNvSpPr>
          <p:nvPr>
            <p:ph type="ctrTitle"/>
          </p:nvPr>
        </p:nvSpPr>
        <p:spPr>
          <a:xfrm>
            <a:off x="-44575" y="766625"/>
            <a:ext cx="9188700" cy="25101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8000"/>
              <a:buFont typeface="Dosis"/>
              <a:buNone/>
              <a:defRPr sz="80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5200"/>
              <a:buNone/>
              <a:defRPr sz="5200">
                <a:solidFill>
                  <a:srgbClr val="FFFFFF"/>
                </a:solidFill>
              </a:defRPr>
            </a:lvl9pPr>
          </a:lstStyle>
          <a:p>
            <a:endParaRPr/>
          </a:p>
        </p:txBody>
      </p:sp>
      <p:sp>
        <p:nvSpPr>
          <p:cNvPr id="186" name="Google Shape;186;p12"/>
          <p:cNvSpPr txBox="1">
            <a:spLocks noGrp="1"/>
          </p:cNvSpPr>
          <p:nvPr>
            <p:ph type="subTitle" idx="1"/>
          </p:nvPr>
        </p:nvSpPr>
        <p:spPr>
          <a:xfrm>
            <a:off x="311700" y="3276600"/>
            <a:ext cx="8520600" cy="63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600"/>
              <a:buFont typeface="Open Sans"/>
              <a:buNone/>
              <a:defRPr sz="2600">
                <a:solidFill>
                  <a:srgbClr val="FFFFFF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87" name="Google Shape;187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e">
  <p:cSld name="CUSTOM"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3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1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1" name="Google Shape;191;p13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13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Right">
  <p:cSld name="CUSTOM_1">
    <p:spTree>
      <p:nvGrpSpPr>
        <p:cNvPr id="1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14"/>
          <p:cNvSpPr txBox="1">
            <a:spLocks noGrp="1"/>
          </p:cNvSpPr>
          <p:nvPr>
            <p:ph type="title"/>
          </p:nvPr>
        </p:nvSpPr>
        <p:spPr>
          <a:xfrm>
            <a:off x="4563000" y="34100"/>
            <a:ext cx="39054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196" name="Google Shape;196;p14"/>
          <p:cNvSpPr txBox="1">
            <a:spLocks noGrp="1"/>
          </p:cNvSpPr>
          <p:nvPr>
            <p:ph type="subTitle" idx="1"/>
          </p:nvPr>
        </p:nvSpPr>
        <p:spPr>
          <a:xfrm>
            <a:off x="4563150" y="606800"/>
            <a:ext cx="39054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197" name="Google Shape;197;p14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8" name="Google Shape;198;p14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9" name="Google Shape;199;p14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p15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None/>
              <a:defRPr sz="51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900"/>
              <a:buNone/>
              <a:defRPr sz="4900"/>
            </a:lvl9pPr>
          </a:lstStyle>
          <a:p>
            <a:endParaRPr/>
          </a:p>
        </p:txBody>
      </p:sp>
      <p:sp>
        <p:nvSpPr>
          <p:cNvPr id="202" name="Google Shape;202;p15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3" name="Google Shape;203;p15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" name="Google Shape;204;p15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6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07" name="Google Shape;207;p16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16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16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0" name="Google Shape;210;p16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211" name="Google Shape;211;p16"/>
          <p:cNvSpPr txBox="1">
            <a:spLocks noGrp="1"/>
          </p:cNvSpPr>
          <p:nvPr>
            <p:ph type="subTitle" idx="2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7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4" name="Google Shape;214;p17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17500" rtl="0">
              <a:spcBef>
                <a:spcPts val="0"/>
              </a:spcBef>
              <a:spcAft>
                <a:spcPts val="0"/>
              </a:spcAft>
              <a:buSzPts val="1400"/>
              <a:buFont typeface="Open Sans"/>
              <a:buChar char="●"/>
              <a:defRPr sz="1400"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●"/>
              <a:defRPr sz="1200"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Font typeface="Open Sans"/>
              <a:buChar char="○"/>
              <a:defRPr sz="1200"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Font typeface="Open Sans"/>
              <a:buChar char="■"/>
              <a:defRPr sz="12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15" name="Google Shape;215;p17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6" name="Google Shape;216;p17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7" name="Google Shape;217;p17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18" name="Google Shape;218;p17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219" name="Google Shape;219;p17"/>
          <p:cNvSpPr txBox="1">
            <a:spLocks noGrp="1"/>
          </p:cNvSpPr>
          <p:nvPr>
            <p:ph type="subTitle" idx="3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18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2" name="Google Shape;222;p1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9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225" name="Google Shape;225;p19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rtl="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rtl="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rtl="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rtl="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rtl="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26" name="Google Shape;226;p1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20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rt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229" name="Google Shape;229;p2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1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233" name="Google Shape;233;p21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234" name="Google Shape;234;p21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42900" rtl="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rtl="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rtl="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rtl="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rtl="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235" name="Google Shape;235;p2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p22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228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238" name="Google Shape;238;p2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23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12500"/>
              <a:buFont typeface="Dosis"/>
              <a:buNone/>
              <a:defRPr sz="12500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500"/>
              <a:buFont typeface="Dosis"/>
              <a:buNone/>
              <a:defRPr sz="12500">
                <a:latin typeface="Dosis"/>
                <a:ea typeface="Dosis"/>
                <a:cs typeface="Dosis"/>
                <a:sym typeface="Dosis"/>
              </a:defRPr>
            </a:lvl9pPr>
          </a:lstStyle>
          <a:p>
            <a:r>
              <a:t>xx%</a:t>
            </a:r>
          </a:p>
        </p:txBody>
      </p:sp>
      <p:sp>
        <p:nvSpPr>
          <p:cNvPr id="241" name="Google Shape;241;p23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algn="ctr" rtl="0">
              <a:spcBef>
                <a:spcPts val="0"/>
              </a:spcBef>
              <a:spcAft>
                <a:spcPts val="0"/>
              </a:spcAft>
              <a:buSzPts val="18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1pPr>
            <a:lvl2pPr marL="914400" lvl="1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2pPr>
            <a:lvl3pPr marL="1371600" lvl="2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3pPr>
            <a:lvl4pPr marL="1828800" lvl="3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4pPr>
            <a:lvl5pPr marL="2286000" lvl="4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5pPr>
            <a:lvl6pPr marL="2743200" lvl="5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6pPr>
            <a:lvl7pPr marL="3200400" lvl="6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●"/>
              <a:defRPr>
                <a:latin typeface="Open Sans"/>
                <a:ea typeface="Open Sans"/>
                <a:cs typeface="Open Sans"/>
                <a:sym typeface="Open Sans"/>
              </a:defRPr>
            </a:lvl7pPr>
            <a:lvl8pPr marL="3657600" lvl="7" indent="-317500" algn="ctr" rtl="0">
              <a:spcBef>
                <a:spcPts val="1600"/>
              </a:spcBef>
              <a:spcAft>
                <a:spcPts val="0"/>
              </a:spcAft>
              <a:buSzPts val="1400"/>
              <a:buFont typeface="Open Sans"/>
              <a:buChar char="○"/>
              <a:defRPr>
                <a:latin typeface="Open Sans"/>
                <a:ea typeface="Open Sans"/>
                <a:cs typeface="Open Sans"/>
                <a:sym typeface="Open Sans"/>
              </a:defRPr>
            </a:lvl8pPr>
            <a:lvl9pPr marL="4114800" lvl="8" indent="-317500" algn="ctr" rtl="0">
              <a:spcBef>
                <a:spcPts val="1600"/>
              </a:spcBef>
              <a:spcAft>
                <a:spcPts val="1600"/>
              </a:spcAft>
              <a:buSzPts val="1400"/>
              <a:buFont typeface="Open Sans"/>
              <a:buChar char="■"/>
              <a:defRPr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  <p:sp>
        <p:nvSpPr>
          <p:cNvPr id="242" name="Google Shape;242;p23"/>
          <p:cNvSpPr/>
          <p:nvPr/>
        </p:nvSpPr>
        <p:spPr>
          <a:xfrm>
            <a:off x="8468475" y="152350"/>
            <a:ext cx="454500" cy="365400"/>
          </a:xfrm>
          <a:prstGeom prst="rect">
            <a:avLst/>
          </a:prstGeom>
          <a:solidFill>
            <a:srgbClr val="93C47D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23"/>
          <p:cNvSpPr/>
          <p:nvPr/>
        </p:nvSpPr>
        <p:spPr>
          <a:xfrm>
            <a:off x="8468475" y="517700"/>
            <a:ext cx="454500" cy="89100"/>
          </a:xfrm>
          <a:prstGeom prst="rect">
            <a:avLst/>
          </a:prstGeom>
          <a:solidFill>
            <a:srgbClr val="666666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4" name="Google Shape;244;p23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buNone/>
              <a:defRPr sz="1300">
                <a:solidFill>
                  <a:srgbClr val="FFFFFF"/>
                </a:solidFill>
              </a:defRPr>
            </a:lvl1pPr>
            <a:lvl2pPr lvl="1" algn="ctr" rtl="0">
              <a:buNone/>
              <a:defRPr sz="1300">
                <a:solidFill>
                  <a:srgbClr val="FFFFFF"/>
                </a:solidFill>
              </a:defRPr>
            </a:lvl2pPr>
            <a:lvl3pPr lvl="2" algn="ctr" rtl="0">
              <a:buNone/>
              <a:defRPr sz="1300">
                <a:solidFill>
                  <a:srgbClr val="FFFFFF"/>
                </a:solidFill>
              </a:defRPr>
            </a:lvl3pPr>
            <a:lvl4pPr lvl="3" algn="ctr" rtl="0">
              <a:buNone/>
              <a:defRPr sz="1300">
                <a:solidFill>
                  <a:srgbClr val="FFFFFF"/>
                </a:solidFill>
              </a:defRPr>
            </a:lvl4pPr>
            <a:lvl5pPr lvl="4" algn="ctr" rtl="0">
              <a:buNone/>
              <a:defRPr sz="1300">
                <a:solidFill>
                  <a:srgbClr val="FFFFFF"/>
                </a:solidFill>
              </a:defRPr>
            </a:lvl5pPr>
            <a:lvl6pPr lvl="5" algn="ctr" rtl="0">
              <a:buNone/>
              <a:defRPr sz="1300">
                <a:solidFill>
                  <a:srgbClr val="FFFFFF"/>
                </a:solidFill>
              </a:defRPr>
            </a:lvl6pPr>
            <a:lvl7pPr lvl="6" algn="ctr" rtl="0">
              <a:buNone/>
              <a:defRPr sz="1300">
                <a:solidFill>
                  <a:srgbClr val="FFFFFF"/>
                </a:solidFill>
              </a:defRPr>
            </a:lvl7pPr>
            <a:lvl8pPr lvl="7" algn="ctr" rtl="0">
              <a:buNone/>
              <a:defRPr sz="1300">
                <a:solidFill>
                  <a:srgbClr val="FFFFFF"/>
                </a:solidFill>
              </a:defRPr>
            </a:lvl8pPr>
            <a:lvl9pPr lvl="8" algn="ctr" rtl="0">
              <a:buNone/>
              <a:defRPr sz="1300">
                <a:solidFill>
                  <a:srgbClr val="FFFFFF"/>
                </a:solidFill>
              </a:defRPr>
            </a:lvl9pPr>
          </a:lstStyle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45" name="Google Shape;245;p23"/>
          <p:cNvSpPr txBox="1">
            <a:spLocks noGrp="1"/>
          </p:cNvSpPr>
          <p:nvPr>
            <p:ph type="title" idx="2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None/>
              <a:defRPr sz="3600" b="1">
                <a:latin typeface="Dosis"/>
                <a:ea typeface="Dosis"/>
                <a:cs typeface="Dosis"/>
                <a:sym typeface="Dosis"/>
              </a:defRPr>
            </a:lvl9pPr>
          </a:lstStyle>
          <a:p>
            <a:endParaRPr/>
          </a:p>
        </p:txBody>
      </p:sp>
      <p:sp>
        <p:nvSpPr>
          <p:cNvPr id="246" name="Google Shape;246;p23"/>
          <p:cNvSpPr txBox="1">
            <a:spLocks noGrp="1"/>
          </p:cNvSpPr>
          <p:nvPr>
            <p:ph type="subTitle" idx="3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1pPr>
            <a:lvl2pPr lvl="1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2pPr>
            <a:lvl3pPr lvl="2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3pPr>
            <a:lvl4pPr lvl="3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4pPr>
            <a:lvl5pPr lvl="4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5pPr>
            <a:lvl6pPr lvl="5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6pPr>
            <a:lvl7pPr lvl="6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7pPr>
            <a:lvl8pPr lvl="7" algn="ctr" rtl="0">
              <a:spcBef>
                <a:spcPts val="1600"/>
              </a:spcBef>
              <a:spcAft>
                <a:spcPts val="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8pPr>
            <a:lvl9pPr lvl="8" algn="ctr" rtl="0">
              <a:spcBef>
                <a:spcPts val="1600"/>
              </a:spcBef>
              <a:spcAft>
                <a:spcPts val="1600"/>
              </a:spcAft>
              <a:buNone/>
              <a:defRPr sz="1600"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2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/>
            </a:lvl1pPr>
            <a:lvl2pPr lvl="1" rtl="0">
              <a:buNone/>
              <a:defRPr/>
            </a:lvl2pPr>
            <a:lvl3pPr lvl="2" rtl="0">
              <a:buNone/>
              <a:defRPr/>
            </a:lvl3pPr>
            <a:lvl4pPr lvl="3" rtl="0">
              <a:buNone/>
              <a:defRPr/>
            </a:lvl4pPr>
            <a:lvl5pPr lvl="4" rtl="0">
              <a:buNone/>
              <a:defRPr/>
            </a:lvl5pPr>
            <a:lvl6pPr lvl="5" rtl="0">
              <a:buNone/>
              <a:defRPr/>
            </a:lvl6pPr>
            <a:lvl7pPr lvl="6" rtl="0">
              <a:buNone/>
              <a:defRPr/>
            </a:lvl7pPr>
            <a:lvl8pPr lvl="7" rtl="0">
              <a:buNone/>
              <a:defRPr/>
            </a:lvl8pPr>
            <a:lvl9pPr lvl="8" rtl="0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Really Blank">
  <p:cSld name="BLANK_1">
    <p:spTree>
      <p:nvGrpSpPr>
        <p:cNvPr id="1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_slide">
  <p:cSld name="1_slidemodel2">
    <p:bg>
      <p:bgPr>
        <a:noFill/>
        <a:effectLst/>
      </p:bgPr>
    </p:bg>
    <p:spTree>
      <p:nvGrpSpPr>
        <p:cNvPr id="1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26"/>
          <p:cNvSpPr txBox="1">
            <a:spLocks noGrp="1"/>
          </p:cNvSpPr>
          <p:nvPr>
            <p:ph type="sldNum" idx="12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buNone/>
              <a:defRPr sz="1300">
                <a:solidFill>
                  <a:schemeClr val="dk1"/>
                </a:solidFill>
              </a:defRPr>
            </a:lvl1pPr>
            <a:lvl2pPr lvl="1" rtl="0">
              <a:buNone/>
              <a:defRPr sz="1300">
                <a:solidFill>
                  <a:schemeClr val="dk1"/>
                </a:solidFill>
              </a:defRPr>
            </a:lvl2pPr>
            <a:lvl3pPr lvl="2" rtl="0">
              <a:buNone/>
              <a:defRPr sz="1300">
                <a:solidFill>
                  <a:schemeClr val="dk1"/>
                </a:solidFill>
              </a:defRPr>
            </a:lvl3pPr>
            <a:lvl4pPr lvl="3" rtl="0">
              <a:buNone/>
              <a:defRPr sz="1300">
                <a:solidFill>
                  <a:schemeClr val="dk1"/>
                </a:solidFill>
              </a:defRPr>
            </a:lvl4pPr>
            <a:lvl5pPr lvl="4" rtl="0">
              <a:buNone/>
              <a:defRPr sz="1300">
                <a:solidFill>
                  <a:schemeClr val="dk1"/>
                </a:solidFill>
              </a:defRPr>
            </a:lvl5pPr>
            <a:lvl6pPr lvl="5" rtl="0">
              <a:buNone/>
              <a:defRPr sz="1300">
                <a:solidFill>
                  <a:schemeClr val="dk1"/>
                </a:solidFill>
              </a:defRPr>
            </a:lvl6pPr>
            <a:lvl7pPr lvl="6" rtl="0">
              <a:buNone/>
              <a:defRPr sz="1300">
                <a:solidFill>
                  <a:schemeClr val="dk1"/>
                </a:solidFill>
              </a:defRPr>
            </a:lvl7pPr>
            <a:lvl8pPr lvl="7" rtl="0">
              <a:buNone/>
              <a:defRPr sz="1300">
                <a:solidFill>
                  <a:schemeClr val="dk1"/>
                </a:solidFill>
              </a:defRPr>
            </a:lvl8pPr>
            <a:lvl9pPr lvl="8" rtl="0">
              <a:buNone/>
              <a:defRPr sz="1300">
                <a:solidFill>
                  <a:schemeClr val="dk1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7.xml"/><Relationship Id="rId13" Type="http://schemas.openxmlformats.org/officeDocument/2006/relationships/slideLayout" Target="../slideLayouts/slideLayout22.xml"/><Relationship Id="rId3" Type="http://schemas.openxmlformats.org/officeDocument/2006/relationships/slideLayout" Target="../slideLayouts/slideLayout12.xml"/><Relationship Id="rId7" Type="http://schemas.openxmlformats.org/officeDocument/2006/relationships/slideLayout" Target="../slideLayouts/slideLayout16.xml"/><Relationship Id="rId12" Type="http://schemas.openxmlformats.org/officeDocument/2006/relationships/slideLayout" Target="../slideLayouts/slideLayout21.xml"/><Relationship Id="rId2" Type="http://schemas.openxmlformats.org/officeDocument/2006/relationships/slideLayout" Target="../slideLayouts/slideLayout11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5.xml"/><Relationship Id="rId11" Type="http://schemas.openxmlformats.org/officeDocument/2006/relationships/slideLayout" Target="../slideLayouts/slideLayout20.xml"/><Relationship Id="rId5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24.xml"/><Relationship Id="rId10" Type="http://schemas.openxmlformats.org/officeDocument/2006/relationships/slideLayout" Target="../slideLayouts/slideLayout19.xml"/><Relationship Id="rId4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8.xml"/><Relationship Id="rId14" Type="http://schemas.openxmlformats.org/officeDocument/2006/relationships/slideLayout" Target="../slideLayouts/slideLayout23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258400" cy="7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000"/>
              <a:buFont typeface="Roboto Condensed"/>
              <a:buNone/>
              <a:defRPr sz="20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3145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marL="457200" lvl="0" indent="-381000">
              <a:spcBef>
                <a:spcPts val="6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▰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1pPr>
            <a:lvl2pPr marL="914400" lvl="1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2pPr>
            <a:lvl3pPr marL="1371600" lvl="2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3pPr>
            <a:lvl4pPr marL="1828800" lvl="3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4pPr>
            <a:lvl5pPr marL="2286000" lvl="4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5pPr>
            <a:lvl6pPr marL="2743200" lvl="5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6pPr>
            <a:lvl7pPr marL="3200400" lvl="6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7pPr>
            <a:lvl8pPr marL="3657600" lvl="7" indent="-381000">
              <a:spcBef>
                <a:spcPts val="1000"/>
              </a:spcBef>
              <a:spcAft>
                <a:spcPts val="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8pPr>
            <a:lvl9pPr marL="4114800" lvl="8" indent="-381000">
              <a:spcBef>
                <a:spcPts val="1000"/>
              </a:spcBef>
              <a:spcAft>
                <a:spcPts val="1000"/>
              </a:spcAft>
              <a:buClr>
                <a:srgbClr val="C7D3E6"/>
              </a:buClr>
              <a:buSzPts val="2400"/>
              <a:buFont typeface="Roboto Condensed Light"/>
              <a:buChar char="▻"/>
              <a:defRPr sz="2400">
                <a:solidFill>
                  <a:srgbClr val="263248"/>
                </a:solidFill>
                <a:latin typeface="Roboto Condensed Light"/>
                <a:ea typeface="Roboto Condensed Light"/>
                <a:cs typeface="Roboto Condensed Light"/>
                <a:sym typeface="Roboto Condensed Light"/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1pPr>
            <a:lvl2pPr lvl="1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2pPr>
            <a:lvl3pPr lvl="2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3pPr>
            <a:lvl4pPr lvl="3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4pPr>
            <a:lvl5pPr lvl="4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5pPr>
            <a:lvl6pPr lvl="5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6pPr>
            <a:lvl7pPr lvl="6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7pPr>
            <a:lvl8pPr lvl="7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8pPr>
            <a:lvl9pPr lvl="8" algn="r">
              <a:buNone/>
              <a:defRPr sz="1200" b="1">
                <a:solidFill>
                  <a:srgbClr val="FFFFFF"/>
                </a:solidFill>
                <a:latin typeface="Roboto Condensed"/>
                <a:ea typeface="Roboto Condensed"/>
                <a:cs typeface="Roboto Condensed"/>
                <a:sym typeface="Roboto Condensed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</p:sldLayoutIdLst>
  <p:transition>
    <p:fade thruBlk="1"/>
  </p:transition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1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2" name="Google Shape;182;p1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 rtl="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 rtl="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83" name="Google Shape;183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buNone/>
              <a:defRPr sz="1000">
                <a:solidFill>
                  <a:schemeClr val="dk2"/>
                </a:solidFill>
              </a:defRPr>
            </a:lvl1pPr>
            <a:lvl2pPr lvl="1" algn="r" rtl="0">
              <a:buNone/>
              <a:defRPr sz="1000">
                <a:solidFill>
                  <a:schemeClr val="dk2"/>
                </a:solidFill>
              </a:defRPr>
            </a:lvl2pPr>
            <a:lvl3pPr lvl="2" algn="r" rtl="0">
              <a:buNone/>
              <a:defRPr sz="1000">
                <a:solidFill>
                  <a:schemeClr val="dk2"/>
                </a:solidFill>
              </a:defRPr>
            </a:lvl3pPr>
            <a:lvl4pPr lvl="3" algn="r" rtl="0">
              <a:buNone/>
              <a:defRPr sz="1000">
                <a:solidFill>
                  <a:schemeClr val="dk2"/>
                </a:solidFill>
              </a:defRPr>
            </a:lvl4pPr>
            <a:lvl5pPr lvl="4" algn="r" rtl="0">
              <a:buNone/>
              <a:defRPr sz="1000">
                <a:solidFill>
                  <a:schemeClr val="dk2"/>
                </a:solidFill>
              </a:defRPr>
            </a:lvl5pPr>
            <a:lvl6pPr lvl="5" algn="r" rtl="0">
              <a:buNone/>
              <a:defRPr sz="1000">
                <a:solidFill>
                  <a:schemeClr val="dk2"/>
                </a:solidFill>
              </a:defRPr>
            </a:lvl6pPr>
            <a:lvl7pPr lvl="6" algn="r" rtl="0">
              <a:buNone/>
              <a:defRPr sz="1000">
                <a:solidFill>
                  <a:schemeClr val="dk2"/>
                </a:solidFill>
              </a:defRPr>
            </a:lvl7pPr>
            <a:lvl8pPr lvl="7" algn="r" rtl="0">
              <a:buNone/>
              <a:defRPr sz="1000">
                <a:solidFill>
                  <a:schemeClr val="dk2"/>
                </a:solidFill>
              </a:defRPr>
            </a:lvl8pPr>
            <a:lvl9pPr lvl="8" algn="r" rtl="0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57" r:id="rId1"/>
    <p:sldLayoutId id="2147483658" r:id="rId2"/>
    <p:sldLayoutId id="2147483659" r:id="rId3"/>
    <p:sldLayoutId id="2147483660" r:id="rId4"/>
    <p:sldLayoutId id="2147483661" r:id="rId5"/>
    <p:sldLayoutId id="2147483662" r:id="rId6"/>
    <p:sldLayoutId id="2147483663" r:id="rId7"/>
    <p:sldLayoutId id="2147483664" r:id="rId8"/>
    <p:sldLayoutId id="2147483665" r:id="rId9"/>
    <p:sldLayoutId id="2147483666" r:id="rId10"/>
    <p:sldLayoutId id="2147483667" r:id="rId11"/>
    <p:sldLayoutId id="2147483668" r:id="rId12"/>
    <p:sldLayoutId id="2147483669" r:id="rId13"/>
    <p:sldLayoutId id="2147483670" r:id="rId14"/>
    <p:sldLayoutId id="2147483671" r:id="rId15"/>
  </p:sldLayoutIdLst>
  <mc:AlternateContent xmlns:mc="http://schemas.openxmlformats.org/markup-compatibility/2006" xmlns:p14="http://schemas.microsoft.com/office/powerpoint/2010/main">
    <mc:Choice Requires="p14">
      <p:transition spd="slow">
        <p14:gallery dir="l"/>
      </p:transition>
    </mc:Choice>
    <mc:Fallback xmlns:ahyp="http://schemas.microsoft.com/office/drawing/2018/hyperlinkcolor" xmlns:p15="http://schemas.microsoft.com/office/powerpoint/2012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="">
      <p:transition spd="slow">
        <p:fade/>
      </p:transition>
    </mc:Fallback>
  </mc:AlternateConten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slide" Target="slide25.xml"/><Relationship Id="rId3" Type="http://schemas.openxmlformats.org/officeDocument/2006/relationships/slide" Target="slide3.xml"/><Relationship Id="rId7" Type="http://schemas.openxmlformats.org/officeDocument/2006/relationships/slide" Target="slide18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9.xml"/><Relationship Id="rId6" Type="http://schemas.openxmlformats.org/officeDocument/2006/relationships/slide" Target="slide14.xml"/><Relationship Id="rId5" Type="http://schemas.openxmlformats.org/officeDocument/2006/relationships/slide" Target="slide12.xml"/><Relationship Id="rId10" Type="http://schemas.openxmlformats.org/officeDocument/2006/relationships/image" Target="../media/image1.png"/><Relationship Id="rId4" Type="http://schemas.openxmlformats.org/officeDocument/2006/relationships/slide" Target="slide9.xml"/><Relationship Id="rId9" Type="http://schemas.openxmlformats.org/officeDocument/2006/relationships/slide" Target="slide29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Relationship Id="rId4" Type="http://schemas.openxmlformats.org/officeDocument/2006/relationships/slide" Target="slide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slide" Target="slide26.xml"/><Relationship Id="rId3" Type="http://schemas.openxmlformats.org/officeDocument/2006/relationships/slide" Target="slide2.xml"/><Relationship Id="rId7" Type="http://schemas.openxmlformats.org/officeDocument/2006/relationships/slide" Target="slide22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20.xml"/><Relationship Id="rId5" Type="http://schemas.openxmlformats.org/officeDocument/2006/relationships/slide" Target="slide13.xml"/><Relationship Id="rId10" Type="http://schemas.openxmlformats.org/officeDocument/2006/relationships/slide" Target="slide24.xml"/><Relationship Id="rId4" Type="http://schemas.openxmlformats.org/officeDocument/2006/relationships/slide" Target="slide8.xml"/><Relationship Id="rId9" Type="http://schemas.openxmlformats.org/officeDocument/2006/relationships/slide" Target="slide23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3" Type="http://schemas.openxmlformats.org/officeDocument/2006/relationships/slide" Target="slide11.xml"/><Relationship Id="rId7" Type="http://schemas.openxmlformats.org/officeDocument/2006/relationships/image" Target="../media/image2.png"/><Relationship Id="rId12" Type="http://schemas.openxmlformats.org/officeDocument/2006/relationships/slide" Target="slide24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26.xml"/><Relationship Id="rId11" Type="http://schemas.openxmlformats.org/officeDocument/2006/relationships/image" Target="../media/image5.png"/><Relationship Id="rId5" Type="http://schemas.openxmlformats.org/officeDocument/2006/relationships/slide" Target="slide22.xml"/><Relationship Id="rId10" Type="http://schemas.openxmlformats.org/officeDocument/2006/relationships/slide" Target="slide23.xml"/><Relationship Id="rId4" Type="http://schemas.openxmlformats.org/officeDocument/2006/relationships/slide" Target="slide20.xml"/><Relationship Id="rId9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slide" Target="slide20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8.xml"/><Relationship Id="rId5" Type="http://schemas.openxmlformats.org/officeDocument/2006/relationships/slide" Target="slide2.xml"/><Relationship Id="rId4" Type="http://schemas.openxmlformats.org/officeDocument/2006/relationships/slide" Target="slide2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22.xml"/><Relationship Id="rId5" Type="http://schemas.openxmlformats.org/officeDocument/2006/relationships/slide" Target="slide20.xml"/><Relationship Id="rId4" Type="http://schemas.openxmlformats.org/officeDocument/2006/relationships/slide" Target="slide8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1.xml"/><Relationship Id="rId6" Type="http://schemas.openxmlformats.org/officeDocument/2006/relationships/slide" Target="slide8.xml"/><Relationship Id="rId5" Type="http://schemas.openxmlformats.org/officeDocument/2006/relationships/slide" Target="slide2.xml"/><Relationship Id="rId4" Type="http://schemas.openxmlformats.org/officeDocument/2006/relationships/image" Target="../media/image2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1.xml"/><Relationship Id="rId4" Type="http://schemas.openxmlformats.org/officeDocument/2006/relationships/slide" Target="slide8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4.xml"/><Relationship Id="rId4" Type="http://schemas.openxmlformats.org/officeDocument/2006/relationships/slide" Target="slide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.xml"/><Relationship Id="rId4" Type="http://schemas.openxmlformats.org/officeDocument/2006/relationships/slide" Target="slide8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11.xml"/><Relationship Id="rId5" Type="http://schemas.openxmlformats.org/officeDocument/2006/relationships/slide" Target="slide8.xml"/><Relationship Id="rId4" Type="http://schemas.openxmlformats.org/officeDocument/2006/relationships/slide" Target="slide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27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Real Case </a:t>
            </a:r>
            <a:endParaRPr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using EM Algorithm</a:t>
            </a:r>
            <a:endParaRPr/>
          </a:p>
        </p:txBody>
      </p:sp>
      <p:sp>
        <p:nvSpPr>
          <p:cNvPr id="257" name="Google Shape;257;p27"/>
          <p:cNvSpPr txBox="1"/>
          <p:nvPr/>
        </p:nvSpPr>
        <p:spPr>
          <a:xfrm>
            <a:off x="4157650" y="4236625"/>
            <a:ext cx="4986300" cy="4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FFFF"/>
                </a:solidFill>
              </a:rPr>
              <a:t>DSP - Labs</a:t>
            </a:r>
            <a:endParaRPr b="1"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advTm="8591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75" x="4021138" y="1763713"/>
          <p14:tracePt t="383" x="4021138" y="1757363"/>
          <p14:tracePt t="431" x="4029075" y="1757363"/>
          <p14:tracePt t="7383" x="4029075" y="1749425"/>
          <p14:tracePt t="7391" x="4021138" y="1743075"/>
          <p14:tracePt t="7399" x="4000500" y="1735138"/>
          <p14:tracePt t="7407" x="3979863" y="1735138"/>
          <p14:tracePt t="7415" x="3957638" y="1728788"/>
          <p14:tracePt t="7423" x="3937000" y="1728788"/>
          <p14:tracePt t="7431" x="3902075" y="1720850"/>
          <p14:tracePt t="7439" x="3852863" y="1708150"/>
          <p14:tracePt t="7447" x="3803650" y="1693863"/>
          <p14:tracePt t="7455" x="3717925" y="1665288"/>
          <p14:tracePt t="7463" x="3625850" y="1636713"/>
          <p14:tracePt t="7471" x="3521075" y="1601788"/>
          <p14:tracePt t="7479" x="3379788" y="1566863"/>
          <p14:tracePt t="7487" x="3244850" y="1524000"/>
          <p14:tracePt t="7495" x="3090863" y="1460500"/>
          <p14:tracePt t="7503" x="2927350" y="1411288"/>
          <p14:tracePt t="7511" x="2814638" y="1376363"/>
          <p14:tracePt t="7519" x="2701925" y="1347788"/>
          <p14:tracePt t="7527" x="2568575" y="1312863"/>
          <p14:tracePt t="7535" x="2462213" y="1276350"/>
          <p14:tracePt t="7543" x="2378075" y="1255713"/>
          <p14:tracePt t="7551" x="2300288" y="1227138"/>
          <p14:tracePt t="7559" x="2208213" y="1206500"/>
          <p14:tracePt t="7567" x="2109788" y="1185863"/>
          <p14:tracePt t="7575" x="2011363" y="1143000"/>
          <p14:tracePt t="7583" x="1898650" y="1114425"/>
          <p14:tracePt t="7591" x="1763713" y="1079500"/>
          <p14:tracePt t="7599" x="1665288" y="1050925"/>
          <p14:tracePt t="7607" x="1558925" y="1036638"/>
          <p14:tracePt t="7615" x="1474788" y="1016000"/>
          <p14:tracePt t="7623" x="1390650" y="987425"/>
          <p14:tracePt t="7631" x="1290638" y="958850"/>
          <p14:tracePt t="7639" x="1212850" y="938213"/>
          <p14:tracePt t="7647" x="1157288" y="917575"/>
          <p14:tracePt t="7655" x="1093788" y="909638"/>
          <p14:tracePt t="7663" x="1058863" y="895350"/>
          <p14:tracePt t="7671" x="987425" y="874713"/>
          <p14:tracePt t="7679" x="923925" y="860425"/>
          <p14:tracePt t="7687" x="846138" y="839788"/>
          <p14:tracePt t="7695" x="747713" y="804863"/>
          <p14:tracePt t="7703" x="663575" y="782638"/>
          <p14:tracePt t="7711" x="585788" y="762000"/>
          <p14:tracePt t="7719" x="501650" y="727075"/>
          <p14:tracePt t="7727" x="430213" y="712788"/>
          <p14:tracePt t="7735" x="352425" y="684213"/>
          <p14:tracePt t="7743" x="274638" y="663575"/>
          <p14:tracePt t="7751" x="196850" y="614363"/>
          <p14:tracePt t="7759" x="98425" y="571500"/>
          <p14:tracePt t="7767" x="28575" y="542925"/>
        </p14:tracePtLst>
      </p14:laserTraceLst>
    </p:ext>
  </p:extLs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p28"/>
          <p:cNvSpPr txBox="1">
            <a:spLocks noGrp="1"/>
          </p:cNvSpPr>
          <p:nvPr>
            <p:ph type="ctrTitle" idx="4294967295"/>
          </p:nvPr>
        </p:nvSpPr>
        <p:spPr>
          <a:xfrm>
            <a:off x="79100" y="537863"/>
            <a:ext cx="5567700" cy="115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200">
                <a:solidFill>
                  <a:srgbClr val="FF9800"/>
                </a:solidFill>
              </a:rPr>
              <a:t>OUTLINE</a:t>
            </a:r>
            <a:endParaRPr sz="7200">
              <a:solidFill>
                <a:srgbClr val="FF9800"/>
              </a:solidFill>
            </a:endParaRPr>
          </a:p>
        </p:txBody>
      </p:sp>
      <p:sp>
        <p:nvSpPr>
          <p:cNvPr id="263" name="Google Shape;263;p28"/>
          <p:cNvSpPr txBox="1">
            <a:spLocks noGrp="1"/>
          </p:cNvSpPr>
          <p:nvPr>
            <p:ph type="subTitle" idx="4294967295"/>
          </p:nvPr>
        </p:nvSpPr>
        <p:spPr>
          <a:xfrm>
            <a:off x="377600" y="1697675"/>
            <a:ext cx="4729800" cy="3369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81000" algn="l" rtl="0">
              <a:spcBef>
                <a:spcPts val="60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3" action="ppaction://hlinksldjump"/>
              </a:rPr>
              <a:t>Introduction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4" action="ppaction://hlinksldjump"/>
              </a:rPr>
              <a:t>Data Example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5" action="ppaction://hlinksldjump"/>
              </a:rPr>
              <a:t>Pre-Processing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6" action="ppaction://hlinksldjump"/>
              </a:rPr>
              <a:t>Initial Guessing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7" action="ppaction://hlinksldjump"/>
              </a:rPr>
              <a:t>E-Step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8" action="ppaction://hlinksldjump"/>
              </a:rPr>
              <a:t>M-Step and result</a:t>
            </a:r>
            <a:endParaRPr b="1">
              <a:latin typeface="Dosis"/>
              <a:ea typeface="Dosis"/>
              <a:cs typeface="Dosis"/>
              <a:sym typeface="Dosis"/>
            </a:endParaRPr>
          </a:p>
          <a:p>
            <a:pPr marL="457200" lvl="0" indent="-381000" algn="l" rtl="0">
              <a:spcBef>
                <a:spcPts val="0"/>
              </a:spcBef>
              <a:spcAft>
                <a:spcPts val="0"/>
              </a:spcAft>
              <a:buClr>
                <a:srgbClr val="263248"/>
              </a:buClr>
              <a:buSzPts val="2400"/>
              <a:buFont typeface="Dosis"/>
              <a:buAutoNum type="arabicPeriod"/>
            </a:pPr>
            <a:r>
              <a:rPr lang="en" b="1">
                <a:uFill>
                  <a:noFill/>
                </a:uFill>
                <a:latin typeface="Dosis"/>
                <a:ea typeface="Dosis"/>
                <a:cs typeface="Dosis"/>
                <a:sym typeface="Dosis"/>
                <a:hlinkClick r:id="rId9" action="ppaction://hlinksldjump"/>
              </a:rPr>
              <a:t>Live Website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64" name="Google Shape;264;p28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</a:t>
            </a:fld>
            <a:endParaRPr/>
          </a:p>
        </p:txBody>
      </p:sp>
      <p:pic>
        <p:nvPicPr>
          <p:cNvPr id="265" name="Google Shape;265;p28"/>
          <p:cNvPicPr preferRelativeResize="0"/>
          <p:nvPr/>
        </p:nvPicPr>
        <p:blipFill>
          <a:blip r:embed="rId10">
            <a:alphaModFix/>
          </a:blip>
          <a:stretch>
            <a:fillRect/>
          </a:stretch>
        </p:blipFill>
        <p:spPr>
          <a:xfrm>
            <a:off x="7457300" y="330163"/>
            <a:ext cx="1626325" cy="414881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 advTm="45774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502" x="5078413" y="1676400"/>
          <p14:tracePt t="3509" x="5043488" y="1676400"/>
          <p14:tracePt t="3518" x="4964113" y="1698625"/>
          <p14:tracePt t="3525" x="4849813" y="1698625"/>
          <p14:tracePt t="3534" x="4692650" y="1698625"/>
          <p14:tracePt t="3542" x="4557713" y="1698625"/>
          <p14:tracePt t="3549" x="4400550" y="1698625"/>
          <p14:tracePt t="3558" x="4243388" y="1698625"/>
          <p14:tracePt t="3566" x="4108450" y="1698625"/>
          <p14:tracePt t="3574" x="3987800" y="1698625"/>
          <p14:tracePt t="3582" x="3887788" y="1698625"/>
          <p14:tracePt t="3589" x="3802063" y="1698625"/>
          <p14:tracePt t="3598" x="3722688" y="1698625"/>
          <p14:tracePt t="3606" x="3665538" y="1698625"/>
          <p14:tracePt t="3613" x="3630613" y="1704975"/>
          <p14:tracePt t="3622" x="3594100" y="1704975"/>
          <p14:tracePt t="3629" x="3544888" y="1719263"/>
          <p14:tracePt t="3638" x="3516313" y="1719263"/>
          <p14:tracePt t="3646" x="3467100" y="1725613"/>
          <p14:tracePt t="3654" x="3430588" y="1733550"/>
          <p14:tracePt t="3662" x="3381375" y="1733550"/>
          <p14:tracePt t="3669" x="3330575" y="1733550"/>
          <p14:tracePt t="3678" x="3302000" y="1733550"/>
          <p14:tracePt t="3686" x="3273425" y="1739900"/>
          <p14:tracePt t="3693" x="3244850" y="1754188"/>
          <p14:tracePt t="3702" x="3224213" y="1754188"/>
          <p14:tracePt t="3709" x="3201988" y="1762125"/>
          <p14:tracePt t="3718" x="3173413" y="1762125"/>
          <p14:tracePt t="3726" x="3144838" y="1768475"/>
          <p14:tracePt t="3734" x="3087688" y="1790700"/>
          <p14:tracePt t="3742" x="3038475" y="1797050"/>
          <p14:tracePt t="3749" x="2960688" y="1804988"/>
          <p14:tracePt t="3758" x="2881313" y="1804988"/>
          <p14:tracePt t="3766" x="2809875" y="1804988"/>
          <p14:tracePt t="3774" x="2732088" y="1804988"/>
          <p14:tracePt t="3781" x="2646363" y="1804988"/>
          <p14:tracePt t="3790" x="2560638" y="1825625"/>
          <p14:tracePt t="3797" x="2454275" y="1833563"/>
          <p14:tracePt t="3806" x="2354263" y="1868488"/>
          <p14:tracePt t="3814" x="2260600" y="1890713"/>
          <p14:tracePt t="3821" x="2211388" y="1911350"/>
          <p14:tracePt t="3830" x="2154238" y="1925638"/>
          <p14:tracePt t="3838" x="2117725" y="1954213"/>
          <p14:tracePt t="3845" x="2111375" y="1968500"/>
          <p14:tracePt t="3854" x="2103438" y="1968500"/>
          <p14:tracePt t="3861" x="2103438" y="1976438"/>
          <p14:tracePt t="3877" x="2111375" y="1982788"/>
          <p14:tracePt t="3886" x="2132013" y="1990725"/>
          <p14:tracePt t="3893" x="2160588" y="1997075"/>
          <p14:tracePt t="3910" x="2203450" y="2011363"/>
          <p14:tracePt t="3918" x="2225675" y="2011363"/>
          <p14:tracePt t="3926" x="2232025" y="2011363"/>
          <p14:tracePt t="4118" x="2232025" y="2005013"/>
          <p14:tracePt t="4126" x="2232025" y="1997075"/>
          <p14:tracePt t="4142" x="2239963" y="1990725"/>
          <p14:tracePt t="4149" x="2246313" y="1982788"/>
          <p14:tracePt t="4166" x="2254250" y="1976438"/>
          <p14:tracePt t="4222" x="2260600" y="1976438"/>
          <p14:tracePt t="4246" x="2268538" y="1976438"/>
          <p14:tracePt t="4294" x="2282825" y="1976438"/>
          <p14:tracePt t="4622" x="2282825" y="1968500"/>
          <p14:tracePt t="4725" x="2289175" y="1968500"/>
          <p14:tracePt t="5525" x="2297113" y="1968500"/>
          <p14:tracePt t="5533" x="2303463" y="1968500"/>
          <p14:tracePt t="5542" x="2311400" y="1968500"/>
          <p14:tracePt t="5558" x="2325688" y="1968500"/>
          <p14:tracePt t="5606" x="2332038" y="1968500"/>
          <p14:tracePt t="5646" x="2339975" y="1968500"/>
          <p14:tracePt t="5678" x="2346325" y="1968500"/>
          <p14:tracePt t="5702" x="2354263" y="1968500"/>
          <p14:tracePt t="5766" x="2360613" y="1968500"/>
          <p14:tracePt t="5877" x="2368550" y="1968500"/>
          <p14:tracePt t="5917" x="2374900" y="1968500"/>
          <p14:tracePt t="5950" x="2382838" y="1968500"/>
          <p14:tracePt t="5997" x="2389188" y="1968500"/>
          <p14:tracePt t="6054" x="2397125" y="1968500"/>
          <p14:tracePt t="6086" x="2403475" y="1968500"/>
          <p14:tracePt t="7598" x="2411413" y="1968500"/>
          <p14:tracePt t="7606" x="2417763" y="1968500"/>
          <p14:tracePt t="7613" x="2425700" y="1968500"/>
          <p14:tracePt t="7622" x="2432050" y="1968500"/>
          <p14:tracePt t="7638" x="2439988" y="1968500"/>
          <p14:tracePt t="7645" x="2446338" y="1968500"/>
          <p14:tracePt t="7654" x="2454275" y="1968500"/>
          <p14:tracePt t="7662" x="2460625" y="1968500"/>
          <p14:tracePt t="7669" x="2482850" y="1968500"/>
          <p14:tracePt t="7677" x="2503488" y="1968500"/>
          <p14:tracePt t="7686" x="2511425" y="1968500"/>
          <p14:tracePt t="7693" x="2552700" y="1990725"/>
          <p14:tracePt t="7702" x="2595563" y="1997075"/>
          <p14:tracePt t="7709" x="2638425" y="2011363"/>
          <p14:tracePt t="7717" x="2660650" y="2019300"/>
          <p14:tracePt t="7726" x="2689225" y="2025650"/>
          <p14:tracePt t="7734" x="2695575" y="2033588"/>
          <p14:tracePt t="7742" x="2703513" y="2033588"/>
          <p14:tracePt t="7750" x="2717800" y="2039938"/>
          <p14:tracePt t="7758" x="2717800" y="2047875"/>
          <p14:tracePt t="7766" x="2724150" y="2047875"/>
          <p14:tracePt t="7830" x="2724150" y="2054225"/>
          <p14:tracePt t="7862" x="2732088" y="2068513"/>
          <p14:tracePt t="7877" x="2738438" y="2068513"/>
          <p14:tracePt t="7910" x="2738438" y="2076450"/>
          <p14:tracePt t="7926" x="2738438" y="2082800"/>
          <p14:tracePt t="7949" x="2738438" y="2090738"/>
          <p14:tracePt t="7958" x="2738438" y="2097088"/>
          <p14:tracePt t="8037" x="2732088" y="2105025"/>
          <p14:tracePt t="8118" x="2732088" y="2111375"/>
          <p14:tracePt t="8286" x="2732088" y="2125663"/>
          <p14:tracePt t="8293" x="2732088" y="2119313"/>
          <p14:tracePt t="8309" x="2732088" y="2105025"/>
          <p14:tracePt t="8390" x="2738438" y="2105025"/>
          <p14:tracePt t="8501" x="2746375" y="2105025"/>
          <p14:tracePt t="8525" x="2752725" y="2105025"/>
          <p14:tracePt t="8534" x="2760663" y="2105025"/>
          <p14:tracePt t="8542" x="2767013" y="2111375"/>
          <p14:tracePt t="8549" x="2781300" y="2133600"/>
          <p14:tracePt t="8558" x="2789238" y="2139950"/>
          <p14:tracePt t="8566" x="2795588" y="2154238"/>
          <p14:tracePt t="8574" x="2803525" y="2168525"/>
          <p14:tracePt t="8582" x="2809875" y="2182813"/>
          <p14:tracePt t="8589" x="2809875" y="2190750"/>
          <p14:tracePt t="8597" x="2817813" y="2205038"/>
          <p14:tracePt t="8613" x="2817813" y="2219325"/>
          <p14:tracePt t="8621" x="2817813" y="2225675"/>
          <p14:tracePt t="8629" x="2832100" y="2233613"/>
          <p14:tracePt t="8645" x="2832100" y="2247900"/>
          <p14:tracePt t="8661" x="2838450" y="2254250"/>
          <p14:tracePt t="8669" x="2838450" y="2262188"/>
          <p14:tracePt t="8677" x="2838450" y="2268538"/>
          <p14:tracePt t="8693" x="2838450" y="2276475"/>
          <p14:tracePt t="8709" x="2838450" y="2289175"/>
          <p14:tracePt t="8726" x="2838450" y="2297113"/>
          <p14:tracePt t="8734" x="2846388" y="2303463"/>
          <p14:tracePt t="8749" x="2846388" y="2311400"/>
          <p14:tracePt t="8758" x="2846388" y="2317750"/>
          <p14:tracePt t="8774" x="2846388" y="2325688"/>
          <p14:tracePt t="8790" x="2846388" y="2332038"/>
          <p14:tracePt t="8814" x="2846388" y="2339975"/>
          <p14:tracePt t="19358" x="2838450" y="2339975"/>
          <p14:tracePt t="19382" x="2832100" y="2339975"/>
          <p14:tracePt t="19422" x="2824163" y="2346325"/>
          <p14:tracePt t="19438" x="2824163" y="2354263"/>
          <p14:tracePt t="19454" x="2824163" y="2360613"/>
          <p14:tracePt t="19461" x="2824163" y="2368550"/>
          <p14:tracePt t="19469" x="2824163" y="2374900"/>
          <p14:tracePt t="19486" x="2824163" y="2382838"/>
          <p14:tracePt t="19493" x="2824163" y="2389188"/>
          <p14:tracePt t="19509" x="2824163" y="2397125"/>
          <p14:tracePt t="19517" x="2832100" y="2397125"/>
          <p14:tracePt t="19541" x="2838450" y="2397125"/>
          <p14:tracePt t="19549" x="2846388" y="2397125"/>
          <p14:tracePt t="19558" x="2852738" y="2397125"/>
          <p14:tracePt t="19574" x="2860675" y="2397125"/>
          <p14:tracePt t="19581" x="2867025" y="2397125"/>
          <p14:tracePt t="19589" x="2874963" y="2397125"/>
          <p14:tracePt t="19606" x="2881313" y="2397125"/>
          <p14:tracePt t="19622" x="2889250" y="2397125"/>
          <p14:tracePt t="19629" x="2895600" y="2397125"/>
          <p14:tracePt t="19654" x="2895600" y="2382838"/>
          <p14:tracePt t="19661" x="2903538" y="2382838"/>
          <p14:tracePt t="19669" x="2903538" y="2374900"/>
          <p14:tracePt t="19693" x="2903538" y="2368550"/>
          <p14:tracePt t="19702" x="2903538" y="2360613"/>
          <p14:tracePt t="19718" x="2903538" y="2354263"/>
          <p14:tracePt t="19726" x="2903538" y="2346325"/>
          <p14:tracePt t="19734" x="2895600" y="2346325"/>
          <p14:tracePt t="19750" x="2889250" y="2346325"/>
          <p14:tracePt t="19758" x="2874963" y="2346325"/>
          <p14:tracePt t="19766" x="2867025" y="2346325"/>
          <p14:tracePt t="19781" x="2852738" y="2346325"/>
          <p14:tracePt t="19797" x="2846388" y="2346325"/>
          <p14:tracePt t="19845" x="2838450" y="2346325"/>
          <p14:tracePt t="19854" x="2832100" y="2346325"/>
          <p14:tracePt t="19869" x="2832100" y="2354263"/>
          <p14:tracePt t="19886" x="2832100" y="2360613"/>
          <p14:tracePt t="19893" x="2832100" y="2368550"/>
          <p14:tracePt t="19902" x="2832100" y="2374900"/>
          <p14:tracePt t="19926" x="2832100" y="2382838"/>
          <p14:tracePt t="20053" x="2838450" y="2389188"/>
          <p14:tracePt t="20078" x="2838450" y="2397125"/>
          <p14:tracePt t="20270" x="2838450" y="2382838"/>
          <p14:tracePt t="20302" x="2838450" y="2374900"/>
          <p14:tracePt t="20358" x="2846388" y="2374900"/>
          <p14:tracePt t="20398" x="2852738" y="2368550"/>
          <p14:tracePt t="20469" x="2867025" y="2368550"/>
          <p14:tracePt t="20510" x="2874963" y="2360613"/>
          <p14:tracePt t="21950" x="2881313" y="2360613"/>
          <p14:tracePt t="22069" x="2889250" y="2360613"/>
          <p14:tracePt t="22102" x="2895600" y="2368550"/>
          <p14:tracePt t="22134" x="2895600" y="2374900"/>
          <p14:tracePt t="22149" x="2903538" y="2374900"/>
          <p14:tracePt t="22181" x="2903538" y="2382838"/>
          <p14:tracePt t="22189" x="2909888" y="2397125"/>
          <p14:tracePt t="22222" x="2917825" y="2403475"/>
          <p14:tracePt t="22238" x="2917825" y="2411413"/>
          <p14:tracePt t="22245" x="2917825" y="2417763"/>
          <p14:tracePt t="22285" x="2917825" y="2425700"/>
          <p14:tracePt t="22293" x="2917825" y="2432050"/>
          <p14:tracePt t="22302" x="2924175" y="2439988"/>
          <p14:tracePt t="22309" x="2924175" y="2446338"/>
          <p14:tracePt t="22326" x="2924175" y="2460625"/>
          <p14:tracePt t="22334" x="2924175" y="2468563"/>
          <p14:tracePt t="22350" x="2924175" y="2482850"/>
          <p14:tracePt t="22358" x="2924175" y="2503488"/>
          <p14:tracePt t="22366" x="2924175" y="2511425"/>
          <p14:tracePt t="22374" x="2924175" y="2532063"/>
          <p14:tracePt t="22381" x="2924175" y="2546350"/>
          <p14:tracePt t="22390" x="2924175" y="2560638"/>
          <p14:tracePt t="22397" x="2924175" y="2568575"/>
          <p14:tracePt t="22406" x="2924175" y="2582863"/>
          <p14:tracePt t="22413" x="2924175" y="2589213"/>
          <p14:tracePt t="22429" x="2924175" y="2603500"/>
          <p14:tracePt t="22445" x="2924175" y="2611438"/>
          <p14:tracePt t="22470" x="2924175" y="2617788"/>
          <p14:tracePt t="22477" x="2924175" y="2625725"/>
          <p14:tracePt t="22485" x="2924175" y="2632075"/>
          <p14:tracePt t="22502" x="2924175" y="2640013"/>
          <p14:tracePt t="22509" x="2924175" y="2646363"/>
          <p14:tracePt t="22526" x="2924175" y="2660650"/>
          <p14:tracePt t="22533" x="2924175" y="2668588"/>
          <p14:tracePt t="22542" x="2924175" y="2674938"/>
          <p14:tracePt t="22549" x="2924175" y="2689225"/>
          <p14:tracePt t="22558" x="2924175" y="2703513"/>
          <p14:tracePt t="22566" x="2924175" y="2725738"/>
          <p14:tracePt t="22574" x="2924175" y="2740025"/>
          <p14:tracePt t="22581" x="2932113" y="2754313"/>
          <p14:tracePt t="22589" x="2932113" y="2768600"/>
          <p14:tracePt t="22597" x="2932113" y="2774950"/>
          <p14:tracePt t="22606" x="2932113" y="2797175"/>
          <p14:tracePt t="22613" x="2938463" y="2803525"/>
          <p14:tracePt t="22622" x="2938463" y="2811463"/>
          <p14:tracePt t="22629" x="2946400" y="2817813"/>
          <p14:tracePt t="25174" x="2952750" y="2817813"/>
          <p14:tracePt t="25782" x="2960688" y="2817813"/>
          <p14:tracePt t="29549" x="2946400" y="2817813"/>
          <p14:tracePt t="29558" x="2938463" y="2817813"/>
          <p14:tracePt t="29574" x="2938463" y="2825750"/>
          <p14:tracePt t="29582" x="2932113" y="2832100"/>
          <p14:tracePt t="29598" x="2932113" y="2840038"/>
          <p14:tracePt t="29622" x="2932113" y="2846388"/>
          <p14:tracePt t="29629" x="2917825" y="2854325"/>
          <p14:tracePt t="29638" x="2917825" y="2860675"/>
          <p14:tracePt t="29646" x="2909888" y="2867025"/>
          <p14:tracePt t="29654" x="2903538" y="2881313"/>
          <p14:tracePt t="29662" x="2895600" y="2903538"/>
          <p14:tracePt t="29669" x="2881313" y="2938463"/>
          <p14:tracePt t="29678" x="2867025" y="2981325"/>
          <p14:tracePt t="29686" x="2846388" y="3017838"/>
          <p14:tracePt t="29693" x="2838450" y="3052763"/>
          <p14:tracePt t="29702" x="2824163" y="3081338"/>
          <p14:tracePt t="29709" x="2824163" y="3117850"/>
          <p14:tracePt t="29718" x="2817813" y="3146425"/>
          <p14:tracePt t="29726" x="2817813" y="3167063"/>
          <p14:tracePt t="29734" x="2817813" y="3175000"/>
          <p14:tracePt t="29742" x="2817813" y="3195638"/>
          <p14:tracePt t="29909" x="2817813" y="3189288"/>
          <p14:tracePt t="29917" x="2817813" y="3175000"/>
          <p14:tracePt t="29925" x="2809875" y="3167063"/>
          <p14:tracePt t="29942" x="2803525" y="3160713"/>
          <p14:tracePt t="29989" x="2795588" y="3160713"/>
          <p14:tracePt t="29997" x="2774950" y="3160713"/>
          <p14:tracePt t="30006" x="2767013" y="3160713"/>
          <p14:tracePt t="30014" x="2738438" y="3160713"/>
          <p14:tracePt t="30022" x="2689225" y="3175000"/>
          <p14:tracePt t="30029" x="2638425" y="3181350"/>
          <p14:tracePt t="30037" x="2574925" y="3181350"/>
          <p14:tracePt t="30045" x="2525713" y="3181350"/>
          <p14:tracePt t="30054" x="2460625" y="3181350"/>
          <p14:tracePt t="30061" x="2382838" y="3181350"/>
          <p14:tracePt t="30069" x="2325688" y="3181350"/>
          <p14:tracePt t="30077" x="2274888" y="3181350"/>
          <p14:tracePt t="30086" x="2217738" y="3181350"/>
          <p14:tracePt t="30093" x="2182813" y="3181350"/>
          <p14:tracePt t="30102" x="2139950" y="3189288"/>
          <p14:tracePt t="30109" x="2111375" y="3189288"/>
          <p14:tracePt t="30118" x="2082800" y="3195638"/>
          <p14:tracePt t="30126" x="2046288" y="3209925"/>
          <p14:tracePt t="30134" x="2011363" y="3209925"/>
          <p14:tracePt t="30142" x="1976438" y="3217863"/>
          <p14:tracePt t="30149" x="1911350" y="3246438"/>
          <p14:tracePt t="30158" x="1876425" y="3246438"/>
          <p14:tracePt t="30166" x="1797050" y="3267075"/>
          <p14:tracePt t="30174" x="1739900" y="3289300"/>
          <p14:tracePt t="30181" x="1682750" y="3303588"/>
          <p14:tracePt t="30189" x="1604963" y="3324225"/>
          <p14:tracePt t="30197" x="1533525" y="3338513"/>
          <p14:tracePt t="30206" x="1476375" y="3352800"/>
          <p14:tracePt t="30214" x="1427163" y="3360738"/>
          <p14:tracePt t="30222" x="1404938" y="3360738"/>
          <p14:tracePt t="30230" x="1376363" y="3360738"/>
          <p14:tracePt t="30237" x="1370013" y="3367088"/>
          <p14:tracePt t="30245" x="1355725" y="3367088"/>
          <p14:tracePt t="30254" x="1347788" y="3367088"/>
          <p14:tracePt t="30270" x="1333500" y="3367088"/>
          <p14:tracePt t="30277" x="1327150" y="3367088"/>
          <p14:tracePt t="30286" x="1312863" y="3367088"/>
          <p14:tracePt t="30293" x="1298575" y="3367088"/>
          <p14:tracePt t="30302" x="1270000" y="3367088"/>
          <p14:tracePt t="30309" x="1241425" y="3367088"/>
          <p14:tracePt t="30318" x="1212850" y="3367088"/>
          <p14:tracePt t="30326" x="1162050" y="3367088"/>
          <p14:tracePt t="30334" x="1133475" y="3367088"/>
          <p14:tracePt t="30342" x="1104900" y="3367088"/>
          <p14:tracePt t="30349" x="1076325" y="3360738"/>
          <p14:tracePt t="30358" x="1062038" y="3360738"/>
          <p14:tracePt t="30486" x="1055688" y="3352800"/>
          <p14:tracePt t="30574" x="1062038" y="3346450"/>
          <p14:tracePt t="30637" x="1069975" y="3346450"/>
          <p14:tracePt t="30645" x="1076325" y="3346450"/>
          <p14:tracePt t="30661" x="1084263" y="3346450"/>
          <p14:tracePt t="30669" x="1090613" y="3346450"/>
          <p14:tracePt t="30686" x="1098550" y="3352800"/>
          <p14:tracePt t="30693" x="1098550" y="3360738"/>
          <p14:tracePt t="30702" x="1104900" y="3367088"/>
          <p14:tracePt t="30709" x="1112838" y="3381375"/>
          <p14:tracePt t="30718" x="1112838" y="3395663"/>
          <p14:tracePt t="30725" x="1119188" y="3409950"/>
          <p14:tracePt t="30734" x="1133475" y="3438525"/>
          <p14:tracePt t="30742" x="1133475" y="3444875"/>
          <p14:tracePt t="30750" x="1133475" y="3452813"/>
          <p14:tracePt t="30758" x="1141413" y="3467100"/>
          <p14:tracePt t="30766" x="1141413" y="3481388"/>
          <p14:tracePt t="30774" x="1147763" y="3495675"/>
          <p14:tracePt t="30781" x="1147763" y="3509963"/>
          <p14:tracePt t="30789" x="1155700" y="3509963"/>
          <p14:tracePt t="30797" x="1162050" y="3524250"/>
          <p14:tracePt t="30806" x="1162050" y="3544888"/>
          <p14:tracePt t="30814" x="1169988" y="3552825"/>
          <p14:tracePt t="30822" x="1184275" y="3567113"/>
          <p14:tracePt t="30829" x="1184275" y="3581400"/>
          <p14:tracePt t="30845" x="1190625" y="3587750"/>
          <p14:tracePt t="30853" x="1190625" y="3602038"/>
          <p14:tracePt t="30869" x="1190625" y="3609975"/>
          <p14:tracePt t="31022" x="1198563" y="3616325"/>
          <p14:tracePt t="31262" x="1204913" y="3616325"/>
          <p14:tracePt t="31269" x="1212850" y="3624263"/>
          <p14:tracePt t="31293" x="1219200" y="3630613"/>
          <p14:tracePt t="31301" x="1227138" y="3630613"/>
          <p14:tracePt t="31318" x="1233488" y="3638550"/>
          <p14:tracePt t="31326" x="1241425" y="3644900"/>
          <p14:tracePt t="31334" x="1247775" y="3652838"/>
          <p14:tracePt t="31349" x="1262063" y="3659188"/>
          <p14:tracePt t="31358" x="1284288" y="3673475"/>
          <p14:tracePt t="31374" x="1290638" y="3681413"/>
          <p14:tracePt t="31390" x="1304925" y="3695700"/>
          <p14:tracePt t="31405" x="1312863" y="3702050"/>
          <p14:tracePt t="31429" x="1327150" y="3716338"/>
          <p14:tracePt t="31445" x="1333500" y="3724275"/>
          <p14:tracePt t="31461" x="1341438" y="3724275"/>
          <p14:tracePt t="31469" x="1347788" y="3730625"/>
          <p14:tracePt t="31477" x="1362075" y="3738563"/>
          <p14:tracePt t="31486" x="1362075" y="3744913"/>
          <p14:tracePt t="31502" x="1370013" y="3752850"/>
          <p14:tracePt t="31518" x="1370013" y="3759200"/>
          <p14:tracePt t="31526" x="1384300" y="3767138"/>
          <p14:tracePt t="31542" x="1384300" y="3773488"/>
          <p14:tracePt t="31549" x="1390650" y="3781425"/>
          <p14:tracePt t="31566" x="1398588" y="3781425"/>
          <p14:tracePt t="31573" x="1398588" y="3787775"/>
          <p14:tracePt t="31581" x="1404938" y="3795713"/>
          <p14:tracePt t="31597" x="1412875" y="3802063"/>
          <p14:tracePt t="31613" x="1412875" y="3810000"/>
          <p14:tracePt t="31629" x="1419225" y="3824288"/>
          <p14:tracePt t="31638" x="1427163" y="3824288"/>
          <p14:tracePt t="31654" x="1427163" y="3830638"/>
          <p14:tracePt t="32374" x="1433513" y="3838575"/>
          <p14:tracePt t="32550" x="1441450" y="3838575"/>
          <p14:tracePt t="32566" x="1447800" y="3838575"/>
          <p14:tracePt t="32638" x="1455738" y="3838575"/>
          <p14:tracePt t="32662" x="1462088" y="3838575"/>
          <p14:tracePt t="32685" x="1470025" y="3838575"/>
          <p14:tracePt t="32693" x="1476375" y="3838575"/>
          <p14:tracePt t="32702" x="1484313" y="3838575"/>
          <p14:tracePt t="32725" x="1498600" y="3830638"/>
          <p14:tracePt t="32734" x="1504950" y="3830638"/>
          <p14:tracePt t="32742" x="1512888" y="3830638"/>
          <p14:tracePt t="32749" x="1519238" y="3830638"/>
          <p14:tracePt t="32758" x="1525588" y="3830638"/>
          <p14:tracePt t="32766" x="1533525" y="3830638"/>
          <p14:tracePt t="32774" x="1554163" y="3830638"/>
          <p14:tracePt t="32781" x="1568450" y="3830638"/>
          <p14:tracePt t="32790" x="1590675" y="3830638"/>
          <p14:tracePt t="32797" x="1611313" y="3830638"/>
          <p14:tracePt t="32806" x="1633538" y="3830638"/>
          <p14:tracePt t="32814" x="1647825" y="3830638"/>
          <p14:tracePt t="32821" x="1676400" y="3830638"/>
          <p14:tracePt t="32829" x="1697038" y="3830638"/>
          <p14:tracePt t="32837" x="1719263" y="3830638"/>
          <p14:tracePt t="32845" x="1739900" y="3830638"/>
          <p14:tracePt t="32854" x="1762125" y="3830638"/>
          <p14:tracePt t="32861" x="1782763" y="3830638"/>
          <p14:tracePt t="32869" x="1804988" y="3830638"/>
          <p14:tracePt t="32877" x="1825625" y="3830638"/>
          <p14:tracePt t="32885" x="1847850" y="3830638"/>
          <p14:tracePt t="32893" x="1854200" y="3830638"/>
          <p14:tracePt t="32910" x="1882775" y="3830638"/>
          <p14:tracePt t="32918" x="1897063" y="3830638"/>
          <p14:tracePt t="32925" x="1911350" y="3830638"/>
          <p14:tracePt t="32934" x="1925638" y="3830638"/>
          <p14:tracePt t="32942" x="1933575" y="3830638"/>
          <p14:tracePt t="32950" x="1947863" y="3830638"/>
          <p14:tracePt t="32958" x="1954213" y="3830638"/>
          <p14:tracePt t="32966" x="1976438" y="3830638"/>
          <p14:tracePt t="32974" x="1982788" y="3824288"/>
          <p14:tracePt t="32981" x="1990725" y="3824288"/>
          <p14:tracePt t="32989" x="1997075" y="3824288"/>
          <p14:tracePt t="32997" x="2005013" y="3824288"/>
          <p14:tracePt t="33006" x="2011363" y="3824288"/>
          <p14:tracePt t="33014" x="2019300" y="3824288"/>
          <p14:tracePt t="33022" x="2019300" y="3816350"/>
          <p14:tracePt t="33029" x="2025650" y="3816350"/>
          <p14:tracePt t="33037" x="2039938" y="3816350"/>
          <p14:tracePt t="33054" x="2046288" y="3816350"/>
          <p14:tracePt t="33070" x="2060575" y="3816350"/>
          <p14:tracePt t="33086" x="2068513" y="3816350"/>
          <p14:tracePt t="33093" x="2082800" y="3816350"/>
          <p14:tracePt t="33102" x="2089150" y="3816350"/>
          <p14:tracePt t="33109" x="2111375" y="3816350"/>
          <p14:tracePt t="33117" x="2132013" y="3816350"/>
          <p14:tracePt t="33126" x="2160588" y="3816350"/>
          <p14:tracePt t="33133" x="2174875" y="3816350"/>
          <p14:tracePt t="33142" x="2197100" y="3816350"/>
          <p14:tracePt t="33149" x="2217738" y="3816350"/>
          <p14:tracePt t="33158" x="2239963" y="3816350"/>
          <p14:tracePt t="33165" x="2254250" y="3816350"/>
          <p14:tracePt t="33174" x="2274888" y="3816350"/>
          <p14:tracePt t="33182" x="2297113" y="3816350"/>
          <p14:tracePt t="33189" x="2317750" y="3816350"/>
          <p14:tracePt t="33197" x="2332038" y="3816350"/>
          <p14:tracePt t="33206" x="2360613" y="3816350"/>
          <p14:tracePt t="33213" x="2382838" y="3816350"/>
          <p14:tracePt t="33222" x="2411413" y="3816350"/>
          <p14:tracePt t="33229" x="2432050" y="3816350"/>
          <p14:tracePt t="33238" x="2454275" y="3816350"/>
          <p14:tracePt t="33245" x="2468563" y="3816350"/>
          <p14:tracePt t="33253" x="2497138" y="3816350"/>
          <p14:tracePt t="33261" x="2517775" y="3816350"/>
          <p14:tracePt t="33270" x="2546350" y="3816350"/>
          <p14:tracePt t="33277" x="2589213" y="3816350"/>
          <p14:tracePt t="33285" x="2638425" y="3830638"/>
          <p14:tracePt t="33293" x="2674938" y="3830638"/>
          <p14:tracePt t="33301" x="2703513" y="3830638"/>
          <p14:tracePt t="33309" x="2746375" y="3830638"/>
          <p14:tracePt t="33317" x="2774950" y="3830638"/>
          <p14:tracePt t="33325" x="2803525" y="3830638"/>
          <p14:tracePt t="33333" x="2832100" y="3830638"/>
          <p14:tracePt t="33342" x="2860675" y="3830638"/>
          <p14:tracePt t="33350" x="2881313" y="3830638"/>
          <p14:tracePt t="33358" x="2909888" y="3830638"/>
          <p14:tracePt t="33365" x="2938463" y="3838575"/>
          <p14:tracePt t="33374" x="2960688" y="3838575"/>
          <p14:tracePt t="33381" x="2974975" y="3838575"/>
          <p14:tracePt t="33389" x="2995613" y="3838575"/>
          <p14:tracePt t="33397" x="3017838" y="3838575"/>
          <p14:tracePt t="33406" x="3032125" y="3838575"/>
          <p14:tracePt t="33414" x="3052763" y="3838575"/>
          <p14:tracePt t="33422" x="3067050" y="3838575"/>
          <p14:tracePt t="33430" x="3073400" y="3838575"/>
          <p14:tracePt t="33437" x="3087688" y="3838575"/>
          <p14:tracePt t="33445" x="3101975" y="3838575"/>
          <p14:tracePt t="33454" x="3116263" y="3838575"/>
          <p14:tracePt t="33469" x="3124200" y="3838575"/>
          <p14:tracePt t="33477" x="3138488" y="3838575"/>
          <p14:tracePt t="33486" x="3144838" y="3838575"/>
          <p14:tracePt t="33493" x="3152775" y="3838575"/>
          <p14:tracePt t="33502" x="3159125" y="3838575"/>
          <p14:tracePt t="33509" x="3167063" y="3838575"/>
          <p14:tracePt t="33517" x="3173413" y="3838575"/>
          <p14:tracePt t="33525" x="3187700" y="3838575"/>
          <p14:tracePt t="33534" x="3209925" y="3838575"/>
          <p14:tracePt t="33542" x="3224213" y="3838575"/>
          <p14:tracePt t="33550" x="3244850" y="3838575"/>
          <p14:tracePt t="33558" x="3267075" y="3838575"/>
          <p14:tracePt t="33566" x="3287713" y="3838575"/>
          <p14:tracePt t="33574" x="3316288" y="3838575"/>
          <p14:tracePt t="33581" x="3330575" y="3844925"/>
          <p14:tracePt t="33590" x="3352800" y="3844925"/>
          <p14:tracePt t="33597" x="3373438" y="3859213"/>
          <p14:tracePt t="33606" x="3387725" y="3859213"/>
          <p14:tracePt t="33613" x="3402013" y="3859213"/>
          <p14:tracePt t="33629" x="3416300" y="3859213"/>
          <p14:tracePt t="33637" x="3424238" y="3859213"/>
          <p14:tracePt t="33645" x="3430588" y="3859213"/>
          <p14:tracePt t="33654" x="3438525" y="3859213"/>
          <p14:tracePt t="33661" x="3452813" y="3859213"/>
          <p14:tracePt t="33677" x="3467100" y="3859213"/>
          <p14:tracePt t="33686" x="3473450" y="3859213"/>
          <p14:tracePt t="33693" x="3487738" y="3859213"/>
          <p14:tracePt t="33709" x="3495675" y="3859213"/>
          <p14:tracePt t="34510" x="3502025" y="3867150"/>
          <p14:tracePt t="34526" x="3502025" y="3881438"/>
          <p14:tracePt t="34725" x="3487738" y="3881438"/>
          <p14:tracePt t="34734" x="3467100" y="3881438"/>
          <p14:tracePt t="34742" x="3438525" y="3881438"/>
          <p14:tracePt t="34750" x="3424238" y="3881438"/>
          <p14:tracePt t="34758" x="3424238" y="3887788"/>
          <p14:tracePt t="34765" x="3416300" y="3895725"/>
          <p14:tracePt t="34774" x="3409950" y="3895725"/>
          <p14:tracePt t="34781" x="3381375" y="3910013"/>
          <p14:tracePt t="34789" x="3359150" y="3924300"/>
          <p14:tracePt t="34797" x="3324225" y="3938588"/>
          <p14:tracePt t="34806" x="3302000" y="3952875"/>
          <p14:tracePt t="34813" x="3267075" y="3973513"/>
          <p14:tracePt t="34822" x="3252788" y="3981450"/>
          <p14:tracePt t="34829" x="3216275" y="4008438"/>
          <p14:tracePt t="34837" x="3181350" y="4030663"/>
          <p14:tracePt t="34846" x="3159125" y="4037013"/>
          <p14:tracePt t="34854" x="3124200" y="4051300"/>
          <p14:tracePt t="34861" x="3095625" y="4073525"/>
          <p14:tracePt t="34869" x="3038475" y="4102100"/>
          <p14:tracePt t="34877" x="3009900" y="4130675"/>
          <p14:tracePt t="34886" x="2952750" y="4151313"/>
          <p14:tracePt t="34894" x="2895600" y="4179888"/>
          <p14:tracePt t="34901" x="2846388" y="4202113"/>
          <p14:tracePt t="34909" x="2795588" y="4222750"/>
          <p14:tracePt t="34917" x="2738438" y="4244975"/>
          <p14:tracePt t="34926" x="2689225" y="4279900"/>
          <p14:tracePt t="34934" x="2660650" y="4279900"/>
          <p14:tracePt t="34942" x="2624138" y="4294188"/>
          <p14:tracePt t="34950" x="2603500" y="4308475"/>
          <p14:tracePt t="34958" x="2589213" y="4316413"/>
          <p14:tracePt t="34966" x="2574925" y="4316413"/>
          <p14:tracePt t="36125" x="2566988" y="4322763"/>
          <p14:tracePt t="36142" x="2552700" y="4330700"/>
          <p14:tracePt t="36149" x="2552700" y="4337050"/>
          <p14:tracePt t="36158" x="2546350" y="4337050"/>
          <p14:tracePt t="36166" x="2540000" y="4337050"/>
          <p14:tracePt t="36174" x="2532063" y="4337050"/>
          <p14:tracePt t="36190" x="2517775" y="4344988"/>
          <p14:tracePt t="36214" x="2511425" y="4344988"/>
          <p14:tracePt t="36222" x="2511425" y="4351338"/>
          <p14:tracePt t="36229" x="2503488" y="4351338"/>
          <p14:tracePt t="36245" x="2497138" y="4359275"/>
          <p14:tracePt t="36262" x="2489200" y="4359275"/>
          <p14:tracePt t="44029" x="2497138" y="4359275"/>
          <p14:tracePt t="44037" x="2497138" y="4351338"/>
          <p14:tracePt t="44061" x="2511425" y="4344988"/>
          <p14:tracePt t="44086" x="2517775" y="4337050"/>
          <p14:tracePt t="44093" x="2532063" y="4330700"/>
          <p14:tracePt t="44102" x="2540000" y="4330700"/>
          <p14:tracePt t="44109" x="2552700" y="4322763"/>
          <p14:tracePt t="44118" x="2566988" y="4316413"/>
          <p14:tracePt t="44126" x="2581275" y="4316413"/>
          <p14:tracePt t="44134" x="2595563" y="4308475"/>
          <p14:tracePt t="44142" x="2609850" y="4308475"/>
          <p14:tracePt t="44149" x="2624138" y="4302125"/>
          <p14:tracePt t="44157" x="2638425" y="4302125"/>
          <p14:tracePt t="44166" x="2646363" y="4302125"/>
          <p14:tracePt t="44174" x="2660650" y="4302125"/>
          <p14:tracePt t="44182" x="2667000" y="4302125"/>
          <p14:tracePt t="44197" x="2674938" y="4302125"/>
          <p14:tracePt t="44206" x="2689225" y="4302125"/>
          <p14:tracePt t="44229" x="2703513" y="4302125"/>
          <p14:tracePt t="44245" x="2709863" y="4302125"/>
          <p14:tracePt t="44254" x="2717800" y="4287838"/>
          <p14:tracePt t="44261" x="2724150" y="4287838"/>
          <p14:tracePt t="44286" x="2732088" y="4287838"/>
          <p14:tracePt t="44662" x="2732088" y="4279900"/>
          <p14:tracePt t="44670" x="2724150" y="4265613"/>
          <p14:tracePt t="44686" x="2717800" y="4259263"/>
          <p14:tracePt t="44693" x="2703513" y="4244975"/>
          <p14:tracePt t="44702" x="2689225" y="4237038"/>
          <p14:tracePt t="44709" x="2689225" y="4230688"/>
          <p14:tracePt t="44717" x="2681288" y="4230688"/>
          <p14:tracePt t="44725" x="2674938" y="4216400"/>
          <p14:tracePt t="44742" x="2667000" y="4216400"/>
          <p14:tracePt t="44750" x="2667000" y="4208463"/>
          <p14:tracePt t="44766" x="2660650" y="4208463"/>
          <p14:tracePt t="44774" x="2660650" y="4202113"/>
          <p14:tracePt t="44782" x="2652713" y="4202113"/>
          <p14:tracePt t="44789" x="2646363" y="4194175"/>
          <p14:tracePt t="44813" x="2646363" y="4187825"/>
          <p14:tracePt t="44829" x="2638425" y="4179888"/>
          <p14:tracePt t="44845" x="2638425" y="4165600"/>
          <p14:tracePt t="44854" x="2624138" y="4144963"/>
          <p14:tracePt t="44861" x="2595563" y="4079875"/>
          <p14:tracePt t="44869" x="2560638" y="4030663"/>
          <p14:tracePt t="44877" x="2511425" y="3952875"/>
          <p14:tracePt t="44886" x="2460625" y="3867150"/>
          <p14:tracePt t="44893" x="2425700" y="3787775"/>
          <p14:tracePt t="44902" x="2360613" y="3681413"/>
          <p14:tracePt t="44910" x="2297113" y="3587750"/>
          <p14:tracePt t="44926" x="2089150" y="3295650"/>
          <p14:tracePt t="44934" x="1947863" y="3109913"/>
          <p14:tracePt t="44942" x="1768475" y="2895600"/>
          <p14:tracePt t="44949" x="1611313" y="2711450"/>
          <p14:tracePt t="44957" x="1419225" y="2525713"/>
          <p14:tracePt t="44966" x="1255713" y="2354263"/>
          <p14:tracePt t="44974" x="1069975" y="2182813"/>
          <p14:tracePt t="44981" x="884238" y="2011363"/>
          <p14:tracePt t="44989" x="684213" y="1833563"/>
          <p14:tracePt t="44997" x="520700" y="1684338"/>
          <p14:tracePt t="45006" x="334963" y="1519238"/>
          <p14:tracePt t="45013" x="206375" y="1390650"/>
          <p14:tracePt t="45022" x="92075" y="1284288"/>
        </p14:tracePtLst>
      </p14:laserTraceLst>
    </p:ext>
  </p:extLs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Google Shape;270;p29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INTRODUCTION</a:t>
            </a:r>
            <a:endParaRPr/>
          </a:p>
        </p:txBody>
      </p:sp>
      <p:sp>
        <p:nvSpPr>
          <p:cNvPr id="271" name="Google Shape;271;p29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</a:t>
            </a:fld>
            <a:endParaRPr/>
          </a:p>
        </p:txBody>
      </p:sp>
      <p:grpSp>
        <p:nvGrpSpPr>
          <p:cNvPr id="272" name="Google Shape;272;p29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273" name="Google Shape;273;p29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274" name="Google Shape;274;p29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30"/>
          <p:cNvSpPr/>
          <p:nvPr/>
        </p:nvSpPr>
        <p:spPr>
          <a:xfrm>
            <a:off x="126463" y="1335425"/>
            <a:ext cx="8868000" cy="24720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0" name="Google Shape;280;p30"/>
          <p:cNvSpPr/>
          <p:nvPr/>
        </p:nvSpPr>
        <p:spPr>
          <a:xfrm>
            <a:off x="3555813" y="1421088"/>
            <a:ext cx="914100" cy="226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81" name="Google Shape;281;p30"/>
          <p:cNvSpPr/>
          <p:nvPr/>
        </p:nvSpPr>
        <p:spPr>
          <a:xfrm>
            <a:off x="6554600" y="1421088"/>
            <a:ext cx="914100" cy="22641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282" name="Google Shape;282;p30"/>
          <p:cNvCxnSpPr>
            <a:stCxn id="283" idx="5"/>
            <a:endCxn id="284" idx="3"/>
          </p:cNvCxnSpPr>
          <p:nvPr/>
        </p:nvCxnSpPr>
        <p:spPr>
          <a:xfrm>
            <a:off x="5694769" y="3158060"/>
            <a:ext cx="1165500" cy="150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285" name="Google Shape;285;p30"/>
          <p:cNvSpPr txBox="1">
            <a:spLocks noGrp="1"/>
          </p:cNvSpPr>
          <p:nvPr>
            <p:ph type="title"/>
          </p:nvPr>
        </p:nvSpPr>
        <p:spPr>
          <a:xfrm>
            <a:off x="1657875" y="-42100"/>
            <a:ext cx="7174500" cy="4806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PCB Manufacturing Illustration</a:t>
            </a:r>
            <a:endParaRPr/>
          </a:p>
        </p:txBody>
      </p:sp>
      <p:sp>
        <p:nvSpPr>
          <p:cNvPr id="286" name="Google Shape;286;p30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4</a:t>
            </a:fld>
            <a:endParaRPr/>
          </a:p>
        </p:txBody>
      </p:sp>
      <p:sp>
        <p:nvSpPr>
          <p:cNvPr id="287" name="Google Shape;287;p30"/>
          <p:cNvSpPr/>
          <p:nvPr/>
        </p:nvSpPr>
        <p:spPr>
          <a:xfrm>
            <a:off x="6791871" y="1961065"/>
            <a:ext cx="466200" cy="466200"/>
          </a:xfrm>
          <a:prstGeom prst="ellipse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Mch-5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8" name="Google Shape;288;p30"/>
          <p:cNvSpPr/>
          <p:nvPr/>
        </p:nvSpPr>
        <p:spPr>
          <a:xfrm>
            <a:off x="2306711" y="2761681"/>
            <a:ext cx="466200" cy="46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Mch-2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9" name="Google Shape;289;p30"/>
          <p:cNvSpPr/>
          <p:nvPr/>
        </p:nvSpPr>
        <p:spPr>
          <a:xfrm>
            <a:off x="2306711" y="1961055"/>
            <a:ext cx="466200" cy="466200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Mch-1</a:t>
            </a:r>
            <a:endParaRPr sz="1000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0" name="Google Shape;290;p30"/>
          <p:cNvSpPr/>
          <p:nvPr/>
        </p:nvSpPr>
        <p:spPr>
          <a:xfrm>
            <a:off x="3801776" y="2760132"/>
            <a:ext cx="466200" cy="4662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3" name="Google Shape;283;p30"/>
          <p:cNvSpPr/>
          <p:nvPr/>
        </p:nvSpPr>
        <p:spPr>
          <a:xfrm>
            <a:off x="5296842" y="2760134"/>
            <a:ext cx="466200" cy="4662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Mch-4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84" name="Google Shape;284;p30"/>
          <p:cNvSpPr/>
          <p:nvPr/>
        </p:nvSpPr>
        <p:spPr>
          <a:xfrm>
            <a:off x="6791897" y="2775214"/>
            <a:ext cx="466200" cy="466200"/>
          </a:xfrm>
          <a:prstGeom prst="ellipse">
            <a:avLst/>
          </a:prstGeom>
          <a:solidFill>
            <a:srgbClr val="B45F06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Mch-6</a:t>
            </a:r>
            <a:endParaRPr sz="10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1" name="Google Shape;291;p30"/>
          <p:cNvSpPr txBox="1"/>
          <p:nvPr/>
        </p:nvSpPr>
        <p:spPr>
          <a:xfrm>
            <a:off x="882050" y="2049225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A1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2" name="Google Shape;292;p30"/>
          <p:cNvSpPr txBox="1"/>
          <p:nvPr/>
        </p:nvSpPr>
        <p:spPr>
          <a:xfrm>
            <a:off x="882050" y="2416686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A2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3" name="Google Shape;293;p30"/>
          <p:cNvSpPr txBox="1"/>
          <p:nvPr/>
        </p:nvSpPr>
        <p:spPr>
          <a:xfrm>
            <a:off x="2069382" y="1470667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Station W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4" name="Google Shape;294;p30"/>
          <p:cNvSpPr txBox="1"/>
          <p:nvPr/>
        </p:nvSpPr>
        <p:spPr>
          <a:xfrm>
            <a:off x="3564462" y="1470680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Station X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5" name="Google Shape;295;p30"/>
          <p:cNvSpPr txBox="1"/>
          <p:nvPr/>
        </p:nvSpPr>
        <p:spPr>
          <a:xfrm>
            <a:off x="5059542" y="1470667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Station Y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6" name="Google Shape;296;p30"/>
          <p:cNvSpPr txBox="1"/>
          <p:nvPr/>
        </p:nvSpPr>
        <p:spPr>
          <a:xfrm>
            <a:off x="6554622" y="1470667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Station Z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7" name="Google Shape;297;p30"/>
          <p:cNvSpPr txBox="1"/>
          <p:nvPr/>
        </p:nvSpPr>
        <p:spPr>
          <a:xfrm>
            <a:off x="8085419" y="1470655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Result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298" name="Google Shape;298;p30"/>
          <p:cNvSpPr txBox="1"/>
          <p:nvPr/>
        </p:nvSpPr>
        <p:spPr>
          <a:xfrm>
            <a:off x="290962" y="2056123"/>
            <a:ext cx="64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GBOM A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299" name="Google Shape;299;p30"/>
          <p:cNvCxnSpPr>
            <a:stCxn id="291" idx="3"/>
            <a:endCxn id="289" idx="2"/>
          </p:cNvCxnSpPr>
          <p:nvPr/>
        </p:nvCxnSpPr>
        <p:spPr>
          <a:xfrm>
            <a:off x="1749050" y="2193975"/>
            <a:ext cx="557700" cy="3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0" name="Google Shape;300;p30"/>
          <p:cNvCxnSpPr>
            <a:stCxn id="289" idx="6"/>
            <a:endCxn id="287" idx="2"/>
          </p:cNvCxnSpPr>
          <p:nvPr/>
        </p:nvCxnSpPr>
        <p:spPr>
          <a:xfrm>
            <a:off x="2772911" y="2194155"/>
            <a:ext cx="4019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1" name="Google Shape;301;p30"/>
          <p:cNvCxnSpPr>
            <a:stCxn id="287" idx="6"/>
            <a:endCxn id="302" idx="1"/>
          </p:cNvCxnSpPr>
          <p:nvPr/>
        </p:nvCxnSpPr>
        <p:spPr>
          <a:xfrm rot="10800000" flipH="1">
            <a:off x="7258071" y="2190565"/>
            <a:ext cx="866100" cy="3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dash"/>
            <a:round/>
            <a:headEnd type="none" w="med" len="med"/>
            <a:tailEnd type="stealth" w="med" len="med"/>
          </a:ln>
        </p:spPr>
      </p:cxnSp>
      <p:cxnSp>
        <p:nvCxnSpPr>
          <p:cNvPr id="303" name="Google Shape;303;p30"/>
          <p:cNvCxnSpPr>
            <a:stCxn id="292" idx="3"/>
            <a:endCxn id="289" idx="3"/>
          </p:cNvCxnSpPr>
          <p:nvPr/>
        </p:nvCxnSpPr>
        <p:spPr>
          <a:xfrm rot="10800000" flipH="1">
            <a:off x="1749050" y="2358936"/>
            <a:ext cx="625800" cy="202500"/>
          </a:xfrm>
          <a:prstGeom prst="bentConnector2">
            <a:avLst/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4" name="Google Shape;304;p30"/>
          <p:cNvCxnSpPr>
            <a:stCxn id="289" idx="5"/>
            <a:endCxn id="284" idx="1"/>
          </p:cNvCxnSpPr>
          <p:nvPr/>
        </p:nvCxnSpPr>
        <p:spPr>
          <a:xfrm rot="-5400000" flipH="1">
            <a:off x="4540187" y="523431"/>
            <a:ext cx="484500" cy="4155600"/>
          </a:xfrm>
          <a:prstGeom prst="bentConnector3">
            <a:avLst>
              <a:gd name="adj1" fmla="val 26397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5" name="Google Shape;305;p30"/>
          <p:cNvCxnSpPr>
            <a:stCxn id="306" idx="7"/>
            <a:endCxn id="307" idx="1"/>
          </p:cNvCxnSpPr>
          <p:nvPr/>
        </p:nvCxnSpPr>
        <p:spPr>
          <a:xfrm rot="10800000" flipH="1">
            <a:off x="7115849" y="2557989"/>
            <a:ext cx="1008300" cy="253800"/>
          </a:xfrm>
          <a:prstGeom prst="bentConnector3">
            <a:avLst>
              <a:gd name="adj1" fmla="val 384"/>
            </a:avLst>
          </a:prstGeom>
          <a:noFill/>
          <a:ln w="9525" cap="flat" cmpd="sng">
            <a:solidFill>
              <a:srgbClr val="98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08" name="Google Shape;308;p30"/>
          <p:cNvCxnSpPr/>
          <p:nvPr/>
        </p:nvCxnSpPr>
        <p:spPr>
          <a:xfrm>
            <a:off x="166312" y="2733173"/>
            <a:ext cx="148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02" name="Google Shape;302;p30"/>
          <p:cNvSpPr txBox="1"/>
          <p:nvPr/>
        </p:nvSpPr>
        <p:spPr>
          <a:xfrm>
            <a:off x="8124149" y="2045775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A1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7" name="Google Shape;307;p30"/>
          <p:cNvSpPr txBox="1"/>
          <p:nvPr/>
        </p:nvSpPr>
        <p:spPr>
          <a:xfrm>
            <a:off x="8124149" y="2413239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A2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09" name="Google Shape;309;p30"/>
          <p:cNvSpPr txBox="1"/>
          <p:nvPr/>
        </p:nvSpPr>
        <p:spPr>
          <a:xfrm>
            <a:off x="882066" y="2849903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B1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0" name="Google Shape;310;p30"/>
          <p:cNvSpPr txBox="1"/>
          <p:nvPr/>
        </p:nvSpPr>
        <p:spPr>
          <a:xfrm>
            <a:off x="290949" y="2849903"/>
            <a:ext cx="64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GBOM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B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11" name="Google Shape;311;p30"/>
          <p:cNvCxnSpPr>
            <a:stCxn id="309" idx="3"/>
            <a:endCxn id="288" idx="2"/>
          </p:cNvCxnSpPr>
          <p:nvPr/>
        </p:nvCxnSpPr>
        <p:spPr>
          <a:xfrm>
            <a:off x="1749066" y="2994653"/>
            <a:ext cx="5577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2" name="Google Shape;312;p30"/>
          <p:cNvCxnSpPr>
            <a:stCxn id="288" idx="6"/>
            <a:endCxn id="290" idx="2"/>
          </p:cNvCxnSpPr>
          <p:nvPr/>
        </p:nvCxnSpPr>
        <p:spPr>
          <a:xfrm rot="10800000" flipH="1">
            <a:off x="2772911" y="2993281"/>
            <a:ext cx="1029000" cy="15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3" name="Google Shape;313;p30"/>
          <p:cNvCxnSpPr>
            <a:stCxn id="290" idx="6"/>
            <a:endCxn id="283" idx="2"/>
          </p:cNvCxnSpPr>
          <p:nvPr/>
        </p:nvCxnSpPr>
        <p:spPr>
          <a:xfrm>
            <a:off x="4267976" y="2993232"/>
            <a:ext cx="1029000" cy="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14" name="Google Shape;314;p30"/>
          <p:cNvCxnSpPr>
            <a:stCxn id="283" idx="6"/>
            <a:endCxn id="284" idx="2"/>
          </p:cNvCxnSpPr>
          <p:nvPr/>
        </p:nvCxnSpPr>
        <p:spPr>
          <a:xfrm>
            <a:off x="5763042" y="2993234"/>
            <a:ext cx="1029000" cy="150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5" name="Google Shape;315;p30"/>
          <p:cNvSpPr txBox="1"/>
          <p:nvPr/>
        </p:nvSpPr>
        <p:spPr>
          <a:xfrm>
            <a:off x="8124180" y="2849895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B1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16" name="Google Shape;316;p30"/>
          <p:cNvCxnSpPr>
            <a:stCxn id="284" idx="6"/>
            <a:endCxn id="315" idx="1"/>
          </p:cNvCxnSpPr>
          <p:nvPr/>
        </p:nvCxnSpPr>
        <p:spPr>
          <a:xfrm rot="10800000" flipH="1">
            <a:off x="7258097" y="2994514"/>
            <a:ext cx="866100" cy="138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17" name="Google Shape;317;p30"/>
          <p:cNvSpPr txBox="1"/>
          <p:nvPr/>
        </p:nvSpPr>
        <p:spPr>
          <a:xfrm>
            <a:off x="4622040" y="2107549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A1-2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8" name="Google Shape;318;p30"/>
          <p:cNvSpPr txBox="1"/>
          <p:nvPr/>
        </p:nvSpPr>
        <p:spPr>
          <a:xfrm>
            <a:off x="1776422" y="2130332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A1-1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19" name="Google Shape;319;p30"/>
          <p:cNvSpPr txBox="1"/>
          <p:nvPr/>
        </p:nvSpPr>
        <p:spPr>
          <a:xfrm>
            <a:off x="1776409" y="2928845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B1-1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0" name="Google Shape;320;p30"/>
          <p:cNvSpPr txBox="1"/>
          <p:nvPr/>
        </p:nvSpPr>
        <p:spPr>
          <a:xfrm>
            <a:off x="3127309" y="2928845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B1-2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1" name="Google Shape;321;p30"/>
          <p:cNvSpPr txBox="1"/>
          <p:nvPr/>
        </p:nvSpPr>
        <p:spPr>
          <a:xfrm>
            <a:off x="4622040" y="2928845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B1-3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2" name="Google Shape;322;p30"/>
          <p:cNvSpPr txBox="1"/>
          <p:nvPr/>
        </p:nvSpPr>
        <p:spPr>
          <a:xfrm>
            <a:off x="6116746" y="2940332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B1-4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323" name="Google Shape;323;p30"/>
          <p:cNvGrpSpPr/>
          <p:nvPr/>
        </p:nvGrpSpPr>
        <p:grpSpPr>
          <a:xfrm>
            <a:off x="117775" y="3765700"/>
            <a:ext cx="2321700" cy="412075"/>
            <a:chOff x="6604188" y="3593475"/>
            <a:chExt cx="2321700" cy="412075"/>
          </a:xfrm>
        </p:grpSpPr>
        <p:sp>
          <p:nvSpPr>
            <p:cNvPr id="324" name="Google Shape;324;p30"/>
            <p:cNvSpPr txBox="1"/>
            <p:nvPr/>
          </p:nvSpPr>
          <p:spPr>
            <a:xfrm>
              <a:off x="6604188" y="3593475"/>
              <a:ext cx="2321700" cy="3411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91425" tIns="91425" rIns="91425" bIns="91425" anchor="t" anchorCtr="0">
              <a:noAutofit/>
            </a:bodyPr>
            <a:lstStyle/>
            <a:p>
              <a:pPr marL="0" lvl="0" indent="0" algn="just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000">
                  <a:solidFill>
                    <a:srgbClr val="434343"/>
                  </a:solidFill>
                  <a:highlight>
                    <a:srgbClr val="FFFFFF"/>
                  </a:highlight>
                  <a:latin typeface="Open Sans"/>
                  <a:ea typeface="Open Sans"/>
                  <a:cs typeface="Open Sans"/>
                  <a:sym typeface="Open Sans"/>
                </a:rPr>
                <a:t>Note: ignore the line pattern/dash</a:t>
              </a:r>
              <a:endParaRPr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endParaRPr>
            </a:p>
          </p:txBody>
        </p:sp>
        <p:sp>
          <p:nvSpPr>
            <p:cNvPr id="325" name="Google Shape;325;p30"/>
            <p:cNvSpPr txBox="1"/>
            <p:nvPr/>
          </p:nvSpPr>
          <p:spPr>
            <a:xfrm>
              <a:off x="6701138" y="3876850"/>
              <a:ext cx="1859700" cy="1287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800">
                  <a:solidFill>
                    <a:srgbClr val="38444A"/>
                  </a:solidFill>
                  <a:highlight>
                    <a:schemeClr val="lt1"/>
                  </a:highlight>
                  <a:latin typeface="Open Sans"/>
                  <a:ea typeface="Open Sans"/>
                  <a:cs typeface="Open Sans"/>
                  <a:sym typeface="Open Sans"/>
                </a:rPr>
                <a:t>A1-1   →   BATCH Name - Step Number</a:t>
              </a:r>
              <a:endParaRPr sz="800">
                <a:solidFill>
                  <a:srgbClr val="38444A"/>
                </a:solidFill>
              </a:endParaRPr>
            </a:p>
          </p:txBody>
        </p:sp>
      </p:grpSp>
      <p:sp>
        <p:nvSpPr>
          <p:cNvPr id="326" name="Google Shape;326;p30"/>
          <p:cNvSpPr txBox="1"/>
          <p:nvPr/>
        </p:nvSpPr>
        <p:spPr>
          <a:xfrm>
            <a:off x="882066" y="3307803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C1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7" name="Google Shape;327;p30"/>
          <p:cNvSpPr txBox="1"/>
          <p:nvPr/>
        </p:nvSpPr>
        <p:spPr>
          <a:xfrm>
            <a:off x="290949" y="3307806"/>
            <a:ext cx="642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GBOM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C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28" name="Google Shape;328;p30"/>
          <p:cNvSpPr txBox="1"/>
          <p:nvPr/>
        </p:nvSpPr>
        <p:spPr>
          <a:xfrm>
            <a:off x="8124180" y="3307799"/>
            <a:ext cx="867000" cy="289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b="1">
                <a:latin typeface="Dosis"/>
                <a:ea typeface="Dosis"/>
                <a:cs typeface="Dosis"/>
                <a:sym typeface="Dosis"/>
              </a:rPr>
              <a:t>C1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29" name="Google Shape;329;p30"/>
          <p:cNvCxnSpPr/>
          <p:nvPr/>
        </p:nvCxnSpPr>
        <p:spPr>
          <a:xfrm>
            <a:off x="166300" y="3172604"/>
            <a:ext cx="14892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330" name="Google Shape;330;p30"/>
          <p:cNvCxnSpPr>
            <a:stCxn id="288" idx="0"/>
            <a:endCxn id="283" idx="1"/>
          </p:cNvCxnSpPr>
          <p:nvPr/>
        </p:nvCxnSpPr>
        <p:spPr>
          <a:xfrm rot="-5400000" flipH="1">
            <a:off x="3919211" y="1382281"/>
            <a:ext cx="66600" cy="2825400"/>
          </a:xfrm>
          <a:prstGeom prst="bentConnector3">
            <a:avLst>
              <a:gd name="adj1" fmla="val -106269"/>
            </a:avLst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31" name="Google Shape;331;p30"/>
          <p:cNvCxnSpPr>
            <a:stCxn id="326" idx="3"/>
            <a:endCxn id="290" idx="3"/>
          </p:cNvCxnSpPr>
          <p:nvPr/>
        </p:nvCxnSpPr>
        <p:spPr>
          <a:xfrm rot="10800000" flipH="1">
            <a:off x="1749066" y="3157953"/>
            <a:ext cx="2121000" cy="294600"/>
          </a:xfrm>
          <a:prstGeom prst="bentConnector2">
            <a:avLst/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332" name="Google Shape;332;p30"/>
          <p:cNvCxnSpPr>
            <a:stCxn id="290" idx="1"/>
            <a:endCxn id="288" idx="7"/>
          </p:cNvCxnSpPr>
          <p:nvPr/>
        </p:nvCxnSpPr>
        <p:spPr>
          <a:xfrm flipH="1">
            <a:off x="2704550" y="2828405"/>
            <a:ext cx="1165500" cy="1500"/>
          </a:xfrm>
          <a:prstGeom prst="straightConnector1">
            <a:avLst/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33" name="Google Shape;333;p30"/>
          <p:cNvSpPr txBox="1"/>
          <p:nvPr/>
        </p:nvSpPr>
        <p:spPr>
          <a:xfrm>
            <a:off x="2406450" y="3386710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C1-1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4" name="Google Shape;334;p30"/>
          <p:cNvSpPr txBox="1"/>
          <p:nvPr/>
        </p:nvSpPr>
        <p:spPr>
          <a:xfrm>
            <a:off x="3127322" y="2769503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C1-2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5" name="Google Shape;335;p30"/>
          <p:cNvSpPr txBox="1"/>
          <p:nvPr/>
        </p:nvSpPr>
        <p:spPr>
          <a:xfrm>
            <a:off x="3127386" y="2610084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C1-3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6" name="Google Shape;336;p30"/>
          <p:cNvSpPr txBox="1"/>
          <p:nvPr/>
        </p:nvSpPr>
        <p:spPr>
          <a:xfrm>
            <a:off x="1776422" y="2495554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A2-1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7" name="Google Shape;337;p30"/>
          <p:cNvSpPr txBox="1"/>
          <p:nvPr/>
        </p:nvSpPr>
        <p:spPr>
          <a:xfrm>
            <a:off x="3127309" y="2415922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A2-2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38" name="Google Shape;338;p30"/>
          <p:cNvSpPr txBox="1"/>
          <p:nvPr/>
        </p:nvSpPr>
        <p:spPr>
          <a:xfrm>
            <a:off x="6116771" y="3092830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C1-4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39" name="Google Shape;339;p30"/>
          <p:cNvCxnSpPr>
            <a:stCxn id="284" idx="4"/>
            <a:endCxn id="290" idx="5"/>
          </p:cNvCxnSpPr>
          <p:nvPr/>
        </p:nvCxnSpPr>
        <p:spPr>
          <a:xfrm rot="5400000" flipH="1">
            <a:off x="5570597" y="1787014"/>
            <a:ext cx="83400" cy="2825400"/>
          </a:xfrm>
          <a:prstGeom prst="bentConnector3">
            <a:avLst>
              <a:gd name="adj1" fmla="val -82466"/>
            </a:avLst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40" name="Google Shape;340;p30"/>
          <p:cNvSpPr txBox="1"/>
          <p:nvPr/>
        </p:nvSpPr>
        <p:spPr>
          <a:xfrm>
            <a:off x="6116823" y="3245341"/>
            <a:ext cx="318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C1-5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41" name="Google Shape;341;p30"/>
          <p:cNvCxnSpPr>
            <a:stCxn id="290" idx="4"/>
            <a:endCxn id="328" idx="1"/>
          </p:cNvCxnSpPr>
          <p:nvPr/>
        </p:nvCxnSpPr>
        <p:spPr>
          <a:xfrm rot="-5400000" flipH="1">
            <a:off x="5966426" y="1294782"/>
            <a:ext cx="226200" cy="4089300"/>
          </a:xfrm>
          <a:prstGeom prst="bentConnector2">
            <a:avLst/>
          </a:prstGeom>
          <a:noFill/>
          <a:ln w="9525" cap="flat" cmpd="sng">
            <a:solidFill>
              <a:srgbClr val="9900FF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342" name="Google Shape;342;p30"/>
          <p:cNvSpPr txBox="1"/>
          <p:nvPr/>
        </p:nvSpPr>
        <p:spPr>
          <a:xfrm>
            <a:off x="7566986" y="2107549"/>
            <a:ext cx="444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A1-END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3" name="Google Shape;343;p30"/>
          <p:cNvSpPr txBox="1"/>
          <p:nvPr/>
        </p:nvSpPr>
        <p:spPr>
          <a:xfrm>
            <a:off x="7566986" y="2492164"/>
            <a:ext cx="444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A2-END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4" name="Google Shape;344;p30"/>
          <p:cNvSpPr txBox="1"/>
          <p:nvPr/>
        </p:nvSpPr>
        <p:spPr>
          <a:xfrm>
            <a:off x="7566986" y="2953202"/>
            <a:ext cx="444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B1-END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5" name="Google Shape;345;p30"/>
          <p:cNvSpPr txBox="1"/>
          <p:nvPr/>
        </p:nvSpPr>
        <p:spPr>
          <a:xfrm>
            <a:off x="4579468" y="3407382"/>
            <a:ext cx="444900" cy="1317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9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C1-END</a:t>
            </a:r>
            <a:endParaRPr sz="9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46" name="Google Shape;346;p30"/>
          <p:cNvSpPr txBox="1"/>
          <p:nvPr/>
        </p:nvSpPr>
        <p:spPr>
          <a:xfrm>
            <a:off x="808353" y="1447500"/>
            <a:ext cx="940800" cy="34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Raw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47" name="Google Shape;347;p30"/>
          <p:cNvCxnSpPr>
            <a:stCxn id="280" idx="2"/>
            <a:endCxn id="348" idx="1"/>
          </p:cNvCxnSpPr>
          <p:nvPr/>
        </p:nvCxnSpPr>
        <p:spPr>
          <a:xfrm>
            <a:off x="4012863" y="3685188"/>
            <a:ext cx="673800" cy="72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49" name="Google Shape;349;p30"/>
          <p:cNvCxnSpPr>
            <a:stCxn id="281" idx="2"/>
            <a:endCxn id="348" idx="3"/>
          </p:cNvCxnSpPr>
          <p:nvPr/>
        </p:nvCxnSpPr>
        <p:spPr>
          <a:xfrm flipH="1">
            <a:off x="6537650" y="3685188"/>
            <a:ext cx="474000" cy="725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48" name="Google Shape;348;p30"/>
          <p:cNvSpPr txBox="1"/>
          <p:nvPr/>
        </p:nvSpPr>
        <p:spPr>
          <a:xfrm>
            <a:off x="4686788" y="4102975"/>
            <a:ext cx="185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INSPECTIONS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Detect defective pieces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grpSp>
        <p:nvGrpSpPr>
          <p:cNvPr id="350" name="Google Shape;350;p30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351" name="Google Shape;351;p30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352" name="Google Shape;352;p30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353" name="Google Shape;353;p30"/>
          <p:cNvSpPr txBox="1"/>
          <p:nvPr/>
        </p:nvSpPr>
        <p:spPr>
          <a:xfrm>
            <a:off x="117772" y="4715600"/>
            <a:ext cx="43203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Non inspection machines can’t detect defective pieces</a:t>
            </a:r>
            <a:endParaRPr sz="1200"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40780">
        <p14:gallery dir="l"/>
      </p:transition>
    </mc:Choice>
    <mc:Fallback xmlns="">
      <p:transition spd="slow" advTm="140780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91" x="3608388" y="2711450"/>
          <p14:tracePt t="300" x="3602038" y="2697163"/>
          <p14:tracePt t="579" x="3602038" y="2689225"/>
          <p14:tracePt t="4580" x="3602038" y="2674938"/>
          <p14:tracePt t="4596" x="3608388" y="2674938"/>
          <p14:tracePt t="4651" x="3616325" y="2660650"/>
          <p14:tracePt t="4667" x="3622675" y="2654300"/>
          <p14:tracePt t="4675" x="3622675" y="2646363"/>
          <p14:tracePt t="4683" x="3630613" y="2640013"/>
          <p14:tracePt t="4691" x="3644900" y="2617788"/>
          <p14:tracePt t="4700" x="3651250" y="2597150"/>
          <p14:tracePt t="4707" x="3659188" y="2589213"/>
          <p14:tracePt t="4715" x="3659188" y="2582863"/>
          <p14:tracePt t="4723" x="3659188" y="2574925"/>
          <p14:tracePt t="4731" x="3665538" y="2568575"/>
          <p14:tracePt t="4739" x="3665538" y="2560638"/>
          <p14:tracePt t="4747" x="3665538" y="2546350"/>
          <p14:tracePt t="4755" x="3665538" y="2532063"/>
          <p14:tracePt t="4763" x="3665538" y="2525713"/>
          <p14:tracePt t="4771" x="3665538" y="2511425"/>
          <p14:tracePt t="4779" x="3665538" y="2503488"/>
          <p14:tracePt t="4795" x="3665538" y="2489200"/>
          <p14:tracePt t="4803" x="3665538" y="2482850"/>
          <p14:tracePt t="4835" x="3665538" y="2468563"/>
          <p14:tracePt t="4859" x="3665538" y="2460625"/>
          <p14:tracePt t="4875" x="3665538" y="2446338"/>
          <p14:tracePt t="4884" x="3665538" y="2439988"/>
          <p14:tracePt t="4900" x="3665538" y="2425700"/>
          <p14:tracePt t="4931" x="3665538" y="2417763"/>
          <p14:tracePt t="4947" x="3665538" y="2403475"/>
          <p14:tracePt t="4955" x="3665538" y="2397125"/>
          <p14:tracePt t="4963" x="3659188" y="2382838"/>
          <p14:tracePt t="4979" x="3644900" y="2368550"/>
          <p14:tracePt t="4988" x="3636963" y="2332038"/>
          <p14:tracePt t="4995" x="3616325" y="2303463"/>
          <p14:tracePt t="5003" x="3602038" y="2282825"/>
          <p14:tracePt t="5011" x="3587750" y="2262188"/>
          <p14:tracePt t="5019" x="3579813" y="2254250"/>
          <p14:tracePt t="5027" x="3573463" y="2239963"/>
          <p14:tracePt t="5035" x="3573463" y="2219325"/>
          <p14:tracePt t="5043" x="3559175" y="2211388"/>
          <p14:tracePt t="5051" x="3552825" y="2205038"/>
          <p14:tracePt t="5059" x="3538538" y="2197100"/>
          <p14:tracePt t="5067" x="3516313" y="2190750"/>
          <p14:tracePt t="5075" x="3487738" y="2168525"/>
          <p14:tracePt t="5083" x="3459163" y="2162175"/>
          <p14:tracePt t="5091" x="3444875" y="2154238"/>
          <p14:tracePt t="5100" x="3444875" y="2147888"/>
          <p14:tracePt t="5291" x="3444875" y="2139950"/>
          <p14:tracePt t="5300" x="3430588" y="2111375"/>
          <p14:tracePt t="5307" x="3402013" y="2097088"/>
          <p14:tracePt t="5316" x="3395663" y="2068513"/>
          <p14:tracePt t="5323" x="3373438" y="2054225"/>
          <p14:tracePt t="5339" x="3373438" y="2047875"/>
          <p14:tracePt t="5347" x="3373438" y="2039938"/>
          <p14:tracePt t="5380" x="3373438" y="2033588"/>
          <p14:tracePt t="5411" x="3373438" y="2025650"/>
          <p14:tracePt t="5427" x="3373438" y="2019300"/>
          <p14:tracePt t="5459" x="3367088" y="2019300"/>
          <p14:tracePt t="6131" x="3373438" y="2019300"/>
          <p14:tracePt t="6139" x="3387725" y="1997075"/>
          <p14:tracePt t="6147" x="3387725" y="1947863"/>
          <p14:tracePt t="6155" x="3387725" y="1890713"/>
          <p14:tracePt t="6163" x="3387725" y="1847850"/>
          <p14:tracePt t="6171" x="3387725" y="1790700"/>
          <p14:tracePt t="6179" x="3387725" y="1733550"/>
          <p14:tracePt t="6187" x="3387725" y="1690688"/>
          <p14:tracePt t="6195" x="3387725" y="1647825"/>
          <p14:tracePt t="6203" x="3387725" y="1619250"/>
          <p14:tracePt t="6211" x="3387725" y="1584325"/>
          <p14:tracePt t="6219" x="3381375" y="1533525"/>
          <p14:tracePt t="6227" x="3373438" y="1484313"/>
          <p14:tracePt t="6235" x="3367088" y="1441450"/>
          <p14:tracePt t="6243" x="3352800" y="1390650"/>
          <p14:tracePt t="6251" x="3352800" y="1355725"/>
          <p14:tracePt t="6259" x="3344863" y="1312863"/>
          <p14:tracePt t="6267" x="3338513" y="1284288"/>
          <p14:tracePt t="6275" x="3338513" y="1255713"/>
          <p14:tracePt t="6283" x="3330575" y="1219200"/>
          <p14:tracePt t="6291" x="3309938" y="1198563"/>
          <p14:tracePt t="6301" x="3309938" y="1190625"/>
          <p14:tracePt t="6307" x="3309938" y="1169988"/>
          <p14:tracePt t="6315" x="3302000" y="1162050"/>
          <p14:tracePt t="6323" x="3302000" y="1155700"/>
          <p14:tracePt t="6332" x="3295650" y="1147763"/>
          <p14:tracePt t="6339" x="3287713" y="1141413"/>
          <p14:tracePt t="6348" x="3281363" y="1127125"/>
          <p14:tracePt t="6355" x="3281363" y="1120775"/>
          <p14:tracePt t="6363" x="3267075" y="1106488"/>
          <p14:tracePt t="6371" x="3259138" y="1092200"/>
          <p14:tracePt t="6379" x="3244850" y="1077913"/>
          <p14:tracePt t="6387" x="3230563" y="1069975"/>
          <p14:tracePt t="6395" x="3230563" y="1063625"/>
          <p14:tracePt t="6403" x="3216275" y="1055688"/>
          <p14:tracePt t="6411" x="3209925" y="1041400"/>
          <p14:tracePt t="6427" x="3195638" y="1041400"/>
          <p14:tracePt t="6435" x="3181350" y="1027113"/>
          <p14:tracePt t="6443" x="3173413" y="1027113"/>
          <p14:tracePt t="6451" x="3159125" y="1012825"/>
          <p14:tracePt t="6459" x="3144838" y="1006475"/>
          <p14:tracePt t="6467" x="3138488" y="998538"/>
          <p14:tracePt t="6475" x="3124200" y="992188"/>
          <p14:tracePt t="6484" x="3116263" y="984250"/>
          <p14:tracePt t="6491" x="3109913" y="984250"/>
          <p14:tracePt t="6500" x="3073400" y="963613"/>
          <p14:tracePt t="6507" x="3067050" y="963613"/>
          <p14:tracePt t="6515" x="3059113" y="955675"/>
          <p14:tracePt t="6523" x="3052763" y="949325"/>
          <p14:tracePt t="6539" x="3038475" y="941388"/>
          <p14:tracePt t="6555" x="3032125" y="935038"/>
          <p14:tracePt t="6563" x="3024188" y="927100"/>
          <p14:tracePt t="6571" x="3009900" y="920750"/>
          <p14:tracePt t="6595" x="2995613" y="912813"/>
          <p14:tracePt t="6611" x="2989263" y="912813"/>
          <p14:tracePt t="6627" x="2974975" y="906463"/>
          <p14:tracePt t="6635" x="2967038" y="906463"/>
          <p14:tracePt t="6643" x="2960688" y="898525"/>
          <p14:tracePt t="6651" x="2946400" y="892175"/>
          <p14:tracePt t="6659" x="2938463" y="884238"/>
          <p14:tracePt t="6667" x="2924175" y="884238"/>
          <p14:tracePt t="6675" x="2909888" y="877888"/>
          <p14:tracePt t="6684" x="2895600" y="877888"/>
          <p14:tracePt t="6691" x="2889250" y="869950"/>
          <p14:tracePt t="6701" x="2867025" y="863600"/>
          <p14:tracePt t="6707" x="2846388" y="863600"/>
          <p14:tracePt t="6715" x="2838450" y="863600"/>
          <p14:tracePt t="6723" x="2824163" y="855663"/>
          <p14:tracePt t="6732" x="2809875" y="855663"/>
          <p14:tracePt t="6739" x="2795588" y="855663"/>
          <p14:tracePt t="6747" x="2767013" y="841375"/>
          <p14:tracePt t="6755" x="2760663" y="841375"/>
          <p14:tracePt t="6763" x="2738438" y="841375"/>
          <p14:tracePt t="6771" x="2732088" y="841375"/>
          <p14:tracePt t="6779" x="2709863" y="841375"/>
          <p14:tracePt t="6787" x="2689225" y="835025"/>
          <p14:tracePt t="6795" x="2667000" y="835025"/>
          <p14:tracePt t="6803" x="2652713" y="827088"/>
          <p14:tracePt t="6811" x="2632075" y="827088"/>
          <p14:tracePt t="6819" x="2609850" y="827088"/>
          <p14:tracePt t="6827" x="2581275" y="812800"/>
          <p14:tracePt t="6835" x="2566988" y="812800"/>
          <p14:tracePt t="6843" x="2546350" y="812800"/>
          <p14:tracePt t="6851" x="2532063" y="812800"/>
          <p14:tracePt t="6859" x="2525713" y="812800"/>
          <p14:tracePt t="6868" x="2511425" y="806450"/>
          <p14:tracePt t="6885" x="2497138" y="806450"/>
          <p14:tracePt t="6891" x="2482850" y="806450"/>
          <p14:tracePt t="6900" x="2474913" y="798513"/>
          <p14:tracePt t="6915" x="2460625" y="798513"/>
          <p14:tracePt t="6923" x="2439988" y="798513"/>
          <p14:tracePt t="6931" x="2417763" y="798513"/>
          <p14:tracePt t="6939" x="2403475" y="792163"/>
          <p14:tracePt t="6947" x="2382838" y="792163"/>
          <p14:tracePt t="6955" x="2374900" y="792163"/>
          <p14:tracePt t="6963" x="2354263" y="792163"/>
          <p14:tracePt t="6971" x="2332038" y="792163"/>
          <p14:tracePt t="6979" x="2325688" y="792163"/>
          <p14:tracePt t="6987" x="2303463" y="792163"/>
          <p14:tracePt t="6995" x="2282825" y="792163"/>
          <p14:tracePt t="7003" x="2268538" y="792163"/>
          <p14:tracePt t="7011" x="2246313" y="792163"/>
          <p14:tracePt t="7019" x="2239963" y="792163"/>
          <p14:tracePt t="7027" x="2217738" y="792163"/>
          <p14:tracePt t="7035" x="2197100" y="792163"/>
          <p14:tracePt t="7043" x="2174875" y="792163"/>
          <p14:tracePt t="7051" x="2160588" y="792163"/>
          <p14:tracePt t="7059" x="2139950" y="792163"/>
          <p14:tracePt t="7067" x="2125663" y="792163"/>
          <p14:tracePt t="7075" x="2117725" y="792163"/>
          <p14:tracePt t="7091" x="2111375" y="792163"/>
          <p14:tracePt t="7101" x="2103438" y="792163"/>
          <p14:tracePt t="7107" x="2097088" y="792163"/>
          <p14:tracePt t="7115" x="2089150" y="792163"/>
          <p14:tracePt t="7123" x="2074863" y="792163"/>
          <p14:tracePt t="7131" x="2054225" y="792163"/>
          <p14:tracePt t="7139" x="2046288" y="792163"/>
          <p14:tracePt t="7148" x="2032000" y="792163"/>
          <p14:tracePt t="7155" x="2019300" y="792163"/>
          <p14:tracePt t="7163" x="1997075" y="792163"/>
          <p14:tracePt t="7171" x="1976438" y="792163"/>
          <p14:tracePt t="7179" x="1962150" y="792163"/>
          <p14:tracePt t="7187" x="1939925" y="792163"/>
          <p14:tracePt t="7195" x="1925638" y="792163"/>
          <p14:tracePt t="7203" x="1919288" y="792163"/>
          <p14:tracePt t="7211" x="1897063" y="792163"/>
          <p14:tracePt t="7219" x="1890713" y="792163"/>
          <p14:tracePt t="7227" x="1868488" y="792163"/>
          <p14:tracePt t="7243" x="1854200" y="792163"/>
          <p14:tracePt t="7251" x="1847850" y="792163"/>
          <p14:tracePt t="7275" x="1839913" y="792163"/>
          <p14:tracePt t="7715" x="1825625" y="798513"/>
          <p14:tracePt t="7723" x="1819275" y="820738"/>
          <p14:tracePt t="7731" x="1819275" y="849313"/>
          <p14:tracePt t="7739" x="1819275" y="877888"/>
          <p14:tracePt t="7747" x="1819275" y="898525"/>
          <p14:tracePt t="7755" x="1825625" y="920750"/>
          <p14:tracePt t="7955" x="1825625" y="906463"/>
          <p14:tracePt t="7995" x="1833563" y="906463"/>
          <p14:tracePt t="8011" x="1847850" y="906463"/>
          <p14:tracePt t="8019" x="1854200" y="906463"/>
          <p14:tracePt t="8035" x="1862138" y="906463"/>
          <p14:tracePt t="8043" x="1868488" y="912813"/>
          <p14:tracePt t="8211" x="1876425" y="927100"/>
          <p14:tracePt t="8219" x="1876425" y="963613"/>
          <p14:tracePt t="8228" x="1868488" y="1049338"/>
          <p14:tracePt t="8235" x="1862138" y="1147763"/>
          <p14:tracePt t="8243" x="1854200" y="1219200"/>
          <p14:tracePt t="8251" x="1839913" y="1298575"/>
          <p14:tracePt t="8259" x="1819275" y="1347788"/>
          <p14:tracePt t="8268" x="1811338" y="1370013"/>
          <p14:tracePt t="8275" x="1790700" y="1412875"/>
          <p14:tracePt t="8284" x="1782763" y="1462088"/>
          <p14:tracePt t="8291" x="1776413" y="1484313"/>
          <p14:tracePt t="8300" x="1762125" y="1504950"/>
          <p14:tracePt t="8307" x="1739900" y="1547813"/>
          <p14:tracePt t="8317" x="1725613" y="1570038"/>
          <p14:tracePt t="8323" x="1719263" y="1604963"/>
          <p14:tracePt t="8331" x="1704975" y="1627188"/>
          <p14:tracePt t="8339" x="1697038" y="1641475"/>
          <p14:tracePt t="8347" x="1697038" y="1655763"/>
          <p14:tracePt t="8363" x="1697038" y="1662113"/>
          <p14:tracePt t="8547" x="1682750" y="1670050"/>
          <p14:tracePt t="8555" x="1654175" y="1670050"/>
          <p14:tracePt t="8563" x="1625600" y="1670050"/>
          <p14:tracePt t="8571" x="1619250" y="1670050"/>
          <p14:tracePt t="8579" x="1597025" y="1670050"/>
          <p14:tracePt t="8587" x="1576388" y="1670050"/>
          <p14:tracePt t="8595" x="1539875" y="1670050"/>
          <p14:tracePt t="8603" x="1504950" y="1684338"/>
          <p14:tracePt t="8611" x="1455738" y="1690688"/>
          <p14:tracePt t="8619" x="1398588" y="1704975"/>
          <p14:tracePt t="8627" x="1333500" y="1712913"/>
          <p14:tracePt t="8635" x="1276350" y="1719263"/>
          <p14:tracePt t="8643" x="1212850" y="1725613"/>
          <p14:tracePt t="8652" x="1155700" y="1733550"/>
          <p14:tracePt t="8659" x="1127125" y="1739900"/>
          <p14:tracePt t="8667" x="1104900" y="1747838"/>
          <p14:tracePt t="8675" x="1076325" y="1747838"/>
          <p14:tracePt t="8684" x="1041400" y="1754188"/>
          <p14:tracePt t="8691" x="1033463" y="1754188"/>
          <p14:tracePt t="8700" x="1019175" y="1754188"/>
          <p14:tracePt t="8707" x="1012825" y="1754188"/>
          <p14:tracePt t="8715" x="1006475" y="1754188"/>
          <p14:tracePt t="8723" x="998538" y="1762125"/>
          <p14:tracePt t="8731" x="984250" y="1768475"/>
          <p14:tracePt t="8747" x="977900" y="1776413"/>
          <p14:tracePt t="8755" x="963613" y="1776413"/>
          <p14:tracePt t="8763" x="949325" y="1776413"/>
          <p14:tracePt t="8771" x="941388" y="1782763"/>
          <p14:tracePt t="8779" x="920750" y="1782763"/>
          <p14:tracePt t="8787" x="906463" y="1790700"/>
          <p14:tracePt t="8795" x="884238" y="1797050"/>
          <p14:tracePt t="8803" x="869950" y="1797050"/>
          <p14:tracePt t="8811" x="849313" y="1797050"/>
          <p14:tracePt t="8819" x="835025" y="1797050"/>
          <p14:tracePt t="8827" x="827088" y="1797050"/>
          <p14:tracePt t="8835" x="820738" y="1797050"/>
          <p14:tracePt t="8843" x="812800" y="1797050"/>
          <p14:tracePt t="8859" x="806450" y="1797050"/>
          <p14:tracePt t="8907" x="798513" y="1797050"/>
          <p14:tracePt t="8923" x="798513" y="1804988"/>
          <p14:tracePt t="8931" x="792163" y="1804988"/>
          <p14:tracePt t="10235" x="777875" y="1811338"/>
          <p14:tracePt t="10243" x="755650" y="1825625"/>
          <p14:tracePt t="10259" x="735013" y="1839913"/>
          <p14:tracePt t="10267" x="727075" y="1839913"/>
          <p14:tracePt t="10275" x="727075" y="1847850"/>
          <p14:tracePt t="10284" x="720725" y="1847850"/>
          <p14:tracePt t="10301" x="720725" y="1854200"/>
          <p14:tracePt t="10563" x="712788" y="1854200"/>
          <p14:tracePt t="10595" x="698500" y="1854200"/>
          <p14:tracePt t="10651" x="692150" y="1854200"/>
          <p14:tracePt t="10667" x="677863" y="1862138"/>
          <p14:tracePt t="10683" x="669925" y="1862138"/>
          <p14:tracePt t="10700" x="655638" y="1862138"/>
          <p14:tracePt t="10707" x="649288" y="1862138"/>
          <p14:tracePt t="10715" x="641350" y="1862138"/>
          <p14:tracePt t="10723" x="627063" y="1862138"/>
          <p14:tracePt t="10739" x="612775" y="1862138"/>
          <p14:tracePt t="10747" x="606425" y="1862138"/>
          <p14:tracePt t="10755" x="584200" y="1868488"/>
          <p14:tracePt t="10763" x="569913" y="1868488"/>
          <p14:tracePt t="10771" x="555625" y="1876425"/>
          <p14:tracePt t="10787" x="549275" y="1876425"/>
          <p14:tracePt t="10795" x="541338" y="1876425"/>
          <p14:tracePt t="10803" x="527050" y="1882775"/>
          <p14:tracePt t="10819" x="512763" y="1882775"/>
          <p14:tracePt t="10835" x="506413" y="1882775"/>
          <p14:tracePt t="10844" x="492125" y="1890713"/>
          <p14:tracePt t="10851" x="492125" y="1897063"/>
          <p14:tracePt t="10859" x="485775" y="1897063"/>
          <p14:tracePt t="10867" x="477838" y="1897063"/>
          <p14:tracePt t="10875" x="463550" y="1897063"/>
          <p14:tracePt t="10900" x="457200" y="1911350"/>
          <p14:tracePt t="10907" x="449263" y="1911350"/>
          <p14:tracePt t="10915" x="442913" y="1911350"/>
          <p14:tracePt t="10923" x="434975" y="1919288"/>
          <p14:tracePt t="10931" x="428625" y="1919288"/>
          <p14:tracePt t="10939" x="420688" y="1919288"/>
          <p14:tracePt t="10947" x="406400" y="1933575"/>
          <p14:tracePt t="10963" x="400050" y="1939925"/>
          <p14:tracePt t="10971" x="385763" y="1947863"/>
          <p14:tracePt t="10979" x="377825" y="1962150"/>
          <p14:tracePt t="10987" x="371475" y="1962150"/>
          <p14:tracePt t="10995" x="371475" y="1968500"/>
          <p14:tracePt t="11003" x="357188" y="1976438"/>
          <p14:tracePt t="11011" x="357188" y="1982788"/>
          <p14:tracePt t="11019" x="349250" y="1982788"/>
          <p14:tracePt t="11027" x="349250" y="1990725"/>
          <p14:tracePt t="11044" x="342900" y="1997075"/>
          <p14:tracePt t="11051" x="342900" y="2005013"/>
          <p14:tracePt t="11059" x="334963" y="2005013"/>
          <p14:tracePt t="11067" x="328613" y="2011363"/>
          <p14:tracePt t="11084" x="328613" y="2019300"/>
          <p14:tracePt t="11099" x="320675" y="2025650"/>
          <p14:tracePt t="11107" x="320675" y="2033588"/>
          <p14:tracePt t="11115" x="314325" y="2047875"/>
          <p14:tracePt t="11139" x="306388" y="2054225"/>
          <p14:tracePt t="11147" x="306388" y="2062163"/>
          <p14:tracePt t="11155" x="306388" y="2068513"/>
          <p14:tracePt t="11195" x="306388" y="2076450"/>
          <p14:tracePt t="11227" x="306388" y="2082800"/>
          <p14:tracePt t="11740" x="300038" y="2082800"/>
          <p14:tracePt t="11755" x="300038" y="2097088"/>
          <p14:tracePt t="11763" x="300038" y="2105025"/>
          <p14:tracePt t="11771" x="292100" y="2105025"/>
          <p14:tracePt t="11787" x="285750" y="2119313"/>
          <p14:tracePt t="11803" x="285750" y="2125663"/>
          <p14:tracePt t="11819" x="285750" y="2133600"/>
          <p14:tracePt t="11827" x="277813" y="2147888"/>
          <p14:tracePt t="11843" x="277813" y="2154238"/>
          <p14:tracePt t="11859" x="271463" y="2162175"/>
          <p14:tracePt t="11900" x="271463" y="2168525"/>
          <p14:tracePt t="11907" x="271463" y="2176463"/>
          <p14:tracePt t="11915" x="263525" y="2182813"/>
          <p14:tracePt t="11931" x="263525" y="2190750"/>
          <p14:tracePt t="11939" x="263525" y="2197100"/>
          <p14:tracePt t="11947" x="263525" y="2205038"/>
          <p14:tracePt t="11963" x="263525" y="2211388"/>
          <p14:tracePt t="11971" x="263525" y="2219325"/>
          <p14:tracePt t="11987" x="263525" y="2225675"/>
          <p14:tracePt t="11995" x="263525" y="2233613"/>
          <p14:tracePt t="12011" x="263525" y="2239963"/>
          <p14:tracePt t="12019" x="263525" y="2247900"/>
          <p14:tracePt t="12027" x="263525" y="2254250"/>
          <p14:tracePt t="12043" x="263525" y="2268538"/>
          <p14:tracePt t="12051" x="263525" y="2276475"/>
          <p14:tracePt t="12075" x="263525" y="2282825"/>
          <p14:tracePt t="12091" x="263525" y="2289175"/>
          <p14:tracePt t="12100" x="263525" y="2297113"/>
          <p14:tracePt t="12107" x="263525" y="2303463"/>
          <p14:tracePt t="12123" x="271463" y="2311400"/>
          <p14:tracePt t="12131" x="271463" y="2325688"/>
          <p14:tracePt t="12155" x="271463" y="2339975"/>
          <p14:tracePt t="12179" x="277813" y="2346325"/>
          <p14:tracePt t="12219" x="285750" y="2360613"/>
          <p14:tracePt t="12260" x="292100" y="2368550"/>
          <p14:tracePt t="12283" x="292100" y="2374900"/>
          <p14:tracePt t="12300" x="292100" y="2382838"/>
          <p14:tracePt t="12491" x="300038" y="2389188"/>
          <p14:tracePt t="12571" x="306388" y="2389188"/>
          <p14:tracePt t="12579" x="314325" y="2397125"/>
          <p14:tracePt t="12651" x="320675" y="2403475"/>
          <p14:tracePt t="12731" x="328613" y="2403475"/>
          <p14:tracePt t="12755" x="334963" y="2403475"/>
          <p14:tracePt t="12763" x="334963" y="2411413"/>
          <p14:tracePt t="12796" x="342900" y="2411413"/>
          <p14:tracePt t="12827" x="349250" y="2411413"/>
          <p14:tracePt t="13115" x="357188" y="2417763"/>
          <p14:tracePt t="13155" x="357188" y="2425700"/>
          <p14:tracePt t="13163" x="357188" y="2432050"/>
          <p14:tracePt t="13187" x="363538" y="2432050"/>
          <p14:tracePt t="13195" x="363538" y="2439988"/>
          <p14:tracePt t="13203" x="371475" y="2439988"/>
          <p14:tracePt t="13211" x="371475" y="2446338"/>
          <p14:tracePt t="13251" x="371475" y="2454275"/>
          <p14:tracePt t="13275" x="377825" y="2468563"/>
          <p14:tracePt t="13300" x="385763" y="2482850"/>
          <p14:tracePt t="13347" x="392113" y="2489200"/>
          <p14:tracePt t="13363" x="392113" y="2497138"/>
          <p14:tracePt t="13371" x="400050" y="2503488"/>
          <p14:tracePt t="13387" x="400050" y="2511425"/>
          <p14:tracePt t="13403" x="400050" y="2517775"/>
          <p14:tracePt t="13419" x="400050" y="2525713"/>
          <p14:tracePt t="15043" x="400050" y="2532063"/>
          <p14:tracePt t="15051" x="400050" y="2540000"/>
          <p14:tracePt t="15067" x="400050" y="2546350"/>
          <p14:tracePt t="15075" x="420688" y="2560638"/>
          <p14:tracePt t="15084" x="434975" y="2568575"/>
          <p14:tracePt t="15091" x="442913" y="2568575"/>
          <p14:tracePt t="15228" x="434975" y="2568575"/>
          <p14:tracePt t="15235" x="420688" y="2560638"/>
          <p14:tracePt t="15251" x="414338" y="2554288"/>
          <p14:tracePt t="15267" x="414338" y="2546350"/>
          <p14:tracePt t="15291" x="414338" y="2532063"/>
          <p14:tracePt t="15299" x="420688" y="2517775"/>
          <p14:tracePt t="15307" x="428625" y="2503488"/>
          <p14:tracePt t="15315" x="434975" y="2497138"/>
          <p14:tracePt t="15323" x="434975" y="2489200"/>
          <p14:tracePt t="15331" x="442913" y="2482850"/>
          <p14:tracePt t="15347" x="457200" y="2468563"/>
          <p14:tracePt t="15371" x="457200" y="2454275"/>
          <p14:tracePt t="15380" x="463550" y="2446338"/>
          <p14:tracePt t="15411" x="463550" y="2439988"/>
          <p14:tracePt t="15459" x="463550" y="2432050"/>
          <p14:tracePt t="15483" x="463550" y="2425700"/>
          <p14:tracePt t="15500" x="471488" y="2411413"/>
          <p14:tracePt t="15507" x="485775" y="2403475"/>
          <p14:tracePt t="15515" x="492125" y="2403475"/>
          <p14:tracePt t="15523" x="512763" y="2403475"/>
          <p14:tracePt t="15531" x="527050" y="2403475"/>
          <p14:tracePt t="15539" x="549275" y="2397125"/>
          <p14:tracePt t="15547" x="563563" y="2397125"/>
          <p14:tracePt t="15555" x="577850" y="2397125"/>
          <p14:tracePt t="15564" x="592138" y="2397125"/>
          <p14:tracePt t="15579" x="598488" y="2397125"/>
          <p14:tracePt t="15595" x="606425" y="2397125"/>
          <p14:tracePt t="15603" x="612775" y="2397125"/>
          <p14:tracePt t="15619" x="620713" y="2397125"/>
          <p14:tracePt t="15627" x="620713" y="2403475"/>
          <p14:tracePt t="15643" x="635000" y="2417763"/>
          <p14:tracePt t="15651" x="635000" y="2425700"/>
          <p14:tracePt t="15659" x="641350" y="2432050"/>
          <p14:tracePt t="15667" x="649288" y="2439988"/>
          <p14:tracePt t="15684" x="655638" y="2446338"/>
          <p14:tracePt t="15700" x="663575" y="2454275"/>
          <p14:tracePt t="15723" x="663575" y="2460625"/>
          <p14:tracePt t="15731" x="663575" y="2468563"/>
          <p14:tracePt t="15755" x="663575" y="2482850"/>
          <p14:tracePt t="15763" x="663575" y="2489200"/>
          <p14:tracePt t="15771" x="663575" y="2497138"/>
          <p14:tracePt t="15779" x="663575" y="2511425"/>
          <p14:tracePt t="15787" x="663575" y="2517775"/>
          <p14:tracePt t="15795" x="663575" y="2532063"/>
          <p14:tracePt t="15803" x="663575" y="2540000"/>
          <p14:tracePt t="15811" x="663575" y="2554288"/>
          <p14:tracePt t="15819" x="663575" y="2560638"/>
          <p14:tracePt t="15827" x="663575" y="2574925"/>
          <p14:tracePt t="15835" x="663575" y="2589213"/>
          <p14:tracePt t="15843" x="663575" y="2603500"/>
          <p14:tracePt t="15851" x="663575" y="2617788"/>
          <p14:tracePt t="15859" x="663575" y="2632075"/>
          <p14:tracePt t="15867" x="663575" y="2640013"/>
          <p14:tracePt t="15875" x="663575" y="2668588"/>
          <p14:tracePt t="15885" x="663575" y="2674938"/>
          <p14:tracePt t="15891" x="663575" y="2689225"/>
          <p14:tracePt t="15900" x="663575" y="2697163"/>
          <p14:tracePt t="15908" x="663575" y="2711450"/>
          <p14:tracePt t="15915" x="663575" y="2717800"/>
          <p14:tracePt t="15923" x="663575" y="2732088"/>
          <p14:tracePt t="15931" x="663575" y="2740025"/>
          <p14:tracePt t="15939" x="663575" y="2754313"/>
          <p14:tracePt t="15947" x="663575" y="2774950"/>
          <p14:tracePt t="15955" x="663575" y="2789238"/>
          <p14:tracePt t="15964" x="663575" y="2811463"/>
          <p14:tracePt t="15979" x="669925" y="2825750"/>
          <p14:tracePt t="15987" x="677863" y="2840038"/>
          <p14:tracePt t="15995" x="677863" y="2854325"/>
          <p14:tracePt t="16003" x="684213" y="2860675"/>
          <p14:tracePt t="16011" x="684213" y="2867025"/>
          <p14:tracePt t="16019" x="692150" y="2889250"/>
          <p14:tracePt t="16035" x="706438" y="2909888"/>
          <p14:tracePt t="16043" x="706438" y="2917825"/>
          <p14:tracePt t="16051" x="712788" y="2932113"/>
          <p14:tracePt t="16059" x="712788" y="2946400"/>
          <p14:tracePt t="16068" x="712788" y="2952750"/>
          <p14:tracePt t="16075" x="712788" y="2960688"/>
          <p14:tracePt t="16084" x="727075" y="2981325"/>
          <p14:tracePt t="16091" x="727075" y="3003550"/>
          <p14:tracePt t="16101" x="735013" y="3017838"/>
          <p14:tracePt t="16107" x="741363" y="3038475"/>
          <p14:tracePt t="16115" x="741363" y="3060700"/>
          <p14:tracePt t="16123" x="755650" y="3081338"/>
          <p14:tracePt t="16131" x="763588" y="3117850"/>
          <p14:tracePt t="16139" x="769938" y="3132138"/>
          <p14:tracePt t="16147" x="784225" y="3160713"/>
          <p14:tracePt t="16155" x="792163" y="3167063"/>
          <p14:tracePt t="16163" x="798513" y="3181350"/>
          <p14:tracePt t="16171" x="798513" y="3195638"/>
          <p14:tracePt t="16179" x="798513" y="3203575"/>
          <p14:tracePt t="16187" x="812800" y="3217863"/>
          <p14:tracePt t="16195" x="812800" y="3224213"/>
          <p14:tracePt t="16748" x="812800" y="3232150"/>
          <p14:tracePt t="16763" x="812800" y="3246438"/>
          <p14:tracePt t="16771" x="812800" y="3260725"/>
          <p14:tracePt t="16779" x="812800" y="3267075"/>
          <p14:tracePt t="16787" x="812800" y="3281363"/>
          <p14:tracePt t="16795" x="812800" y="3289300"/>
          <p14:tracePt t="16803" x="812800" y="3303588"/>
          <p14:tracePt t="16811" x="812800" y="3324225"/>
          <p14:tracePt t="16819" x="812800" y="3332163"/>
          <p14:tracePt t="16827" x="812800" y="3352800"/>
          <p14:tracePt t="16835" x="812800" y="3375025"/>
          <p14:tracePt t="16843" x="812800" y="3389313"/>
          <p14:tracePt t="16851" x="812800" y="3409950"/>
          <p14:tracePt t="16859" x="812800" y="3430588"/>
          <p14:tracePt t="16867" x="812800" y="3459163"/>
          <p14:tracePt t="16875" x="812800" y="3481388"/>
          <p14:tracePt t="16885" x="812800" y="3509963"/>
          <p14:tracePt t="16891" x="812800" y="3538538"/>
          <p14:tracePt t="16900" x="812800" y="3567113"/>
          <p14:tracePt t="16907" x="812800" y="3587750"/>
          <p14:tracePt t="16915" x="812800" y="3602038"/>
          <p14:tracePt t="16923" x="812800" y="3624263"/>
          <p14:tracePt t="16931" x="812800" y="3638550"/>
          <p14:tracePt t="16939" x="812800" y="3644900"/>
          <p14:tracePt t="16947" x="812800" y="3652838"/>
          <p14:tracePt t="17763" x="812800" y="3659188"/>
          <p14:tracePt t="17811" x="812800" y="3667125"/>
          <p14:tracePt t="18003" x="806450" y="3659188"/>
          <p14:tracePt t="18019" x="798513" y="3652838"/>
          <p14:tracePt t="18027" x="798513" y="3644900"/>
          <p14:tracePt t="18740" x="798513" y="3638550"/>
          <p14:tracePt t="18787" x="798513" y="3630613"/>
          <p14:tracePt t="18835" x="798513" y="3624263"/>
          <p14:tracePt t="19043" x="806450" y="3624263"/>
          <p14:tracePt t="19059" x="812800" y="3624263"/>
          <p14:tracePt t="19067" x="820738" y="3624263"/>
          <p14:tracePt t="19075" x="827088" y="3624263"/>
          <p14:tracePt t="19084" x="827088" y="3616325"/>
          <p14:tracePt t="19091" x="841375" y="3616325"/>
          <p14:tracePt t="19101" x="849313" y="3609975"/>
          <p14:tracePt t="19107" x="863600" y="3602038"/>
          <p14:tracePt t="19115" x="877888" y="3602038"/>
          <p14:tracePt t="19123" x="884238" y="3595688"/>
          <p14:tracePt t="19131" x="906463" y="3587750"/>
          <p14:tracePt t="19139" x="912813" y="3581400"/>
          <p14:tracePt t="19147" x="935038" y="3573463"/>
          <p14:tracePt t="19155" x="955675" y="3573463"/>
          <p14:tracePt t="19163" x="963613" y="3567113"/>
          <p14:tracePt t="19171" x="984250" y="3559175"/>
          <p14:tracePt t="19179" x="992188" y="3552825"/>
          <p14:tracePt t="19187" x="1006475" y="3552825"/>
          <p14:tracePt t="19195" x="1012825" y="3538538"/>
          <p14:tracePt t="19211" x="1027113" y="3538538"/>
          <p14:tracePt t="19219" x="1033463" y="3516313"/>
          <p14:tracePt t="19227" x="1041400" y="3516313"/>
          <p14:tracePt t="19243" x="1055688" y="3502025"/>
          <p14:tracePt t="19251" x="1069975" y="3487738"/>
          <p14:tracePt t="19267" x="1076325" y="3473450"/>
          <p14:tracePt t="19275" x="1084263" y="3473450"/>
          <p14:tracePt t="19284" x="1090613" y="3467100"/>
          <p14:tracePt t="19291" x="1098550" y="3459163"/>
          <p14:tracePt t="19301" x="1104900" y="3452813"/>
          <p14:tracePt t="19323" x="1112838" y="3444875"/>
          <p14:tracePt t="19331" x="1119188" y="3444875"/>
          <p14:tracePt t="19355" x="1119188" y="3438525"/>
          <p14:tracePt t="19371" x="1119188" y="3430588"/>
          <p14:tracePt t="19419" x="1119188" y="3424238"/>
          <p14:tracePt t="19435" x="1119188" y="3417888"/>
          <p14:tracePt t="19515" x="1119188" y="3438525"/>
          <p14:tracePt t="19651" x="1119188" y="3430588"/>
          <p14:tracePt t="19659" x="1119188" y="3424238"/>
          <p14:tracePt t="19675" x="1112838" y="3417888"/>
          <p14:tracePt t="19691" x="1112838" y="3409950"/>
          <p14:tracePt t="19707" x="1104900" y="3409950"/>
          <p14:tracePt t="19811" x="1104900" y="3403600"/>
          <p14:tracePt t="19859" x="1098550" y="3395663"/>
          <p14:tracePt t="19875" x="1098550" y="3389313"/>
          <p14:tracePt t="19883" x="1098550" y="3381375"/>
          <p14:tracePt t="19891" x="1090613" y="3367088"/>
          <p14:tracePt t="19900" x="1084263" y="3352800"/>
          <p14:tracePt t="19915" x="1084263" y="3346450"/>
          <p14:tracePt t="19923" x="1076325" y="3324225"/>
          <p14:tracePt t="19931" x="1076325" y="3317875"/>
          <p14:tracePt t="19939" x="1069975" y="3309938"/>
          <p14:tracePt t="19948" x="1069975" y="3295650"/>
          <p14:tracePt t="19955" x="1069975" y="3281363"/>
          <p14:tracePt t="19964" x="1069975" y="3267075"/>
          <p14:tracePt t="19971" x="1069975" y="3252788"/>
          <p14:tracePt t="19979" x="1069975" y="3232150"/>
          <p14:tracePt t="19987" x="1069975" y="3217863"/>
          <p14:tracePt t="19995" x="1062038" y="3203575"/>
          <p14:tracePt t="20003" x="1062038" y="3189288"/>
          <p14:tracePt t="20011" x="1055688" y="3167063"/>
          <p14:tracePt t="20019" x="1047750" y="3152775"/>
          <p14:tracePt t="20027" x="1047750" y="3146425"/>
          <p14:tracePt t="20035" x="1047750" y="3138488"/>
          <p14:tracePt t="20043" x="1033463" y="3109913"/>
          <p14:tracePt t="20051" x="1027113" y="3095625"/>
          <p14:tracePt t="20059" x="1019175" y="3089275"/>
          <p14:tracePt t="20067" x="1006475" y="3067050"/>
          <p14:tracePt t="20075" x="998538" y="3052763"/>
          <p14:tracePt t="20084" x="992188" y="3038475"/>
          <p14:tracePt t="20091" x="984250" y="3017838"/>
          <p14:tracePt t="20100" x="977900" y="3003550"/>
          <p14:tracePt t="20107" x="963613" y="2974975"/>
          <p14:tracePt t="20115" x="941388" y="2938463"/>
          <p14:tracePt t="20123" x="935038" y="2917825"/>
          <p14:tracePt t="20131" x="912813" y="2881313"/>
          <p14:tracePt t="20139" x="906463" y="2854325"/>
          <p14:tracePt t="20147" x="884238" y="2811463"/>
          <p14:tracePt t="20155" x="877888" y="2789238"/>
          <p14:tracePt t="20163" x="877888" y="2768600"/>
          <p14:tracePt t="20171" x="869950" y="2746375"/>
          <p14:tracePt t="20179" x="841375" y="2725738"/>
          <p14:tracePt t="20187" x="841375" y="2717800"/>
          <p14:tracePt t="20195" x="841375" y="2711450"/>
          <p14:tracePt t="20203" x="841375" y="2689225"/>
          <p14:tracePt t="20211" x="841375" y="2668588"/>
          <p14:tracePt t="20219" x="841375" y="2654300"/>
          <p14:tracePt t="20227" x="841375" y="2632075"/>
          <p14:tracePt t="20235" x="841375" y="2611438"/>
          <p14:tracePt t="20243" x="841375" y="2589213"/>
          <p14:tracePt t="20251" x="841375" y="2568575"/>
          <p14:tracePt t="20259" x="841375" y="2546350"/>
          <p14:tracePt t="20267" x="841375" y="2525713"/>
          <p14:tracePt t="20275" x="841375" y="2503488"/>
          <p14:tracePt t="20284" x="841375" y="2482850"/>
          <p14:tracePt t="20291" x="841375" y="2454275"/>
          <p14:tracePt t="20300" x="849313" y="2425700"/>
          <p14:tracePt t="20307" x="855663" y="2397125"/>
          <p14:tracePt t="20316" x="863600" y="2354263"/>
          <p14:tracePt t="20323" x="877888" y="2317750"/>
          <p14:tracePt t="20331" x="884238" y="2282825"/>
          <p14:tracePt t="20339" x="892175" y="2254250"/>
          <p14:tracePt t="20347" x="912813" y="2211388"/>
          <p14:tracePt t="20355" x="920750" y="2190750"/>
          <p14:tracePt t="20363" x="927100" y="2176463"/>
          <p14:tracePt t="20371" x="935038" y="2154238"/>
          <p14:tracePt t="20379" x="949325" y="2125663"/>
          <p14:tracePt t="20387" x="955675" y="2119313"/>
          <p14:tracePt t="20395" x="963613" y="2097088"/>
          <p14:tracePt t="20403" x="969963" y="2062163"/>
          <p14:tracePt t="20411" x="984250" y="2047875"/>
          <p14:tracePt t="20419" x="998538" y="2025650"/>
          <p14:tracePt t="20427" x="1006475" y="1990725"/>
          <p14:tracePt t="20435" x="1019175" y="1976438"/>
          <p14:tracePt t="20443" x="1027113" y="1962150"/>
          <p14:tracePt t="20451" x="1041400" y="1939925"/>
          <p14:tracePt t="20459" x="1055688" y="1919288"/>
          <p14:tracePt t="20467" x="1069975" y="1905000"/>
          <p14:tracePt t="20475" x="1084263" y="1890713"/>
          <p14:tracePt t="20484" x="1098550" y="1876425"/>
          <p14:tracePt t="20491" x="1112838" y="1868488"/>
          <p14:tracePt t="20501" x="1147763" y="1847850"/>
          <p14:tracePt t="20507" x="1162050" y="1839913"/>
          <p14:tracePt t="20515" x="1184275" y="1833563"/>
          <p14:tracePt t="20523" x="1204913" y="1819275"/>
          <p14:tracePt t="20531" x="1241425" y="1819275"/>
          <p14:tracePt t="20539" x="1262063" y="1811338"/>
          <p14:tracePt t="20547" x="1290638" y="1811338"/>
          <p14:tracePt t="20555" x="1327150" y="1811338"/>
          <p14:tracePt t="20563" x="1355725" y="1811338"/>
          <p14:tracePt t="20571" x="1384300" y="1811338"/>
          <p14:tracePt t="20579" x="1419225" y="1811338"/>
          <p14:tracePt t="20588" x="1470025" y="1819275"/>
          <p14:tracePt t="20595" x="1498600" y="1833563"/>
          <p14:tracePt t="20603" x="1533525" y="1847850"/>
          <p14:tracePt t="20611" x="1562100" y="1862138"/>
          <p14:tracePt t="20619" x="1576388" y="1876425"/>
          <p14:tracePt t="20627" x="1597025" y="1890713"/>
          <p14:tracePt t="20635" x="1604963" y="1890713"/>
          <p14:tracePt t="20643" x="1625600" y="1919288"/>
          <p14:tracePt t="20651" x="1639888" y="1919288"/>
          <p14:tracePt t="20659" x="1654175" y="1933575"/>
          <p14:tracePt t="20667" x="1668463" y="1954213"/>
          <p14:tracePt t="20675" x="1682750" y="1976438"/>
          <p14:tracePt t="20684" x="1704975" y="2011363"/>
          <p14:tracePt t="20691" x="1719263" y="2025650"/>
          <p14:tracePt t="20700" x="1725613" y="2062163"/>
          <p14:tracePt t="20707" x="1747838" y="2090738"/>
          <p14:tracePt t="20715" x="1754188" y="2125663"/>
          <p14:tracePt t="20723" x="1762125" y="2147888"/>
          <p14:tracePt t="20731" x="1782763" y="2190750"/>
          <p14:tracePt t="20739" x="1782763" y="2219325"/>
          <p14:tracePt t="20747" x="1790700" y="2254250"/>
          <p14:tracePt t="20755" x="1790700" y="2282825"/>
          <p14:tracePt t="20763" x="1790700" y="2317750"/>
          <p14:tracePt t="20771" x="1804988" y="2368550"/>
          <p14:tracePt t="20779" x="1811338" y="2403475"/>
          <p14:tracePt t="20787" x="1811338" y="2439988"/>
          <p14:tracePt t="20795" x="1811338" y="2468563"/>
          <p14:tracePt t="20803" x="1819275" y="2517775"/>
          <p14:tracePt t="20811" x="1825625" y="2554288"/>
          <p14:tracePt t="20819" x="1825625" y="2603500"/>
          <p14:tracePt t="20827" x="1825625" y="2640013"/>
          <p14:tracePt t="20835" x="1825625" y="2682875"/>
          <p14:tracePt t="20843" x="1825625" y="2725738"/>
          <p14:tracePt t="20851" x="1825625" y="2768600"/>
          <p14:tracePt t="20859" x="1825625" y="2797175"/>
          <p14:tracePt t="20867" x="1825625" y="2846388"/>
          <p14:tracePt t="20875" x="1825625" y="2889250"/>
          <p14:tracePt t="20885" x="1825625" y="2924175"/>
          <p14:tracePt t="20891" x="1825625" y="2932113"/>
          <p14:tracePt t="20900" x="1825625" y="2960688"/>
          <p14:tracePt t="20907" x="1825625" y="2989263"/>
          <p14:tracePt t="20915" x="1825625" y="3017838"/>
          <p14:tracePt t="20923" x="1825625" y="3046413"/>
          <p14:tracePt t="20931" x="1825625" y="3074988"/>
          <p14:tracePt t="20939" x="1825625" y="3109913"/>
          <p14:tracePt t="20947" x="1825625" y="3138488"/>
          <p14:tracePt t="20955" x="1819275" y="3167063"/>
          <p14:tracePt t="20963" x="1811338" y="3209925"/>
          <p14:tracePt t="20971" x="1811338" y="3260725"/>
          <p14:tracePt t="20979" x="1804988" y="3289300"/>
          <p14:tracePt t="20987" x="1782763" y="3332163"/>
          <p14:tracePt t="20995" x="1768475" y="3360738"/>
          <p14:tracePt t="21003" x="1747838" y="3395663"/>
          <p14:tracePt t="21011" x="1739900" y="3417888"/>
          <p14:tracePt t="21019" x="1719263" y="3444875"/>
          <p14:tracePt t="21027" x="1711325" y="3459163"/>
          <p14:tracePt t="21036" x="1704975" y="3473450"/>
          <p14:tracePt t="21043" x="1682750" y="3495675"/>
          <p14:tracePt t="21051" x="1662113" y="3495675"/>
          <p14:tracePt t="21059" x="1647825" y="3516313"/>
          <p14:tracePt t="21067" x="1639888" y="3524250"/>
          <p14:tracePt t="21075" x="1604963" y="3544888"/>
          <p14:tracePt t="21084" x="1582738" y="3552825"/>
          <p14:tracePt t="21091" x="1562100" y="3573463"/>
          <p14:tracePt t="21100" x="1533525" y="3581400"/>
          <p14:tracePt t="21107" x="1504950" y="3587750"/>
          <p14:tracePt t="21116" x="1484313" y="3587750"/>
          <p14:tracePt t="21123" x="1455738" y="3602038"/>
          <p14:tracePt t="21132" x="1433513" y="3602038"/>
          <p14:tracePt t="21139" x="1412875" y="3609975"/>
          <p14:tracePt t="21147" x="1398588" y="3609975"/>
          <p14:tracePt t="21155" x="1370013" y="3616325"/>
          <p14:tracePt t="21163" x="1347788" y="3616325"/>
          <p14:tracePt t="21171" x="1327150" y="3616325"/>
          <p14:tracePt t="21179" x="1298575" y="3616325"/>
          <p14:tracePt t="21187" x="1262063" y="3616325"/>
          <p14:tracePt t="21195" x="1241425" y="3616325"/>
          <p14:tracePt t="21203" x="1227138" y="3616325"/>
          <p14:tracePt t="21211" x="1204913" y="3616325"/>
          <p14:tracePt t="21219" x="1169988" y="3616325"/>
          <p14:tracePt t="21227" x="1119188" y="3602038"/>
          <p14:tracePt t="21235" x="1076325" y="3595688"/>
          <p14:tracePt t="21243" x="1047750" y="3581400"/>
          <p14:tracePt t="21251" x="1019175" y="3573463"/>
          <p14:tracePt t="21259" x="998538" y="3567113"/>
          <p14:tracePt t="21267" x="984250" y="3559175"/>
          <p14:tracePt t="21275" x="984250" y="3552825"/>
          <p14:tracePt t="21284" x="969963" y="3544888"/>
          <p14:tracePt t="21291" x="969963" y="3538538"/>
          <p14:tracePt t="21300" x="963613" y="3538538"/>
          <p14:tracePt t="21307" x="955675" y="3530600"/>
          <p14:tracePt t="21315" x="941388" y="3509963"/>
          <p14:tracePt t="21323" x="941388" y="3495675"/>
          <p14:tracePt t="21331" x="935038" y="3487738"/>
          <p14:tracePt t="21339" x="927100" y="3467100"/>
          <p14:tracePt t="21347" x="920750" y="3438525"/>
          <p14:tracePt t="21355" x="912813" y="3409950"/>
          <p14:tracePt t="21363" x="898525" y="3389313"/>
          <p14:tracePt t="21371" x="892175" y="3346450"/>
          <p14:tracePt t="21381" x="884238" y="3338513"/>
          <p14:tracePt t="21387" x="884238" y="3309938"/>
          <p14:tracePt t="21395" x="877888" y="3275013"/>
          <p14:tracePt t="21403" x="877888" y="3232150"/>
          <p14:tracePt t="21412" x="869950" y="3189288"/>
          <p14:tracePt t="21419" x="869950" y="3152775"/>
          <p14:tracePt t="21427" x="869950" y="3109913"/>
          <p14:tracePt t="21435" x="869950" y="3081338"/>
          <p14:tracePt t="21443" x="869950" y="3032125"/>
          <p14:tracePt t="21451" x="869950" y="2995613"/>
          <p14:tracePt t="21459" x="869950" y="2952750"/>
          <p14:tracePt t="21467" x="869950" y="2924175"/>
          <p14:tracePt t="21475" x="869950" y="2903538"/>
          <p14:tracePt t="21484" x="869950" y="2881313"/>
          <p14:tracePt t="21491" x="869950" y="2867025"/>
          <p14:tracePt t="21501" x="869950" y="2860675"/>
          <p14:tracePt t="21507" x="869950" y="2840038"/>
          <p14:tracePt t="21515" x="869950" y="2817813"/>
          <p14:tracePt t="21523" x="877888" y="2774950"/>
          <p14:tracePt t="21531" x="884238" y="2740025"/>
          <p14:tracePt t="21539" x="898525" y="2703513"/>
          <p14:tracePt t="21547" x="920750" y="2654300"/>
          <p14:tracePt t="21555" x="935038" y="2611438"/>
          <p14:tracePt t="21563" x="955675" y="2574925"/>
          <p14:tracePt t="21571" x="969963" y="2525713"/>
          <p14:tracePt t="21579" x="969963" y="2497138"/>
          <p14:tracePt t="21587" x="984250" y="2468563"/>
          <p14:tracePt t="21595" x="992188" y="2454275"/>
          <p14:tracePt t="21603" x="992188" y="2432050"/>
          <p14:tracePt t="21611" x="998538" y="2417763"/>
          <p14:tracePt t="21635" x="998538" y="2411413"/>
          <p14:tracePt t="21755" x="998538" y="2403475"/>
          <p14:tracePt t="23180" x="1006475" y="2403475"/>
          <p14:tracePt t="23203" x="1012825" y="2403475"/>
          <p14:tracePt t="23419" x="1006475" y="2403475"/>
          <p14:tracePt t="23427" x="998538" y="2403475"/>
          <p14:tracePt t="23435" x="984250" y="2389188"/>
          <p14:tracePt t="23443" x="977900" y="2382838"/>
          <p14:tracePt t="23451" x="963613" y="2374900"/>
          <p14:tracePt t="23459" x="941388" y="2368550"/>
          <p14:tracePt t="23467" x="912813" y="2346325"/>
          <p14:tracePt t="23475" x="892175" y="2339975"/>
          <p14:tracePt t="23484" x="855663" y="2339975"/>
          <p14:tracePt t="23491" x="835025" y="2325688"/>
          <p14:tracePt t="23500" x="812800" y="2325688"/>
          <p14:tracePt t="23507" x="806450" y="2317750"/>
          <p14:tracePt t="23515" x="798513" y="2317750"/>
          <p14:tracePt t="23523" x="792163" y="2317750"/>
          <p14:tracePt t="23547" x="777875" y="2317750"/>
          <p14:tracePt t="23563" x="769938" y="2317750"/>
          <p14:tracePt t="23579" x="755650" y="2303463"/>
          <p14:tracePt t="23587" x="741363" y="2303463"/>
          <p14:tracePt t="23595" x="720725" y="2289175"/>
          <p14:tracePt t="23603" x="698500" y="2276475"/>
          <p14:tracePt t="23611" x="655638" y="2247900"/>
          <p14:tracePt t="23619" x="635000" y="2233613"/>
          <p14:tracePt t="23627" x="620713" y="2225675"/>
          <p14:tracePt t="23635" x="598488" y="2219325"/>
          <p14:tracePt t="23643" x="563563" y="2205038"/>
          <p14:tracePt t="23651" x="541338" y="2205038"/>
          <p14:tracePt t="23659" x="534988" y="2197100"/>
          <p14:tracePt t="23667" x="506413" y="2190750"/>
          <p14:tracePt t="23675" x="477838" y="2190750"/>
          <p14:tracePt t="23684" x="457200" y="2182813"/>
          <p14:tracePt t="23692" x="434975" y="2182813"/>
          <p14:tracePt t="23700" x="414338" y="2182813"/>
          <p14:tracePt t="23707" x="400050" y="2176463"/>
          <p14:tracePt t="23747" x="392113" y="2176463"/>
          <p14:tracePt t="23755" x="385763" y="2176463"/>
          <p14:tracePt t="23771" x="385763" y="2182813"/>
          <p14:tracePt t="23779" x="377825" y="2211388"/>
          <p14:tracePt t="23787" x="377825" y="2225675"/>
          <p14:tracePt t="23795" x="377825" y="2233613"/>
          <p14:tracePt t="23803" x="377825" y="2239963"/>
          <p14:tracePt t="23811" x="377825" y="2247900"/>
          <p14:tracePt t="23827" x="377825" y="2262188"/>
          <p14:tracePt t="23835" x="392113" y="2276475"/>
          <p14:tracePt t="23843" x="406400" y="2282825"/>
          <p14:tracePt t="23852" x="428625" y="2289175"/>
          <p14:tracePt t="23859" x="457200" y="2303463"/>
          <p14:tracePt t="23867" x="485775" y="2311400"/>
          <p14:tracePt t="23885" x="569913" y="2317750"/>
          <p14:tracePt t="23891" x="620713" y="2325688"/>
          <p14:tracePt t="23900" x="663575" y="2325688"/>
          <p14:tracePt t="23907" x="712788" y="2339975"/>
          <p14:tracePt t="23915" x="763588" y="2346325"/>
          <p14:tracePt t="23923" x="806450" y="2346325"/>
          <p14:tracePt t="23932" x="841375" y="2346325"/>
          <p14:tracePt t="23939" x="877888" y="2346325"/>
          <p14:tracePt t="23947" x="898525" y="2346325"/>
          <p14:tracePt t="23955" x="920750" y="2346325"/>
          <p14:tracePt t="23963" x="949325" y="2339975"/>
          <p14:tracePt t="23971" x="955675" y="2339975"/>
          <p14:tracePt t="23979" x="977900" y="2332038"/>
          <p14:tracePt t="23987" x="998538" y="2325688"/>
          <p14:tracePt t="23995" x="1006475" y="2325688"/>
          <p14:tracePt t="24003" x="1012825" y="2311400"/>
          <p14:tracePt t="24011" x="1027113" y="2311400"/>
          <p14:tracePt t="24019" x="1033463" y="2311400"/>
          <p14:tracePt t="24027" x="1055688" y="2311400"/>
          <p14:tracePt t="24035" x="1069975" y="2311400"/>
          <p14:tracePt t="24043" x="1084263" y="2311400"/>
          <p14:tracePt t="24051" x="1104900" y="2311400"/>
          <p14:tracePt t="24059" x="1127125" y="2311400"/>
          <p14:tracePt t="24067" x="1141413" y="2311400"/>
          <p14:tracePt t="24075" x="1155700" y="2311400"/>
          <p14:tracePt t="24084" x="1176338" y="2311400"/>
          <p14:tracePt t="24091" x="1184275" y="2311400"/>
          <p14:tracePt t="24101" x="1198563" y="2311400"/>
          <p14:tracePt t="24107" x="1204913" y="2311400"/>
          <p14:tracePt t="24115" x="1212850" y="2311400"/>
          <p14:tracePt t="24123" x="1219200" y="2311400"/>
          <p14:tracePt t="24131" x="1227138" y="2311400"/>
          <p14:tracePt t="24155" x="1233488" y="2317750"/>
          <p14:tracePt t="24171" x="1233488" y="2325688"/>
          <p14:tracePt t="24181" x="1247775" y="2332038"/>
          <p14:tracePt t="24203" x="1255713" y="2339975"/>
          <p14:tracePt t="24219" x="1255713" y="2346325"/>
          <p14:tracePt t="24243" x="1255713" y="2354263"/>
          <p14:tracePt t="24267" x="1255713" y="2360613"/>
          <p14:tracePt t="24283" x="1255713" y="2368550"/>
          <p14:tracePt t="24291" x="1255713" y="2374900"/>
          <p14:tracePt t="24307" x="1241425" y="2374900"/>
          <p14:tracePt t="24315" x="1219200" y="2374900"/>
          <p14:tracePt t="24323" x="1198563" y="2374900"/>
          <p14:tracePt t="24331" x="1169988" y="2374900"/>
          <p14:tracePt t="24339" x="1162050" y="2374900"/>
          <p14:tracePt t="24347" x="1147763" y="2374900"/>
          <p14:tracePt t="24355" x="1141413" y="2374900"/>
          <p14:tracePt t="29067" x="1147763" y="2374900"/>
          <p14:tracePt t="29075" x="1169988" y="2374900"/>
          <p14:tracePt t="29084" x="1184275" y="2374900"/>
          <p14:tracePt t="29091" x="1198563" y="2374900"/>
          <p14:tracePt t="29101" x="1212850" y="2374900"/>
          <p14:tracePt t="29147" x="1219200" y="2374900"/>
          <p14:tracePt t="29172" x="1227138" y="2374900"/>
          <p14:tracePt t="29187" x="1233488" y="2374900"/>
          <p14:tracePt t="29203" x="1247775" y="2368550"/>
          <p14:tracePt t="29211" x="1262063" y="2368550"/>
          <p14:tracePt t="29219" x="1276350" y="2354263"/>
          <p14:tracePt t="29227" x="1284288" y="2354263"/>
          <p14:tracePt t="29235" x="1290638" y="2354263"/>
          <p14:tracePt t="29243" x="1304925" y="2354263"/>
          <p14:tracePt t="29252" x="1319213" y="2354263"/>
          <p14:tracePt t="29259" x="1333500" y="2354263"/>
          <p14:tracePt t="29267" x="1355725" y="2354263"/>
          <p14:tracePt t="29275" x="1362075" y="2354263"/>
          <p14:tracePt t="29283" x="1390650" y="2354263"/>
          <p14:tracePt t="29291" x="1412875" y="2354263"/>
          <p14:tracePt t="29301" x="1433513" y="2354263"/>
          <p14:tracePt t="29307" x="1447800" y="2354263"/>
          <p14:tracePt t="29315" x="1470025" y="2354263"/>
          <p14:tracePt t="29323" x="1484313" y="2354263"/>
          <p14:tracePt t="29331" x="1498600" y="2354263"/>
          <p14:tracePt t="29347" x="1504950" y="2354263"/>
          <p14:tracePt t="29355" x="1519238" y="2354263"/>
          <p14:tracePt t="29403" x="1533525" y="2354263"/>
          <p14:tracePt t="29419" x="1539875" y="2354263"/>
          <p14:tracePt t="29435" x="1554163" y="2354263"/>
          <p14:tracePt t="29443" x="1562100" y="2354263"/>
          <p14:tracePt t="29451" x="1582738" y="2354263"/>
          <p14:tracePt t="29459" x="1590675" y="2360613"/>
          <p14:tracePt t="29475" x="1597025" y="2360613"/>
          <p14:tracePt t="29484" x="1604963" y="2360613"/>
          <p14:tracePt t="29500" x="1619250" y="2360613"/>
          <p14:tracePt t="29507" x="1625600" y="2360613"/>
          <p14:tracePt t="29531" x="1633538" y="2360613"/>
          <p14:tracePt t="29628" x="1639888" y="2368550"/>
          <p14:tracePt t="29883" x="1639888" y="2374900"/>
          <p14:tracePt t="29891" x="1639888" y="2382838"/>
          <p14:tracePt t="30051" x="1633538" y="2382838"/>
          <p14:tracePt t="30779" x="1625600" y="2382838"/>
          <p14:tracePt t="31011" x="1625600" y="2374900"/>
          <p14:tracePt t="31019" x="1639888" y="2374900"/>
          <p14:tracePt t="31027" x="1662113" y="2374900"/>
          <p14:tracePt t="31035" x="1682750" y="2374900"/>
          <p14:tracePt t="31044" x="1711325" y="2374900"/>
          <p14:tracePt t="31051" x="1733550" y="2374900"/>
          <p14:tracePt t="31059" x="1762125" y="2374900"/>
          <p14:tracePt t="31067" x="1790700" y="2374900"/>
          <p14:tracePt t="31075" x="1819275" y="2374900"/>
          <p14:tracePt t="31084" x="1862138" y="2374900"/>
          <p14:tracePt t="31091" x="1890713" y="2374900"/>
          <p14:tracePt t="31100" x="1925638" y="2374900"/>
          <p14:tracePt t="31107" x="1976438" y="2374900"/>
          <p14:tracePt t="31115" x="2005013" y="2374900"/>
          <p14:tracePt t="31124" x="2032000" y="2374900"/>
          <p14:tracePt t="31131" x="2068513" y="2374900"/>
          <p14:tracePt t="31139" x="2089150" y="2374900"/>
          <p14:tracePt t="31147" x="2111375" y="2374900"/>
          <p14:tracePt t="31155" x="2125663" y="2374900"/>
          <p14:tracePt t="31163" x="2146300" y="2374900"/>
          <p14:tracePt t="31171" x="2174875" y="2374900"/>
          <p14:tracePt t="31179" x="2197100" y="2374900"/>
          <p14:tracePt t="31187" x="2239963" y="2374900"/>
          <p14:tracePt t="31195" x="2297113" y="2374900"/>
          <p14:tracePt t="31203" x="2339975" y="2374900"/>
          <p14:tracePt t="31211" x="2411413" y="2374900"/>
          <p14:tracePt t="31219" x="2446338" y="2374900"/>
          <p14:tracePt t="31227" x="2482850" y="2374900"/>
          <p14:tracePt t="31235" x="2517775" y="2374900"/>
          <p14:tracePt t="31243" x="2532063" y="2374900"/>
          <p14:tracePt t="31251" x="2540000" y="2374900"/>
          <p14:tracePt t="31259" x="2546350" y="2374900"/>
          <p14:tracePt t="31267" x="2552700" y="2374900"/>
          <p14:tracePt t="31284" x="2560638" y="2374900"/>
          <p14:tracePt t="31291" x="2566988" y="2374900"/>
          <p14:tracePt t="31301" x="2574925" y="2374900"/>
          <p14:tracePt t="31323" x="2581275" y="2374900"/>
          <p14:tracePt t="31331" x="2595563" y="2374900"/>
          <p14:tracePt t="31347" x="2603500" y="2374900"/>
          <p14:tracePt t="31355" x="2617788" y="2374900"/>
          <p14:tracePt t="33172" x="2632075" y="2382838"/>
          <p14:tracePt t="33179" x="2638425" y="2403475"/>
          <p14:tracePt t="33187" x="2638425" y="2417763"/>
          <p14:tracePt t="33195" x="2638425" y="2425700"/>
          <p14:tracePt t="33203" x="2638425" y="2446338"/>
          <p14:tracePt t="33612" x="2646363" y="2446338"/>
          <p14:tracePt t="36868" x="2652713" y="2460625"/>
          <p14:tracePt t="36875" x="2667000" y="2482850"/>
          <p14:tracePt t="36884" x="2674938" y="2503488"/>
          <p14:tracePt t="36891" x="2674938" y="2511425"/>
          <p14:tracePt t="36901" x="2674938" y="2532063"/>
          <p14:tracePt t="36907" x="2681288" y="2540000"/>
          <p14:tracePt t="36923" x="2689225" y="2554288"/>
          <p14:tracePt t="36971" x="2689225" y="2560638"/>
          <p14:tracePt t="36987" x="2695575" y="2560638"/>
          <p14:tracePt t="37011" x="2709863" y="2560638"/>
          <p14:tracePt t="37019" x="2717800" y="2560638"/>
          <p14:tracePt t="37043" x="2732088" y="2560638"/>
          <p14:tracePt t="37067" x="2738438" y="2560638"/>
          <p14:tracePt t="37075" x="2752725" y="2560638"/>
          <p14:tracePt t="37084" x="2760663" y="2560638"/>
          <p14:tracePt t="37091" x="2767013" y="2560638"/>
          <p14:tracePt t="37100" x="2781300" y="2554288"/>
          <p14:tracePt t="37107" x="2795588" y="2554288"/>
          <p14:tracePt t="37115" x="2803525" y="2554288"/>
          <p14:tracePt t="37123" x="2809875" y="2546350"/>
          <p14:tracePt t="37131" x="2817813" y="2540000"/>
          <p14:tracePt t="37139" x="2832100" y="2532063"/>
          <p14:tracePt t="37155" x="2838450" y="2525713"/>
          <p14:tracePt t="37163" x="2860675" y="2517775"/>
          <p14:tracePt t="37171" x="2867025" y="2503488"/>
          <p14:tracePt t="37187" x="2881313" y="2489200"/>
          <p14:tracePt t="37195" x="2881313" y="2482850"/>
          <p14:tracePt t="37203" x="2889250" y="2460625"/>
          <p14:tracePt t="37211" x="2889250" y="2454275"/>
          <p14:tracePt t="37219" x="2889250" y="2446338"/>
          <p14:tracePt t="37227" x="2889250" y="2432050"/>
          <p14:tracePt t="37243" x="2889250" y="2417763"/>
          <p14:tracePt t="37251" x="2889250" y="2411413"/>
          <p14:tracePt t="37260" x="2889250" y="2397125"/>
          <p14:tracePt t="37267" x="2889250" y="2389188"/>
          <p14:tracePt t="37284" x="2889250" y="2374900"/>
          <p14:tracePt t="37291" x="2889250" y="2368550"/>
          <p14:tracePt t="37299" x="2889250" y="2346325"/>
          <p14:tracePt t="37307" x="2889250" y="2339975"/>
          <p14:tracePt t="37315" x="2889250" y="2317750"/>
          <p14:tracePt t="37323" x="2889250" y="2297113"/>
          <p14:tracePt t="37331" x="2889250" y="2289175"/>
          <p14:tracePt t="37339" x="2889250" y="2262188"/>
          <p14:tracePt t="37347" x="2889250" y="2239963"/>
          <p14:tracePt t="37355" x="2881313" y="2205038"/>
          <p14:tracePt t="37363" x="2874963" y="2182813"/>
          <p14:tracePt t="37371" x="2874963" y="2168525"/>
          <p14:tracePt t="37379" x="2867025" y="2154238"/>
          <p14:tracePt t="37387" x="2867025" y="2133600"/>
          <p14:tracePt t="37395" x="2860675" y="2119313"/>
          <p14:tracePt t="37403" x="2852738" y="2111375"/>
          <p14:tracePt t="37411" x="2852738" y="2105025"/>
          <p14:tracePt t="37419" x="2846388" y="2082800"/>
          <p14:tracePt t="37427" x="2838450" y="2076450"/>
          <p14:tracePt t="37435" x="2832100" y="2062163"/>
          <p14:tracePt t="37443" x="2824163" y="2054225"/>
          <p14:tracePt t="37451" x="2817813" y="2039938"/>
          <p14:tracePt t="37459" x="2803525" y="2033588"/>
          <p14:tracePt t="37467" x="2803525" y="2025650"/>
          <p14:tracePt t="37475" x="2795588" y="2025650"/>
          <p14:tracePt t="37484" x="2774950" y="2011363"/>
          <p14:tracePt t="37491" x="2774950" y="2005013"/>
          <p14:tracePt t="37500" x="2760663" y="1997075"/>
          <p14:tracePt t="37507" x="2752725" y="1997075"/>
          <p14:tracePt t="37515" x="2732088" y="1982788"/>
          <p14:tracePt t="37523" x="2724150" y="1982788"/>
          <p14:tracePt t="37531" x="2709863" y="1976438"/>
          <p14:tracePt t="37539" x="2703513" y="1976438"/>
          <p14:tracePt t="37547" x="2689225" y="1968500"/>
          <p14:tracePt t="37555" x="2674938" y="1962150"/>
          <p14:tracePt t="37563" x="2660650" y="1954213"/>
          <p14:tracePt t="37571" x="2646363" y="1954213"/>
          <p14:tracePt t="37579" x="2632075" y="1947863"/>
          <p14:tracePt t="37587" x="2624138" y="1947863"/>
          <p14:tracePt t="37595" x="2609850" y="1947863"/>
          <p14:tracePt t="37603" x="2595563" y="1947863"/>
          <p14:tracePt t="37611" x="2581275" y="1947863"/>
          <p14:tracePt t="37619" x="2574925" y="1947863"/>
          <p14:tracePt t="37627" x="2552700" y="1947863"/>
          <p14:tracePt t="37635" x="2532063" y="1939925"/>
          <p14:tracePt t="37643" x="2525713" y="1933575"/>
          <p14:tracePt t="37651" x="2511425" y="1933575"/>
          <p14:tracePt t="37659" x="2503488" y="1933575"/>
          <p14:tracePt t="37667" x="2489200" y="1933575"/>
          <p14:tracePt t="37675" x="2482850" y="1933575"/>
          <p14:tracePt t="37684" x="2468563" y="1933575"/>
          <p14:tracePt t="37691" x="2460625" y="1933575"/>
          <p14:tracePt t="37707" x="2454275" y="1933575"/>
          <p14:tracePt t="37715" x="2446338" y="1933575"/>
          <p14:tracePt t="37723" x="2432050" y="1933575"/>
          <p14:tracePt t="37731" x="2425700" y="1939925"/>
          <p14:tracePt t="37739" x="2417763" y="1939925"/>
          <p14:tracePt t="37747" x="2403475" y="1939925"/>
          <p14:tracePt t="37755" x="2397125" y="1954213"/>
          <p14:tracePt t="37763" x="2389188" y="1954213"/>
          <p14:tracePt t="37771" x="2368550" y="1962150"/>
          <p14:tracePt t="37779" x="2368550" y="1968500"/>
          <p14:tracePt t="37787" x="2360613" y="1976438"/>
          <p14:tracePt t="37795" x="2354263" y="1976438"/>
          <p14:tracePt t="37803" x="2346325" y="1990725"/>
          <p14:tracePt t="37811" x="2332038" y="1997075"/>
          <p14:tracePt t="37819" x="2332038" y="2005013"/>
          <p14:tracePt t="37827" x="2317750" y="2005013"/>
          <p14:tracePt t="37835" x="2311400" y="2033588"/>
          <p14:tracePt t="37843" x="2303463" y="2033588"/>
          <p14:tracePt t="37851" x="2297113" y="2047875"/>
          <p14:tracePt t="37859" x="2282825" y="2062163"/>
          <p14:tracePt t="37868" x="2282825" y="2082800"/>
          <p14:tracePt t="37875" x="2268538" y="2097088"/>
          <p14:tracePt t="37884" x="2260600" y="2111375"/>
          <p14:tracePt t="37891" x="2254250" y="2125663"/>
          <p14:tracePt t="37899" x="2246313" y="2139950"/>
          <p14:tracePt t="37907" x="2246313" y="2154238"/>
          <p14:tracePt t="37915" x="2239963" y="2168525"/>
          <p14:tracePt t="37923" x="2239963" y="2176463"/>
          <p14:tracePt t="37931" x="2239963" y="2190750"/>
          <p14:tracePt t="37939" x="2239963" y="2205038"/>
          <p14:tracePt t="37951" x="2239963" y="2211388"/>
          <p14:tracePt t="37955" x="2239963" y="2225675"/>
          <p14:tracePt t="37963" x="2239963" y="2233613"/>
          <p14:tracePt t="37971" x="2239963" y="2254250"/>
          <p14:tracePt t="37979" x="2239963" y="2262188"/>
          <p14:tracePt t="37987" x="2239963" y="2276475"/>
          <p14:tracePt t="37995" x="2239963" y="2289175"/>
          <p14:tracePt t="38003" x="2239963" y="2303463"/>
          <p14:tracePt t="38011" x="2239963" y="2311400"/>
          <p14:tracePt t="38019" x="2246313" y="2325688"/>
          <p14:tracePt t="38027" x="2254250" y="2332038"/>
          <p14:tracePt t="38035" x="2254250" y="2346325"/>
          <p14:tracePt t="38043" x="2254250" y="2354263"/>
          <p14:tracePt t="38051" x="2268538" y="2374900"/>
          <p14:tracePt t="38059" x="2274888" y="2382838"/>
          <p14:tracePt t="38067" x="2282825" y="2397125"/>
          <p14:tracePt t="38075" x="2289175" y="2403475"/>
          <p14:tracePt t="38083" x="2297113" y="2417763"/>
          <p14:tracePt t="38091" x="2303463" y="2425700"/>
          <p14:tracePt t="38101" x="2317750" y="2439988"/>
          <p14:tracePt t="38107" x="2325688" y="2446338"/>
          <p14:tracePt t="38115" x="2339975" y="2460625"/>
          <p14:tracePt t="38131" x="2354263" y="2468563"/>
          <p14:tracePt t="38139" x="2360613" y="2474913"/>
          <p14:tracePt t="38147" x="2368550" y="2474913"/>
          <p14:tracePt t="38155" x="2382838" y="2482850"/>
          <p14:tracePt t="38163" x="2382838" y="2489200"/>
          <p14:tracePt t="38171" x="2389188" y="2489200"/>
          <p14:tracePt t="38180" x="2397125" y="2497138"/>
          <p14:tracePt t="38187" x="2403475" y="2497138"/>
          <p14:tracePt t="38195" x="2411413" y="2497138"/>
          <p14:tracePt t="38203" x="2425700" y="2497138"/>
          <p14:tracePt t="38211" x="2432050" y="2503488"/>
          <p14:tracePt t="38219" x="2446338" y="2511425"/>
          <p14:tracePt t="38227" x="2468563" y="2517775"/>
          <p14:tracePt t="38235" x="2474913" y="2517775"/>
          <p14:tracePt t="38243" x="2482850" y="2525713"/>
          <p14:tracePt t="38251" x="2497138" y="2525713"/>
          <p14:tracePt t="38259" x="2511425" y="2532063"/>
          <p14:tracePt t="38267" x="2525713" y="2532063"/>
          <p14:tracePt t="38275" x="2540000" y="2532063"/>
          <p14:tracePt t="38284" x="2560638" y="2546350"/>
          <p14:tracePt t="38291" x="2581275" y="2554288"/>
          <p14:tracePt t="38301" x="2603500" y="2554288"/>
          <p14:tracePt t="38307" x="2632075" y="2554288"/>
          <p14:tracePt t="38315" x="2646363" y="2554288"/>
          <p14:tracePt t="38323" x="2667000" y="2554288"/>
          <p14:tracePt t="38331" x="2689225" y="2554288"/>
          <p14:tracePt t="38339" x="2709863" y="2554288"/>
          <p14:tracePt t="38347" x="2724150" y="2554288"/>
          <p14:tracePt t="38355" x="2738438" y="2554288"/>
          <p14:tracePt t="38363" x="2746375" y="2554288"/>
          <p14:tracePt t="38371" x="2752725" y="2554288"/>
          <p14:tracePt t="38379" x="2760663" y="2554288"/>
          <p14:tracePt t="43619" x="2760663" y="2560638"/>
          <p14:tracePt t="43643" x="2752725" y="2568575"/>
          <p14:tracePt t="43651" x="2746375" y="2568575"/>
          <p14:tracePt t="43667" x="2738438" y="2582863"/>
          <p14:tracePt t="43675" x="2732088" y="2582863"/>
          <p14:tracePt t="43684" x="2724150" y="2582863"/>
          <p14:tracePt t="43707" x="2717800" y="2589213"/>
          <p14:tracePt t="43723" x="2709863" y="2589213"/>
          <p14:tracePt t="43731" x="2703513" y="2597150"/>
          <p14:tracePt t="43763" x="2695575" y="2597150"/>
          <p14:tracePt t="43779" x="2689225" y="2597150"/>
          <p14:tracePt t="43787" x="2689225" y="2603500"/>
          <p14:tracePt t="43803" x="2681288" y="2603500"/>
          <p14:tracePt t="43811" x="2681288" y="2611438"/>
          <p14:tracePt t="43827" x="2681288" y="2617788"/>
          <p14:tracePt t="43835" x="2674938" y="2617788"/>
          <p14:tracePt t="43843" x="2667000" y="2625725"/>
          <p14:tracePt t="43859" x="2660650" y="2632075"/>
          <p14:tracePt t="44084" x="2660650" y="2640013"/>
          <p14:tracePt t="44156" x="2646363" y="2640013"/>
          <p14:tracePt t="44204" x="2638425" y="2640013"/>
          <p14:tracePt t="44235" x="2624138" y="2640013"/>
          <p14:tracePt t="44259" x="2617788" y="2640013"/>
          <p14:tracePt t="44315" x="2603500" y="2640013"/>
          <p14:tracePt t="44347" x="2595563" y="2640013"/>
          <p14:tracePt t="44363" x="2589213" y="2640013"/>
          <p14:tracePt t="44371" x="2581275" y="2646363"/>
          <p14:tracePt t="44403" x="2574925" y="2646363"/>
          <p14:tracePt t="44523" x="2566988" y="2646363"/>
          <p14:tracePt t="44539" x="2560638" y="2646363"/>
          <p14:tracePt t="44643" x="2552700" y="2654300"/>
          <p14:tracePt t="44779" x="2546350" y="2654300"/>
          <p14:tracePt t="45147" x="2540000" y="2654300"/>
          <p14:tracePt t="45172" x="2532063" y="2660650"/>
          <p14:tracePt t="47852" x="2525713" y="2660650"/>
          <p14:tracePt t="47907" x="2517775" y="2668588"/>
          <p14:tracePt t="48100" x="2511425" y="2674938"/>
          <p14:tracePt t="48323" x="2497138" y="2674938"/>
          <p14:tracePt t="48372" x="2489200" y="2674938"/>
          <p14:tracePt t="48395" x="2482850" y="2674938"/>
          <p14:tracePt t="48427" x="2474913" y="2674938"/>
          <p14:tracePt t="48459" x="2468563" y="2674938"/>
          <p14:tracePt t="48523" x="2454275" y="2674938"/>
          <p14:tracePt t="48587" x="2454275" y="2682875"/>
          <p14:tracePt t="48667" x="2446338" y="2682875"/>
          <p14:tracePt t="48691" x="2446338" y="2689225"/>
          <p14:tracePt t="48707" x="2439988" y="2689225"/>
          <p14:tracePt t="48715" x="2432050" y="2689225"/>
          <p14:tracePt t="48723" x="2425700" y="2697163"/>
          <p14:tracePt t="48731" x="2425700" y="2703513"/>
          <p14:tracePt t="48755" x="2417763" y="2703513"/>
          <p14:tracePt t="48771" x="2411413" y="2703513"/>
          <p14:tracePt t="48779" x="2403475" y="2711450"/>
          <p14:tracePt t="48803" x="2397125" y="2717800"/>
          <p14:tracePt t="48811" x="2397125" y="2725738"/>
          <p14:tracePt t="48827" x="2382838" y="2725738"/>
          <p14:tracePt t="48843" x="2374900" y="2732088"/>
          <p14:tracePt t="48867" x="2368550" y="2740025"/>
          <p14:tracePt t="48884" x="2360613" y="2746375"/>
          <p14:tracePt t="48907" x="2354263" y="2754313"/>
          <p14:tracePt t="48915" x="2346325" y="2768600"/>
          <p14:tracePt t="48939" x="2339975" y="2774950"/>
          <p14:tracePt t="48947" x="2339975" y="2782888"/>
          <p14:tracePt t="48963" x="2332038" y="2789238"/>
          <p14:tracePt t="48971" x="2325688" y="2797175"/>
          <p14:tracePt t="48987" x="2325688" y="2803525"/>
          <p14:tracePt t="48995" x="2317750" y="2803525"/>
          <p14:tracePt t="49011" x="2317750" y="2811463"/>
          <p14:tracePt t="49027" x="2317750" y="2817813"/>
          <p14:tracePt t="49035" x="2311400" y="2825750"/>
          <p14:tracePt t="49043" x="2303463" y="2832100"/>
          <p14:tracePt t="49067" x="2303463" y="2846388"/>
          <p14:tracePt t="49075" x="2297113" y="2854325"/>
          <p14:tracePt t="49099" x="2297113" y="2860675"/>
          <p14:tracePt t="49107" x="2297113" y="2867025"/>
          <p14:tracePt t="49123" x="2297113" y="2874963"/>
          <p14:tracePt t="49131" x="2297113" y="2881313"/>
          <p14:tracePt t="49139" x="2297113" y="2889250"/>
          <p14:tracePt t="49147" x="2297113" y="2895600"/>
          <p14:tracePt t="49155" x="2297113" y="2903538"/>
          <p14:tracePt t="49163" x="2297113" y="2909888"/>
          <p14:tracePt t="49171" x="2297113" y="2917825"/>
          <p14:tracePt t="49179" x="2297113" y="2932113"/>
          <p14:tracePt t="49187" x="2297113" y="2938463"/>
          <p14:tracePt t="49195" x="2297113" y="2946400"/>
          <p14:tracePt t="49203" x="2297113" y="2952750"/>
          <p14:tracePt t="49211" x="2297113" y="2960688"/>
          <p14:tracePt t="49227" x="2297113" y="2967038"/>
          <p14:tracePt t="49235" x="2297113" y="2974975"/>
          <p14:tracePt t="49243" x="2297113" y="2981325"/>
          <p14:tracePt t="49259" x="2297113" y="2989263"/>
          <p14:tracePt t="49275" x="2297113" y="2995613"/>
          <p14:tracePt t="49291" x="2297113" y="3003550"/>
          <p14:tracePt t="49301" x="2297113" y="3009900"/>
          <p14:tracePt t="49308" x="2303463" y="3024188"/>
          <p14:tracePt t="49323" x="2311400" y="3038475"/>
          <p14:tracePt t="49331" x="2317750" y="3052763"/>
          <p14:tracePt t="49339" x="2325688" y="3052763"/>
          <p14:tracePt t="49347" x="2332038" y="3060700"/>
          <p14:tracePt t="49355" x="2332038" y="3067050"/>
          <p14:tracePt t="49363" x="2332038" y="3074988"/>
          <p14:tracePt t="49379" x="2346325" y="3089275"/>
          <p14:tracePt t="49396" x="2346325" y="3095625"/>
          <p14:tracePt t="49403" x="2354263" y="3095625"/>
          <p14:tracePt t="49411" x="2354263" y="3109913"/>
          <p14:tracePt t="49419" x="2368550" y="3117850"/>
          <p14:tracePt t="49427" x="2374900" y="3124200"/>
          <p14:tracePt t="49435" x="2382838" y="3132138"/>
          <p14:tracePt t="49443" x="2389188" y="3138488"/>
          <p14:tracePt t="49452" x="2397125" y="3146425"/>
          <p14:tracePt t="49467" x="2417763" y="3160713"/>
          <p14:tracePt t="49475" x="2425700" y="3167063"/>
          <p14:tracePt t="49484" x="2432050" y="3167063"/>
          <p14:tracePt t="49491" x="2454275" y="3181350"/>
          <p14:tracePt t="49500" x="2460625" y="3189288"/>
          <p14:tracePt t="49507" x="2468563" y="3189288"/>
          <p14:tracePt t="49515" x="2482850" y="3195638"/>
          <p14:tracePt t="49523" x="2489200" y="3195638"/>
          <p14:tracePt t="49531" x="2497138" y="3195638"/>
          <p14:tracePt t="49539" x="2511425" y="3195638"/>
          <p14:tracePt t="49547" x="2517775" y="3209925"/>
          <p14:tracePt t="49563" x="2532063" y="3209925"/>
          <p14:tracePt t="49571" x="2540000" y="3209925"/>
          <p14:tracePt t="49579" x="2552700" y="3217863"/>
          <p14:tracePt t="49587" x="2566988" y="3217863"/>
          <p14:tracePt t="49595" x="2589213" y="3224213"/>
          <p14:tracePt t="49603" x="2609850" y="3232150"/>
          <p14:tracePt t="49611" x="2632075" y="3238500"/>
          <p14:tracePt t="49619" x="2646363" y="3238500"/>
          <p14:tracePt t="49627" x="2667000" y="3246438"/>
          <p14:tracePt t="49635" x="2689225" y="3246438"/>
          <p14:tracePt t="49643" x="2709863" y="3252788"/>
          <p14:tracePt t="49652" x="2732088" y="3252788"/>
          <p14:tracePt t="49659" x="2746375" y="3252788"/>
          <p14:tracePt t="49667" x="2760663" y="3252788"/>
          <p14:tracePt t="49675" x="2774950" y="3252788"/>
          <p14:tracePt t="49684" x="2789238" y="3252788"/>
          <p14:tracePt t="49691" x="2795588" y="3252788"/>
          <p14:tracePt t="49700" x="2817813" y="3252788"/>
          <p14:tracePt t="49707" x="2824163" y="3252788"/>
          <p14:tracePt t="49715" x="2838450" y="3252788"/>
          <p14:tracePt t="49731" x="2852738" y="3252788"/>
          <p14:tracePt t="49739" x="2867025" y="3246438"/>
          <p14:tracePt t="49747" x="2874963" y="3238500"/>
          <p14:tracePt t="49755" x="2881313" y="3232150"/>
          <p14:tracePt t="49763" x="2895600" y="3224213"/>
          <p14:tracePt t="49779" x="2903538" y="3217863"/>
          <p14:tracePt t="49787" x="2909888" y="3209925"/>
          <p14:tracePt t="49795" x="2917825" y="3203575"/>
          <p14:tracePt t="49803" x="2924175" y="3195638"/>
          <p14:tracePt t="49811" x="2932113" y="3189288"/>
          <p14:tracePt t="49819" x="2938463" y="3189288"/>
          <p14:tracePt t="49827" x="2946400" y="3175000"/>
          <p14:tracePt t="49843" x="2946400" y="3167063"/>
          <p14:tracePt t="49851" x="2946400" y="3146425"/>
          <p14:tracePt t="49859" x="2960688" y="3138488"/>
          <p14:tracePt t="49867" x="2960688" y="3132138"/>
          <p14:tracePt t="49875" x="2974975" y="3117850"/>
          <p14:tracePt t="49884" x="2981325" y="3089275"/>
          <p14:tracePt t="49891" x="2989263" y="3081338"/>
          <p14:tracePt t="49900" x="2989263" y="3074988"/>
          <p14:tracePt t="49907" x="2995613" y="3060700"/>
          <p14:tracePt t="49915" x="3003550" y="3046413"/>
          <p14:tracePt t="49931" x="3003550" y="3032125"/>
          <p14:tracePt t="49939" x="3003550" y="3024188"/>
          <p14:tracePt t="49952" x="3003550" y="3017838"/>
          <p14:tracePt t="49955" x="3003550" y="3003550"/>
          <p14:tracePt t="49963" x="3003550" y="2995613"/>
          <p14:tracePt t="49971" x="3003550" y="2981325"/>
          <p14:tracePt t="49979" x="3003550" y="2967038"/>
          <p14:tracePt t="49987" x="3003550" y="2952750"/>
          <p14:tracePt t="49995" x="3003550" y="2932113"/>
          <p14:tracePt t="50011" x="3003550" y="2917825"/>
          <p14:tracePt t="50019" x="3003550" y="2909888"/>
          <p14:tracePt t="50027" x="2989263" y="2903538"/>
          <p14:tracePt t="50035" x="2981325" y="2889250"/>
          <p14:tracePt t="50043" x="2974975" y="2874963"/>
          <p14:tracePt t="50051" x="2960688" y="2867025"/>
          <p14:tracePt t="50067" x="2946400" y="2854325"/>
          <p14:tracePt t="50075" x="2932113" y="2846388"/>
          <p14:tracePt t="50083" x="2917825" y="2840038"/>
          <p14:tracePt t="50091" x="2909888" y="2825750"/>
          <p14:tracePt t="50101" x="2895600" y="2817813"/>
          <p14:tracePt t="50107" x="2881313" y="2803525"/>
          <p14:tracePt t="50115" x="2874963" y="2803525"/>
          <p14:tracePt t="50123" x="2874963" y="2797175"/>
          <p14:tracePt t="50131" x="2867025" y="2797175"/>
          <p14:tracePt t="50139" x="2860675" y="2789238"/>
          <p14:tracePt t="50147" x="2846388" y="2782888"/>
          <p14:tracePt t="50155" x="2838450" y="2774950"/>
          <p14:tracePt t="50163" x="2832100" y="2774950"/>
          <p14:tracePt t="50171" x="2817813" y="2768600"/>
          <p14:tracePt t="50180" x="2795588" y="2760663"/>
          <p14:tracePt t="50187" x="2774950" y="2754313"/>
          <p14:tracePt t="50195" x="2760663" y="2746375"/>
          <p14:tracePt t="50203" x="2738438" y="2746375"/>
          <p14:tracePt t="50211" x="2717800" y="2740025"/>
          <p14:tracePt t="50219" x="2709863" y="2740025"/>
          <p14:tracePt t="50228" x="2695575" y="2732088"/>
          <p14:tracePt t="50235" x="2689225" y="2732088"/>
          <p14:tracePt t="50243" x="2681288" y="2725738"/>
          <p14:tracePt t="50251" x="2674938" y="2725738"/>
          <p14:tracePt t="50259" x="2667000" y="2725738"/>
          <p14:tracePt t="50267" x="2652713" y="2725738"/>
          <p14:tracePt t="50275" x="2646363" y="2725738"/>
          <p14:tracePt t="50283" x="2638425" y="2725738"/>
          <p14:tracePt t="50291" x="2624138" y="2725738"/>
          <p14:tracePt t="50315" x="2617788" y="2725738"/>
          <p14:tracePt t="50323" x="2603500" y="2725738"/>
          <p14:tracePt t="50347" x="2595563" y="2725738"/>
          <p14:tracePt t="50363" x="2589213" y="2725738"/>
          <p14:tracePt t="50379" x="2581275" y="2725738"/>
          <p14:tracePt t="50891" x="2574925" y="2725738"/>
          <p14:tracePt t="50932" x="2566988" y="2725738"/>
          <p14:tracePt t="50995" x="2560638" y="2725738"/>
          <p14:tracePt t="51131" x="2552700" y="2725738"/>
          <p14:tracePt t="51235" x="2546350" y="2732088"/>
          <p14:tracePt t="51292" x="2540000" y="2732088"/>
          <p14:tracePt t="51300" x="2532063" y="2740025"/>
          <p14:tracePt t="51323" x="2525713" y="2740025"/>
          <p14:tracePt t="51331" x="2511425" y="2746375"/>
          <p14:tracePt t="51347" x="2511425" y="2754313"/>
          <p14:tracePt t="51363" x="2497138" y="2754313"/>
          <p14:tracePt t="51379" x="2489200" y="2760663"/>
          <p14:tracePt t="52155" x="2474913" y="2760663"/>
          <p14:tracePt t="52163" x="2474913" y="2768600"/>
          <p14:tracePt t="52171" x="2468563" y="2768600"/>
          <p14:tracePt t="52203" x="2454275" y="2768600"/>
          <p14:tracePt t="52211" x="2454275" y="2774950"/>
          <p14:tracePt t="52219" x="2446338" y="2774950"/>
          <p14:tracePt t="52235" x="2432050" y="2782888"/>
          <p14:tracePt t="52243" x="2425700" y="2782888"/>
          <p14:tracePt t="52259" x="2411413" y="2797175"/>
          <p14:tracePt t="52267" x="2397125" y="2797175"/>
          <p14:tracePt t="52275" x="2389188" y="2803525"/>
          <p14:tracePt t="52283" x="2374900" y="2811463"/>
          <p14:tracePt t="52291" x="2360613" y="2811463"/>
          <p14:tracePt t="52301" x="2346325" y="2817813"/>
          <p14:tracePt t="52307" x="2346325" y="2825750"/>
          <p14:tracePt t="52315" x="2332038" y="2825750"/>
          <p14:tracePt t="52323" x="2325688" y="2832100"/>
          <p14:tracePt t="52332" x="2317750" y="2840038"/>
          <p14:tracePt t="52339" x="2303463" y="2840038"/>
          <p14:tracePt t="52347" x="2303463" y="2846388"/>
          <p14:tracePt t="52355" x="2297113" y="2854325"/>
          <p14:tracePt t="52363" x="2282825" y="2854325"/>
          <p14:tracePt t="52371" x="2260600" y="2854325"/>
          <p14:tracePt t="52379" x="2246313" y="2860675"/>
          <p14:tracePt t="52387" x="2225675" y="2867025"/>
          <p14:tracePt t="52395" x="2203450" y="2874963"/>
          <p14:tracePt t="52403" x="2174875" y="2874963"/>
          <p14:tracePt t="52411" x="2168525" y="2874963"/>
          <p14:tracePt t="52419" x="2132013" y="2881313"/>
          <p14:tracePt t="52435" x="2117725" y="2881313"/>
          <p14:tracePt t="52443" x="2111375" y="2889250"/>
          <p14:tracePt t="52451" x="2097088" y="2895600"/>
          <p14:tracePt t="52459" x="2089150" y="2895600"/>
          <p14:tracePt t="52467" x="2060575" y="2909888"/>
          <p14:tracePt t="52475" x="2046288" y="2909888"/>
          <p14:tracePt t="52484" x="2019300" y="2909888"/>
          <p14:tracePt t="52491" x="2005013" y="2917825"/>
          <p14:tracePt t="52500" x="1982788" y="2924175"/>
          <p14:tracePt t="52507" x="1962150" y="2924175"/>
          <p14:tracePt t="52515" x="1933575" y="2924175"/>
          <p14:tracePt t="52523" x="1919288" y="2924175"/>
          <p14:tracePt t="52531" x="1905000" y="2924175"/>
          <p14:tracePt t="52539" x="1890713" y="2924175"/>
          <p14:tracePt t="52547" x="1876425" y="2924175"/>
          <p14:tracePt t="52555" x="1862138" y="2924175"/>
          <p14:tracePt t="52563" x="1847850" y="2924175"/>
          <p14:tracePt t="52571" x="1833563" y="2924175"/>
          <p14:tracePt t="52579" x="1825625" y="2924175"/>
          <p14:tracePt t="52587" x="1797050" y="2924175"/>
          <p14:tracePt t="52595" x="1776413" y="2932113"/>
          <p14:tracePt t="52603" x="1733550" y="2938463"/>
          <p14:tracePt t="52612" x="1704975" y="2938463"/>
          <p14:tracePt t="52619" x="1662113" y="2938463"/>
          <p14:tracePt t="52627" x="1619250" y="2938463"/>
          <p14:tracePt t="52635" x="1576388" y="2938463"/>
          <p14:tracePt t="52644" x="1533525" y="2938463"/>
          <p14:tracePt t="52651" x="1490663" y="2938463"/>
          <p14:tracePt t="52659" x="1455738" y="2938463"/>
          <p14:tracePt t="52667" x="1412875" y="2938463"/>
          <p14:tracePt t="52675" x="1376363" y="2938463"/>
          <p14:tracePt t="52684" x="1319213" y="2938463"/>
          <p14:tracePt t="52691" x="1270000" y="2938463"/>
          <p14:tracePt t="52700" x="1212850" y="2938463"/>
          <p14:tracePt t="52707" x="1162050" y="2952750"/>
          <p14:tracePt t="52715" x="1127125" y="2952750"/>
          <p14:tracePt t="52723" x="1076325" y="2952750"/>
          <p14:tracePt t="52731" x="1033463" y="2960688"/>
          <p14:tracePt t="52739" x="998538" y="2960688"/>
          <p14:tracePt t="52747" x="977900" y="2960688"/>
          <p14:tracePt t="52755" x="949325" y="2960688"/>
          <p14:tracePt t="52763" x="927100" y="2960688"/>
          <p14:tracePt t="52771" x="920750" y="2967038"/>
          <p14:tracePt t="52779" x="892175" y="2967038"/>
          <p14:tracePt t="52787" x="877888" y="2967038"/>
          <p14:tracePt t="52795" x="869950" y="2967038"/>
          <p14:tracePt t="52803" x="855663" y="2967038"/>
          <p14:tracePt t="52812" x="849313" y="2967038"/>
          <p14:tracePt t="52819" x="841375" y="2974975"/>
          <p14:tracePt t="52955" x="849313" y="2974975"/>
          <p14:tracePt t="52963" x="863600" y="2974975"/>
          <p14:tracePt t="52971" x="884238" y="2974975"/>
          <p14:tracePt t="52979" x="898525" y="2974975"/>
          <p14:tracePt t="52987" x="912813" y="2974975"/>
          <p14:tracePt t="52995" x="927100" y="2974975"/>
          <p14:tracePt t="53003" x="941388" y="2974975"/>
          <p14:tracePt t="53011" x="955675" y="2974975"/>
          <p14:tracePt t="53019" x="977900" y="2974975"/>
          <p14:tracePt t="53027" x="998538" y="2974975"/>
          <p14:tracePt t="53035" x="1019175" y="2974975"/>
          <p14:tracePt t="53043" x="1041400" y="2974975"/>
          <p14:tracePt t="53051" x="1062038" y="2974975"/>
          <p14:tracePt t="53059" x="1084263" y="2974975"/>
          <p14:tracePt t="53067" x="1112838" y="2974975"/>
          <p14:tracePt t="53075" x="1141413" y="2974975"/>
          <p14:tracePt t="53084" x="1169988" y="2974975"/>
          <p14:tracePt t="53091" x="1219200" y="2974975"/>
          <p14:tracePt t="53101" x="1255713" y="2974975"/>
          <p14:tracePt t="53107" x="1298575" y="2981325"/>
          <p14:tracePt t="53115" x="1355725" y="2989263"/>
          <p14:tracePt t="53123" x="1404938" y="2995613"/>
          <p14:tracePt t="53131" x="1455738" y="3009900"/>
          <p14:tracePt t="53139" x="1504950" y="3017838"/>
          <p14:tracePt t="53147" x="1554163" y="3017838"/>
          <p14:tracePt t="53155" x="1604963" y="3017838"/>
          <p14:tracePt t="53163" x="1639888" y="3017838"/>
          <p14:tracePt t="53171" x="1676400" y="3017838"/>
          <p14:tracePt t="53179" x="1719263" y="3017838"/>
          <p14:tracePt t="53187" x="1768475" y="3017838"/>
          <p14:tracePt t="53195" x="1811338" y="3024188"/>
          <p14:tracePt t="53203" x="1862138" y="3032125"/>
          <p14:tracePt t="53211" x="1882775" y="3032125"/>
          <p14:tracePt t="53219" x="1933575" y="3046413"/>
          <p14:tracePt t="53227" x="1947863" y="3046413"/>
          <p14:tracePt t="53235" x="1962150" y="3052763"/>
          <p14:tracePt t="53243" x="1990725" y="3052763"/>
          <p14:tracePt t="53251" x="1997075" y="3052763"/>
          <p14:tracePt t="53259" x="2032000" y="3060700"/>
          <p14:tracePt t="53267" x="2054225" y="3060700"/>
          <p14:tracePt t="53275" x="2074863" y="3074988"/>
          <p14:tracePt t="53284" x="2097088" y="3081338"/>
          <p14:tracePt t="53291" x="2111375" y="3081338"/>
          <p14:tracePt t="53301" x="2132013" y="3089275"/>
          <p14:tracePt t="53307" x="2139950" y="3089275"/>
          <p14:tracePt t="53315" x="2146300" y="3089275"/>
          <p14:tracePt t="53323" x="2154238" y="3095625"/>
          <p14:tracePt t="53347" x="2160588" y="3095625"/>
          <p14:tracePt t="53363" x="2160588" y="3103563"/>
          <p14:tracePt t="53379" x="2160588" y="3117850"/>
          <p14:tracePt t="53387" x="2168525" y="3132138"/>
          <p14:tracePt t="53395" x="2168525" y="3152775"/>
          <p14:tracePt t="53403" x="2168525" y="3175000"/>
          <p14:tracePt t="53411" x="2174875" y="3181350"/>
          <p14:tracePt t="53419" x="2174875" y="3203575"/>
          <p14:tracePt t="53427" x="2174875" y="3217863"/>
          <p14:tracePt t="53435" x="2174875" y="3232150"/>
          <p14:tracePt t="53444" x="2174875" y="3252788"/>
          <p14:tracePt t="53451" x="2174875" y="3260725"/>
          <p14:tracePt t="53459" x="2168525" y="3281363"/>
          <p14:tracePt t="53467" x="2168525" y="3289300"/>
          <p14:tracePt t="53475" x="2154238" y="3309938"/>
          <p14:tracePt t="53484" x="2146300" y="3317875"/>
          <p14:tracePt t="53491" x="2125663" y="3332163"/>
          <p14:tracePt t="53501" x="2117725" y="3346450"/>
          <p14:tracePt t="53507" x="2089150" y="3360738"/>
          <p14:tracePt t="53515" x="2060575" y="3381375"/>
          <p14:tracePt t="53523" x="2032000" y="3403600"/>
          <p14:tracePt t="53531" x="1990725" y="3424238"/>
          <p14:tracePt t="53539" x="1954213" y="3438525"/>
          <p14:tracePt t="53547" x="1925638" y="3438525"/>
          <p14:tracePt t="53555" x="1890713" y="3467100"/>
          <p14:tracePt t="53563" x="1868488" y="3473450"/>
          <p14:tracePt t="53571" x="1854200" y="3487738"/>
          <p14:tracePt t="53579" x="1833563" y="3495675"/>
          <p14:tracePt t="53587" x="1811338" y="3509963"/>
          <p14:tracePt t="53595" x="1797050" y="3516313"/>
          <p14:tracePt t="53603" x="1790700" y="3516313"/>
          <p14:tracePt t="53611" x="1768475" y="3516313"/>
          <p14:tracePt t="53619" x="1747838" y="3524250"/>
          <p14:tracePt t="53627" x="1719263" y="3524250"/>
          <p14:tracePt t="53635" x="1690688" y="3530600"/>
          <p14:tracePt t="53643" x="1662113" y="3544888"/>
          <p14:tracePt t="53651" x="1647825" y="3544888"/>
          <p14:tracePt t="53660" x="1619250" y="3544888"/>
          <p14:tracePt t="53667" x="1582738" y="3544888"/>
          <p14:tracePt t="53675" x="1554163" y="3559175"/>
          <p14:tracePt t="53684" x="1533525" y="3559175"/>
          <p14:tracePt t="53691" x="1504950" y="3567113"/>
          <p14:tracePt t="53701" x="1490663" y="3573463"/>
          <p14:tracePt t="53707" x="1470025" y="3573463"/>
          <p14:tracePt t="53715" x="1441450" y="3573463"/>
          <p14:tracePt t="53723" x="1412875" y="3581400"/>
          <p14:tracePt t="53731" x="1390650" y="3581400"/>
          <p14:tracePt t="53739" x="1376363" y="3581400"/>
          <p14:tracePt t="53747" x="1347788" y="3581400"/>
          <p14:tracePt t="53755" x="1327150" y="3581400"/>
          <p14:tracePt t="53763" x="1298575" y="3581400"/>
          <p14:tracePt t="53771" x="1270000" y="3581400"/>
          <p14:tracePt t="53779" x="1227138" y="3581400"/>
          <p14:tracePt t="53787" x="1204913" y="3581400"/>
          <p14:tracePt t="53795" x="1176338" y="3581400"/>
          <p14:tracePt t="53803" x="1155700" y="3581400"/>
          <p14:tracePt t="53811" x="1127125" y="3581400"/>
          <p14:tracePt t="53819" x="1098550" y="3581400"/>
          <p14:tracePt t="53827" x="1069975" y="3581400"/>
          <p14:tracePt t="53835" x="1041400" y="3581400"/>
          <p14:tracePt t="53843" x="1019175" y="3581400"/>
          <p14:tracePt t="53851" x="1012825" y="3581400"/>
          <p14:tracePt t="53859" x="998538" y="3581400"/>
          <p14:tracePt t="53867" x="984250" y="3581400"/>
          <p14:tracePt t="53875" x="977900" y="3581400"/>
          <p14:tracePt t="53884" x="969963" y="3581400"/>
          <p14:tracePt t="54035" x="977900" y="3581400"/>
          <p14:tracePt t="54043" x="984250" y="3581400"/>
          <p14:tracePt t="54060" x="998538" y="3581400"/>
          <p14:tracePt t="54067" x="1006475" y="3581400"/>
          <p14:tracePt t="54075" x="1012825" y="3581400"/>
          <p14:tracePt t="54084" x="1019175" y="3581400"/>
          <p14:tracePt t="54091" x="1033463" y="3587750"/>
          <p14:tracePt t="54107" x="1047750" y="3587750"/>
          <p14:tracePt t="54115" x="1055688" y="3587750"/>
          <p14:tracePt t="54123" x="1062038" y="3587750"/>
          <p14:tracePt t="54131" x="1076325" y="3602038"/>
          <p14:tracePt t="54139" x="1084263" y="3602038"/>
          <p14:tracePt t="54147" x="1098550" y="3602038"/>
          <p14:tracePt t="54155" x="1104900" y="3602038"/>
          <p14:tracePt t="54163" x="1119188" y="3602038"/>
          <p14:tracePt t="54171" x="1127125" y="3602038"/>
          <p14:tracePt t="54179" x="1147763" y="3602038"/>
          <p14:tracePt t="54187" x="1162050" y="3602038"/>
          <p14:tracePt t="54195" x="1176338" y="3602038"/>
          <p14:tracePt t="54203" x="1184275" y="3609975"/>
          <p14:tracePt t="54211" x="1204913" y="3609975"/>
          <p14:tracePt t="54219" x="1219200" y="3609975"/>
          <p14:tracePt t="54227" x="1241425" y="3609975"/>
          <p14:tracePt t="54235" x="1270000" y="3609975"/>
          <p14:tracePt t="54243" x="1298575" y="3609975"/>
          <p14:tracePt t="54251" x="1327150" y="3609975"/>
          <p14:tracePt t="54259" x="1355725" y="3609975"/>
          <p14:tracePt t="54267" x="1404938" y="3609975"/>
          <p14:tracePt t="54275" x="1441450" y="3609975"/>
          <p14:tracePt t="54284" x="1476375" y="3609975"/>
          <p14:tracePt t="54291" x="1525588" y="3609975"/>
          <p14:tracePt t="54301" x="1576388" y="3609975"/>
          <p14:tracePt t="54307" x="1611313" y="3609975"/>
          <p14:tracePt t="54315" x="1654175" y="3609975"/>
          <p14:tracePt t="54323" x="1697038" y="3609975"/>
          <p14:tracePt t="54331" x="1747838" y="3609975"/>
          <p14:tracePt t="54339" x="1790700" y="3609975"/>
          <p14:tracePt t="54347" x="1819275" y="3609975"/>
          <p14:tracePt t="54355" x="1854200" y="3609975"/>
          <p14:tracePt t="54363" x="1876425" y="3609975"/>
          <p14:tracePt t="54371" x="1897063" y="3609975"/>
          <p14:tracePt t="54379" x="1919288" y="3609975"/>
          <p14:tracePt t="54387" x="1925638" y="3609975"/>
          <p14:tracePt t="54395" x="1939925" y="3609975"/>
          <p14:tracePt t="54403" x="1947863" y="3609975"/>
          <p14:tracePt t="54411" x="1954213" y="3609975"/>
          <p14:tracePt t="54419" x="1962150" y="3609975"/>
          <p14:tracePt t="54427" x="1968500" y="3609975"/>
          <p14:tracePt t="54435" x="1976438" y="3609975"/>
          <p14:tracePt t="54459" x="1982788" y="3609975"/>
          <p14:tracePt t="54483" x="1990725" y="3609975"/>
          <p14:tracePt t="54507" x="1997075" y="3609975"/>
          <p14:tracePt t="54539" x="2005013" y="3609975"/>
          <p14:tracePt t="54579" x="2011363" y="3609975"/>
          <p14:tracePt t="54603" x="2019300" y="3609975"/>
          <p14:tracePt t="54611" x="2025650" y="3602038"/>
          <p14:tracePt t="54643" x="2032000" y="3602038"/>
          <p14:tracePt t="54747" x="2039938" y="3602038"/>
          <p14:tracePt t="54867" x="2039938" y="3587750"/>
          <p14:tracePt t="54907" x="2046288" y="3573463"/>
          <p14:tracePt t="54995" x="2060575" y="3567113"/>
          <p14:tracePt t="55011" x="2074863" y="3567113"/>
          <p14:tracePt t="55019" x="2097088" y="3567113"/>
          <p14:tracePt t="55027" x="2125663" y="3567113"/>
          <p14:tracePt t="55035" x="2160588" y="3567113"/>
          <p14:tracePt t="55043" x="2189163" y="3567113"/>
          <p14:tracePt t="55051" x="2232025" y="3567113"/>
          <p14:tracePt t="55059" x="2274888" y="3567113"/>
          <p14:tracePt t="55067" x="2325688" y="3567113"/>
          <p14:tracePt t="55075" x="2374900" y="3567113"/>
          <p14:tracePt t="55084" x="2432050" y="3567113"/>
          <p14:tracePt t="55091" x="2482850" y="3567113"/>
          <p14:tracePt t="55100" x="2540000" y="3567113"/>
          <p14:tracePt t="55107" x="2581275" y="3567113"/>
          <p14:tracePt t="55115" x="2652713" y="3567113"/>
          <p14:tracePt t="55123" x="2709863" y="3567113"/>
          <p14:tracePt t="55132" x="2767013" y="3567113"/>
          <p14:tracePt t="55140" x="2824163" y="3567113"/>
          <p14:tracePt t="55147" x="2881313" y="3567113"/>
          <p14:tracePt t="55155" x="2938463" y="3567113"/>
          <p14:tracePt t="55163" x="2995613" y="3567113"/>
          <p14:tracePt t="55171" x="3032125" y="3567113"/>
          <p14:tracePt t="55179" x="3073400" y="3567113"/>
          <p14:tracePt t="55187" x="3101975" y="3559175"/>
          <p14:tracePt t="55195" x="3130550" y="3559175"/>
          <p14:tracePt t="55203" x="3152775" y="3552825"/>
          <p14:tracePt t="55211" x="3173413" y="3544888"/>
          <p14:tracePt t="55219" x="3195638" y="3538538"/>
          <p14:tracePt t="55227" x="3209925" y="3530600"/>
          <p14:tracePt t="55235" x="3216275" y="3524250"/>
          <p14:tracePt t="55243" x="3230563" y="3524250"/>
          <p14:tracePt t="55251" x="3252788" y="3509963"/>
          <p14:tracePt t="55259" x="3267075" y="3502025"/>
          <p14:tracePt t="55267" x="3295650" y="3495675"/>
          <p14:tracePt t="55275" x="3324225" y="3481388"/>
          <p14:tracePt t="55283" x="3352800" y="3473450"/>
          <p14:tracePt t="55291" x="3373438" y="3459163"/>
          <p14:tracePt t="55300" x="3387725" y="3452813"/>
          <p14:tracePt t="55307" x="3402013" y="3444875"/>
          <p14:tracePt t="55315" x="3424238" y="3438525"/>
          <p14:tracePt t="55323" x="3438525" y="3424238"/>
          <p14:tracePt t="55339" x="3452813" y="3417888"/>
          <p14:tracePt t="55347" x="3459163" y="3409950"/>
          <p14:tracePt t="55355" x="3467100" y="3409950"/>
          <p14:tracePt t="55363" x="3481388" y="3395663"/>
          <p14:tracePt t="55379" x="3481388" y="3375025"/>
          <p14:tracePt t="55388" x="3487738" y="3367088"/>
          <p14:tracePt t="55403" x="3495675" y="3352800"/>
          <p14:tracePt t="55443" x="3495675" y="3346450"/>
          <p14:tracePt t="55451" x="3495675" y="3338513"/>
          <p14:tracePt t="55467" x="3495675" y="3332163"/>
          <p14:tracePt t="58244" x="3509963" y="3317875"/>
          <p14:tracePt t="58259" x="3524250" y="3317875"/>
          <p14:tracePt t="58267" x="3538538" y="3317875"/>
          <p14:tracePt t="58275" x="3559175" y="3317875"/>
          <p14:tracePt t="58284" x="3587750" y="3317875"/>
          <p14:tracePt t="58291" x="3608388" y="3317875"/>
          <p14:tracePt t="58300" x="3636963" y="3317875"/>
          <p14:tracePt t="58307" x="3673475" y="3317875"/>
          <p14:tracePt t="58315" x="3716338" y="3317875"/>
          <p14:tracePt t="58323" x="3751263" y="3317875"/>
          <p14:tracePt t="58332" x="3802063" y="3317875"/>
          <p14:tracePt t="58339" x="3851275" y="3332163"/>
          <p14:tracePt t="58348" x="3908425" y="3338513"/>
          <p14:tracePt t="58355" x="3987800" y="3346450"/>
          <p14:tracePt t="58363" x="4051300" y="3352800"/>
          <p14:tracePt t="58371" x="4137025" y="3375025"/>
          <p14:tracePt t="58379" x="4214813" y="3381375"/>
          <p14:tracePt t="58387" x="4294188" y="3381375"/>
          <p14:tracePt t="58395" x="4365625" y="3381375"/>
          <p14:tracePt t="58403" x="4443413" y="3389313"/>
          <p14:tracePt t="58411" x="4522788" y="3395663"/>
          <p14:tracePt t="58419" x="4614863" y="3409950"/>
          <p14:tracePt t="58427" x="4735513" y="3430588"/>
          <p14:tracePt t="58436" x="4857750" y="3438525"/>
          <p14:tracePt t="58443" x="5029200" y="3459163"/>
          <p14:tracePt t="58451" x="5164138" y="3459163"/>
          <p14:tracePt t="58459" x="5278438" y="3459163"/>
          <p14:tracePt t="58467" x="5384800" y="3459163"/>
          <p14:tracePt t="58475" x="5478463" y="3459163"/>
          <p14:tracePt t="58484" x="5556250" y="3459163"/>
          <p14:tracePt t="58491" x="5641975" y="3459163"/>
          <p14:tracePt t="58500" x="5719763" y="3459163"/>
          <p14:tracePt t="58507" x="5819775" y="3459163"/>
          <p14:tracePt t="58515" x="5919788" y="3459163"/>
          <p14:tracePt t="58523" x="6027738" y="3459163"/>
          <p14:tracePt t="58531" x="6154738" y="3459163"/>
          <p14:tracePt t="58539" x="6291263" y="3459163"/>
          <p14:tracePt t="58547" x="6383338" y="3459163"/>
          <p14:tracePt t="58555" x="6491288" y="3459163"/>
          <p14:tracePt t="58563" x="6583363" y="3459163"/>
          <p14:tracePt t="58571" x="6661150" y="3459163"/>
          <p14:tracePt t="58579" x="6732588" y="3459163"/>
          <p14:tracePt t="58587" x="6783388" y="3459163"/>
          <p14:tracePt t="58595" x="6832600" y="3459163"/>
          <p14:tracePt t="58603" x="6875463" y="3459163"/>
          <p14:tracePt t="58611" x="6911975" y="3459163"/>
          <p14:tracePt t="58619" x="6954838" y="3459163"/>
          <p14:tracePt t="58627" x="6975475" y="3452813"/>
          <p14:tracePt t="58635" x="6997700" y="3444875"/>
          <p14:tracePt t="58643" x="7011988" y="3444875"/>
          <p14:tracePt t="58651" x="7011988" y="3438525"/>
          <p14:tracePt t="58667" x="7018338" y="3430588"/>
          <p14:tracePt t="58691" x="7018338" y="3424238"/>
          <p14:tracePt t="58700" x="7018338" y="3409950"/>
          <p14:tracePt t="58708" x="7026275" y="3409950"/>
          <p14:tracePt t="58715" x="7026275" y="3395663"/>
          <p14:tracePt t="58723" x="7032625" y="3389313"/>
          <p14:tracePt t="58747" x="7040563" y="3381375"/>
          <p14:tracePt t="58763" x="7040563" y="3375025"/>
          <p14:tracePt t="58771" x="7046913" y="3367088"/>
          <p14:tracePt t="58795" x="7054850" y="3360738"/>
          <p14:tracePt t="58803" x="7061200" y="3360738"/>
          <p14:tracePt t="58811" x="7075488" y="3352800"/>
          <p14:tracePt t="58827" x="7097713" y="3346450"/>
          <p14:tracePt t="58835" x="7104063" y="3346450"/>
          <p14:tracePt t="58843" x="7124700" y="3346450"/>
          <p14:tracePt t="58851" x="7138988" y="3346450"/>
          <p14:tracePt t="58859" x="7153275" y="3338513"/>
          <p14:tracePt t="58868" x="7175500" y="3338513"/>
          <p14:tracePt t="58875" x="7196138" y="3338513"/>
          <p14:tracePt t="58885" x="7204075" y="3338513"/>
          <p14:tracePt t="58891" x="7218363" y="3324225"/>
          <p14:tracePt t="58900" x="7232650" y="3324225"/>
          <p14:tracePt t="58915" x="7246938" y="3317875"/>
          <p14:tracePt t="58923" x="7261225" y="3309938"/>
          <p14:tracePt t="58931" x="7281863" y="3303588"/>
          <p14:tracePt t="58939" x="7281863" y="3295650"/>
          <p14:tracePt t="58947" x="7296150" y="3289300"/>
          <p14:tracePt t="58955" x="7310438" y="3267075"/>
          <p14:tracePt t="58963" x="7318375" y="3267075"/>
          <p14:tracePt t="58972" x="7324725" y="3260725"/>
          <p14:tracePt t="58979" x="7332663" y="3246438"/>
          <p14:tracePt t="58987" x="7332663" y="3238500"/>
          <p14:tracePt t="58995" x="7332663" y="3232150"/>
          <p14:tracePt t="59003" x="7339013" y="3217863"/>
          <p14:tracePt t="59011" x="7339013" y="3203575"/>
          <p14:tracePt t="59019" x="7339013" y="3181350"/>
          <p14:tracePt t="59035" x="7346950" y="3160713"/>
          <p14:tracePt t="59043" x="7346950" y="3152775"/>
          <p14:tracePt t="59051" x="7346950" y="3138488"/>
          <p14:tracePt t="59059" x="7346950" y="3124200"/>
          <p14:tracePt t="59067" x="7346950" y="3109913"/>
          <p14:tracePt t="59075" x="7346950" y="3095625"/>
          <p14:tracePt t="59084" x="7346950" y="3089275"/>
          <p14:tracePt t="59091" x="7346950" y="3074988"/>
          <p14:tracePt t="59101" x="7346950" y="3060700"/>
          <p14:tracePt t="59107" x="7346950" y="3046413"/>
          <p14:tracePt t="59115" x="7339013" y="3032125"/>
          <p14:tracePt t="59123" x="7332663" y="3017838"/>
          <p14:tracePt t="59131" x="7332663" y="2995613"/>
          <p14:tracePt t="59139" x="7324725" y="2981325"/>
          <p14:tracePt t="59147" x="7318375" y="2974975"/>
          <p14:tracePt t="59155" x="7310438" y="2946400"/>
          <p14:tracePt t="59163" x="7304088" y="2924175"/>
          <p14:tracePt t="59171" x="7296150" y="2917825"/>
          <p14:tracePt t="59179" x="7296150" y="2895600"/>
          <p14:tracePt t="59187" x="7275513" y="2881313"/>
          <p14:tracePt t="59195" x="7275513" y="2874963"/>
          <p14:tracePt t="59203" x="7267575" y="2867025"/>
          <p14:tracePt t="59211" x="7261225" y="2854325"/>
          <p14:tracePt t="59219" x="7246938" y="2846388"/>
          <p14:tracePt t="59236" x="7232650" y="2832100"/>
          <p14:tracePt t="59243" x="7218363" y="2825750"/>
          <p14:tracePt t="59259" x="7204075" y="2817813"/>
          <p14:tracePt t="59267" x="7196138" y="2811463"/>
          <p14:tracePt t="59276" x="7189788" y="2811463"/>
          <p14:tracePt t="59284" x="7167563" y="2797175"/>
          <p14:tracePt t="59291" x="7161213" y="2797175"/>
          <p14:tracePt t="59301" x="7153275" y="2797175"/>
          <p14:tracePt t="59307" x="7146925" y="2789238"/>
          <p14:tracePt t="59315" x="7124700" y="2782888"/>
          <p14:tracePt t="59331" x="7112000" y="2782888"/>
          <p14:tracePt t="59339" x="7097713" y="2774950"/>
          <p14:tracePt t="59347" x="7083425" y="2768600"/>
          <p14:tracePt t="59355" x="7075488" y="2768600"/>
          <p14:tracePt t="59363" x="7054850" y="2768600"/>
          <p14:tracePt t="59371" x="7040563" y="2760663"/>
          <p14:tracePt t="59379" x="7018338" y="2760663"/>
          <p14:tracePt t="59387" x="6997700" y="2760663"/>
          <p14:tracePt t="59395" x="6983413" y="2760663"/>
          <p14:tracePt t="59403" x="6969125" y="2760663"/>
          <p14:tracePt t="59411" x="6954838" y="2760663"/>
          <p14:tracePt t="59419" x="6940550" y="2760663"/>
          <p14:tracePt t="59427" x="6926263" y="2760663"/>
          <p14:tracePt t="59435" x="6911975" y="2760663"/>
          <p14:tracePt t="59443" x="6904038" y="2760663"/>
          <p14:tracePt t="59451" x="6897688" y="2760663"/>
          <p14:tracePt t="59459" x="6883400" y="2760663"/>
          <p14:tracePt t="59467" x="6869113" y="2760663"/>
          <p14:tracePt t="59475" x="6846888" y="2760663"/>
          <p14:tracePt t="59484" x="6832600" y="2768600"/>
          <p14:tracePt t="59491" x="6826250" y="2774950"/>
          <p14:tracePt t="59500" x="6804025" y="2774950"/>
          <p14:tracePt t="59507" x="6789738" y="2774950"/>
          <p14:tracePt t="59515" x="6775450" y="2782888"/>
          <p14:tracePt t="59523" x="6761163" y="2789238"/>
          <p14:tracePt t="59531" x="6746875" y="2797175"/>
          <p14:tracePt t="59539" x="6732588" y="2797175"/>
          <p14:tracePt t="59547" x="6726238" y="2803525"/>
          <p14:tracePt t="59555" x="6718300" y="2811463"/>
          <p14:tracePt t="59563" x="6704013" y="2811463"/>
          <p14:tracePt t="59571" x="6697663" y="2817813"/>
          <p14:tracePt t="59579" x="6689725" y="2817813"/>
          <p14:tracePt t="59587" x="6689725" y="2825750"/>
          <p14:tracePt t="59595" x="6683375" y="2832100"/>
          <p14:tracePt t="59603" x="6669088" y="2840038"/>
          <p14:tracePt t="59611" x="6669088" y="2846388"/>
          <p14:tracePt t="59619" x="6661150" y="2846388"/>
          <p14:tracePt t="59627" x="6654800" y="2860675"/>
          <p14:tracePt t="59635" x="6646863" y="2867025"/>
          <p14:tracePt t="59651" x="6640513" y="2881313"/>
          <p14:tracePt t="59659" x="6640513" y="2889250"/>
          <p14:tracePt t="59667" x="6632575" y="2889250"/>
          <p14:tracePt t="59675" x="6632575" y="2895600"/>
          <p14:tracePt t="59684" x="6632575" y="2909888"/>
          <p14:tracePt t="59691" x="6632575" y="2917825"/>
          <p14:tracePt t="59700" x="6632575" y="2932113"/>
          <p14:tracePt t="59707" x="6632575" y="2938463"/>
          <p14:tracePt t="59715" x="6632575" y="2952750"/>
          <p14:tracePt t="59723" x="6632575" y="2960688"/>
          <p14:tracePt t="59731" x="6632575" y="2974975"/>
          <p14:tracePt t="59739" x="6632575" y="2981325"/>
          <p14:tracePt t="59747" x="6632575" y="2989263"/>
          <p14:tracePt t="59755" x="6632575" y="3003550"/>
          <p14:tracePt t="59763" x="6632575" y="3009900"/>
          <p14:tracePt t="59771" x="6632575" y="3017838"/>
          <p14:tracePt t="59779" x="6632575" y="3024188"/>
          <p14:tracePt t="59787" x="6640513" y="3032125"/>
          <p14:tracePt t="59795" x="6640513" y="3046413"/>
          <p14:tracePt t="59803" x="6646863" y="3060700"/>
          <p14:tracePt t="59811" x="6654800" y="3067050"/>
          <p14:tracePt t="59819" x="6669088" y="3081338"/>
          <p14:tracePt t="59827" x="6683375" y="3095625"/>
          <p14:tracePt t="59835" x="6689725" y="3103563"/>
          <p14:tracePt t="59843" x="6704013" y="3124200"/>
          <p14:tracePt t="59851" x="6711950" y="3132138"/>
          <p14:tracePt t="59867" x="6718300" y="3138488"/>
          <p14:tracePt t="59875" x="6732588" y="3152775"/>
          <p14:tracePt t="59884" x="6732588" y="3160713"/>
          <p14:tracePt t="59902" x="6761163" y="3175000"/>
          <p14:tracePt t="59915" x="6775450" y="3175000"/>
          <p14:tracePt t="59923" x="6783388" y="3181350"/>
          <p14:tracePt t="59931" x="6797675" y="3181350"/>
          <p14:tracePt t="59939" x="6804025" y="3181350"/>
          <p14:tracePt t="59947" x="6826250" y="3181350"/>
          <p14:tracePt t="59955" x="6846888" y="3181350"/>
          <p14:tracePt t="59963" x="6861175" y="3189288"/>
          <p14:tracePt t="59971" x="6883400" y="3189288"/>
          <p14:tracePt t="59979" x="6911975" y="3189288"/>
          <p14:tracePt t="59987" x="6932613" y="3189288"/>
          <p14:tracePt t="59995" x="6940550" y="3189288"/>
          <p14:tracePt t="60003" x="6961188" y="3189288"/>
          <p14:tracePt t="60011" x="6975475" y="3189288"/>
          <p14:tracePt t="60019" x="6989763" y="3189288"/>
          <p14:tracePt t="60035" x="6997700" y="3189288"/>
          <p14:tracePt t="60067" x="7004050" y="3189288"/>
          <p14:tracePt t="60115" x="7011988" y="3189288"/>
          <p14:tracePt t="61020" x="7011988" y="3181350"/>
          <p14:tracePt t="61339" x="7004050" y="3175000"/>
          <p14:tracePt t="61355" x="7004050" y="3167063"/>
          <p14:tracePt t="61380" x="7004050" y="3160713"/>
          <p14:tracePt t="61451" x="6997700" y="3152775"/>
          <p14:tracePt t="61459" x="6997700" y="3146425"/>
          <p14:tracePt t="61491" x="6997700" y="3138488"/>
          <p14:tracePt t="62003" x="6997700" y="3132138"/>
          <p14:tracePt t="62011" x="6997700" y="3117850"/>
          <p14:tracePt t="62019" x="6997700" y="3095625"/>
          <p14:tracePt t="62027" x="6989763" y="3074988"/>
          <p14:tracePt t="62035" x="6989763" y="3060700"/>
          <p14:tracePt t="62043" x="6983413" y="3038475"/>
          <p14:tracePt t="62051" x="6983413" y="3032125"/>
          <p14:tracePt t="62059" x="6975475" y="3009900"/>
          <p14:tracePt t="62068" x="6975475" y="3003550"/>
          <p14:tracePt t="62075" x="6975475" y="2981325"/>
          <p14:tracePt t="62084" x="6969125" y="2967038"/>
          <p14:tracePt t="62091" x="6969125" y="2960688"/>
          <p14:tracePt t="62107" x="6969125" y="2946400"/>
          <p14:tracePt t="62115" x="6969125" y="2938463"/>
          <p14:tracePt t="62123" x="6969125" y="2932113"/>
          <p14:tracePt t="62131" x="6961188" y="2924175"/>
          <p14:tracePt t="62139" x="6961188" y="2909888"/>
          <p14:tracePt t="62155" x="6961188" y="2895600"/>
          <p14:tracePt t="62163" x="6954838" y="2889250"/>
          <p14:tracePt t="62171" x="6954838" y="2867025"/>
          <p14:tracePt t="62179" x="6946900" y="2860675"/>
          <p14:tracePt t="62187" x="6946900" y="2854325"/>
          <p14:tracePt t="62195" x="6946900" y="2840038"/>
          <p14:tracePt t="62203" x="6940550" y="2840038"/>
          <p14:tracePt t="62211" x="6932613" y="2832100"/>
          <p14:tracePt t="62219" x="6932613" y="2825750"/>
          <p14:tracePt t="62227" x="6932613" y="2817813"/>
          <p14:tracePt t="62235" x="6926263" y="2803525"/>
          <p14:tracePt t="62243" x="6918325" y="2789238"/>
          <p14:tracePt t="62251" x="6911975" y="2782888"/>
          <p14:tracePt t="62259" x="6904038" y="2768600"/>
          <p14:tracePt t="62267" x="6904038" y="2746375"/>
          <p14:tracePt t="62275" x="6897688" y="2732088"/>
          <p14:tracePt t="62284" x="6897688" y="2717800"/>
          <p14:tracePt t="62291" x="6897688" y="2703513"/>
          <p14:tracePt t="62300" x="6889750" y="2682875"/>
          <p14:tracePt t="62307" x="6889750" y="2674938"/>
          <p14:tracePt t="62315" x="6889750" y="2660650"/>
          <p14:tracePt t="62323" x="6883400" y="2654300"/>
          <p14:tracePt t="62331" x="6883400" y="2646363"/>
          <p14:tracePt t="62347" x="6883400" y="2640013"/>
          <p14:tracePt t="62355" x="6883400" y="2632075"/>
          <p14:tracePt t="62371" x="6883400" y="2625725"/>
          <p14:tracePt t="62379" x="6883400" y="2617788"/>
          <p14:tracePt t="62387" x="6883400" y="2611438"/>
          <p14:tracePt t="62395" x="6883400" y="2603500"/>
          <p14:tracePt t="62411" x="6883400" y="2597150"/>
          <p14:tracePt t="62523" x="6883400" y="2603500"/>
          <p14:tracePt t="62531" x="6883400" y="2617788"/>
          <p14:tracePt t="62539" x="6883400" y="2625725"/>
          <p14:tracePt t="62547" x="6883400" y="2646363"/>
          <p14:tracePt t="62555" x="6883400" y="2660650"/>
          <p14:tracePt t="62563" x="6883400" y="2682875"/>
          <p14:tracePt t="62571" x="6883400" y="2703513"/>
          <p14:tracePt t="62579" x="6883400" y="2732088"/>
          <p14:tracePt t="62587" x="6883400" y="2746375"/>
          <p14:tracePt t="62595" x="6883400" y="2754313"/>
          <p14:tracePt t="62603" x="6883400" y="2774950"/>
          <p14:tracePt t="62611" x="6883400" y="2782888"/>
          <p14:tracePt t="62619" x="6889750" y="2803525"/>
          <p14:tracePt t="62627" x="6889750" y="2811463"/>
          <p14:tracePt t="62635" x="6889750" y="2825750"/>
          <p14:tracePt t="62643" x="6897688" y="2832100"/>
          <p14:tracePt t="62651" x="6897688" y="2846388"/>
          <p14:tracePt t="62660" x="6904038" y="2867025"/>
          <p14:tracePt t="62667" x="6911975" y="2867025"/>
          <p14:tracePt t="62675" x="6911975" y="2881313"/>
          <p14:tracePt t="62684" x="6926263" y="2881313"/>
          <p14:tracePt t="62691" x="6926263" y="2889250"/>
          <p14:tracePt t="62701" x="6940550" y="2889250"/>
          <p14:tracePt t="62707" x="6954838" y="2889250"/>
          <p14:tracePt t="62715" x="6961188" y="2889250"/>
          <p14:tracePt t="62723" x="6989763" y="2909888"/>
          <p14:tracePt t="62731" x="7011988" y="2909888"/>
          <p14:tracePt t="62739" x="7032625" y="2909888"/>
          <p14:tracePt t="62747" x="7054850" y="2917825"/>
          <p14:tracePt t="62755" x="7069138" y="2917825"/>
          <p14:tracePt t="62763" x="7083425" y="2924175"/>
          <p14:tracePt t="62787" x="7089775" y="2924175"/>
          <p14:tracePt t="62819" x="7089775" y="2932113"/>
          <p14:tracePt t="62851" x="7089775" y="2938463"/>
          <p14:tracePt t="62859" x="7069138" y="2952750"/>
          <p14:tracePt t="62867" x="7040563" y="2952750"/>
          <p14:tracePt t="62875" x="7026275" y="2967038"/>
          <p14:tracePt t="62885" x="7004050" y="2967038"/>
          <p14:tracePt t="62891" x="6969125" y="2989263"/>
          <p14:tracePt t="62900" x="6940550" y="2995613"/>
          <p14:tracePt t="62907" x="6904038" y="3003550"/>
          <p14:tracePt t="62915" x="6875463" y="3017838"/>
          <p14:tracePt t="62923" x="6840538" y="3032125"/>
          <p14:tracePt t="62931" x="6826250" y="3052763"/>
          <p14:tracePt t="62939" x="6811963" y="3060700"/>
          <p14:tracePt t="62947" x="6789738" y="3081338"/>
          <p14:tracePt t="62955" x="6775450" y="3095625"/>
          <p14:tracePt t="62971" x="6761163" y="3109913"/>
          <p14:tracePt t="62979" x="6761163" y="3124200"/>
          <p14:tracePt t="62995" x="6761163" y="3132138"/>
          <p14:tracePt t="63003" x="6761163" y="3138488"/>
          <p14:tracePt t="63019" x="6761163" y="3146425"/>
          <p14:tracePt t="63124" x="6761163" y="3152775"/>
          <p14:tracePt t="70236" x="6726238" y="3152775"/>
          <p14:tracePt t="70243" x="6654800" y="3152775"/>
          <p14:tracePt t="70251" x="6548438" y="3152775"/>
          <p14:tracePt t="70259" x="6462713" y="3152775"/>
          <p14:tracePt t="70267" x="6391275" y="3152775"/>
          <p14:tracePt t="70275" x="6305550" y="3152775"/>
          <p14:tracePt t="70284" x="6226175" y="3152775"/>
          <p14:tracePt t="70291" x="6162675" y="3152775"/>
          <p14:tracePt t="70299" x="6105525" y="3152775"/>
          <p14:tracePt t="70307" x="6062663" y="3152775"/>
          <p14:tracePt t="70315" x="6034088" y="3152775"/>
          <p14:tracePt t="70323" x="6005513" y="3152775"/>
          <p14:tracePt t="70331" x="5970588" y="3152775"/>
          <p14:tracePt t="70339" x="5927725" y="3160713"/>
          <p14:tracePt t="70347" x="5891213" y="3181350"/>
          <p14:tracePt t="70355" x="5842000" y="3189288"/>
          <p14:tracePt t="70363" x="5791200" y="3203575"/>
          <p14:tracePt t="70371" x="5756275" y="3209925"/>
          <p14:tracePt t="70379" x="5684838" y="3232150"/>
          <p14:tracePt t="70387" x="5605463" y="3252788"/>
          <p14:tracePt t="70395" x="5527675" y="3260725"/>
          <p14:tracePt t="70403" x="5456238" y="3267075"/>
          <p14:tracePt t="70411" x="5356225" y="3281363"/>
          <p14:tracePt t="70419" x="5264150" y="3295650"/>
          <p14:tracePt t="70427" x="5178425" y="3309938"/>
          <p14:tracePt t="70435" x="5057775" y="3324225"/>
          <p14:tracePt t="70443" x="4964113" y="3332163"/>
          <p14:tracePt t="70451" x="4843463" y="3332163"/>
          <p14:tracePt t="70459" x="4706938" y="3332163"/>
          <p14:tracePt t="70467" x="4592638" y="3332163"/>
          <p14:tracePt t="70475" x="4486275" y="3332163"/>
          <p14:tracePt t="70484" x="4371975" y="3332163"/>
          <p14:tracePt t="70491" x="4265613" y="3332163"/>
          <p14:tracePt t="70499" x="4165600" y="3332163"/>
          <p14:tracePt t="70507" x="4059238" y="3324225"/>
          <p14:tracePt t="70515" x="3965575" y="3309938"/>
          <p14:tracePt t="70523" x="3865563" y="3281363"/>
          <p14:tracePt t="70531" x="3779838" y="3275013"/>
          <p14:tracePt t="70539" x="3716338" y="3267075"/>
          <p14:tracePt t="70547" x="3665538" y="3252788"/>
          <p14:tracePt t="70555" x="3644900" y="3246438"/>
          <p14:tracePt t="70611" x="3651250" y="3238500"/>
          <p14:tracePt t="70619" x="3665538" y="3238500"/>
          <p14:tracePt t="70627" x="3673475" y="3238500"/>
          <p14:tracePt t="70635" x="3679825" y="3238500"/>
          <p14:tracePt t="70643" x="3694113" y="3232150"/>
          <p14:tracePt t="70667" x="3716338" y="3232150"/>
          <p14:tracePt t="70675" x="3736975" y="3232150"/>
          <p14:tracePt t="70684" x="3751263" y="3224213"/>
          <p14:tracePt t="70691" x="3765550" y="3224213"/>
          <p14:tracePt t="70700" x="3779838" y="3224213"/>
          <p14:tracePt t="70707" x="3787775" y="3224213"/>
          <p14:tracePt t="70715" x="3794125" y="3224213"/>
          <p14:tracePt t="70739" x="3802063" y="3224213"/>
          <p14:tracePt t="70795" x="3808413" y="3224213"/>
          <p14:tracePt t="70811" x="3822700" y="3224213"/>
          <p14:tracePt t="70827" x="3836988" y="3232150"/>
          <p14:tracePt t="70843" x="3851275" y="3232150"/>
          <p14:tracePt t="70867" x="3859213" y="3232150"/>
          <p14:tracePt t="70875" x="3873500" y="3232150"/>
          <p14:tracePt t="70891" x="3879850" y="3232150"/>
          <p14:tracePt t="70907" x="3902075" y="3232150"/>
          <p14:tracePt t="70915" x="3908425" y="3232150"/>
          <p14:tracePt t="70923" x="3930650" y="3246438"/>
          <p14:tracePt t="70931" x="3944938" y="3246438"/>
          <p14:tracePt t="70939" x="3951288" y="3246438"/>
          <p14:tracePt t="70947" x="3973513" y="3246438"/>
          <p14:tracePt t="70955" x="3987800" y="3246438"/>
          <p14:tracePt t="70963" x="4002088" y="3246438"/>
          <p14:tracePt t="70971" x="4022725" y="3246438"/>
          <p14:tracePt t="70987" x="4030663" y="3246438"/>
          <p14:tracePt t="71003" x="4037013" y="3246438"/>
          <p14:tracePt t="71019" x="4044950" y="3246438"/>
          <p14:tracePt t="71035" x="4051300" y="3246438"/>
          <p14:tracePt t="71043" x="4059238" y="3246438"/>
          <p14:tracePt t="71051" x="4065588" y="3246438"/>
          <p14:tracePt t="71059" x="4079875" y="3246438"/>
          <p14:tracePt t="71067" x="4100513" y="3246438"/>
          <p14:tracePt t="71075" x="4114800" y="3246438"/>
          <p14:tracePt t="71084" x="4122738" y="3246438"/>
          <p14:tracePt t="71091" x="4143375" y="3246438"/>
          <p14:tracePt t="71099" x="4165600" y="3246438"/>
          <p14:tracePt t="71107" x="4171950" y="3246438"/>
          <p14:tracePt t="71115" x="4200525" y="3246438"/>
          <p14:tracePt t="71123" x="4222750" y="3246438"/>
          <p14:tracePt t="71132" x="4237038" y="3246438"/>
          <p14:tracePt t="71139" x="4257675" y="3246438"/>
          <p14:tracePt t="71147" x="4271963" y="3246438"/>
          <p14:tracePt t="71155" x="4279900" y="3246438"/>
          <p14:tracePt t="71163" x="4286250" y="3246438"/>
          <p14:tracePt t="71171" x="4294188" y="3246438"/>
          <p14:tracePt t="71195" x="4300538" y="3246438"/>
          <p14:tracePt t="71203" x="4308475" y="3246438"/>
          <p14:tracePt t="71219" x="4308475" y="3238500"/>
          <p14:tracePt t="71227" x="4314825" y="3224213"/>
          <p14:tracePt t="71251" x="4314825" y="3209925"/>
          <p14:tracePt t="71259" x="4322763" y="3209925"/>
          <p14:tracePt t="71275" x="4322763" y="3203575"/>
          <p14:tracePt t="71291" x="4329113" y="3189288"/>
          <p14:tracePt t="71307" x="4329113" y="3181350"/>
          <p14:tracePt t="71323" x="4329113" y="3167063"/>
          <p14:tracePt t="71339" x="4343400" y="3160713"/>
          <p14:tracePt t="71355" x="4343400" y="3138488"/>
          <p14:tracePt t="71371" x="4343400" y="3132138"/>
          <p14:tracePt t="71388" x="4343400" y="3124200"/>
          <p14:tracePt t="71403" x="4343400" y="3117850"/>
          <p14:tracePt t="71411" x="4343400" y="3109913"/>
          <p14:tracePt t="71419" x="4343400" y="3103563"/>
          <p14:tracePt t="71427" x="4343400" y="3095625"/>
          <p14:tracePt t="71435" x="4343400" y="3089275"/>
          <p14:tracePt t="71443" x="4343400" y="3081338"/>
          <p14:tracePt t="71459" x="4343400" y="3067050"/>
          <p14:tracePt t="71467" x="4343400" y="3060700"/>
          <p14:tracePt t="71484" x="4343400" y="3052763"/>
          <p14:tracePt t="71508" x="4343400" y="3046413"/>
          <p14:tracePt t="71515" x="4343400" y="3038475"/>
          <p14:tracePt t="71547" x="4343400" y="3032125"/>
          <p14:tracePt t="71579" x="4343400" y="3017838"/>
          <p14:tracePt t="71603" x="4337050" y="3009900"/>
          <p14:tracePt t="71635" x="4337050" y="3003550"/>
          <p14:tracePt t="71643" x="4337050" y="2995613"/>
          <p14:tracePt t="71667" x="4337050" y="2989263"/>
          <p14:tracePt t="71675" x="4329113" y="2981325"/>
          <p14:tracePt t="71683" x="4322763" y="2974975"/>
          <p14:tracePt t="71700" x="4314825" y="2967038"/>
          <p14:tracePt t="71747" x="4308475" y="2960688"/>
          <p14:tracePt t="71763" x="4308475" y="2952750"/>
          <p14:tracePt t="71780" x="4300538" y="2946400"/>
          <p14:tracePt t="71803" x="4294188" y="2938463"/>
          <p14:tracePt t="71819" x="4286250" y="2924175"/>
          <p14:tracePt t="71843" x="4279900" y="2924175"/>
          <p14:tracePt t="71851" x="4271963" y="2924175"/>
          <p14:tracePt t="71859" x="4265613" y="2924175"/>
          <p14:tracePt t="71875" x="4251325" y="2917825"/>
          <p14:tracePt t="71884" x="4237038" y="2909888"/>
          <p14:tracePt t="71900" x="4222750" y="2909888"/>
          <p14:tracePt t="71907" x="4208463" y="2909888"/>
          <p14:tracePt t="71915" x="4194175" y="2909888"/>
          <p14:tracePt t="71923" x="4186238" y="2909888"/>
          <p14:tracePt t="71931" x="4171950" y="2909888"/>
          <p14:tracePt t="71939" x="4157663" y="2909888"/>
          <p14:tracePt t="71955" x="4143375" y="2909888"/>
          <p14:tracePt t="71963" x="4137025" y="2909888"/>
          <p14:tracePt t="71971" x="4122738" y="2909888"/>
          <p14:tracePt t="71987" x="4114800" y="2909888"/>
          <p14:tracePt t="72003" x="4108450" y="2909888"/>
          <p14:tracePt t="72011" x="4100513" y="2909888"/>
          <p14:tracePt t="72019" x="4094163" y="2909888"/>
          <p14:tracePt t="72035" x="4079875" y="2909888"/>
          <p14:tracePt t="72043" x="4071938" y="2909888"/>
          <p14:tracePt t="72059" x="4059238" y="2909888"/>
          <p14:tracePt t="72067" x="4051300" y="2909888"/>
          <p14:tracePt t="72084" x="4037013" y="2909888"/>
          <p14:tracePt t="72091" x="4030663" y="2909888"/>
          <p14:tracePt t="72107" x="4016375" y="2909888"/>
          <p14:tracePt t="72123" x="4008438" y="2909888"/>
          <p14:tracePt t="72139" x="3994150" y="2917825"/>
          <p14:tracePt t="72148" x="3987800" y="2924175"/>
          <p14:tracePt t="72155" x="3979863" y="2924175"/>
          <p14:tracePt t="72164" x="3973513" y="2924175"/>
          <p14:tracePt t="72171" x="3973513" y="2932113"/>
          <p14:tracePt t="72180" x="3965575" y="2932113"/>
          <p14:tracePt t="72187" x="3959225" y="2946400"/>
          <p14:tracePt t="72203" x="3951288" y="2952750"/>
          <p14:tracePt t="72219" x="3937000" y="2967038"/>
          <p14:tracePt t="72235" x="3937000" y="2974975"/>
          <p14:tracePt t="72244" x="3930650" y="2974975"/>
          <p14:tracePt t="72251" x="3930650" y="2981325"/>
          <p14:tracePt t="72267" x="3916363" y="2989263"/>
          <p14:tracePt t="72275" x="3908425" y="2995613"/>
          <p14:tracePt t="72284" x="3902075" y="3003550"/>
          <p14:tracePt t="72291" x="3894138" y="3009900"/>
          <p14:tracePt t="72307" x="3887788" y="3024188"/>
          <p14:tracePt t="72315" x="3879850" y="3032125"/>
          <p14:tracePt t="72323" x="3873500" y="3038475"/>
          <p14:tracePt t="72331" x="3873500" y="3046413"/>
          <p14:tracePt t="72347" x="3865563" y="3067050"/>
          <p14:tracePt t="72355" x="3859213" y="3074988"/>
          <p14:tracePt t="72363" x="3859213" y="3089275"/>
          <p14:tracePt t="72371" x="3851275" y="3089275"/>
          <p14:tracePt t="72379" x="3851275" y="3103563"/>
          <p14:tracePt t="72387" x="3851275" y="3109913"/>
          <p14:tracePt t="72403" x="3851275" y="3124200"/>
          <p14:tracePt t="72411" x="3851275" y="3132138"/>
          <p14:tracePt t="72427" x="3851275" y="3146425"/>
          <p14:tracePt t="72435" x="3851275" y="3160713"/>
          <p14:tracePt t="72443" x="3851275" y="3181350"/>
          <p14:tracePt t="72451" x="3851275" y="3189288"/>
          <p14:tracePt t="72460" x="3851275" y="3195638"/>
          <p14:tracePt t="72467" x="3851275" y="3203575"/>
          <p14:tracePt t="72475" x="3851275" y="3224213"/>
          <p14:tracePt t="72484" x="3851275" y="3232150"/>
          <p14:tracePt t="72491" x="3851275" y="3246438"/>
          <p14:tracePt t="72500" x="3851275" y="3260725"/>
          <p14:tracePt t="72507" x="3859213" y="3275013"/>
          <p14:tracePt t="72515" x="3859213" y="3289300"/>
          <p14:tracePt t="72523" x="3873500" y="3289300"/>
          <p14:tracePt t="72531" x="3879850" y="3303588"/>
          <p14:tracePt t="72539" x="3887788" y="3303588"/>
          <p14:tracePt t="72547" x="3887788" y="3309938"/>
          <p14:tracePt t="72555" x="3902075" y="3317875"/>
          <p14:tracePt t="72571" x="3916363" y="3324225"/>
          <p14:tracePt t="72587" x="3922713" y="3332163"/>
          <p14:tracePt t="72747" x="3930650" y="3332163"/>
          <p14:tracePt t="73348" x="3937000" y="3332163"/>
          <p14:tracePt t="73499" x="3930650" y="3332163"/>
          <p14:tracePt t="73539" x="3922713" y="3332163"/>
          <p14:tracePt t="73555" x="3908425" y="3332163"/>
          <p14:tracePt t="73563" x="3894138" y="3338513"/>
          <p14:tracePt t="73571" x="3865563" y="3338513"/>
          <p14:tracePt t="73579" x="3808413" y="3352800"/>
          <p14:tracePt t="73587" x="3759200" y="3360738"/>
          <p14:tracePt t="73595" x="3687763" y="3367088"/>
          <p14:tracePt t="73603" x="3608388" y="3375025"/>
          <p14:tracePt t="73611" x="3538538" y="3389313"/>
          <p14:tracePt t="73619" x="3467100" y="3395663"/>
          <p14:tracePt t="73627" x="3395663" y="3403600"/>
          <p14:tracePt t="73635" x="3330575" y="3409950"/>
          <p14:tracePt t="73643" x="3259138" y="3430588"/>
          <p14:tracePt t="73651" x="3187700" y="3444875"/>
          <p14:tracePt t="73659" x="3101975" y="3452813"/>
          <p14:tracePt t="73667" x="3009900" y="3467100"/>
          <p14:tracePt t="73675" x="2924175" y="3473450"/>
          <p14:tracePt t="73684" x="2832100" y="3487738"/>
          <p14:tracePt t="73691" x="2724150" y="3509963"/>
          <p14:tracePt t="73700" x="2617788" y="3516313"/>
          <p14:tracePt t="73707" x="2511425" y="3516313"/>
          <p14:tracePt t="73715" x="2411413" y="3516313"/>
          <p14:tracePt t="73723" x="2317750" y="3516313"/>
          <p14:tracePt t="73731" x="2211388" y="3516313"/>
          <p14:tracePt t="73740" x="2117725" y="3516313"/>
          <p14:tracePt t="73747" x="2025650" y="3516313"/>
          <p14:tracePt t="73756" x="1947863" y="3516313"/>
          <p14:tracePt t="73763" x="1897063" y="3516313"/>
          <p14:tracePt t="73771" x="1862138" y="3516313"/>
          <p14:tracePt t="73779" x="1833563" y="3516313"/>
          <p14:tracePt t="73787" x="1819275" y="3516313"/>
          <p14:tracePt t="73803" x="1811338" y="3516313"/>
          <p14:tracePt t="73843" x="1811338" y="3530600"/>
          <p14:tracePt t="73851" x="1790700" y="3538538"/>
          <p14:tracePt t="73859" x="1768475" y="3538538"/>
          <p14:tracePt t="73868" x="1739900" y="3538538"/>
          <p14:tracePt t="73875" x="1704975" y="3538538"/>
          <p14:tracePt t="73884" x="1676400" y="3538538"/>
          <p14:tracePt t="73891" x="1647825" y="3538538"/>
          <p14:tracePt t="73900" x="1619250" y="3538538"/>
          <p14:tracePt t="73907" x="1597025" y="3538538"/>
          <p14:tracePt t="73915" x="1576388" y="3538538"/>
          <p14:tracePt t="73923" x="1554163" y="3538538"/>
          <p14:tracePt t="73931" x="1539875" y="3538538"/>
          <p14:tracePt t="73939" x="1533525" y="3538538"/>
          <p14:tracePt t="73947" x="1525588" y="3538538"/>
          <p14:tracePt t="74059" x="1519238" y="3538538"/>
          <p14:tracePt t="74259" x="1512888" y="3538538"/>
          <p14:tracePt t="74275" x="1498600" y="3538538"/>
          <p14:tracePt t="74283" x="1490663" y="3538538"/>
          <p14:tracePt t="74291" x="1476375" y="3538538"/>
          <p14:tracePt t="74300" x="1470025" y="3538538"/>
          <p14:tracePt t="74307" x="1462088" y="3538538"/>
          <p14:tracePt t="74627" x="1476375" y="3538538"/>
          <p14:tracePt t="74635" x="1484313" y="3538538"/>
          <p14:tracePt t="74643" x="1490663" y="3538538"/>
          <p14:tracePt t="74651" x="1498600" y="3538538"/>
          <p14:tracePt t="74659" x="1498600" y="3544888"/>
          <p14:tracePt t="74668" x="1504950" y="3544888"/>
          <p14:tracePt t="74691" x="1512888" y="3544888"/>
          <p14:tracePt t="74699" x="1525588" y="3544888"/>
          <p14:tracePt t="74715" x="1539875" y="3552825"/>
          <p14:tracePt t="74723" x="1562100" y="3559175"/>
          <p14:tracePt t="74731" x="1576388" y="3559175"/>
          <p14:tracePt t="74739" x="1582738" y="3559175"/>
          <p14:tracePt t="74747" x="1597025" y="3559175"/>
          <p14:tracePt t="74755" x="1611313" y="3559175"/>
          <p14:tracePt t="74763" x="1625600" y="3559175"/>
          <p14:tracePt t="74779" x="1633538" y="3559175"/>
          <p14:tracePt t="74787" x="1647825" y="3559175"/>
          <p14:tracePt t="74811" x="1654175" y="3559175"/>
          <p14:tracePt t="74884" x="1662113" y="3559175"/>
          <p14:tracePt t="74899" x="1668463" y="3559175"/>
          <p14:tracePt t="74923" x="1676400" y="3559175"/>
          <p14:tracePt t="74939" x="1690688" y="3559175"/>
          <p14:tracePt t="74947" x="1704975" y="3559175"/>
          <p14:tracePt t="74955" x="1733550" y="3559175"/>
          <p14:tracePt t="74963" x="1754188" y="3559175"/>
          <p14:tracePt t="74971" x="1782763" y="3559175"/>
          <p14:tracePt t="74979" x="1819275" y="3559175"/>
          <p14:tracePt t="74987" x="1868488" y="3559175"/>
          <p14:tracePt t="74995" x="1905000" y="3559175"/>
          <p14:tracePt t="75003" x="1954213" y="3559175"/>
          <p14:tracePt t="75011" x="2011363" y="3559175"/>
          <p14:tracePt t="75019" x="2060575" y="3559175"/>
          <p14:tracePt t="75027" x="2125663" y="3559175"/>
          <p14:tracePt t="75035" x="2203450" y="3559175"/>
          <p14:tracePt t="75043" x="2268538" y="3559175"/>
          <p14:tracePt t="75051" x="2354263" y="3559175"/>
          <p14:tracePt t="75059" x="2432050" y="3559175"/>
          <p14:tracePt t="75067" x="2503488" y="3559175"/>
          <p14:tracePt t="75075" x="2574925" y="3559175"/>
          <p14:tracePt t="75084" x="2646363" y="3559175"/>
          <p14:tracePt t="75091" x="2703513" y="3559175"/>
          <p14:tracePt t="75100" x="2760663" y="3559175"/>
          <p14:tracePt t="75107" x="2817813" y="3559175"/>
          <p14:tracePt t="75115" x="2860675" y="3559175"/>
          <p14:tracePt t="75123" x="2895600" y="3559175"/>
          <p14:tracePt t="75132" x="2924175" y="3559175"/>
          <p14:tracePt t="75139" x="2967038" y="3559175"/>
          <p14:tracePt t="75147" x="2995613" y="3559175"/>
          <p14:tracePt t="75155" x="3046413" y="3559175"/>
          <p14:tracePt t="75163" x="3073400" y="3559175"/>
          <p14:tracePt t="75171" x="3109913" y="3559175"/>
          <p14:tracePt t="75180" x="3138488" y="3559175"/>
          <p14:tracePt t="75187" x="3167063" y="3559175"/>
          <p14:tracePt t="75196" x="3209925" y="3559175"/>
          <p14:tracePt t="75203" x="3267075" y="3559175"/>
          <p14:tracePt t="75211" x="3316288" y="3559175"/>
          <p14:tracePt t="75219" x="3352800" y="3559175"/>
          <p14:tracePt t="75227" x="3402013" y="3559175"/>
          <p14:tracePt t="75235" x="3438525" y="3559175"/>
          <p14:tracePt t="75243" x="3487738" y="3559175"/>
          <p14:tracePt t="75251" x="3544888" y="3559175"/>
          <p14:tracePt t="75259" x="3579813" y="3559175"/>
          <p14:tracePt t="75267" x="3622675" y="3559175"/>
          <p14:tracePt t="75275" x="3665538" y="3559175"/>
          <p14:tracePt t="75284" x="3708400" y="3559175"/>
          <p14:tracePt t="75291" x="3736975" y="3559175"/>
          <p14:tracePt t="75300" x="3759200" y="3552825"/>
          <p14:tracePt t="75307" x="3773488" y="3552825"/>
          <p14:tracePt t="75315" x="3794125" y="3552825"/>
          <p14:tracePt t="75323" x="3816350" y="3552825"/>
          <p14:tracePt t="75331" x="3830638" y="3538538"/>
          <p14:tracePt t="75339" x="3859213" y="3538538"/>
          <p14:tracePt t="75347" x="3873500" y="3530600"/>
          <p14:tracePt t="75355" x="3879850" y="3530600"/>
          <p14:tracePt t="75363" x="3902075" y="3530600"/>
          <p14:tracePt t="75371" x="3916363" y="3524250"/>
          <p14:tracePt t="75380" x="3937000" y="3524250"/>
          <p14:tracePt t="75387" x="3965575" y="3524250"/>
          <p14:tracePt t="75395" x="3987800" y="3509963"/>
          <p14:tracePt t="75403" x="4002088" y="3509963"/>
          <p14:tracePt t="75411" x="4008438" y="3509963"/>
          <p14:tracePt t="75419" x="4016375" y="3509963"/>
          <p14:tracePt t="75427" x="4022725" y="3502025"/>
          <p14:tracePt t="75691" x="4016375" y="3502025"/>
          <p14:tracePt t="75707" x="4008438" y="3502025"/>
          <p14:tracePt t="75715" x="4008438" y="3495675"/>
          <p14:tracePt t="75723" x="3994150" y="3495675"/>
          <p14:tracePt t="75731" x="3979863" y="3487738"/>
          <p14:tracePt t="75739" x="3973513" y="3487738"/>
          <p14:tracePt t="75747" x="3965575" y="3487738"/>
          <p14:tracePt t="75755" x="3959225" y="3487738"/>
          <p14:tracePt t="75763" x="3944938" y="3487738"/>
          <p14:tracePt t="75779" x="3937000" y="3487738"/>
          <p14:tracePt t="75787" x="3930650" y="3487738"/>
          <p14:tracePt t="75803" x="3922713" y="3487738"/>
          <p14:tracePt t="75827" x="3916363" y="3487738"/>
          <p14:tracePt t="75835" x="3908425" y="3487738"/>
          <p14:tracePt t="75843" x="3902075" y="3487738"/>
          <p14:tracePt t="75851" x="3894138" y="3487738"/>
          <p14:tracePt t="75859" x="3873500" y="3487738"/>
          <p14:tracePt t="75867" x="3859213" y="3487738"/>
          <p14:tracePt t="75875" x="3851275" y="3487738"/>
          <p14:tracePt t="75885" x="3822700" y="3487738"/>
          <p14:tracePt t="75891" x="3808413" y="3487738"/>
          <p14:tracePt t="75900" x="3794125" y="3487738"/>
          <p14:tracePt t="75907" x="3779838" y="3487738"/>
          <p14:tracePt t="75923" x="3773488" y="3487738"/>
          <p14:tracePt t="75963" x="3765550" y="3487738"/>
          <p14:tracePt t="75971" x="3751263" y="3487738"/>
          <p14:tracePt t="75979" x="3736975" y="3487738"/>
          <p14:tracePt t="75987" x="3722688" y="3487738"/>
          <p14:tracePt t="75995" x="3702050" y="3487738"/>
          <p14:tracePt t="76003" x="3679825" y="3487738"/>
          <p14:tracePt t="76011" x="3651250" y="3487738"/>
          <p14:tracePt t="76019" x="3636963" y="3487738"/>
          <p14:tracePt t="76027" x="3622675" y="3487738"/>
          <p14:tracePt t="76035" x="3608388" y="3487738"/>
          <p14:tracePt t="76043" x="3602038" y="3487738"/>
          <p14:tracePt t="76051" x="3594100" y="3487738"/>
          <p14:tracePt t="76451" x="3602038" y="3487738"/>
          <p14:tracePt t="76483" x="3608388" y="3487738"/>
          <p14:tracePt t="76500" x="3616325" y="3487738"/>
          <p14:tracePt t="76523" x="3622675" y="3487738"/>
          <p14:tracePt t="76579" x="3630613" y="3487738"/>
          <p14:tracePt t="76595" x="3636963" y="3487738"/>
          <p14:tracePt t="76603" x="3636963" y="3481388"/>
          <p14:tracePt t="76643" x="3644900" y="3481388"/>
          <p14:tracePt t="76659" x="3659188" y="3481388"/>
          <p14:tracePt t="76691" x="3665538" y="3481388"/>
          <p14:tracePt t="76707" x="3673475" y="3481388"/>
          <p14:tracePt t="76723" x="3679825" y="3481388"/>
          <p14:tracePt t="76771" x="3687763" y="3481388"/>
          <p14:tracePt t="76779" x="3694113" y="3481388"/>
          <p14:tracePt t="76795" x="3702050" y="3481388"/>
          <p14:tracePt t="76819" x="3708400" y="3481388"/>
          <p14:tracePt t="76827" x="3716338" y="3481388"/>
          <p14:tracePt t="76851" x="3722688" y="3481388"/>
          <p14:tracePt t="76875" x="3730625" y="3481388"/>
          <p14:tracePt t="76891" x="3736975" y="3481388"/>
          <p14:tracePt t="76915" x="3744913" y="3481388"/>
          <p14:tracePt t="76948" x="3751263" y="3481388"/>
          <p14:tracePt t="76963" x="3759200" y="3481388"/>
          <p14:tracePt t="76987" x="3765550" y="3481388"/>
          <p14:tracePt t="77003" x="3773488" y="3481388"/>
          <p14:tracePt t="77019" x="3779838" y="3481388"/>
          <p14:tracePt t="77123" x="3794125" y="3473450"/>
          <p14:tracePt t="77684" x="3787775" y="3473450"/>
          <p14:tracePt t="77691" x="3765550" y="3473450"/>
          <p14:tracePt t="77700" x="3736975" y="3473450"/>
          <p14:tracePt t="77707" x="3694113" y="3473450"/>
          <p14:tracePt t="77715" x="3659188" y="3473450"/>
          <p14:tracePt t="77723" x="3630613" y="3473450"/>
          <p14:tracePt t="77731" x="3579813" y="3473450"/>
          <p14:tracePt t="77739" x="3538538" y="3473450"/>
          <p14:tracePt t="77747" x="3509963" y="3473450"/>
          <p14:tracePt t="77755" x="3473450" y="3473450"/>
          <p14:tracePt t="77763" x="3444875" y="3473450"/>
          <p14:tracePt t="77771" x="3416300" y="3473450"/>
          <p14:tracePt t="77779" x="3387725" y="3473450"/>
          <p14:tracePt t="77787" x="3352800" y="3473450"/>
          <p14:tracePt t="77795" x="3330575" y="3473450"/>
          <p14:tracePt t="77803" x="3324225" y="3473450"/>
          <p14:tracePt t="77811" x="3309938" y="3473450"/>
          <p14:tracePt t="77819" x="3302000" y="3473450"/>
          <p14:tracePt t="77827" x="3287713" y="3473450"/>
          <p14:tracePt t="77835" x="3273425" y="3473450"/>
          <p14:tracePt t="77843" x="3259138" y="3473450"/>
          <p14:tracePt t="77851" x="3238500" y="3473450"/>
          <p14:tracePt t="77859" x="3230563" y="3473450"/>
          <p14:tracePt t="77867" x="3209925" y="3473450"/>
          <p14:tracePt t="77875" x="3187700" y="3473450"/>
          <p14:tracePt t="77884" x="3181350" y="3473450"/>
          <p14:tracePt t="77901" x="3138488" y="3473450"/>
          <p14:tracePt t="77907" x="3116263" y="3473450"/>
          <p14:tracePt t="77915" x="3101975" y="3473450"/>
          <p14:tracePt t="77923" x="3081338" y="3473450"/>
          <p14:tracePt t="77931" x="3067050" y="3473450"/>
          <p14:tracePt t="77939" x="3052763" y="3473450"/>
          <p14:tracePt t="77947" x="3032125" y="3473450"/>
          <p14:tracePt t="77956" x="3017838" y="3473450"/>
          <p14:tracePt t="77963" x="2989263" y="3473450"/>
          <p14:tracePt t="77971" x="2960688" y="3473450"/>
          <p14:tracePt t="77979" x="2932113" y="3473450"/>
          <p14:tracePt t="77987" x="2903538" y="3473450"/>
          <p14:tracePt t="77995" x="2867025" y="3473450"/>
          <p14:tracePt t="78003" x="2846388" y="3473450"/>
          <p14:tracePt t="78011" x="2824163" y="3473450"/>
          <p14:tracePt t="78019" x="2817813" y="3473450"/>
          <p14:tracePt t="78027" x="2795588" y="3473450"/>
          <p14:tracePt t="78035" x="2774950" y="3473450"/>
          <p14:tracePt t="78043" x="2767013" y="3473450"/>
          <p14:tracePt t="78051" x="2746375" y="3473450"/>
          <p14:tracePt t="78059" x="2724150" y="3473450"/>
          <p14:tracePt t="78067" x="2695575" y="3473450"/>
          <p14:tracePt t="78075" x="2667000" y="3473450"/>
          <p14:tracePt t="78084" x="2638425" y="3473450"/>
          <p14:tracePt t="78091" x="2624138" y="3473450"/>
          <p14:tracePt t="78101" x="2603500" y="3473450"/>
          <p14:tracePt t="78107" x="2589213" y="3473450"/>
          <p14:tracePt t="78123" x="2581275" y="3473450"/>
          <p14:tracePt t="78347" x="2589213" y="3473450"/>
          <p14:tracePt t="78355" x="2632075" y="3473450"/>
          <p14:tracePt t="78363" x="2674938" y="3473450"/>
          <p14:tracePt t="78372" x="2709863" y="3473450"/>
          <p14:tracePt t="78379" x="2774950" y="3473450"/>
          <p14:tracePt t="78387" x="2846388" y="3473450"/>
          <p14:tracePt t="78395" x="2917825" y="3473450"/>
          <p14:tracePt t="78403" x="2995613" y="3473450"/>
          <p14:tracePt t="78411" x="3052763" y="3473450"/>
          <p14:tracePt t="78419" x="3130550" y="3473450"/>
          <p14:tracePt t="78427" x="3195638" y="3473450"/>
          <p14:tracePt t="78435" x="3252788" y="3473450"/>
          <p14:tracePt t="78444" x="3309938" y="3473450"/>
          <p14:tracePt t="78451" x="3359150" y="3473450"/>
          <p14:tracePt t="78459" x="3402013" y="3473450"/>
          <p14:tracePt t="78468" x="3444875" y="3473450"/>
          <p14:tracePt t="78475" x="3495675" y="3473450"/>
          <p14:tracePt t="78484" x="3516313" y="3473450"/>
          <p14:tracePt t="78491" x="3552825" y="3473450"/>
          <p14:tracePt t="78500" x="3565525" y="3473450"/>
          <p14:tracePt t="78507" x="3587750" y="3473450"/>
          <p14:tracePt t="78515" x="3602038" y="3473450"/>
          <p14:tracePt t="78523" x="3608388" y="3473450"/>
          <p14:tracePt t="78531" x="3616325" y="3473450"/>
          <p14:tracePt t="78539" x="3622675" y="3473450"/>
          <p14:tracePt t="78547" x="3630613" y="3473450"/>
          <p14:tracePt t="78611" x="3636963" y="3473450"/>
          <p14:tracePt t="78619" x="3636963" y="3467100"/>
          <p14:tracePt t="78627" x="3644900" y="3467100"/>
          <p14:tracePt t="78635" x="3644900" y="3459163"/>
          <p14:tracePt t="78651" x="3659188" y="3459163"/>
          <p14:tracePt t="78659" x="3659188" y="3452813"/>
          <p14:tracePt t="78667" x="3665538" y="3452813"/>
          <p14:tracePt t="78684" x="3673475" y="3452813"/>
          <p14:tracePt t="78691" x="3679825" y="3444875"/>
          <p14:tracePt t="78701" x="3687763" y="3444875"/>
          <p14:tracePt t="78707" x="3694113" y="3438525"/>
          <p14:tracePt t="78715" x="3702050" y="3430588"/>
          <p14:tracePt t="78723" x="3716338" y="3417888"/>
          <p14:tracePt t="78731" x="3736975" y="3409950"/>
          <p14:tracePt t="78739" x="3751263" y="3403600"/>
          <p14:tracePt t="78747" x="3759200" y="3395663"/>
          <p14:tracePt t="78755" x="3773488" y="3395663"/>
          <p14:tracePt t="78764" x="3794125" y="3381375"/>
          <p14:tracePt t="78779" x="3808413" y="3375025"/>
          <p14:tracePt t="78787" x="3816350" y="3360738"/>
          <p14:tracePt t="78795" x="3822700" y="3352800"/>
          <p14:tracePt t="78803" x="3830638" y="3346450"/>
          <p14:tracePt t="78811" x="3844925" y="3332163"/>
          <p14:tracePt t="78819" x="3844925" y="3317875"/>
          <p14:tracePt t="78827" x="3851275" y="3309938"/>
          <p14:tracePt t="78835" x="3859213" y="3289300"/>
          <p14:tracePt t="78851" x="3865563" y="3267075"/>
          <p14:tracePt t="78859" x="3865563" y="3260725"/>
          <p14:tracePt t="78867" x="3865563" y="3238500"/>
          <p14:tracePt t="78885" x="3873500" y="3209925"/>
          <p14:tracePt t="78891" x="3873500" y="3195638"/>
          <p14:tracePt t="78900" x="3879850" y="3175000"/>
          <p14:tracePt t="78907" x="3879850" y="3167063"/>
          <p14:tracePt t="78915" x="3879850" y="3160713"/>
          <p14:tracePt t="78923" x="3879850" y="3152775"/>
          <p14:tracePt t="78939" x="3894138" y="3138488"/>
          <p14:tracePt t="79131" x="3894138" y="3132138"/>
          <p14:tracePt t="79147" x="3894138" y="3124200"/>
          <p14:tracePt t="79203" x="3902075" y="3117850"/>
          <p14:tracePt t="79219" x="3908425" y="3103563"/>
          <p14:tracePt t="79227" x="3908425" y="3095625"/>
          <p14:tracePt t="79235" x="3916363" y="3089275"/>
          <p14:tracePt t="79243" x="3922713" y="3081338"/>
          <p14:tracePt t="79259" x="3930650" y="3074988"/>
          <p14:tracePt t="79267" x="3937000" y="3067050"/>
          <p14:tracePt t="79275" x="3944938" y="3060700"/>
          <p14:tracePt t="79284" x="3944938" y="3052763"/>
          <p14:tracePt t="79291" x="3951288" y="3052763"/>
          <p14:tracePt t="79300" x="3951288" y="3046413"/>
          <p14:tracePt t="79307" x="3965575" y="3038475"/>
          <p14:tracePt t="79315" x="3987800" y="3024188"/>
          <p14:tracePt t="79323" x="3994150" y="3024188"/>
          <p14:tracePt t="79332" x="4008438" y="3024188"/>
          <p14:tracePt t="79339" x="4030663" y="3009900"/>
          <p14:tracePt t="79347" x="4044950" y="3003550"/>
          <p14:tracePt t="79355" x="4065588" y="3003550"/>
          <p14:tracePt t="79363" x="4071938" y="3003550"/>
          <p14:tracePt t="79371" x="4094163" y="3003550"/>
          <p14:tracePt t="79379" x="4108450" y="3003550"/>
          <p14:tracePt t="79387" x="4114800" y="3003550"/>
          <p14:tracePt t="79395" x="4137025" y="3003550"/>
          <p14:tracePt t="79403" x="4157663" y="3003550"/>
          <p14:tracePt t="79411" x="4171950" y="3003550"/>
          <p14:tracePt t="79419" x="4194175" y="3003550"/>
          <p14:tracePt t="79427" x="4214813" y="3003550"/>
          <p14:tracePt t="79435" x="4222750" y="3003550"/>
          <p14:tracePt t="79443" x="4237038" y="3003550"/>
          <p14:tracePt t="79451" x="4243388" y="3003550"/>
          <p14:tracePt t="79459" x="4257675" y="3003550"/>
          <p14:tracePt t="79467" x="4265613" y="3009900"/>
          <p14:tracePt t="79475" x="4271963" y="3009900"/>
          <p14:tracePt t="79484" x="4286250" y="3009900"/>
          <p14:tracePt t="79491" x="4300538" y="3017838"/>
          <p14:tracePt t="79499" x="4308475" y="3024188"/>
          <p14:tracePt t="79507" x="4322763" y="3024188"/>
          <p14:tracePt t="79515" x="4329113" y="3032125"/>
          <p14:tracePt t="79523" x="4337050" y="3038475"/>
          <p14:tracePt t="79531" x="4337050" y="3046413"/>
          <p14:tracePt t="79539" x="4343400" y="3046413"/>
          <p14:tracePt t="79547" x="4343400" y="3067050"/>
          <p14:tracePt t="79555" x="4351338" y="3074988"/>
          <p14:tracePt t="79571" x="4351338" y="3089275"/>
          <p14:tracePt t="79579" x="4351338" y="3095625"/>
          <p14:tracePt t="79587" x="4351338" y="3117850"/>
          <p14:tracePt t="79603" x="4357688" y="3132138"/>
          <p14:tracePt t="79611" x="4357688" y="3138488"/>
          <p14:tracePt t="79627" x="4365625" y="3146425"/>
          <p14:tracePt t="79643" x="4371975" y="3160713"/>
          <p14:tracePt t="79651" x="4379913" y="3167063"/>
          <p14:tracePt t="79659" x="4394200" y="3175000"/>
          <p14:tracePt t="79667" x="4414838" y="3175000"/>
          <p14:tracePt t="79675" x="4437063" y="3189288"/>
          <p14:tracePt t="79684" x="4465638" y="3195638"/>
          <p14:tracePt t="79691" x="4486275" y="3195638"/>
          <p14:tracePt t="79700" x="4529138" y="3203575"/>
          <p14:tracePt t="79707" x="4565650" y="3209925"/>
          <p14:tracePt t="79715" x="4606925" y="3232150"/>
          <p14:tracePt t="79723" x="4657725" y="3238500"/>
          <p14:tracePt t="79731" x="4706938" y="3246438"/>
          <p14:tracePt t="79739" x="4743450" y="3246438"/>
          <p14:tracePt t="79747" x="4806950" y="3260725"/>
          <p14:tracePt t="79755" x="4843463" y="3260725"/>
          <p14:tracePt t="79763" x="4900613" y="3260725"/>
          <p14:tracePt t="79771" x="4935538" y="3260725"/>
          <p14:tracePt t="79779" x="4986338" y="3260725"/>
          <p14:tracePt t="79787" x="5043488" y="3260725"/>
          <p14:tracePt t="79795" x="5113338" y="3260725"/>
          <p14:tracePt t="79803" x="5184775" y="3267075"/>
          <p14:tracePt t="79811" x="5256213" y="3267075"/>
          <p14:tracePt t="79819" x="5327650" y="3267075"/>
          <p14:tracePt t="79827" x="5399088" y="3267075"/>
          <p14:tracePt t="79835" x="5464175" y="3267075"/>
          <p14:tracePt t="79843" x="5535613" y="3267075"/>
          <p14:tracePt t="79851" x="5605463" y="3267075"/>
          <p14:tracePt t="79859" x="5656263" y="3267075"/>
          <p14:tracePt t="79867" x="5719763" y="3267075"/>
          <p14:tracePt t="79875" x="5756275" y="3267075"/>
          <p14:tracePt t="79884" x="5805488" y="3267075"/>
          <p14:tracePt t="79901" x="5884863" y="3267075"/>
          <p14:tracePt t="79907" x="5934075" y="3267075"/>
          <p14:tracePt t="79915" x="5970588" y="3267075"/>
          <p14:tracePt t="79923" x="6005513" y="3267075"/>
          <p14:tracePt t="79931" x="6048375" y="3267075"/>
          <p14:tracePt t="79939" x="6076950" y="3267075"/>
          <p14:tracePt t="79947" x="6105525" y="3267075"/>
          <p14:tracePt t="79955" x="6119813" y="3267075"/>
          <p14:tracePt t="79963" x="6148388" y="3267075"/>
          <p14:tracePt t="79971" x="6162675" y="3267075"/>
          <p14:tracePt t="79979" x="6176963" y="3267075"/>
          <p14:tracePt t="79987" x="6197600" y="3267075"/>
          <p14:tracePt t="79995" x="6219825" y="3267075"/>
          <p14:tracePt t="80003" x="6240463" y="3275013"/>
          <p14:tracePt t="80011" x="6269038" y="3275013"/>
          <p14:tracePt t="80019" x="6291263" y="3275013"/>
          <p14:tracePt t="80027" x="6319838" y="3275013"/>
          <p14:tracePt t="80035" x="6348413" y="3275013"/>
          <p14:tracePt t="80043" x="6391275" y="3275013"/>
          <p14:tracePt t="80051" x="6411913" y="3275013"/>
          <p14:tracePt t="80059" x="6426200" y="3275013"/>
          <p14:tracePt t="80067" x="6434138" y="3275013"/>
          <p14:tracePt t="80075" x="6440488" y="3275013"/>
          <p14:tracePt t="80171" x="6434138" y="3275013"/>
          <p14:tracePt t="80187" x="6419850" y="3275013"/>
          <p14:tracePt t="80195" x="6411913" y="3275013"/>
          <p14:tracePt t="80203" x="6405563" y="3260725"/>
          <p14:tracePt t="80211" x="6397625" y="3238500"/>
          <p14:tracePt t="80219" x="6391275" y="3238500"/>
          <p14:tracePt t="80227" x="6383338" y="3232150"/>
          <p14:tracePt t="80235" x="6369050" y="3224213"/>
          <p14:tracePt t="80243" x="6362700" y="3217863"/>
          <p14:tracePt t="80251" x="6340475" y="3209925"/>
          <p14:tracePt t="80259" x="6319838" y="3209925"/>
          <p14:tracePt t="80267" x="6291263" y="3209925"/>
          <p14:tracePt t="80275" x="6254750" y="3195638"/>
          <p14:tracePt t="80286" x="6226175" y="3195638"/>
          <p14:tracePt t="80291" x="6191250" y="3195638"/>
          <p14:tracePt t="80301" x="6154738" y="3195638"/>
          <p14:tracePt t="80307" x="6126163" y="3195638"/>
          <p14:tracePt t="80315" x="6091238" y="3195638"/>
          <p14:tracePt t="80323" x="6056313" y="3195638"/>
          <p14:tracePt t="80331" x="6013450" y="3195638"/>
          <p14:tracePt t="80339" x="5976938" y="3195638"/>
          <p14:tracePt t="80347" x="5934075" y="3195638"/>
          <p14:tracePt t="80355" x="5905500" y="3195638"/>
          <p14:tracePt t="80364" x="5870575" y="3195638"/>
          <p14:tracePt t="80371" x="5842000" y="3195638"/>
          <p14:tracePt t="80379" x="5784850" y="3195638"/>
          <p14:tracePt t="80387" x="5748338" y="3195638"/>
          <p14:tracePt t="80395" x="5713413" y="3195638"/>
          <p14:tracePt t="80403" x="5676900" y="3195638"/>
          <p14:tracePt t="80411" x="5627688" y="3195638"/>
          <p14:tracePt t="80419" x="5584825" y="3189288"/>
          <p14:tracePt t="80427" x="5549900" y="3181350"/>
          <p14:tracePt t="80435" x="5507038" y="3175000"/>
          <p14:tracePt t="80443" x="5492750" y="3175000"/>
          <p14:tracePt t="80451" x="5456238" y="3160713"/>
          <p14:tracePt t="80459" x="5449888" y="3160713"/>
          <p14:tracePt t="80467" x="5435600" y="3160713"/>
          <p14:tracePt t="80500" x="5427663" y="3160713"/>
          <p14:tracePt t="80507" x="5421313" y="3160713"/>
          <p14:tracePt t="80515" x="5407025" y="3160713"/>
          <p14:tracePt t="80523" x="5392738" y="3160713"/>
          <p14:tracePt t="80531" x="5364163" y="3160713"/>
          <p14:tracePt t="80539" x="5327650" y="3160713"/>
          <p14:tracePt t="80547" x="5299075" y="3160713"/>
          <p14:tracePt t="80555" x="5264150" y="3160713"/>
          <p14:tracePt t="80563" x="5235575" y="3160713"/>
          <p14:tracePt t="80571" x="5207000" y="3160713"/>
          <p14:tracePt t="80579" x="5170488" y="3160713"/>
          <p14:tracePt t="80587" x="5149850" y="3160713"/>
          <p14:tracePt t="80595" x="5127625" y="3160713"/>
          <p14:tracePt t="80603" x="5121275" y="3160713"/>
          <p14:tracePt t="80611" x="5099050" y="3160713"/>
          <p14:tracePt t="80627" x="5084763" y="3160713"/>
          <p14:tracePt t="80635" x="5072063" y="3160713"/>
          <p14:tracePt t="80643" x="5057775" y="3160713"/>
          <p14:tracePt t="80651" x="5043488" y="3167063"/>
          <p14:tracePt t="80659" x="5029200" y="3167063"/>
          <p14:tracePt t="80667" x="5000625" y="3175000"/>
          <p14:tracePt t="80675" x="4986338" y="3175000"/>
          <p14:tracePt t="80684" x="4957763" y="3181350"/>
          <p14:tracePt t="80691" x="4943475" y="3181350"/>
          <p14:tracePt t="80700" x="4921250" y="3181350"/>
          <p14:tracePt t="80707" x="4914900" y="3189288"/>
          <p14:tracePt t="80715" x="4892675" y="3189288"/>
          <p14:tracePt t="80723" x="4886325" y="3195638"/>
          <p14:tracePt t="80731" x="4864100" y="3195638"/>
          <p14:tracePt t="80739" x="4857750" y="3195638"/>
          <p14:tracePt t="80747" x="4835525" y="3195638"/>
          <p14:tracePt t="80763" x="4806950" y="3209925"/>
          <p14:tracePt t="80771" x="4800600" y="3209925"/>
          <p14:tracePt t="80779" x="4778375" y="3209925"/>
          <p14:tracePt t="80787" x="4764088" y="3217863"/>
          <p14:tracePt t="80795" x="4757738" y="3224213"/>
          <p14:tracePt t="80803" x="4743450" y="3224213"/>
          <p14:tracePt t="80811" x="4735513" y="3224213"/>
          <p14:tracePt t="80827" x="4721225" y="3224213"/>
          <p14:tracePt t="80843" x="4714875" y="3224213"/>
          <p14:tracePt t="80859" x="4700588" y="3224213"/>
          <p14:tracePt t="80867" x="4692650" y="3232150"/>
          <p14:tracePt t="80883" x="4678363" y="3238500"/>
          <p14:tracePt t="80891" x="4664075" y="3238500"/>
          <p14:tracePt t="80899" x="4649788" y="3238500"/>
          <p14:tracePt t="80907" x="4629150" y="3238500"/>
          <p14:tracePt t="80915" x="4621213" y="3238500"/>
          <p14:tracePt t="80923" x="4606925" y="3246438"/>
          <p14:tracePt t="80931" x="4600575" y="3246438"/>
          <p14:tracePt t="80947" x="4592638" y="3246438"/>
          <p14:tracePt t="80987" x="4592638" y="3252788"/>
          <p14:tracePt t="81011" x="4614863" y="3252788"/>
          <p14:tracePt t="81019" x="4643438" y="3252788"/>
          <p14:tracePt t="81027" x="4700588" y="3260725"/>
          <p14:tracePt t="81035" x="4764088" y="3267075"/>
          <p14:tracePt t="81043" x="4886325" y="3275013"/>
          <p14:tracePt t="81051" x="4978400" y="3275013"/>
          <p14:tracePt t="81059" x="5084763" y="3275013"/>
          <p14:tracePt t="81067" x="5199063" y="3275013"/>
          <p14:tracePt t="81075" x="5284788" y="3275013"/>
          <p14:tracePt t="81084" x="5378450" y="3275013"/>
          <p14:tracePt t="81091" x="5441950" y="3275013"/>
          <p14:tracePt t="81101" x="5513388" y="3275013"/>
          <p14:tracePt t="81107" x="5556250" y="3275013"/>
          <p14:tracePt t="81115" x="5605463" y="3275013"/>
          <p14:tracePt t="81123" x="5656263" y="3275013"/>
          <p14:tracePt t="81131" x="5691188" y="3275013"/>
          <p14:tracePt t="81139" x="5748338" y="3275013"/>
          <p14:tracePt t="81147" x="5799138" y="3275013"/>
          <p14:tracePt t="81155" x="5862638" y="3275013"/>
          <p14:tracePt t="81163" x="5905500" y="3275013"/>
          <p14:tracePt t="81171" x="5948363" y="3275013"/>
          <p14:tracePt t="81180" x="5991225" y="3275013"/>
          <p14:tracePt t="81187" x="6019800" y="3275013"/>
          <p14:tracePt t="81196" x="6048375" y="3275013"/>
          <p14:tracePt t="81203" x="6076950" y="3275013"/>
          <p14:tracePt t="81211" x="6111875" y="3275013"/>
          <p14:tracePt t="81219" x="6148388" y="3275013"/>
          <p14:tracePt t="81227" x="6197600" y="3275013"/>
          <p14:tracePt t="81235" x="6234113" y="3275013"/>
          <p14:tracePt t="81243" x="6276975" y="3275013"/>
          <p14:tracePt t="81251" x="6311900" y="3275013"/>
          <p14:tracePt t="81259" x="6334125" y="3275013"/>
          <p14:tracePt t="81267" x="6354763" y="3275013"/>
          <p14:tracePt t="81275" x="6362700" y="3275013"/>
          <p14:tracePt t="81284" x="6369050" y="3275013"/>
          <p14:tracePt t="81291" x="6376988" y="3275013"/>
          <p14:tracePt t="81300" x="6383338" y="3275013"/>
          <p14:tracePt t="81315" x="6397625" y="3275013"/>
          <p14:tracePt t="81323" x="6411913" y="3275013"/>
          <p14:tracePt t="81331" x="6419850" y="3275013"/>
          <p14:tracePt t="81339" x="6434138" y="3275013"/>
          <p14:tracePt t="81347" x="6440488" y="3275013"/>
          <p14:tracePt t="81371" x="6454775" y="3281363"/>
          <p14:tracePt t="81475" x="6440488" y="3281363"/>
          <p14:tracePt t="81483" x="6419850" y="3281363"/>
          <p14:tracePt t="81491" x="6397625" y="3289300"/>
          <p14:tracePt t="81500" x="6376988" y="3289300"/>
          <p14:tracePt t="81507" x="6348413" y="3295650"/>
          <p14:tracePt t="81515" x="6311900" y="3295650"/>
          <p14:tracePt t="81523" x="6291263" y="3303588"/>
          <p14:tracePt t="81531" x="6269038" y="3303588"/>
          <p14:tracePt t="81539" x="6248400" y="3309938"/>
          <p14:tracePt t="81555" x="6234113" y="3309938"/>
          <p14:tracePt t="81563" x="6219825" y="3309938"/>
          <p14:tracePt t="81571" x="6211888" y="3309938"/>
          <p14:tracePt t="81579" x="6197600" y="3309938"/>
          <p14:tracePt t="81587" x="6176963" y="3309938"/>
          <p14:tracePt t="81595" x="6162675" y="3309938"/>
          <p14:tracePt t="81603" x="6119813" y="3309938"/>
          <p14:tracePt t="81611" x="6076950" y="3309938"/>
          <p14:tracePt t="81619" x="6042025" y="3309938"/>
          <p14:tracePt t="81627" x="5991225" y="3309938"/>
          <p14:tracePt t="81635" x="5942013" y="3309938"/>
          <p14:tracePt t="81643" x="5899150" y="3309938"/>
          <p14:tracePt t="81651" x="5848350" y="3309938"/>
          <p14:tracePt t="81659" x="5813425" y="3309938"/>
          <p14:tracePt t="81667" x="5770563" y="3309938"/>
          <p14:tracePt t="81675" x="5734050" y="3309938"/>
          <p14:tracePt t="81684" x="5684838" y="3309938"/>
          <p14:tracePt t="81691" x="5634038" y="3309938"/>
          <p14:tracePt t="81701" x="5578475" y="3309938"/>
          <p14:tracePt t="81707" x="5521325" y="3309938"/>
          <p14:tracePt t="81715" x="5456238" y="3309938"/>
          <p14:tracePt t="81723" x="5392738" y="3309938"/>
          <p14:tracePt t="81731" x="5313363" y="3309938"/>
          <p14:tracePt t="81739" x="5249863" y="3309938"/>
          <p14:tracePt t="81747" x="5192713" y="3309938"/>
          <p14:tracePt t="81755" x="5121275" y="3309938"/>
          <p14:tracePt t="81763" x="5057775" y="3309938"/>
          <p14:tracePt t="81771" x="5006975" y="3309938"/>
          <p14:tracePt t="81779" x="4943475" y="3317875"/>
          <p14:tracePt t="81788" x="4872038" y="3317875"/>
          <p14:tracePt t="81795" x="4806950" y="3317875"/>
          <p14:tracePt t="81803" x="4749800" y="3317875"/>
          <p14:tracePt t="81811" x="4686300" y="3317875"/>
          <p14:tracePt t="81819" x="4614863" y="3317875"/>
          <p14:tracePt t="81827" x="4551363" y="3317875"/>
          <p14:tracePt t="81835" x="4500563" y="3317875"/>
          <p14:tracePt t="81843" x="4437063" y="3317875"/>
          <p14:tracePt t="81851" x="4386263" y="3317875"/>
          <p14:tracePt t="81859" x="4322763" y="3324225"/>
          <p14:tracePt t="81867" x="4243388" y="3338513"/>
          <p14:tracePt t="81875" x="4179888" y="3352800"/>
          <p14:tracePt t="81885" x="4108450" y="3360738"/>
          <p14:tracePt t="81891" x="4037013" y="3360738"/>
          <p14:tracePt t="81900" x="3959225" y="3360738"/>
          <p14:tracePt t="81907" x="3879850" y="3360738"/>
          <p14:tracePt t="81915" x="3808413" y="3360738"/>
          <p14:tracePt t="81923" x="3759200" y="3360738"/>
          <p14:tracePt t="81931" x="3730625" y="3360738"/>
          <p14:tracePt t="81939" x="3716338" y="3360738"/>
          <p14:tracePt t="81947" x="3708400" y="3360738"/>
          <p14:tracePt t="81979" x="3722688" y="3360738"/>
          <p14:tracePt t="81987" x="3736975" y="3360738"/>
          <p14:tracePt t="81995" x="3751263" y="3360738"/>
          <p14:tracePt t="82003" x="3759200" y="3360738"/>
          <p14:tracePt t="82011" x="3773488" y="3360738"/>
          <p14:tracePt t="82020" x="3787775" y="3352800"/>
          <p14:tracePt t="82027" x="3802063" y="3352800"/>
          <p14:tracePt t="82035" x="3808413" y="3352800"/>
          <p14:tracePt t="82043" x="3822700" y="3346450"/>
          <p14:tracePt t="82051" x="3851275" y="3332163"/>
          <p14:tracePt t="82059" x="3873500" y="3324225"/>
          <p14:tracePt t="82067" x="3894138" y="3324225"/>
          <p14:tracePt t="82075" x="3916363" y="3317875"/>
          <p14:tracePt t="82084" x="3930650" y="3303588"/>
          <p14:tracePt t="82091" x="3944938" y="3303588"/>
          <p14:tracePt t="82100" x="3959225" y="3295650"/>
          <p14:tracePt t="82107" x="3979863" y="3295650"/>
          <p14:tracePt t="82115" x="3994150" y="3289300"/>
          <p14:tracePt t="82123" x="4008438" y="3289300"/>
          <p14:tracePt t="82131" x="4022725" y="3289300"/>
          <p14:tracePt t="82139" x="4037013" y="3289300"/>
          <p14:tracePt t="82147" x="4044950" y="3289300"/>
          <p14:tracePt t="82155" x="4051300" y="3281363"/>
          <p14:tracePt t="82163" x="4059238" y="3281363"/>
          <p14:tracePt t="82179" x="4065588" y="3281363"/>
          <p14:tracePt t="82187" x="4079875" y="3281363"/>
          <p14:tracePt t="82195" x="4086225" y="3281363"/>
          <p14:tracePt t="82203" x="4100513" y="3281363"/>
          <p14:tracePt t="82211" x="4137025" y="3281363"/>
          <p14:tracePt t="82219" x="4165600" y="3281363"/>
          <p14:tracePt t="82227" x="4208463" y="3281363"/>
          <p14:tracePt t="82235" x="4243388" y="3281363"/>
          <p14:tracePt t="82244" x="4294188" y="3281363"/>
          <p14:tracePt t="82251" x="4343400" y="3281363"/>
          <p14:tracePt t="82259" x="4379913" y="3281363"/>
          <p14:tracePt t="82267" x="4429125" y="3281363"/>
          <p14:tracePt t="82275" x="4457700" y="3281363"/>
          <p14:tracePt t="82284" x="4486275" y="3281363"/>
          <p14:tracePt t="82291" x="4500563" y="3281363"/>
          <p14:tracePt t="82301" x="4514850" y="3281363"/>
          <p14:tracePt t="82307" x="4537075" y="3281363"/>
          <p14:tracePt t="82316" x="4557713" y="3281363"/>
          <p14:tracePt t="82323" x="4586288" y="3281363"/>
          <p14:tracePt t="82331" x="4614863" y="3281363"/>
          <p14:tracePt t="82339" x="4643438" y="3281363"/>
          <p14:tracePt t="82347" x="4672013" y="3281363"/>
          <p14:tracePt t="82355" x="4729163" y="3281363"/>
          <p14:tracePt t="82363" x="4792663" y="3281363"/>
          <p14:tracePt t="82371" x="4849813" y="3281363"/>
          <p14:tracePt t="82379" x="4921250" y="3281363"/>
          <p14:tracePt t="82387" x="5006975" y="3281363"/>
          <p14:tracePt t="82395" x="5099050" y="3281363"/>
          <p14:tracePt t="82403" x="5184775" y="3281363"/>
          <p14:tracePt t="82411" x="5270500" y="3281363"/>
          <p14:tracePt t="82419" x="5356225" y="3281363"/>
          <p14:tracePt t="82427" x="5427663" y="3281363"/>
          <p14:tracePt t="82435" x="5521325" y="3281363"/>
          <p14:tracePt t="82443" x="5578475" y="3281363"/>
          <p14:tracePt t="82451" x="5656263" y="3281363"/>
          <p14:tracePt t="82459" x="5748338" y="3281363"/>
          <p14:tracePt t="82467" x="5827713" y="3281363"/>
          <p14:tracePt t="82475" x="5899150" y="3281363"/>
          <p14:tracePt t="82484" x="5970588" y="3281363"/>
          <p14:tracePt t="82491" x="6034088" y="3281363"/>
          <p14:tracePt t="82501" x="6091238" y="3281363"/>
          <p14:tracePt t="82507" x="6119813" y="3281363"/>
          <p14:tracePt t="82515" x="6148388" y="3281363"/>
          <p14:tracePt t="82523" x="6154738" y="3281363"/>
          <p14:tracePt t="82531" x="6162675" y="3281363"/>
          <p14:tracePt t="82683" x="6154738" y="3281363"/>
          <p14:tracePt t="82691" x="6126163" y="3281363"/>
          <p14:tracePt t="82700" x="6119813" y="3281363"/>
          <p14:tracePt t="82707" x="6097588" y="3281363"/>
          <p14:tracePt t="82715" x="6084888" y="3281363"/>
          <p14:tracePt t="82723" x="6076950" y="3281363"/>
          <p14:tracePt t="82739" x="6070600" y="3281363"/>
          <p14:tracePt t="82795" x="6062663" y="3281363"/>
          <p14:tracePt t="82835" x="6070600" y="3281363"/>
          <p14:tracePt t="82843" x="6076950" y="3281363"/>
          <p14:tracePt t="82851" x="6097588" y="3281363"/>
          <p14:tracePt t="82859" x="6119813" y="3289300"/>
          <p14:tracePt t="82867" x="6140450" y="3289300"/>
          <p14:tracePt t="82875" x="6162675" y="3289300"/>
          <p14:tracePt t="82885" x="6176963" y="3303588"/>
          <p14:tracePt t="82891" x="6197600" y="3303588"/>
          <p14:tracePt t="82901" x="6205538" y="3303588"/>
          <p14:tracePt t="82907" x="6211888" y="3303588"/>
          <p14:tracePt t="82915" x="6226175" y="3303588"/>
          <p14:tracePt t="82931" x="6234113" y="3303588"/>
          <p14:tracePt t="82947" x="6240463" y="3303588"/>
          <p14:tracePt t="82963" x="6248400" y="3303588"/>
          <p14:tracePt t="83075" x="6240463" y="3303588"/>
          <p14:tracePt t="83083" x="6211888" y="3303588"/>
          <p14:tracePt t="83091" x="6183313" y="3303588"/>
          <p14:tracePt t="83100" x="6134100" y="3303588"/>
          <p14:tracePt t="83107" x="6091238" y="3303588"/>
          <p14:tracePt t="83115" x="6019800" y="3303588"/>
          <p14:tracePt t="83123" x="5956300" y="3303588"/>
          <p14:tracePt t="83131" x="5905500" y="3303588"/>
          <p14:tracePt t="83139" x="5842000" y="3303588"/>
          <p14:tracePt t="83147" x="5776913" y="3303588"/>
          <p14:tracePt t="83155" x="5734050" y="3309938"/>
          <p14:tracePt t="83163" x="5691188" y="3317875"/>
          <p14:tracePt t="83171" x="5634038" y="3332163"/>
          <p14:tracePt t="83179" x="5578475" y="3338513"/>
          <p14:tracePt t="83187" x="5507038" y="3346450"/>
          <p14:tracePt t="83195" x="5421313" y="3352800"/>
          <p14:tracePt t="83203" x="5349875" y="3375025"/>
          <p14:tracePt t="83211" x="5249863" y="3381375"/>
          <p14:tracePt t="83219" x="5156200" y="3389313"/>
          <p14:tracePt t="83227" x="5072063" y="3389313"/>
          <p14:tracePt t="83235" x="4972050" y="3389313"/>
          <p14:tracePt t="83243" x="4892675" y="3389313"/>
          <p14:tracePt t="83251" x="4806950" y="3389313"/>
          <p14:tracePt t="83259" x="4729163" y="3389313"/>
          <p14:tracePt t="83267" x="4672013" y="3389313"/>
          <p14:tracePt t="83275" x="4629150" y="3389313"/>
          <p14:tracePt t="83284" x="4586288" y="3389313"/>
          <p14:tracePt t="83291" x="4557713" y="3389313"/>
          <p14:tracePt t="83301" x="4529138" y="3389313"/>
          <p14:tracePt t="83307" x="4508500" y="3389313"/>
          <p14:tracePt t="83316" x="4486275" y="3389313"/>
          <p14:tracePt t="83323" x="4479925" y="3389313"/>
          <p14:tracePt t="83331" x="4465638" y="3389313"/>
          <p14:tracePt t="83347" x="4451350" y="3389313"/>
          <p14:tracePt t="83355" x="4437063" y="3389313"/>
          <p14:tracePt t="83363" x="4414838" y="3403600"/>
          <p14:tracePt t="83379" x="4386263" y="3403600"/>
          <p14:tracePt t="83387" x="4365625" y="3403600"/>
          <p14:tracePt t="83395" x="4351338" y="3403600"/>
          <p14:tracePt t="83403" x="4329113" y="3403600"/>
          <p14:tracePt t="83411" x="4300538" y="3403600"/>
          <p14:tracePt t="83419" x="4294188" y="3403600"/>
          <p14:tracePt t="83427" x="4279900" y="3403600"/>
          <p14:tracePt t="83435" x="4271963" y="3403600"/>
          <p14:tracePt t="83443" x="4265613" y="3403600"/>
          <p14:tracePt t="83451" x="4257675" y="3403600"/>
          <p14:tracePt t="83459" x="4251325" y="3403600"/>
          <p14:tracePt t="83467" x="4243388" y="3403600"/>
          <p14:tracePt t="83475" x="4229100" y="3403600"/>
          <p14:tracePt t="83484" x="4214813" y="3395663"/>
          <p14:tracePt t="83491" x="4208463" y="3395663"/>
          <p14:tracePt t="83500" x="4186238" y="3389313"/>
          <p14:tracePt t="83507" x="4179888" y="3389313"/>
          <p14:tracePt t="83515" x="4179888" y="3381375"/>
          <p14:tracePt t="83523" x="4171950" y="3375025"/>
          <p14:tracePt t="83531" x="4165600" y="3375025"/>
          <p14:tracePt t="83539" x="4157663" y="3367088"/>
          <p14:tracePt t="83555" x="4157663" y="3352800"/>
          <p14:tracePt t="83563" x="4157663" y="3346450"/>
          <p14:tracePt t="83571" x="4157663" y="3338513"/>
          <p14:tracePt t="83579" x="4157663" y="3332163"/>
          <p14:tracePt t="83587" x="4157663" y="3317875"/>
          <p14:tracePt t="83595" x="4157663" y="3309938"/>
          <p14:tracePt t="83603" x="4157663" y="3295650"/>
          <p14:tracePt t="83612" x="4165600" y="3281363"/>
          <p14:tracePt t="83619" x="4165600" y="3267075"/>
          <p14:tracePt t="83627" x="4171950" y="3260725"/>
          <p14:tracePt t="83635" x="4171950" y="3252788"/>
          <p14:tracePt t="83643" x="4179888" y="3238500"/>
          <p14:tracePt t="84043" x="4186238" y="3238500"/>
          <p14:tracePt t="86940" x="4200525" y="3232150"/>
          <p14:tracePt t="86947" x="4214813" y="3232150"/>
          <p14:tracePt t="86955" x="4229100" y="3232150"/>
          <p14:tracePt t="86963" x="4237038" y="3232150"/>
          <p14:tracePt t="86979" x="4243388" y="3232150"/>
          <p14:tracePt t="86987" x="4251325" y="3232150"/>
          <p14:tracePt t="86995" x="4257675" y="3232150"/>
          <p14:tracePt t="87011" x="4271963" y="3232150"/>
          <p14:tracePt t="87019" x="4286250" y="3232150"/>
          <p14:tracePt t="87027" x="4308475" y="3232150"/>
          <p14:tracePt t="87035" x="4337050" y="3232150"/>
          <p14:tracePt t="87043" x="4365625" y="3232150"/>
          <p14:tracePt t="87051" x="4400550" y="3232150"/>
          <p14:tracePt t="87059" x="4443413" y="3232150"/>
          <p14:tracePt t="87067" x="4486275" y="3232150"/>
          <p14:tracePt t="87075" x="4543425" y="3232150"/>
          <p14:tracePt t="87084" x="4600575" y="3232150"/>
          <p14:tracePt t="87091" x="4678363" y="3232150"/>
          <p14:tracePt t="87101" x="4757738" y="3232150"/>
          <p14:tracePt t="87107" x="4829175" y="3232150"/>
          <p14:tracePt t="87115" x="4900613" y="3232150"/>
          <p14:tracePt t="87123" x="4986338" y="3232150"/>
          <p14:tracePt t="87131" x="5049838" y="3232150"/>
          <p14:tracePt t="87139" x="5127625" y="3232150"/>
          <p14:tracePt t="87147" x="5199063" y="3232150"/>
          <p14:tracePt t="87155" x="5264150" y="3232150"/>
          <p14:tracePt t="87163" x="5341938" y="3232150"/>
          <p14:tracePt t="87171" x="5399088" y="3232150"/>
          <p14:tracePt t="87179" x="5464175" y="3232150"/>
          <p14:tracePt t="87187" x="5535613" y="3232150"/>
          <p14:tracePt t="87195" x="5605463" y="3232150"/>
          <p14:tracePt t="87203" x="5691188" y="3232150"/>
          <p14:tracePt t="87211" x="5799138" y="3232150"/>
          <p14:tracePt t="87219" x="5891213" y="3232150"/>
          <p14:tracePt t="87227" x="5984875" y="3232150"/>
          <p14:tracePt t="87235" x="6091238" y="3232150"/>
          <p14:tracePt t="87243" x="6162675" y="3232150"/>
          <p14:tracePt t="87251" x="6234113" y="3232150"/>
          <p14:tracePt t="87259" x="6297613" y="3232150"/>
          <p14:tracePt t="87267" x="6340475" y="3232150"/>
          <p14:tracePt t="87275" x="6369050" y="3209925"/>
          <p14:tracePt t="87284" x="6376988" y="3209925"/>
          <p14:tracePt t="87291" x="6397625" y="3203575"/>
          <p14:tracePt t="87301" x="6411913" y="3189288"/>
          <p14:tracePt t="87307" x="6419850" y="3181350"/>
          <p14:tracePt t="87315" x="6426200" y="3167063"/>
          <p14:tracePt t="87323" x="6434138" y="3152775"/>
          <p14:tracePt t="87331" x="6448425" y="3132138"/>
          <p14:tracePt t="87339" x="6462713" y="3117850"/>
          <p14:tracePt t="87347" x="6477000" y="3095625"/>
          <p14:tracePt t="87355" x="6491288" y="3081338"/>
          <p14:tracePt t="87363" x="6505575" y="3060700"/>
          <p14:tracePt t="87371" x="6519863" y="3038475"/>
          <p14:tracePt t="87379" x="6519863" y="3017838"/>
          <p14:tracePt t="87387" x="6526213" y="2995613"/>
          <p14:tracePt t="87395" x="6534150" y="2989263"/>
          <p14:tracePt t="87403" x="6534150" y="2967038"/>
          <p14:tracePt t="87411" x="6534150" y="2946400"/>
          <p14:tracePt t="87419" x="6534150" y="2924175"/>
          <p14:tracePt t="87427" x="6534150" y="2917825"/>
          <p14:tracePt t="87435" x="6534150" y="2895600"/>
          <p14:tracePt t="87444" x="6534150" y="2889250"/>
          <p14:tracePt t="87451" x="6526213" y="2874963"/>
          <p14:tracePt t="87459" x="6511925" y="2860675"/>
          <p14:tracePt t="87467" x="6477000" y="2832100"/>
          <p14:tracePt t="87475" x="6440488" y="2817813"/>
          <p14:tracePt t="87483" x="6397625" y="2789238"/>
          <p14:tracePt t="87491" x="6348413" y="2760663"/>
          <p14:tracePt t="87500" x="6291263" y="2740025"/>
          <p14:tracePt t="87507" x="6219825" y="2703513"/>
          <p14:tracePt t="87515" x="6148388" y="2682875"/>
          <p14:tracePt t="87523" x="6062663" y="2668588"/>
          <p14:tracePt t="87531" x="5976938" y="2646363"/>
          <p14:tracePt t="87539" x="5876925" y="2611438"/>
          <p14:tracePt t="87547" x="5784850" y="2597150"/>
          <p14:tracePt t="87555" x="5691188" y="2560638"/>
          <p14:tracePt t="87563" x="5613400" y="2554288"/>
          <p14:tracePt t="87571" x="5521325" y="2546350"/>
          <p14:tracePt t="87579" x="5435600" y="2532063"/>
          <p14:tracePt t="87587" x="5356225" y="2525713"/>
          <p14:tracePt t="87595" x="5284788" y="2517775"/>
          <p14:tracePt t="87603" x="5192713" y="2489200"/>
          <p14:tracePt t="87611" x="5127625" y="2489200"/>
          <p14:tracePt t="87619" x="5049838" y="2482850"/>
          <p14:tracePt t="87627" x="4986338" y="2482850"/>
          <p14:tracePt t="87635" x="4929188" y="2482850"/>
          <p14:tracePt t="87643" x="4849813" y="2482850"/>
          <p14:tracePt t="87651" x="4786313" y="2482850"/>
          <p14:tracePt t="87659" x="4706938" y="2482850"/>
          <p14:tracePt t="87668" x="4635500" y="2482850"/>
          <p14:tracePt t="87675" x="4565650" y="2482850"/>
          <p14:tracePt t="87684" x="4494213" y="2482850"/>
          <p14:tracePt t="87691" x="4414838" y="2482850"/>
          <p14:tracePt t="87699" x="4343400" y="2482850"/>
          <p14:tracePt t="87707" x="4265613" y="2482850"/>
          <p14:tracePt t="87715" x="4171950" y="2482850"/>
          <p14:tracePt t="87723" x="4071938" y="2482850"/>
          <p14:tracePt t="87731" x="3979863" y="2482850"/>
          <p14:tracePt t="87739" x="3887788" y="2482850"/>
          <p14:tracePt t="87747" x="3802063" y="2482850"/>
          <p14:tracePt t="87755" x="3716338" y="2482850"/>
          <p14:tracePt t="87763" x="3636963" y="2497138"/>
          <p14:tracePt t="87771" x="3552825" y="2503488"/>
          <p14:tracePt t="87779" x="3487738" y="2525713"/>
          <p14:tracePt t="87787" x="3424238" y="2540000"/>
          <p14:tracePt t="87795" x="3367088" y="2560638"/>
          <p14:tracePt t="87803" x="3338513" y="2568575"/>
          <p14:tracePt t="87811" x="3295650" y="2582863"/>
          <p14:tracePt t="87819" x="3252788" y="2597150"/>
          <p14:tracePt t="87827" x="3209925" y="2603500"/>
          <p14:tracePt t="87835" x="3173413" y="2617788"/>
          <p14:tracePt t="87843" x="3130550" y="2632075"/>
          <p14:tracePt t="87851" x="3109913" y="2640013"/>
          <p14:tracePt t="87859" x="3073400" y="2646363"/>
          <p14:tracePt t="87867" x="3052763" y="2668588"/>
          <p14:tracePt t="87875" x="3032125" y="2674938"/>
          <p14:tracePt t="87884" x="3003550" y="2697163"/>
          <p14:tracePt t="87902" x="2938463" y="2732088"/>
          <p14:tracePt t="87907" x="2903538" y="2740025"/>
          <p14:tracePt t="87915" x="2860675" y="2760663"/>
          <p14:tracePt t="87923" x="2838450" y="2768600"/>
          <p14:tracePt t="87931" x="2809875" y="2789238"/>
          <p14:tracePt t="87939" x="2789238" y="2797175"/>
          <p14:tracePt t="87947" x="2781300" y="2811463"/>
          <p14:tracePt t="87955" x="2767013" y="2825750"/>
          <p14:tracePt t="87964" x="2760663" y="2832100"/>
          <p14:tracePt t="87971" x="2752725" y="2846388"/>
          <p14:tracePt t="87987" x="2746375" y="2860675"/>
          <p14:tracePt t="87995" x="2738438" y="2867025"/>
          <p14:tracePt t="88003" x="2738438" y="2881313"/>
          <p14:tracePt t="88011" x="2732088" y="2889250"/>
          <p14:tracePt t="88019" x="2732088" y="2895600"/>
          <p14:tracePt t="88027" x="2732088" y="2903538"/>
          <p14:tracePt t="88036" x="2717800" y="2917825"/>
          <p14:tracePt t="88051" x="2717800" y="2932113"/>
          <p14:tracePt t="88059" x="2717800" y="2938463"/>
          <p14:tracePt t="88067" x="2717800" y="2952750"/>
          <p14:tracePt t="88075" x="2717800" y="2967038"/>
          <p14:tracePt t="88084" x="2717800" y="2981325"/>
          <p14:tracePt t="88091" x="2717800" y="3003550"/>
          <p14:tracePt t="88100" x="2717800" y="3009900"/>
          <p14:tracePt t="88107" x="2717800" y="3017838"/>
          <p14:tracePt t="88115" x="2738438" y="3038475"/>
          <p14:tracePt t="88123" x="2752725" y="3052763"/>
          <p14:tracePt t="88131" x="2767013" y="3067050"/>
          <p14:tracePt t="88139" x="2795588" y="3067050"/>
          <p14:tracePt t="88147" x="2832100" y="3089275"/>
          <p14:tracePt t="88155" x="2874963" y="3103563"/>
          <p14:tracePt t="88163" x="2938463" y="3124200"/>
          <p14:tracePt t="88171" x="2989263" y="3132138"/>
          <p14:tracePt t="88179" x="3059113" y="3146425"/>
          <p14:tracePt t="88187" x="3138488" y="3175000"/>
          <p14:tracePt t="88195" x="3216275" y="3189288"/>
          <p14:tracePt t="88203" x="3309938" y="3203575"/>
          <p14:tracePt t="88211" x="3402013" y="3209925"/>
          <p14:tracePt t="88219" x="3509963" y="3232150"/>
          <p14:tracePt t="88227" x="3608388" y="3246438"/>
          <p14:tracePt t="88235" x="3702050" y="3246438"/>
          <p14:tracePt t="88243" x="3794125" y="3252788"/>
          <p14:tracePt t="88251" x="3879850" y="3252788"/>
          <p14:tracePt t="88259" x="3987800" y="3252788"/>
          <p14:tracePt t="88267" x="4086225" y="3260725"/>
          <p14:tracePt t="88275" x="4194175" y="3260725"/>
          <p14:tracePt t="88284" x="4286250" y="3260725"/>
          <p14:tracePt t="88291" x="4394200" y="3260725"/>
          <p14:tracePt t="88300" x="4479925" y="3260725"/>
          <p14:tracePt t="88307" x="4551363" y="3260725"/>
          <p14:tracePt t="88315" x="4614863" y="3260725"/>
          <p14:tracePt t="88323" x="4649788" y="3260725"/>
          <p14:tracePt t="88331" x="4672013" y="3260725"/>
          <p14:tracePt t="88339" x="4678363" y="3260725"/>
          <p14:tracePt t="88692" x="4692650" y="3260725"/>
          <p14:tracePt t="89035" x="4700588" y="3260725"/>
          <p14:tracePt t="93603" x="4721225" y="3260725"/>
          <p14:tracePt t="93611" x="4729163" y="3260725"/>
          <p14:tracePt t="93635" x="4735513" y="3260725"/>
          <p14:tracePt t="93771" x="4743450" y="3260725"/>
          <p14:tracePt t="96636" x="4764088" y="3260725"/>
          <p14:tracePt t="96643" x="4786313" y="3281363"/>
          <p14:tracePt t="96651" x="4800600" y="3289300"/>
          <p14:tracePt t="96659" x="4821238" y="3309938"/>
          <p14:tracePt t="96675" x="4829175" y="3309938"/>
          <p14:tracePt t="96684" x="4835525" y="3309938"/>
          <p14:tracePt t="96691" x="4843463" y="3317875"/>
          <p14:tracePt t="96812" x="4849813" y="3317875"/>
          <p14:tracePt t="96963" x="4849813" y="3324225"/>
          <p14:tracePt t="97003" x="4857750" y="3324225"/>
          <p14:tracePt t="97780" x="4864100" y="3332163"/>
          <p14:tracePt t="97795" x="4864100" y="3346450"/>
          <p14:tracePt t="97803" x="4864100" y="3352800"/>
          <p14:tracePt t="97811" x="4864100" y="3360738"/>
          <p14:tracePt t="98171" x="4857750" y="3360738"/>
          <p14:tracePt t="98187" x="4849813" y="3360738"/>
          <p14:tracePt t="98195" x="4835525" y="3360738"/>
          <p14:tracePt t="98203" x="4829175" y="3360738"/>
          <p14:tracePt t="98219" x="4821238" y="3375025"/>
          <p14:tracePt t="98227" x="4814888" y="3381375"/>
          <p14:tracePt t="98235" x="4806950" y="3389313"/>
          <p14:tracePt t="98243" x="4800600" y="3403600"/>
          <p14:tracePt t="98259" x="4792663" y="3403600"/>
          <p14:tracePt t="98267" x="4792663" y="3417888"/>
          <p14:tracePt t="98275" x="4792663" y="3424238"/>
          <p14:tracePt t="98284" x="4786313" y="3430588"/>
          <p14:tracePt t="98291" x="4786313" y="3444875"/>
          <p14:tracePt t="98300" x="4778375" y="3452813"/>
          <p14:tracePt t="98307" x="4778375" y="3459163"/>
          <p14:tracePt t="98315" x="4778375" y="3473450"/>
          <p14:tracePt t="98331" x="4778375" y="3481388"/>
          <p14:tracePt t="98339" x="4778375" y="3487738"/>
          <p14:tracePt t="98347" x="4778375" y="3495675"/>
          <p14:tracePt t="98364" x="4778375" y="3502025"/>
          <p14:tracePt t="98371" x="4778375" y="3509963"/>
          <p14:tracePt t="98387" x="4778375" y="3516313"/>
          <p14:tracePt t="98915" x="4778375" y="3524250"/>
          <p14:tracePt t="98923" x="4778375" y="3530600"/>
          <p14:tracePt t="98947" x="4778375" y="3538538"/>
          <p14:tracePt t="98955" x="4778375" y="3552825"/>
          <p14:tracePt t="98963" x="4778375" y="3559175"/>
          <p14:tracePt t="98971" x="4778375" y="3567113"/>
          <p14:tracePt t="98979" x="4778375" y="3581400"/>
          <p14:tracePt t="98987" x="4778375" y="3602038"/>
          <p14:tracePt t="98995" x="4778375" y="3624263"/>
          <p14:tracePt t="99003" x="4778375" y="3638550"/>
          <p14:tracePt t="99011" x="4778375" y="3667125"/>
          <p14:tracePt t="99019" x="4778375" y="3695700"/>
          <p14:tracePt t="99027" x="4778375" y="3724275"/>
          <p14:tracePt t="99035" x="4778375" y="3752850"/>
          <p14:tracePt t="99043" x="4778375" y="3781425"/>
          <p14:tracePt t="99051" x="4778375" y="3802063"/>
          <p14:tracePt t="99059" x="4778375" y="3824288"/>
          <p14:tracePt t="99067" x="4778375" y="3852863"/>
          <p14:tracePt t="99075" x="4778375" y="3873500"/>
          <p14:tracePt t="99084" x="4778375" y="3887788"/>
          <p14:tracePt t="99091" x="4778375" y="3910013"/>
          <p14:tracePt t="99101" x="4786313" y="3944938"/>
          <p14:tracePt t="99107" x="4786313" y="3959225"/>
          <p14:tracePt t="99115" x="4800600" y="3973513"/>
          <p14:tracePt t="99123" x="4800600" y="3995738"/>
          <p14:tracePt t="99131" x="4800600" y="4002088"/>
          <p14:tracePt t="99139" x="4806950" y="4016375"/>
          <p14:tracePt t="99147" x="4814888" y="4022725"/>
          <p14:tracePt t="99155" x="4814888" y="4044950"/>
          <p14:tracePt t="99171" x="4821238" y="4051300"/>
          <p14:tracePt t="99179" x="4821238" y="4059238"/>
          <p14:tracePt t="99187" x="4829175" y="4065588"/>
          <p14:tracePt t="99219" x="4829175" y="4079875"/>
          <p14:tracePt t="99227" x="4829175" y="4087813"/>
          <p14:tracePt t="99235" x="4829175" y="4094163"/>
          <p14:tracePt t="99475" x="4829175" y="4102100"/>
          <p14:tracePt t="99483" x="4829175" y="4108450"/>
          <p14:tracePt t="99507" x="4843463" y="4116388"/>
          <p14:tracePt t="99595" x="4849813" y="4116388"/>
          <p14:tracePt t="99611" x="4864100" y="4116388"/>
          <p14:tracePt t="99627" x="4878388" y="4108450"/>
          <p14:tracePt t="99635" x="4892675" y="4108450"/>
          <p14:tracePt t="99643" x="4929188" y="4108450"/>
          <p14:tracePt t="99651" x="4964113" y="4108450"/>
          <p14:tracePt t="99659" x="5006975" y="4108450"/>
          <p14:tracePt t="99668" x="5057775" y="4108450"/>
          <p14:tracePt t="99675" x="5121275" y="4108450"/>
          <p14:tracePt t="99684" x="5192713" y="4108450"/>
          <p14:tracePt t="99691" x="5264150" y="4108450"/>
          <p14:tracePt t="99701" x="5321300" y="4108450"/>
          <p14:tracePt t="99707" x="5392738" y="4108450"/>
          <p14:tracePt t="99715" x="5427663" y="4108450"/>
          <p14:tracePt t="99723" x="5478463" y="4108450"/>
          <p14:tracePt t="99731" x="5507038" y="4108450"/>
          <p14:tracePt t="99739" x="5521325" y="4108450"/>
          <p14:tracePt t="99747" x="5541963" y="4108450"/>
          <p14:tracePt t="99755" x="5556250" y="4116388"/>
          <p14:tracePt t="99763" x="5570538" y="4122738"/>
          <p14:tracePt t="99771" x="5578475" y="4122738"/>
          <p14:tracePt t="99779" x="5584825" y="4130675"/>
          <p14:tracePt t="99787" x="5584825" y="4137025"/>
          <p14:tracePt t="99803" x="5591175" y="4151313"/>
          <p14:tracePt t="99811" x="5599113" y="4151313"/>
          <p14:tracePt t="99819" x="5599113" y="4159250"/>
          <p14:tracePt t="99835" x="5599113" y="4173538"/>
          <p14:tracePt t="99843" x="5599113" y="4179888"/>
          <p14:tracePt t="99859" x="5599113" y="4194175"/>
          <p14:tracePt t="99875" x="5599113" y="4202113"/>
          <p14:tracePt t="99884" x="5605463" y="4208463"/>
          <p14:tracePt t="99900" x="5613400" y="4216400"/>
          <p14:tracePt t="100011" x="5619750" y="4216400"/>
          <p14:tracePt t="100083" x="5619750" y="4208463"/>
          <p14:tracePt t="100091" x="5634038" y="4202113"/>
          <p14:tracePt t="100451" x="5670550" y="4202113"/>
          <p14:tracePt t="100459" x="5699125" y="4208463"/>
          <p14:tracePt t="100467" x="5741988" y="4230688"/>
          <p14:tracePt t="100475" x="5791200" y="4244975"/>
          <p14:tracePt t="100484" x="5834063" y="4251325"/>
          <p14:tracePt t="100491" x="5884863" y="4273550"/>
          <p14:tracePt t="100501" x="5962650" y="4287838"/>
          <p14:tracePt t="100507" x="6076950" y="4322763"/>
          <p14:tracePt t="100515" x="6176963" y="4359275"/>
          <p14:tracePt t="100523" x="6326188" y="4402138"/>
          <p14:tracePt t="100531" x="6477000" y="4430713"/>
          <p14:tracePt t="100539" x="6604000" y="4473575"/>
          <p14:tracePt t="100547" x="6754813" y="4516438"/>
          <p14:tracePt t="100555" x="6883400" y="4565650"/>
          <p14:tracePt t="100563" x="7026275" y="4629150"/>
          <p14:tracePt t="100571" x="7132638" y="4672013"/>
          <p14:tracePt t="100579" x="7218363" y="4708525"/>
          <p14:tracePt t="100587" x="7289800" y="4765675"/>
          <p14:tracePt t="100595" x="7332663" y="4779963"/>
          <p14:tracePt t="100603" x="7367588" y="4808538"/>
          <p14:tracePt t="100611" x="7418388" y="4843463"/>
          <p14:tracePt t="100619" x="7432675" y="4857750"/>
          <p14:tracePt t="100627" x="7467600" y="4894263"/>
          <p14:tracePt t="100636" x="7481888" y="4929188"/>
          <p14:tracePt t="100643" x="7510463" y="4979988"/>
          <p14:tracePt t="100651" x="7539038" y="5057775"/>
          <p14:tracePt t="100772" x="8572500" y="4814888"/>
          <p14:tracePt t="100783" x="8591550" y="4829175"/>
          <p14:tracePt t="100800" x="8629650" y="4876800"/>
          <p14:tracePt t="100816" x="8686800" y="4957763"/>
          <p14:tracePt t="100833" x="8748713" y="5038725"/>
          <p14:tracePt t="100850" x="8829675" y="5091113"/>
          <p14:tracePt t="100866" x="8934450" y="5114925"/>
          <p14:tracePt t="100883" x="9043988" y="5119688"/>
          <p14:tracePt t="100899" x="9139238" y="5119688"/>
          <p14:tracePt t="102803" x="5092700" y="5057775"/>
          <p14:tracePt t="102811" x="5092700" y="4986338"/>
          <p14:tracePt t="102819" x="5092700" y="4929188"/>
          <p14:tracePt t="102827" x="5084763" y="4879975"/>
          <p14:tracePt t="102835" x="5064125" y="4837113"/>
          <p14:tracePt t="102843" x="5064125" y="4808538"/>
          <p14:tracePt t="102851" x="5043488" y="4765675"/>
          <p14:tracePt t="102859" x="5043488" y="4751388"/>
          <p14:tracePt t="102868" x="5029200" y="4714875"/>
          <p14:tracePt t="102902" x="4986338" y="4629150"/>
          <p14:tracePt t="102907" x="4978400" y="4608513"/>
          <p14:tracePt t="102915" x="4972050" y="4600575"/>
          <p14:tracePt t="102923" x="4964113" y="4579938"/>
          <p14:tracePt t="102947" x="4957763" y="4579938"/>
          <p14:tracePt t="102971" x="4957763" y="4572000"/>
          <p14:tracePt t="103187" x="4957763" y="4565650"/>
          <p14:tracePt t="103212" x="4957763" y="4559300"/>
          <p14:tracePt t="103219" x="4957763" y="4537075"/>
          <p14:tracePt t="103227" x="4957763" y="4530725"/>
          <p14:tracePt t="103235" x="4957763" y="4522788"/>
          <p14:tracePt t="103252" x="4957763" y="4516438"/>
          <p14:tracePt t="103267" x="4957763" y="4508500"/>
          <p14:tracePt t="103411" x="4949825" y="4508500"/>
          <p14:tracePt t="103419" x="4943475" y="4494213"/>
          <p14:tracePt t="103427" x="4935538" y="4479925"/>
          <p14:tracePt t="103435" x="4929188" y="4459288"/>
          <p14:tracePt t="103443" x="4906963" y="4437063"/>
          <p14:tracePt t="103451" x="4906963" y="4422775"/>
          <p14:tracePt t="103459" x="4906963" y="4408488"/>
          <p14:tracePt t="103467" x="4900613" y="4387850"/>
          <p14:tracePt t="103475" x="4892675" y="4344988"/>
          <p14:tracePt t="103484" x="4886325" y="4287838"/>
          <p14:tracePt t="103491" x="4878388" y="4244975"/>
          <p14:tracePt t="103500" x="4857750" y="4165600"/>
          <p14:tracePt t="103507" x="4835525" y="4094163"/>
          <p14:tracePt t="103515" x="4821238" y="4022725"/>
          <p14:tracePt t="103523" x="4792663" y="3944938"/>
          <p14:tracePt t="103531" x="4749800" y="3867150"/>
          <p14:tracePt t="103539" x="4706938" y="3781425"/>
          <p14:tracePt t="103547" x="4678363" y="3702050"/>
          <p14:tracePt t="103555" x="4643438" y="3652838"/>
          <p14:tracePt t="103563" x="4614863" y="3602038"/>
          <p14:tracePt t="103572" x="4600575" y="3587750"/>
          <p14:tracePt t="103579" x="4592638" y="3567113"/>
          <p14:tracePt t="103987" x="4586288" y="3567113"/>
          <p14:tracePt t="104003" x="4572000" y="3567113"/>
          <p14:tracePt t="104011" x="4572000" y="3595688"/>
          <p14:tracePt t="104019" x="4572000" y="3609975"/>
          <p14:tracePt t="104027" x="4572000" y="3616325"/>
          <p14:tracePt t="104219" x="4565650" y="3609975"/>
          <p14:tracePt t="104251" x="4557713" y="3609975"/>
          <p14:tracePt t="104259" x="4537075" y="3609975"/>
          <p14:tracePt t="104267" x="4522788" y="3609975"/>
          <p14:tracePt t="104275" x="4508500" y="3609975"/>
          <p14:tracePt t="104284" x="4486275" y="3609975"/>
          <p14:tracePt t="104291" x="4471988" y="3609975"/>
          <p14:tracePt t="104301" x="4443413" y="3609975"/>
          <p14:tracePt t="104307" x="4429125" y="3609975"/>
          <p14:tracePt t="104315" x="4408488" y="3609975"/>
          <p14:tracePt t="104323" x="4379913" y="3616325"/>
          <p14:tracePt t="104331" x="4365625" y="3616325"/>
          <p14:tracePt t="104339" x="4343400" y="3630613"/>
          <p14:tracePt t="104347" x="4322763" y="3638550"/>
          <p14:tracePt t="104355" x="4300538" y="3638550"/>
          <p14:tracePt t="104363" x="4279900" y="3644900"/>
          <p14:tracePt t="104371" x="4257675" y="3652838"/>
          <p14:tracePt t="104379" x="4237038" y="3659188"/>
          <p14:tracePt t="104387" x="4200525" y="3667125"/>
          <p14:tracePt t="104395" x="4186238" y="3673475"/>
          <p14:tracePt t="104403" x="4179888" y="3681413"/>
          <p14:tracePt t="104411" x="4165600" y="3687763"/>
          <p14:tracePt t="104419" x="4143375" y="3687763"/>
          <p14:tracePt t="104427" x="4122738" y="3709988"/>
          <p14:tracePt t="104435" x="4108450" y="3716338"/>
          <p14:tracePt t="104443" x="4094163" y="3730625"/>
          <p14:tracePt t="104451" x="4065588" y="3744913"/>
          <p14:tracePt t="104459" x="4059238" y="3744913"/>
          <p14:tracePt t="104467" x="4044950" y="3759200"/>
          <p14:tracePt t="104475" x="4037013" y="3767138"/>
          <p14:tracePt t="104484" x="4030663" y="3781425"/>
          <p14:tracePt t="104492" x="4022725" y="3781425"/>
          <p14:tracePt t="104500" x="4016375" y="3787775"/>
          <p14:tracePt t="104507" x="4008438" y="3810000"/>
          <p14:tracePt t="104515" x="4002088" y="3810000"/>
          <p14:tracePt t="104523" x="4002088" y="3816350"/>
          <p14:tracePt t="104531" x="3994150" y="3816350"/>
          <p14:tracePt t="104539" x="3994150" y="3830638"/>
          <p14:tracePt t="104555" x="3987800" y="3830638"/>
          <p14:tracePt t="104563" x="3979863" y="3838575"/>
          <p14:tracePt t="104587" x="3979863" y="3844925"/>
          <p14:tracePt t="104603" x="3973513" y="3852863"/>
          <p14:tracePt t="104611" x="3973513" y="3859213"/>
          <p14:tracePt t="104627" x="3973513" y="3867150"/>
          <p14:tracePt t="104635" x="3959225" y="3873500"/>
          <p14:tracePt t="104667" x="3959225" y="3881438"/>
          <p14:tracePt t="108675" x="3959225" y="3887788"/>
          <p14:tracePt t="108700" x="3959225" y="3895725"/>
          <p14:tracePt t="108787" x="3959225" y="3910013"/>
          <p14:tracePt t="108835" x="3959225" y="3916363"/>
          <p14:tracePt t="108859" x="3959225" y="3924300"/>
          <p14:tracePt t="108876" x="3959225" y="3930650"/>
          <p14:tracePt t="108939" x="3959225" y="3938588"/>
          <p14:tracePt t="108971" x="3959225" y="3952875"/>
          <p14:tracePt t="108995" x="3965575" y="3959225"/>
          <p14:tracePt t="109067" x="3965575" y="3973513"/>
          <p14:tracePt t="109115" x="3965575" y="3981450"/>
          <p14:tracePt t="109131" x="3973513" y="3987800"/>
          <p14:tracePt t="109155" x="3973513" y="3995738"/>
          <p14:tracePt t="109196" x="3979863" y="4002088"/>
          <p14:tracePt t="109227" x="3987800" y="4008438"/>
          <p14:tracePt t="109251" x="3987800" y="4022725"/>
          <p14:tracePt t="109371" x="3994150" y="4030663"/>
          <p14:tracePt t="109419" x="4002088" y="4037013"/>
          <p14:tracePt t="109611" x="4008438" y="4044950"/>
          <p14:tracePt t="110203" x="4008438" y="4051300"/>
          <p14:tracePt t="111300" x="4008438" y="4059238"/>
          <p14:tracePt t="111355" x="4008438" y="4065588"/>
          <p14:tracePt t="111443" x="4008438" y="4073525"/>
          <p14:tracePt t="111451" x="4016375" y="4079875"/>
          <p14:tracePt t="111523" x="4022725" y="4087813"/>
          <p14:tracePt t="111595" x="4022725" y="4094163"/>
          <p14:tracePt t="111627" x="4022725" y="4102100"/>
          <p14:tracePt t="111667" x="4030663" y="4108450"/>
          <p14:tracePt t="111755" x="4030663" y="4116388"/>
          <p14:tracePt t="111955" x="4037013" y="4122738"/>
          <p14:tracePt t="112011" x="4037013" y="4130675"/>
          <p14:tracePt t="112467" x="4037013" y="4137025"/>
          <p14:tracePt t="112499" x="4037013" y="4144963"/>
          <p14:tracePt t="112515" x="4044950" y="4151313"/>
          <p14:tracePt t="112532" x="4044950" y="4159250"/>
          <p14:tracePt t="112539" x="4044950" y="4165600"/>
          <p14:tracePt t="112547" x="4051300" y="4165600"/>
          <p14:tracePt t="112563" x="4051300" y="4173538"/>
          <p14:tracePt t="112571" x="4059238" y="4173538"/>
          <p14:tracePt t="112579" x="4065588" y="4179888"/>
          <p14:tracePt t="112595" x="4065588" y="4187825"/>
          <p14:tracePt t="112603" x="4071938" y="4194175"/>
          <p14:tracePt t="112611" x="4079875" y="4202113"/>
          <p14:tracePt t="112619" x="4086225" y="4208463"/>
          <p14:tracePt t="112627" x="4094163" y="4216400"/>
          <p14:tracePt t="112636" x="4094163" y="4230688"/>
          <p14:tracePt t="112643" x="4108450" y="4237038"/>
          <p14:tracePt t="112667" x="4114800" y="4251325"/>
          <p14:tracePt t="112675" x="4122738" y="4259263"/>
          <p14:tracePt t="112684" x="4122738" y="4265613"/>
          <p14:tracePt t="112691" x="4129088" y="4265613"/>
          <p14:tracePt t="112707" x="4137025" y="4273550"/>
          <p14:tracePt t="112715" x="4143375" y="4279900"/>
          <p14:tracePt t="112739" x="4143375" y="4287838"/>
          <p14:tracePt t="112747" x="4151313" y="4287838"/>
          <p14:tracePt t="112771" x="4151313" y="4294188"/>
          <p14:tracePt t="112803" x="4151313" y="4302125"/>
          <p14:tracePt t="112811" x="4151313" y="4308475"/>
          <p14:tracePt t="112819" x="4157663" y="4322763"/>
          <p14:tracePt t="112827" x="4165600" y="4330700"/>
          <p14:tracePt t="112835" x="4165600" y="4344988"/>
          <p14:tracePt t="112843" x="4171950" y="4344988"/>
          <p14:tracePt t="113403" x="4171950" y="4330700"/>
          <p14:tracePt t="113435" x="4171950" y="4322763"/>
          <p14:tracePt t="113467" x="4171950" y="4308475"/>
          <p14:tracePt t="113491" x="4171950" y="4302125"/>
          <p14:tracePt t="113507" x="4179888" y="4287838"/>
          <p14:tracePt t="113515" x="4186238" y="4279900"/>
          <p14:tracePt t="113539" x="4194175" y="4273550"/>
          <p14:tracePt t="113547" x="4194175" y="4265613"/>
          <p14:tracePt t="113587" x="4200525" y="4259263"/>
          <p14:tracePt t="113627" x="4208463" y="4251325"/>
          <p14:tracePt t="114051" x="4214813" y="4251325"/>
          <p14:tracePt t="114083" x="4222750" y="4251325"/>
          <p14:tracePt t="114100" x="4229100" y="4259263"/>
          <p14:tracePt t="114107" x="4237038" y="4259263"/>
          <p14:tracePt t="114123" x="4237038" y="4265613"/>
          <p14:tracePt t="114140" x="4237038" y="4273550"/>
          <p14:tracePt t="114147" x="4237038" y="4279900"/>
          <p14:tracePt t="114155" x="4243388" y="4279900"/>
          <p14:tracePt t="114163" x="4243388" y="4287838"/>
          <p14:tracePt t="114179" x="4243388" y="4294188"/>
          <p14:tracePt t="114187" x="4243388" y="4302125"/>
          <p14:tracePt t="114203" x="4251325" y="4302125"/>
          <p14:tracePt t="115540" x="4257675" y="4308475"/>
          <p14:tracePt t="115547" x="4257675" y="4322763"/>
          <p14:tracePt t="115555" x="4265613" y="4322763"/>
          <p14:tracePt t="115563" x="4265613" y="4337050"/>
          <p14:tracePt t="115571" x="4265613" y="4351338"/>
          <p14:tracePt t="115587" x="4265613" y="4365625"/>
          <p14:tracePt t="115595" x="4271963" y="4373563"/>
          <p14:tracePt t="115603" x="4279900" y="4402138"/>
          <p14:tracePt t="115611" x="4279900" y="4408488"/>
          <p14:tracePt t="115619" x="4279900" y="4422775"/>
          <p14:tracePt t="115627" x="4286250" y="4437063"/>
          <p14:tracePt t="115635" x="4286250" y="4451350"/>
          <p14:tracePt t="115643" x="4286250" y="4465638"/>
          <p14:tracePt t="115652" x="4286250" y="4473575"/>
          <p14:tracePt t="115659" x="4294188" y="4479925"/>
          <p14:tracePt t="115667" x="4294188" y="4494213"/>
          <p14:tracePt t="115684" x="4300538" y="4502150"/>
          <p14:tracePt t="115707" x="4300538" y="4508500"/>
          <p14:tracePt t="115731" x="4308475" y="4508500"/>
          <p14:tracePt t="115747" x="4308475" y="4516438"/>
          <p14:tracePt t="115755" x="4308475" y="4522788"/>
          <p14:tracePt t="115763" x="4314825" y="4522788"/>
          <p14:tracePt t="115771" x="4322763" y="4530725"/>
          <p14:tracePt t="115779" x="4329113" y="4537075"/>
          <p14:tracePt t="115787" x="4337050" y="4545013"/>
          <p14:tracePt t="115795" x="4351338" y="4551363"/>
          <p14:tracePt t="115803" x="4357688" y="4559300"/>
          <p14:tracePt t="115819" x="4371975" y="4565650"/>
          <p14:tracePt t="115827" x="4379913" y="4565650"/>
          <p14:tracePt t="115835" x="4394200" y="4572000"/>
          <p14:tracePt t="115852" x="4408488" y="4579938"/>
          <p14:tracePt t="115859" x="4422775" y="4579938"/>
          <p14:tracePt t="115867" x="4422775" y="4586288"/>
          <p14:tracePt t="115884" x="4465638" y="4594225"/>
          <p14:tracePt t="115900" x="4514850" y="4614863"/>
          <p14:tracePt t="115907" x="4551363" y="4637088"/>
          <p14:tracePt t="115915" x="4565650" y="4643438"/>
          <p14:tracePt t="115923" x="4592638" y="4651375"/>
          <p14:tracePt t="115931" x="4621213" y="4651375"/>
          <p14:tracePt t="115939" x="4649788" y="4651375"/>
          <p14:tracePt t="115947" x="4672013" y="4665663"/>
          <p14:tracePt t="115955" x="4700588" y="4665663"/>
          <p14:tracePt t="115963" x="4706938" y="4665663"/>
          <p14:tracePt t="115971" x="4721225" y="4672013"/>
          <p14:tracePt t="115979" x="4743450" y="4672013"/>
          <p14:tracePt t="115987" x="4764088" y="4679950"/>
          <p14:tracePt t="115995" x="4786313" y="4679950"/>
          <p14:tracePt t="116003" x="4814888" y="4679950"/>
          <p14:tracePt t="116011" x="4835525" y="4679950"/>
          <p14:tracePt t="116019" x="4864100" y="4694238"/>
          <p14:tracePt t="116027" x="4886325" y="4694238"/>
          <p14:tracePt t="116035" x="4914900" y="4700588"/>
          <p14:tracePt t="116043" x="4929188" y="4700588"/>
          <p14:tracePt t="116052" x="4949825" y="4700588"/>
          <p14:tracePt t="116059" x="4978400" y="4700588"/>
          <p14:tracePt t="116067" x="5000625" y="4700588"/>
          <p14:tracePt t="116075" x="5029200" y="4700588"/>
          <p14:tracePt t="116084" x="5049838" y="4700588"/>
          <p14:tracePt t="116091" x="5057775" y="4700588"/>
          <p14:tracePt t="116101" x="5072063" y="4700588"/>
          <p14:tracePt t="116107" x="5084763" y="4700588"/>
          <p14:tracePt t="116115" x="5099050" y="4700588"/>
          <p14:tracePt t="116131" x="5113338" y="4700588"/>
          <p14:tracePt t="116139" x="5121275" y="4700588"/>
          <p14:tracePt t="116147" x="5127625" y="4700588"/>
          <p14:tracePt t="116155" x="5135563" y="4700588"/>
          <p14:tracePt t="116163" x="5135563" y="4694238"/>
          <p14:tracePt t="116171" x="5141913" y="4694238"/>
          <p14:tracePt t="116187" x="5149850" y="4694238"/>
          <p14:tracePt t="117172" x="5149850" y="4686300"/>
          <p14:tracePt t="117227" x="5149850" y="4679950"/>
          <p14:tracePt t="117235" x="5149850" y="4672013"/>
          <p14:tracePt t="117251" x="5141913" y="4672013"/>
          <p14:tracePt t="117267" x="5135563" y="4657725"/>
          <p14:tracePt t="117291" x="5121275" y="4657725"/>
          <p14:tracePt t="117301" x="5113338" y="4657725"/>
          <p14:tracePt t="117307" x="5106988" y="4657725"/>
          <p14:tracePt t="117315" x="5099050" y="4657725"/>
          <p14:tracePt t="117323" x="5092700" y="4651375"/>
          <p14:tracePt t="117331" x="5084763" y="4651375"/>
          <p14:tracePt t="117339" x="5078413" y="4651375"/>
          <p14:tracePt t="117347" x="5057775" y="4643438"/>
          <p14:tracePt t="117363" x="5035550" y="4643438"/>
          <p14:tracePt t="117371" x="5014913" y="4637088"/>
          <p14:tracePt t="117379" x="4986338" y="4637088"/>
          <p14:tracePt t="117387" x="4949825" y="4629150"/>
          <p14:tracePt t="117395" x="4921250" y="4629150"/>
          <p14:tracePt t="117403" x="4886325" y="4622800"/>
          <p14:tracePt t="117411" x="4829175" y="4614863"/>
          <p14:tracePt t="117419" x="4778375" y="4614863"/>
          <p14:tracePt t="117427" x="4721225" y="4614863"/>
          <p14:tracePt t="117435" x="4678363" y="4614863"/>
          <p14:tracePt t="117443" x="4643438" y="4614863"/>
          <p14:tracePt t="117451" x="4606925" y="4614863"/>
          <p14:tracePt t="117459" x="4572000" y="4614863"/>
          <p14:tracePt t="117469" x="4551363" y="4614863"/>
          <p14:tracePt t="117475" x="4522788" y="4614863"/>
          <p14:tracePt t="117484" x="4500563" y="4614863"/>
          <p14:tracePt t="117491" x="4479925" y="4614863"/>
          <p14:tracePt t="117500" x="4465638" y="4614863"/>
          <p14:tracePt t="117508" x="4451350" y="4614863"/>
          <p14:tracePt t="117515" x="4437063" y="4614863"/>
          <p14:tracePt t="117524" x="4422775" y="4614863"/>
          <p14:tracePt t="117531" x="4414838" y="4614863"/>
          <p14:tracePt t="117539" x="4400550" y="4614863"/>
          <p14:tracePt t="117571" x="4394200" y="4614863"/>
          <p14:tracePt t="117971" x="4386263" y="4614863"/>
          <p14:tracePt t="117995" x="4371975" y="4608513"/>
          <p14:tracePt t="118003" x="4365625" y="4608513"/>
          <p14:tracePt t="118460" x="4357688" y="4600575"/>
          <p14:tracePt t="118475" x="4357688" y="4594225"/>
          <p14:tracePt t="118499" x="4357688" y="4579938"/>
          <p14:tracePt t="118555" x="4365625" y="4579938"/>
          <p14:tracePt t="118587" x="4365625" y="4572000"/>
          <p14:tracePt t="118603" x="4371975" y="4565650"/>
          <p14:tracePt t="118627" x="4371975" y="4559300"/>
          <p14:tracePt t="118635" x="4379913" y="4559300"/>
          <p14:tracePt t="118707" x="4379913" y="4551363"/>
          <p14:tracePt t="118723" x="4386263" y="4551363"/>
          <p14:tracePt t="118731" x="4386263" y="4545013"/>
          <p14:tracePt t="118819" x="4386263" y="4537075"/>
          <p14:tracePt t="118851" x="4386263" y="4530725"/>
          <p14:tracePt t="118859" x="4386263" y="4522788"/>
          <p14:tracePt t="118907" x="4386263" y="4516438"/>
          <p14:tracePt t="118931" x="4386263" y="4502150"/>
          <p14:tracePt t="118955" x="4394200" y="4494213"/>
          <p14:tracePt t="119068" x="4394200" y="4479925"/>
          <p14:tracePt t="119139" x="4394200" y="4473575"/>
          <p14:tracePt t="119155" x="4400550" y="4473575"/>
          <p14:tracePt t="119179" x="4400550" y="4459288"/>
          <p14:tracePt t="119211" x="4400550" y="4451350"/>
          <p14:tracePt t="119235" x="4400550" y="4437063"/>
          <p14:tracePt t="119243" x="4400550" y="4430713"/>
          <p14:tracePt t="119259" x="4400550" y="4422775"/>
          <p14:tracePt t="119267" x="4400550" y="4416425"/>
          <p14:tracePt t="119275" x="4408488" y="4408488"/>
          <p14:tracePt t="119300" x="4414838" y="4402138"/>
          <p14:tracePt t="119315" x="4414838" y="4394200"/>
          <p14:tracePt t="119331" x="4422775" y="4379913"/>
          <p14:tracePt t="119347" x="4422775" y="4373563"/>
          <p14:tracePt t="119355" x="4422775" y="4365625"/>
          <p14:tracePt t="119363" x="4422775" y="4359275"/>
          <p14:tracePt t="119379" x="4422775" y="4344988"/>
          <p14:tracePt t="119395" x="4429125" y="4330700"/>
          <p14:tracePt t="119403" x="4429125" y="4322763"/>
          <p14:tracePt t="119411" x="4429125" y="4308475"/>
          <p14:tracePt t="119427" x="4429125" y="4302125"/>
          <p14:tracePt t="119435" x="4437063" y="4294188"/>
          <p14:tracePt t="119443" x="4437063" y="4287838"/>
          <p14:tracePt t="119451" x="4443413" y="4287838"/>
          <p14:tracePt t="119459" x="4443413" y="4279900"/>
          <p14:tracePt t="119467" x="4443413" y="4265613"/>
          <p14:tracePt t="119475" x="4451350" y="4259263"/>
          <p14:tracePt t="119484" x="4451350" y="4251325"/>
          <p14:tracePt t="119492" x="4451350" y="4237038"/>
          <p14:tracePt t="119501" x="4451350" y="4230688"/>
          <p14:tracePt t="119507" x="4457700" y="4216400"/>
          <p14:tracePt t="119643" x="4457700" y="4237038"/>
          <p14:tracePt t="119651" x="4457700" y="4259263"/>
          <p14:tracePt t="119659" x="4457700" y="4273550"/>
          <p14:tracePt t="119667" x="4465638" y="4294188"/>
          <p14:tracePt t="119675" x="4471988" y="4308475"/>
          <p14:tracePt t="119684" x="4479925" y="4322763"/>
          <p14:tracePt t="119691" x="4479925" y="4337050"/>
          <p14:tracePt t="119701" x="4494213" y="4365625"/>
          <p14:tracePt t="119707" x="4500563" y="4373563"/>
          <p14:tracePt t="119715" x="4508500" y="4394200"/>
          <p14:tracePt t="119723" x="4514850" y="4408488"/>
          <p14:tracePt t="119731" x="4522788" y="4422775"/>
          <p14:tracePt t="119739" x="4537075" y="4430713"/>
          <p14:tracePt t="119747" x="4551363" y="4445000"/>
          <p14:tracePt t="119755" x="4565650" y="4465638"/>
          <p14:tracePt t="119763" x="4572000" y="4479925"/>
          <p14:tracePt t="119771" x="4586288" y="4487863"/>
          <p14:tracePt t="119779" x="4592638" y="4508500"/>
          <p14:tracePt t="119787" x="4606925" y="4516438"/>
          <p14:tracePt t="119795" x="4614863" y="4522788"/>
          <p14:tracePt t="119803" x="4621213" y="4537075"/>
          <p14:tracePt t="119819" x="4629150" y="4537075"/>
          <p14:tracePt t="119835" x="4635500" y="4551363"/>
          <p14:tracePt t="119843" x="4643438" y="4551363"/>
          <p14:tracePt t="119851" x="4649788" y="4559300"/>
          <p14:tracePt t="119867" x="4657725" y="4565650"/>
          <p14:tracePt t="119875" x="4664075" y="4579938"/>
          <p14:tracePt t="119884" x="4672013" y="4579938"/>
          <p14:tracePt t="119900" x="4692650" y="4608513"/>
          <p14:tracePt t="119907" x="4700588" y="4608513"/>
          <p14:tracePt t="119915" x="4721225" y="4622800"/>
          <p14:tracePt t="119923" x="4735513" y="4629150"/>
          <p14:tracePt t="119931" x="4743450" y="4637088"/>
          <p14:tracePt t="119939" x="4764088" y="4651375"/>
          <p14:tracePt t="119947" x="4778375" y="4651375"/>
          <p14:tracePt t="119955" x="4792663" y="4657725"/>
          <p14:tracePt t="119963" x="4806950" y="4665663"/>
          <p14:tracePt t="119972" x="4821238" y="4665663"/>
          <p14:tracePt t="119979" x="4843463" y="4679950"/>
          <p14:tracePt t="119987" x="4849813" y="4686300"/>
          <p14:tracePt t="119995" x="4872038" y="4686300"/>
          <p14:tracePt t="120003" x="4892675" y="4700588"/>
          <p14:tracePt t="120011" x="4906963" y="4700588"/>
          <p14:tracePt t="120019" x="4929188" y="4708525"/>
          <p14:tracePt t="120027" x="4949825" y="4708525"/>
          <p14:tracePt t="120035" x="4964113" y="4708525"/>
          <p14:tracePt t="120043" x="4978400" y="4714875"/>
          <p14:tracePt t="120051" x="4992688" y="4714875"/>
          <p14:tracePt t="120059" x="5014913" y="4714875"/>
          <p14:tracePt t="120067" x="5029200" y="4714875"/>
          <p14:tracePt t="120075" x="5049838" y="4714875"/>
          <p14:tracePt t="120084" x="5064125" y="4714875"/>
          <p14:tracePt t="120091" x="5092700" y="4729163"/>
          <p14:tracePt t="120101" x="5106988" y="4729163"/>
          <p14:tracePt t="120107" x="5121275" y="4737100"/>
          <p14:tracePt t="120115" x="5135563" y="4737100"/>
          <p14:tracePt t="120123" x="5156200" y="4737100"/>
          <p14:tracePt t="120131" x="5164138" y="4737100"/>
          <p14:tracePt t="120139" x="5184775" y="4737100"/>
          <p14:tracePt t="120147" x="5192713" y="4737100"/>
          <p14:tracePt t="120163" x="5207000" y="4737100"/>
          <p14:tracePt t="120179" x="5213350" y="4743450"/>
          <p14:tracePt t="120187" x="5227638" y="4743450"/>
          <p14:tracePt t="120203" x="5235575" y="4743450"/>
          <p14:tracePt t="120211" x="5256213" y="4743450"/>
          <p14:tracePt t="120219" x="5278438" y="4743450"/>
          <p14:tracePt t="120227" x="5284788" y="4743450"/>
          <p14:tracePt t="120235" x="5299075" y="4743450"/>
          <p14:tracePt t="120243" x="5313363" y="4743450"/>
          <p14:tracePt t="120251" x="5327650" y="4743450"/>
          <p14:tracePt t="120259" x="5341938" y="4743450"/>
          <p14:tracePt t="120267" x="5356225" y="4743450"/>
          <p14:tracePt t="120275" x="5364163" y="4743450"/>
          <p14:tracePt t="120284" x="5384800" y="4757738"/>
          <p14:tracePt t="120291" x="5407025" y="4757738"/>
          <p14:tracePt t="120300" x="5427663" y="4757738"/>
          <p14:tracePt t="120307" x="5456238" y="4757738"/>
          <p14:tracePt t="120315" x="5484813" y="4757738"/>
          <p14:tracePt t="120323" x="5527675" y="4757738"/>
          <p14:tracePt t="120331" x="5564188" y="4757738"/>
          <p14:tracePt t="120339" x="5605463" y="4757738"/>
          <p14:tracePt t="120347" x="5648325" y="4757738"/>
          <p14:tracePt t="120355" x="5691188" y="4757738"/>
          <p14:tracePt t="120363" x="5727700" y="4757738"/>
          <p14:tracePt t="120371" x="5776913" y="4757738"/>
          <p14:tracePt t="120379" x="5827713" y="4757738"/>
          <p14:tracePt t="120387" x="5862638" y="4757738"/>
          <p14:tracePt t="120395" x="5891213" y="4757738"/>
          <p14:tracePt t="120403" x="5919788" y="4757738"/>
          <p14:tracePt t="120411" x="5942013" y="4757738"/>
          <p14:tracePt t="120419" x="5956300" y="4757738"/>
          <p14:tracePt t="120427" x="5970588" y="4757738"/>
          <p14:tracePt t="120435" x="5976938" y="4757738"/>
          <p14:tracePt t="120443" x="5984875" y="4757738"/>
          <p14:tracePt t="120451" x="5991225" y="4757738"/>
          <p14:tracePt t="120459" x="5999163" y="4751388"/>
          <p14:tracePt t="120467" x="6013450" y="4743450"/>
          <p14:tracePt t="120475" x="6027738" y="4737100"/>
          <p14:tracePt t="120484" x="6042025" y="4737100"/>
          <p14:tracePt t="120491" x="6062663" y="4729163"/>
          <p14:tracePt t="120500" x="6076950" y="4729163"/>
          <p14:tracePt t="120507" x="6091238" y="4722813"/>
          <p14:tracePt t="120515" x="6105525" y="4714875"/>
          <p14:tracePt t="120524" x="6105525" y="4708525"/>
          <p14:tracePt t="120531" x="6119813" y="4708525"/>
          <p14:tracePt t="120539" x="6126163" y="4700588"/>
          <p14:tracePt t="120547" x="6134100" y="4694238"/>
          <p14:tracePt t="120555" x="6148388" y="4679950"/>
          <p14:tracePt t="120572" x="6154738" y="4665663"/>
          <p14:tracePt t="120579" x="6162675" y="4651375"/>
          <p14:tracePt t="120587" x="6169025" y="4637088"/>
          <p14:tracePt t="120595" x="6176963" y="4614863"/>
          <p14:tracePt t="120603" x="6176963" y="4608513"/>
          <p14:tracePt t="120611" x="6183313" y="4586288"/>
          <p14:tracePt t="120619" x="6183313" y="4572000"/>
          <p14:tracePt t="120627" x="6183313" y="4559300"/>
          <p14:tracePt t="120635" x="6183313" y="4537075"/>
          <p14:tracePt t="120643" x="6183313" y="4530725"/>
          <p14:tracePt t="120651" x="6183313" y="4516438"/>
          <p14:tracePt t="120659" x="6183313" y="4494213"/>
          <p14:tracePt t="120667" x="6183313" y="4487863"/>
          <p14:tracePt t="120675" x="6183313" y="4479925"/>
          <p14:tracePt t="120686" x="6183313" y="4465638"/>
          <p14:tracePt t="120691" x="6183313" y="4459288"/>
          <p14:tracePt t="120701" x="6183313" y="4451350"/>
          <p14:tracePt t="120707" x="6183313" y="4445000"/>
          <p14:tracePt t="120715" x="6183313" y="4437063"/>
          <p14:tracePt t="120723" x="6183313" y="4430713"/>
          <p14:tracePt t="120731" x="6183313" y="4416425"/>
          <p14:tracePt t="120747" x="6183313" y="4402138"/>
          <p14:tracePt t="120755" x="6183313" y="4394200"/>
          <p14:tracePt t="120771" x="6169025" y="4373563"/>
          <p14:tracePt t="120779" x="6162675" y="4365625"/>
          <p14:tracePt t="120787" x="6154738" y="4351338"/>
          <p14:tracePt t="120795" x="6148388" y="4351338"/>
          <p14:tracePt t="120803" x="6126163" y="4330700"/>
          <p14:tracePt t="120811" x="6111875" y="4322763"/>
          <p14:tracePt t="120819" x="6097588" y="4316413"/>
          <p14:tracePt t="120827" x="6084888" y="4308475"/>
          <p14:tracePt t="120835" x="6056313" y="4294188"/>
          <p14:tracePt t="120843" x="6042025" y="4287838"/>
          <p14:tracePt t="120851" x="6005513" y="4273550"/>
          <p14:tracePt t="120859" x="5984875" y="4265613"/>
          <p14:tracePt t="120867" x="5942013" y="4259263"/>
          <p14:tracePt t="120875" x="5913438" y="4251325"/>
          <p14:tracePt t="120885" x="5876925" y="4237038"/>
          <p14:tracePt t="120891" x="5842000" y="4230688"/>
          <p14:tracePt t="120900" x="5819775" y="4222750"/>
          <p14:tracePt t="120907" x="5784850" y="4222750"/>
          <p14:tracePt t="120915" x="5762625" y="4208463"/>
          <p14:tracePt t="120923" x="5734050" y="4202113"/>
          <p14:tracePt t="120931" x="5699125" y="4194175"/>
          <p14:tracePt t="120939" x="5676900" y="4187825"/>
          <p14:tracePt t="120947" x="5634038" y="4179888"/>
          <p14:tracePt t="120955" x="5605463" y="4173538"/>
          <p14:tracePt t="120963" x="5591175" y="4173538"/>
          <p14:tracePt t="120971" x="5549900" y="4159250"/>
          <p14:tracePt t="120979" x="5499100" y="4144963"/>
          <p14:tracePt t="120987" x="5435600" y="4137025"/>
          <p14:tracePt t="120995" x="5384800" y="4130675"/>
          <p14:tracePt t="121003" x="5341938" y="4130675"/>
          <p14:tracePt t="121011" x="5307013" y="4122738"/>
          <p14:tracePt t="121019" x="5270500" y="4108450"/>
          <p14:tracePt t="121027" x="5241925" y="4108450"/>
          <p14:tracePt t="121036" x="5199063" y="4102100"/>
          <p14:tracePt t="121043" x="5178425" y="4102100"/>
          <p14:tracePt t="121051" x="5156200" y="4094163"/>
          <p14:tracePt t="121059" x="5127625" y="4094163"/>
          <p14:tracePt t="121067" x="5099050" y="4094163"/>
          <p14:tracePt t="121075" x="5064125" y="4094163"/>
          <p14:tracePt t="121084" x="5021263" y="4079875"/>
          <p14:tracePt t="121091" x="4992688" y="4079875"/>
          <p14:tracePt t="121100" x="4957763" y="4073525"/>
          <p14:tracePt t="121107" x="4914900" y="4065588"/>
          <p14:tracePt t="121115" x="4864100" y="4065588"/>
          <p14:tracePt t="121123" x="4806950" y="4044950"/>
          <p14:tracePt t="121131" x="4757738" y="4044950"/>
          <p14:tracePt t="121139" x="4714875" y="4044950"/>
          <p14:tracePt t="121147" x="4672013" y="4044950"/>
          <p14:tracePt t="121155" x="4635500" y="4044950"/>
          <p14:tracePt t="121163" x="4592638" y="4044950"/>
          <p14:tracePt t="121171" x="4557713" y="4044950"/>
          <p14:tracePt t="121179" x="4522788" y="4044950"/>
          <p14:tracePt t="121187" x="4500563" y="4044950"/>
          <p14:tracePt t="121195" x="4494213" y="4051300"/>
          <p14:tracePt t="121203" x="4479925" y="4065588"/>
          <p14:tracePt t="121211" x="4465638" y="4065588"/>
          <p14:tracePt t="121219" x="4451350" y="4073525"/>
          <p14:tracePt t="121227" x="4437063" y="4079875"/>
          <p14:tracePt t="121235" x="4429125" y="4094163"/>
          <p14:tracePt t="121243" x="4414838" y="4102100"/>
          <p14:tracePt t="121251" x="4394200" y="4122738"/>
          <p14:tracePt t="121259" x="4386263" y="4122738"/>
          <p14:tracePt t="121267" x="4371975" y="4137025"/>
          <p14:tracePt t="121275" x="4357688" y="4151313"/>
          <p14:tracePt t="121284" x="4337050" y="4165600"/>
          <p14:tracePt t="121291" x="4329113" y="4173538"/>
          <p14:tracePt t="121301" x="4322763" y="4179888"/>
          <p14:tracePt t="121307" x="4308475" y="4194175"/>
          <p14:tracePt t="121315" x="4300538" y="4202113"/>
          <p14:tracePt t="121323" x="4286250" y="4216400"/>
          <p14:tracePt t="121332" x="4279900" y="4222750"/>
          <p14:tracePt t="121339" x="4279900" y="4237038"/>
          <p14:tracePt t="121348" x="4265613" y="4251325"/>
          <p14:tracePt t="121364" x="4251325" y="4265613"/>
          <p14:tracePt t="121371" x="4237038" y="4294188"/>
          <p14:tracePt t="121387" x="4237038" y="4316413"/>
          <p14:tracePt t="121395" x="4229100" y="4322763"/>
          <p14:tracePt t="121403" x="4229100" y="4337050"/>
          <p14:tracePt t="121411" x="4229100" y="4351338"/>
          <p14:tracePt t="121419" x="4229100" y="4359275"/>
          <p14:tracePt t="121435" x="4229100" y="4373563"/>
          <p14:tracePt t="121443" x="4229100" y="4379913"/>
          <p14:tracePt t="121451" x="4229100" y="4387850"/>
          <p14:tracePt t="121459" x="4229100" y="4408488"/>
          <p14:tracePt t="121467" x="4229100" y="4416425"/>
          <p14:tracePt t="121475" x="4229100" y="4437063"/>
          <p14:tracePt t="121484" x="4229100" y="4445000"/>
          <p14:tracePt t="121491" x="4229100" y="4459288"/>
          <p14:tracePt t="121500" x="4229100" y="4465638"/>
          <p14:tracePt t="121507" x="4229100" y="4487863"/>
          <p14:tracePt t="121515" x="4237038" y="4494213"/>
          <p14:tracePt t="121531" x="4243388" y="4508500"/>
          <p14:tracePt t="121539" x="4251325" y="4522788"/>
          <p14:tracePt t="121547" x="4265613" y="4537075"/>
          <p14:tracePt t="121555" x="4271963" y="4545013"/>
          <p14:tracePt t="121563" x="4286250" y="4572000"/>
          <p14:tracePt t="121571" x="4300538" y="4579938"/>
          <p14:tracePt t="121579" x="4314825" y="4594225"/>
          <p14:tracePt t="121587" x="4322763" y="4608513"/>
          <p14:tracePt t="121595" x="4343400" y="4614863"/>
          <p14:tracePt t="121603" x="4351338" y="4622800"/>
          <p14:tracePt t="121611" x="4371975" y="4629150"/>
          <p14:tracePt t="121619" x="4394200" y="4643438"/>
          <p14:tracePt t="121627" x="4429125" y="4657725"/>
          <p14:tracePt t="121635" x="4465638" y="4679950"/>
          <p14:tracePt t="121643" x="4471988" y="4679950"/>
          <p14:tracePt t="121652" x="4486275" y="4679950"/>
          <p14:tracePt t="121659" x="4508500" y="4686300"/>
          <p14:tracePt t="121667" x="4522788" y="4694238"/>
          <p14:tracePt t="121675" x="4551363" y="4708525"/>
          <p14:tracePt t="121684" x="4565650" y="4708525"/>
          <p14:tracePt t="121691" x="4578350" y="4714875"/>
          <p14:tracePt t="121701" x="4592638" y="4722813"/>
          <p14:tracePt t="121707" x="4621213" y="4729163"/>
          <p14:tracePt t="121715" x="4629150" y="4729163"/>
          <p14:tracePt t="121723" x="4649788" y="4737100"/>
          <p14:tracePt t="121731" x="4672013" y="4743450"/>
          <p14:tracePt t="121739" x="4678363" y="4743450"/>
          <p14:tracePt t="121747" x="4700588" y="4743450"/>
          <p14:tracePt t="121755" x="4721225" y="4743450"/>
          <p14:tracePt t="121763" x="4749800" y="4743450"/>
          <p14:tracePt t="121771" x="4764088" y="4743450"/>
          <p14:tracePt t="121779" x="4806950" y="4757738"/>
          <p14:tracePt t="121787" x="4843463" y="4765675"/>
          <p14:tracePt t="121795" x="4886325" y="4765675"/>
          <p14:tracePt t="121803" x="4921250" y="4772025"/>
          <p14:tracePt t="121811" x="4978400" y="4779963"/>
          <p14:tracePt t="121819" x="5029200" y="4794250"/>
          <p14:tracePt t="121827" x="5078413" y="4800600"/>
          <p14:tracePt t="121835" x="5121275" y="4800600"/>
          <p14:tracePt t="121843" x="5156200" y="4808538"/>
          <p14:tracePt t="121851" x="5192713" y="4814888"/>
          <p14:tracePt t="121859" x="5221288" y="4814888"/>
          <p14:tracePt t="121867" x="5249863" y="4829175"/>
          <p14:tracePt t="121885" x="5299075" y="4829175"/>
          <p14:tracePt t="121900" x="5349875" y="4829175"/>
          <p14:tracePt t="121907" x="5378450" y="4829175"/>
          <p14:tracePt t="121915" x="5421313" y="4829175"/>
          <p14:tracePt t="121923" x="5464175" y="4829175"/>
          <p14:tracePt t="121931" x="5513388" y="4829175"/>
          <p14:tracePt t="121939" x="5549900" y="4829175"/>
          <p14:tracePt t="121947" x="5584825" y="4829175"/>
          <p14:tracePt t="121955" x="5619750" y="4829175"/>
          <p14:tracePt t="121963" x="5634038" y="4829175"/>
          <p14:tracePt t="121971" x="5676900" y="4829175"/>
          <p14:tracePt t="121979" x="5705475" y="4829175"/>
          <p14:tracePt t="121987" x="5734050" y="4829175"/>
          <p14:tracePt t="121995" x="5748338" y="4829175"/>
          <p14:tracePt t="122003" x="5770563" y="4829175"/>
          <p14:tracePt t="122011" x="5805488" y="4822825"/>
          <p14:tracePt t="122019" x="5834063" y="4814888"/>
          <p14:tracePt t="122027" x="5870575" y="4800600"/>
          <p14:tracePt t="122035" x="5905500" y="4794250"/>
          <p14:tracePt t="122043" x="5919788" y="4794250"/>
          <p14:tracePt t="122051" x="5942013" y="4794250"/>
          <p14:tracePt t="122059" x="5962650" y="4786313"/>
          <p14:tracePt t="122067" x="5976938" y="4772025"/>
          <p14:tracePt t="122075" x="5999163" y="4765675"/>
          <p14:tracePt t="122084" x="6005513" y="4757738"/>
          <p14:tracePt t="122091" x="6027738" y="4751388"/>
          <p14:tracePt t="122100" x="6042025" y="4743450"/>
          <p14:tracePt t="122107" x="6048375" y="4743450"/>
          <p14:tracePt t="122115" x="6056313" y="4737100"/>
          <p14:tracePt t="122131" x="6070600" y="4737100"/>
          <p14:tracePt t="124435" x="6070600" y="4729163"/>
          <p14:tracePt t="124515" x="6062663" y="4729163"/>
          <p14:tracePt t="124531" x="6056313" y="4729163"/>
          <p14:tracePt t="124547" x="6042025" y="4729163"/>
          <p14:tracePt t="124555" x="6034088" y="4729163"/>
          <p14:tracePt t="124571" x="6013450" y="4729163"/>
          <p14:tracePt t="124579" x="5991225" y="4729163"/>
          <p14:tracePt t="124587" x="5970588" y="4722813"/>
          <p14:tracePt t="124595" x="5927725" y="4722813"/>
          <p14:tracePt t="124603" x="5899150" y="4722813"/>
          <p14:tracePt t="124611" x="5862638" y="4722813"/>
          <p14:tracePt t="124619" x="5805488" y="4722813"/>
          <p14:tracePt t="124627" x="5748338" y="4722813"/>
          <p14:tracePt t="124635" x="5699125" y="4722813"/>
          <p14:tracePt t="124643" x="5641975" y="4722813"/>
          <p14:tracePt t="124651" x="5584825" y="4722813"/>
          <p14:tracePt t="124659" x="5535613" y="4722813"/>
          <p14:tracePt t="124667" x="5478463" y="4722813"/>
          <p14:tracePt t="124675" x="5441950" y="4722813"/>
          <p14:tracePt t="124684" x="5384800" y="4722813"/>
          <p14:tracePt t="124691" x="5335588" y="4722813"/>
          <p14:tracePt t="124700" x="5299075" y="4722813"/>
          <p14:tracePt t="124708" x="5249863" y="4722813"/>
          <p14:tracePt t="124715" x="5199063" y="4722813"/>
          <p14:tracePt t="124723" x="5164138" y="4722813"/>
          <p14:tracePt t="124731" x="5135563" y="4722813"/>
          <p14:tracePt t="124739" x="5106988" y="4722813"/>
          <p14:tracePt t="124747" x="5078413" y="4722813"/>
          <p14:tracePt t="124755" x="5057775" y="4722813"/>
          <p14:tracePt t="124763" x="5029200" y="4722813"/>
          <p14:tracePt t="124771" x="4992688" y="4722813"/>
          <p14:tracePt t="124779" x="4964113" y="4722813"/>
          <p14:tracePt t="124787" x="4935538" y="4722813"/>
          <p14:tracePt t="124795" x="4900613" y="4722813"/>
          <p14:tracePt t="124803" x="4878388" y="4722813"/>
          <p14:tracePt t="124811" x="4849813" y="4722813"/>
          <p14:tracePt t="124819" x="4806950" y="4722813"/>
          <p14:tracePt t="124827" x="4786313" y="4722813"/>
          <p14:tracePt t="124835" x="4757738" y="4722813"/>
          <p14:tracePt t="124843" x="4735513" y="4722813"/>
          <p14:tracePt t="124851" x="4714875" y="4714875"/>
          <p14:tracePt t="124859" x="4700588" y="4708525"/>
          <p14:tracePt t="124868" x="4686300" y="4708525"/>
          <p14:tracePt t="124875" x="4678363" y="4700588"/>
          <p14:tracePt t="124891" x="4664075" y="4700588"/>
          <p14:tracePt t="124899" x="4664075" y="4694238"/>
          <p14:tracePt t="124915" x="4657725" y="4694238"/>
          <p14:tracePt t="124939" x="4649788" y="4694238"/>
          <p14:tracePt t="124947" x="4643438" y="4694238"/>
          <p14:tracePt t="125764" x="4643438" y="4686300"/>
          <p14:tracePt t="125771" x="4635500" y="4686300"/>
          <p14:tracePt t="125779" x="4629150" y="4679950"/>
          <p14:tracePt t="125787" x="4621213" y="4679950"/>
          <p14:tracePt t="125795" x="4621213" y="4672013"/>
          <p14:tracePt t="125803" x="4614863" y="4672013"/>
          <p14:tracePt t="125811" x="4606925" y="4672013"/>
          <p14:tracePt t="125819" x="4600575" y="4665663"/>
          <p14:tracePt t="125827" x="4586288" y="4657725"/>
          <p14:tracePt t="125843" x="4572000" y="4651375"/>
          <p14:tracePt t="125859" x="4565650" y="4643438"/>
          <p14:tracePt t="125867" x="4551363" y="4643438"/>
          <p14:tracePt t="125875" x="4543425" y="4643438"/>
          <p14:tracePt t="125901" x="4514850" y="4622800"/>
          <p14:tracePt t="125915" x="4500563" y="4614863"/>
          <p14:tracePt t="125923" x="4486275" y="4608513"/>
          <p14:tracePt t="125932" x="4465638" y="4594225"/>
          <p14:tracePt t="125939" x="4451350" y="4586288"/>
          <p14:tracePt t="125947" x="4443413" y="4579938"/>
          <p14:tracePt t="125955" x="4414838" y="4565650"/>
          <p14:tracePt t="125963" x="4408488" y="4565650"/>
          <p14:tracePt t="125971" x="4386263" y="4545013"/>
          <p14:tracePt t="125979" x="4365625" y="4537075"/>
          <p14:tracePt t="125987" x="4351338" y="4530725"/>
          <p14:tracePt t="125995" x="4343400" y="4522788"/>
          <p14:tracePt t="126003" x="4337050" y="4522788"/>
          <p14:tracePt t="126011" x="4314825" y="4508500"/>
          <p14:tracePt t="126019" x="4300538" y="4502150"/>
          <p14:tracePt t="126035" x="4294188" y="4494213"/>
          <p14:tracePt t="126043" x="4286250" y="4487863"/>
          <p14:tracePt t="126059" x="4271963" y="4479925"/>
          <p14:tracePt t="126067" x="4265613" y="4473575"/>
          <p14:tracePt t="126084" x="4257675" y="4465638"/>
          <p14:tracePt t="126091" x="4251325" y="4459288"/>
          <p14:tracePt t="126100" x="4251325" y="4451350"/>
          <p14:tracePt t="126107" x="4243388" y="4437063"/>
          <p14:tracePt t="126115" x="4237038" y="4437063"/>
          <p14:tracePt t="126123" x="4229100" y="4430713"/>
          <p14:tracePt t="126131" x="4222750" y="4422775"/>
          <p14:tracePt t="126139" x="4222750" y="4416425"/>
          <p14:tracePt t="126147" x="4214813" y="4416425"/>
          <p14:tracePt t="126155" x="4214813" y="4408488"/>
          <p14:tracePt t="126164" x="4208463" y="4402138"/>
          <p14:tracePt t="126179" x="4200525" y="4394200"/>
          <p14:tracePt t="126187" x="4200525" y="4387850"/>
          <p14:tracePt t="126195" x="4194175" y="4387850"/>
          <p14:tracePt t="126212" x="4194175" y="4379913"/>
          <p14:tracePt t="126227" x="4186238" y="4373563"/>
          <p14:tracePt t="126235" x="4186238" y="4365625"/>
          <p14:tracePt t="126251" x="4179888" y="4359275"/>
          <p14:tracePt t="126259" x="4171950" y="4351338"/>
          <p14:tracePt t="126291" x="4171950" y="4344988"/>
          <p14:tracePt t="126323" x="4171950" y="4337050"/>
          <p14:tracePt t="126339" x="4171950" y="4330700"/>
          <p14:tracePt t="126403" x="4171950" y="4322763"/>
          <p14:tracePt t="126707" x="4171950" y="4316413"/>
          <p14:tracePt t="129667" x="4179888" y="4316413"/>
          <p14:tracePt t="129683" x="4186238" y="4316413"/>
          <p14:tracePt t="129723" x="4194175" y="4316413"/>
          <p14:tracePt t="130196" x="4200525" y="4316413"/>
          <p14:tracePt t="130435" x="4214813" y="4330700"/>
          <p14:tracePt t="130443" x="4222750" y="4344988"/>
          <p14:tracePt t="130451" x="4237038" y="4365625"/>
          <p14:tracePt t="130459" x="4243388" y="4379913"/>
          <p14:tracePt t="130691" x="4237038" y="4373563"/>
          <p14:tracePt t="130700" x="4229100" y="4373563"/>
          <p14:tracePt t="130708" x="4214813" y="4365625"/>
          <p14:tracePt t="130715" x="4200525" y="4351338"/>
          <p14:tracePt t="130723" x="4179888" y="4344988"/>
          <p14:tracePt t="130731" x="4129088" y="4308475"/>
          <p14:tracePt t="130739" x="4086225" y="4287838"/>
          <p14:tracePt t="130747" x="4051300" y="4273550"/>
          <p14:tracePt t="130755" x="4002088" y="4244975"/>
          <p14:tracePt t="130763" x="3959225" y="4216400"/>
          <p14:tracePt t="130771" x="3887788" y="4179888"/>
          <p14:tracePt t="130779" x="3794125" y="4130675"/>
          <p14:tracePt t="130787" x="3716338" y="4079875"/>
          <p14:tracePt t="130795" x="3616325" y="4037013"/>
          <p14:tracePt t="130803" x="3481388" y="3959225"/>
          <p14:tracePt t="130811" x="3373438" y="3902075"/>
          <p14:tracePt t="130819" x="3302000" y="3859213"/>
          <p14:tracePt t="130827" x="3230563" y="3824288"/>
          <p14:tracePt t="130836" x="3181350" y="3795713"/>
          <p14:tracePt t="130843" x="3167063" y="3781425"/>
          <p14:tracePt t="130851" x="3144838" y="3773488"/>
          <p14:tracePt t="130859" x="3138488" y="3759200"/>
          <p14:tracePt t="130867" x="3130550" y="3759200"/>
          <p14:tracePt t="130885" x="3116263" y="3759200"/>
          <p14:tracePt t="130907" x="3109913" y="3759200"/>
          <p14:tracePt t="131083" x="3087688" y="3744913"/>
          <p14:tracePt t="131091" x="3073400" y="3724275"/>
          <p14:tracePt t="131100" x="3038475" y="3687763"/>
          <p14:tracePt t="131107" x="2989263" y="3638550"/>
          <p14:tracePt t="131115" x="2967038" y="3609975"/>
          <p14:tracePt t="131123" x="2960688" y="3602038"/>
          <p14:tracePt t="131131" x="2952750" y="3587750"/>
          <p14:tracePt t="131139" x="2952750" y="3581400"/>
          <p14:tracePt t="131147" x="2952750" y="3559175"/>
          <p14:tracePt t="131155" x="2946400" y="3530600"/>
          <p14:tracePt t="131163" x="2938463" y="3516313"/>
          <p14:tracePt t="131171" x="2932113" y="3487738"/>
          <p14:tracePt t="131179" x="2924175" y="3467100"/>
          <p14:tracePt t="131187" x="2917825" y="3438525"/>
          <p14:tracePt t="131195" x="2917825" y="3430588"/>
          <p14:tracePt t="131203" x="2909888" y="3417888"/>
          <p14:tracePt t="131211" x="2903538" y="3395663"/>
          <p14:tracePt t="131219" x="2903538" y="3389313"/>
          <p14:tracePt t="131227" x="2895600" y="3367088"/>
          <p14:tracePt t="131235" x="2889250" y="3352800"/>
          <p14:tracePt t="131243" x="2889250" y="3346450"/>
          <p14:tracePt t="131252" x="2889250" y="3338513"/>
          <p14:tracePt t="131267" x="2889250" y="3332163"/>
          <p14:tracePt t="131307" x="2889250" y="3324225"/>
          <p14:tracePt t="131339" x="2889250" y="3317875"/>
          <p14:tracePt t="131507" x="2889250" y="3309938"/>
          <p14:tracePt t="131779" x="2889250" y="3303588"/>
          <p14:tracePt t="131803" x="2889250" y="3295650"/>
          <p14:tracePt t="131867" x="2889250" y="3289300"/>
          <p14:tracePt t="131907" x="2889250" y="3281363"/>
          <p14:tracePt t="131947" x="2889250" y="3275013"/>
          <p14:tracePt t="131979" x="2889250" y="3267075"/>
          <p14:tracePt t="131995" x="2889250" y="3260725"/>
          <p14:tracePt t="132003" x="2889250" y="3252788"/>
          <p14:tracePt t="132011" x="2889250" y="3246438"/>
          <p14:tracePt t="132019" x="2895600" y="3232150"/>
          <p14:tracePt t="132027" x="2895600" y="3209925"/>
          <p14:tracePt t="132035" x="2903538" y="3195638"/>
          <p14:tracePt t="132043" x="2903538" y="3181350"/>
          <p14:tracePt t="132052" x="2909888" y="3152775"/>
          <p14:tracePt t="132059" x="2924175" y="3132138"/>
          <p14:tracePt t="132067" x="2932113" y="3109913"/>
          <p14:tracePt t="132075" x="2932113" y="3081338"/>
          <p14:tracePt t="132084" x="2938463" y="3046413"/>
          <p14:tracePt t="132091" x="2946400" y="3017838"/>
          <p14:tracePt t="132100" x="2960688" y="2989263"/>
          <p14:tracePt t="132107" x="2967038" y="2952750"/>
          <p14:tracePt t="132115" x="2967038" y="2924175"/>
          <p14:tracePt t="132123" x="2974975" y="2903538"/>
          <p14:tracePt t="132131" x="2974975" y="2874963"/>
          <p14:tracePt t="132139" x="2974975" y="2854325"/>
          <p14:tracePt t="132147" x="2974975" y="2825750"/>
          <p14:tracePt t="132155" x="2974975" y="2803525"/>
          <p14:tracePt t="132163" x="2974975" y="2774950"/>
          <p14:tracePt t="132171" x="2974975" y="2760663"/>
          <p14:tracePt t="132179" x="2974975" y="2732088"/>
          <p14:tracePt t="132187" x="2974975" y="2711450"/>
          <p14:tracePt t="132195" x="2974975" y="2682875"/>
          <p14:tracePt t="132203" x="2974975" y="2654300"/>
          <p14:tracePt t="132211" x="2974975" y="2625725"/>
          <p14:tracePt t="132219" x="2974975" y="2589213"/>
          <p14:tracePt t="132227" x="2974975" y="2560638"/>
          <p14:tracePt t="132235" x="2974975" y="2525713"/>
          <p14:tracePt t="132243" x="2974975" y="2497138"/>
          <p14:tracePt t="132251" x="2974975" y="2446338"/>
          <p14:tracePt t="132259" x="2974975" y="2417763"/>
          <p14:tracePt t="132267" x="2960688" y="2368550"/>
          <p14:tracePt t="132275" x="2952750" y="2346325"/>
          <p14:tracePt t="132284" x="2946400" y="2311400"/>
          <p14:tracePt t="132292" x="2932113" y="2262188"/>
          <p14:tracePt t="132299" x="2917825" y="2233613"/>
          <p14:tracePt t="132307" x="2909888" y="2182813"/>
          <p14:tracePt t="132315" x="2889250" y="2139950"/>
          <p14:tracePt t="132323" x="2881313" y="2097088"/>
          <p14:tracePt t="132331" x="2874963" y="2068513"/>
          <p14:tracePt t="132339" x="2860675" y="2019300"/>
          <p14:tracePt t="132347" x="2852738" y="2005013"/>
          <p14:tracePt t="132355" x="2838450" y="1954213"/>
          <p14:tracePt t="132363" x="2838450" y="1933575"/>
          <p14:tracePt t="132371" x="2824163" y="1911350"/>
          <p14:tracePt t="132379" x="2824163" y="1882775"/>
          <p14:tracePt t="132387" x="2809875" y="1854200"/>
          <p14:tracePt t="132395" x="2795588" y="1825625"/>
          <p14:tracePt t="132403" x="2781300" y="1804988"/>
          <p14:tracePt t="132411" x="2781300" y="1790700"/>
          <p14:tracePt t="132419" x="2760663" y="1768475"/>
          <p14:tracePt t="132427" x="2752725" y="1762125"/>
          <p14:tracePt t="132436" x="2732088" y="1739900"/>
          <p14:tracePt t="132443" x="2709863" y="1733550"/>
          <p14:tracePt t="132451" x="2689225" y="1733550"/>
          <p14:tracePt t="132459" x="2652713" y="1725613"/>
          <p14:tracePt t="132467" x="2624138" y="1725613"/>
          <p14:tracePt t="132475" x="2574925" y="1712913"/>
          <p14:tracePt t="132484" x="2525713" y="1704975"/>
          <p14:tracePt t="132491" x="2482850" y="1704975"/>
          <p14:tracePt t="132499" x="2454275" y="1704975"/>
          <p14:tracePt t="132507" x="2425700" y="1704975"/>
          <p14:tracePt t="132515" x="2397125" y="1704975"/>
          <p14:tracePt t="132523" x="2382838" y="1704975"/>
          <p14:tracePt t="132531" x="2368550" y="1704975"/>
          <p14:tracePt t="132539" x="2346325" y="1704975"/>
          <p14:tracePt t="132547" x="2325688" y="1712913"/>
          <p14:tracePt t="132555" x="2311400" y="1719263"/>
          <p14:tracePt t="132563" x="2289175" y="1733550"/>
          <p14:tracePt t="132571" x="2274888" y="1747838"/>
          <p14:tracePt t="132579" x="2246313" y="1768475"/>
          <p14:tracePt t="132587" x="2225675" y="1790700"/>
          <p14:tracePt t="132595" x="2217738" y="1811338"/>
          <p14:tracePt t="132603" x="2203450" y="1825625"/>
          <p14:tracePt t="132611" x="2182813" y="1854200"/>
          <p14:tracePt t="132619" x="2168525" y="1868488"/>
          <p14:tracePt t="132627" x="2154238" y="1890713"/>
          <p14:tracePt t="132635" x="2139950" y="1911350"/>
          <p14:tracePt t="132643" x="2132013" y="1947863"/>
          <p14:tracePt t="132651" x="2125663" y="1968500"/>
          <p14:tracePt t="132659" x="2103438" y="2005013"/>
          <p14:tracePt t="132667" x="2097088" y="2025650"/>
          <p14:tracePt t="132675" x="2074863" y="2082800"/>
          <p14:tracePt t="132684" x="2074863" y="2097088"/>
          <p14:tracePt t="132691" x="2074863" y="2133600"/>
          <p14:tracePt t="132700" x="2068513" y="2182813"/>
          <p14:tracePt t="132707" x="2068513" y="2225675"/>
          <p14:tracePt t="132715" x="2068513" y="2262188"/>
          <p14:tracePt t="132723" x="2068513" y="2289175"/>
          <p14:tracePt t="132731" x="2068513" y="2317750"/>
          <p14:tracePt t="132739" x="2068513" y="2360613"/>
          <p14:tracePt t="132747" x="2068513" y="2382838"/>
          <p14:tracePt t="132755" x="2068513" y="2411413"/>
          <p14:tracePt t="132763" x="2068513" y="2432050"/>
          <p14:tracePt t="132771" x="2068513" y="2460625"/>
          <p14:tracePt t="132779" x="2068513" y="2489200"/>
          <p14:tracePt t="132787" x="2068513" y="2511425"/>
          <p14:tracePt t="132795" x="2068513" y="2540000"/>
          <p14:tracePt t="132803" x="2068513" y="2554288"/>
          <p14:tracePt t="132811" x="2068513" y="2574925"/>
          <p14:tracePt t="132819" x="2068513" y="2603500"/>
          <p14:tracePt t="132827" x="2068513" y="2632075"/>
          <p14:tracePt t="132835" x="2068513" y="2654300"/>
          <p14:tracePt t="132843" x="2068513" y="2674938"/>
          <p14:tracePt t="132851" x="2068513" y="2689225"/>
          <p14:tracePt t="132860" x="2068513" y="2711450"/>
          <p14:tracePt t="132867" x="2068513" y="2732088"/>
          <p14:tracePt t="132876" x="2068513" y="2754313"/>
          <p14:tracePt t="132885" x="2068513" y="2774950"/>
          <p14:tracePt t="132891" x="2068513" y="2797175"/>
          <p14:tracePt t="132900" x="2068513" y="2817813"/>
          <p14:tracePt t="132907" x="2068513" y="2840038"/>
          <p14:tracePt t="132915" x="2068513" y="2860675"/>
          <p14:tracePt t="132923" x="2074863" y="2874963"/>
          <p14:tracePt t="132931" x="2074863" y="2895600"/>
          <p14:tracePt t="132939" x="2082800" y="2924175"/>
          <p14:tracePt t="132947" x="2097088" y="2946400"/>
          <p14:tracePt t="132955" x="2103438" y="2960688"/>
          <p14:tracePt t="132963" x="2103438" y="2981325"/>
          <p14:tracePt t="132971" x="2111375" y="3003550"/>
          <p14:tracePt t="132979" x="2111375" y="3017838"/>
          <p14:tracePt t="132987" x="2125663" y="3038475"/>
          <p14:tracePt t="132995" x="2125663" y="3052763"/>
          <p14:tracePt t="133003" x="2132013" y="3067050"/>
          <p14:tracePt t="133011" x="2139950" y="3081338"/>
          <p14:tracePt t="133019" x="2146300" y="3095625"/>
          <p14:tracePt t="133027" x="2154238" y="3103563"/>
          <p14:tracePt t="133035" x="2154238" y="3109913"/>
          <p14:tracePt t="133043" x="2160588" y="3117850"/>
          <p14:tracePt t="133051" x="2160588" y="3124200"/>
          <p14:tracePt t="133059" x="2174875" y="3138488"/>
          <p14:tracePt t="133067" x="2174875" y="3146425"/>
          <p14:tracePt t="133075" x="2174875" y="3152775"/>
          <p14:tracePt t="133084" x="2182813" y="3167063"/>
          <p14:tracePt t="133091" x="2197100" y="3175000"/>
          <p14:tracePt t="133100" x="2203450" y="3181350"/>
          <p14:tracePt t="133107" x="2211388" y="3203575"/>
          <p14:tracePt t="133115" x="2211388" y="3209925"/>
          <p14:tracePt t="133123" x="2232025" y="3232150"/>
          <p14:tracePt t="133131" x="2239963" y="3246438"/>
          <p14:tracePt t="133139" x="2246313" y="3246438"/>
          <p14:tracePt t="133147" x="2254250" y="3260725"/>
          <p14:tracePt t="133155" x="2260600" y="3260725"/>
          <p14:tracePt t="133163" x="2260600" y="3267075"/>
          <p14:tracePt t="133171" x="2274888" y="3281363"/>
          <p14:tracePt t="133179" x="2282825" y="3281363"/>
          <p14:tracePt t="133187" x="2282825" y="3289300"/>
          <p14:tracePt t="133195" x="2297113" y="3303588"/>
          <p14:tracePt t="133203" x="2317750" y="3309938"/>
          <p14:tracePt t="133211" x="2325688" y="3317875"/>
          <p14:tracePt t="133219" x="2346325" y="3332163"/>
          <p14:tracePt t="133227" x="2374900" y="3338513"/>
          <p14:tracePt t="133235" x="2389188" y="3346450"/>
          <p14:tracePt t="133243" x="2417763" y="3367088"/>
          <p14:tracePt t="133251" x="2439988" y="3367088"/>
          <p14:tracePt t="133259" x="2446338" y="3367088"/>
          <p14:tracePt t="133267" x="2460625" y="3375025"/>
          <p14:tracePt t="133275" x="2468563" y="3375025"/>
          <p14:tracePt t="133284" x="2482850" y="3389313"/>
          <p14:tracePt t="133291" x="2497138" y="3389313"/>
          <p14:tracePt t="133300" x="2511425" y="3395663"/>
          <p14:tracePt t="133307" x="2525713" y="3403600"/>
          <p14:tracePt t="133316" x="2546350" y="3409950"/>
          <p14:tracePt t="133323" x="2552700" y="3409950"/>
          <p14:tracePt t="133331" x="2566988" y="3409950"/>
          <p14:tracePt t="133339" x="2581275" y="3417888"/>
          <p14:tracePt t="133355" x="2589213" y="3417888"/>
          <p14:tracePt t="133363" x="2603500" y="3417888"/>
          <p14:tracePt t="133379" x="2609850" y="3417888"/>
          <p14:tracePt t="133387" x="2617788" y="3417888"/>
          <p14:tracePt t="133395" x="2624138" y="3417888"/>
          <p14:tracePt t="133451" x="2632075" y="3417888"/>
          <p14:tracePt t="133683" x="2632075" y="3424238"/>
          <p14:tracePt t="133764" x="2646363" y="3424238"/>
          <p14:tracePt t="133819" x="2652713" y="3424238"/>
          <p14:tracePt t="133835" x="2660650" y="3424238"/>
          <p14:tracePt t="133851" x="2667000" y="3417888"/>
          <p14:tracePt t="133859" x="2667000" y="3409950"/>
          <p14:tracePt t="133883" x="2674938" y="3403600"/>
          <p14:tracePt t="133917" x="2674938" y="3395663"/>
          <p14:tracePt t="133931" x="2681288" y="3395663"/>
          <p14:tracePt t="133947" x="2689225" y="3389313"/>
          <p14:tracePt t="133955" x="2695575" y="3389313"/>
          <p14:tracePt t="133981" x="2709863" y="3389313"/>
          <p14:tracePt t="133987" x="2717800" y="3389313"/>
          <p14:tracePt t="134003" x="2732088" y="3389313"/>
          <p14:tracePt t="134011" x="2746375" y="3389313"/>
          <p14:tracePt t="134019" x="2746375" y="3395663"/>
          <p14:tracePt t="134027" x="2746375" y="3403600"/>
          <p14:tracePt t="134243" x="2752725" y="3395663"/>
          <p14:tracePt t="134251" x="2760663" y="3395663"/>
          <p14:tracePt t="134267" x="2774950" y="3403600"/>
          <p14:tracePt t="134275" x="2781300" y="3403600"/>
          <p14:tracePt t="134284" x="2795588" y="3409950"/>
          <p14:tracePt t="134291" x="2809875" y="3424238"/>
          <p14:tracePt t="134300" x="2838450" y="3444875"/>
          <p14:tracePt t="134307" x="2867025" y="3467100"/>
          <p14:tracePt t="134315" x="2903538" y="3502025"/>
          <p14:tracePt t="134323" x="2909888" y="3524250"/>
          <p14:tracePt t="134331" x="2938463" y="3559175"/>
          <p14:tracePt t="134339" x="2967038" y="3602038"/>
          <p14:tracePt t="134348" x="2974975" y="3624263"/>
          <p14:tracePt t="134355" x="3003550" y="3673475"/>
          <p14:tracePt t="134363" x="3024188" y="3716338"/>
          <p14:tracePt t="134371" x="3046413" y="3759200"/>
          <p14:tracePt t="134379" x="3073400" y="3810000"/>
          <p14:tracePt t="134387" x="3116263" y="3873500"/>
          <p14:tracePt t="134395" x="3152775" y="3924300"/>
          <p14:tracePt t="134403" x="3195638" y="3981450"/>
          <p14:tracePt t="134411" x="3238500" y="4022725"/>
          <p14:tracePt t="134419" x="3295650" y="4065588"/>
          <p14:tracePt t="134427" x="3344863" y="4108450"/>
          <p14:tracePt t="134435" x="3409950" y="4137025"/>
          <p14:tracePt t="134443" x="3459163" y="4165600"/>
          <p14:tracePt t="134451" x="3487738" y="4179888"/>
          <p14:tracePt t="134459" x="3552825" y="4202113"/>
          <p14:tracePt t="134467" x="3579813" y="4208463"/>
          <p14:tracePt t="134475" x="3630613" y="4222750"/>
          <p14:tracePt t="134484" x="3679825" y="4251325"/>
          <p14:tracePt t="134491" x="3730625" y="4259263"/>
          <p14:tracePt t="134500" x="3802063" y="4279900"/>
          <p14:tracePt t="134507" x="3851275" y="4287838"/>
          <p14:tracePt t="134515" x="3930650" y="4287838"/>
          <p14:tracePt t="134523" x="4016375" y="4316413"/>
          <p14:tracePt t="134531" x="4079875" y="4322763"/>
          <p14:tracePt t="134539" x="4157663" y="4322763"/>
          <p14:tracePt t="134547" x="4243388" y="4337050"/>
          <p14:tracePt t="134555" x="4337050" y="4337050"/>
          <p14:tracePt t="134563" x="4422775" y="4337050"/>
          <p14:tracePt t="134571" x="4514850" y="4337050"/>
          <p14:tracePt t="134579" x="4614863" y="4337050"/>
          <p14:tracePt t="134587" x="4706938" y="4337050"/>
          <p14:tracePt t="134595" x="4806950" y="4337050"/>
          <p14:tracePt t="134603" x="4892675" y="4322763"/>
          <p14:tracePt t="134611" x="4986338" y="4294188"/>
          <p14:tracePt t="134619" x="5084763" y="4251325"/>
          <p14:tracePt t="134627" x="5156200" y="4222750"/>
          <p14:tracePt t="134635" x="5270500" y="4159250"/>
          <p14:tracePt t="134643" x="5356225" y="4102100"/>
          <p14:tracePt t="134651" x="5413375" y="4059238"/>
          <p14:tracePt t="134659" x="5484813" y="3995738"/>
          <p14:tracePt t="134667" x="5549900" y="3944938"/>
          <p14:tracePt t="134675" x="5591175" y="3910013"/>
          <p14:tracePt t="134684" x="5634038" y="3881438"/>
          <p14:tracePt t="134691" x="5670550" y="3859213"/>
          <p14:tracePt t="134700" x="5691188" y="3852863"/>
          <p14:tracePt t="134707" x="5713413" y="3838575"/>
          <p14:tracePt t="134715" x="5734050" y="3830638"/>
          <p14:tracePt t="134723" x="5756275" y="3824288"/>
          <p14:tracePt t="134731" x="5762625" y="3816350"/>
          <p14:tracePt t="134739" x="5770563" y="3810000"/>
          <p14:tracePt t="134747" x="5776913" y="3802063"/>
          <p14:tracePt t="134755" x="5784850" y="3795713"/>
          <p14:tracePt t="134763" x="5791200" y="3795713"/>
          <p14:tracePt t="134779" x="5799138" y="3787775"/>
          <p14:tracePt t="134795" x="5813425" y="3787775"/>
          <p14:tracePt t="134803" x="5819775" y="3781425"/>
          <p14:tracePt t="134811" x="5827713" y="3773488"/>
          <p14:tracePt t="134819" x="5834063" y="3773488"/>
          <p14:tracePt t="134827" x="5842000" y="3773488"/>
          <p14:tracePt t="134835" x="5848350" y="3767138"/>
          <p14:tracePt t="134851" x="5856288" y="3767138"/>
          <p14:tracePt t="134859" x="5862638" y="3767138"/>
          <p14:tracePt t="134884" x="5876925" y="3759200"/>
          <p14:tracePt t="134891" x="5884863" y="3752850"/>
          <p14:tracePt t="134900" x="5913438" y="3738563"/>
          <p14:tracePt t="134907" x="5919788" y="3730625"/>
          <p14:tracePt t="134915" x="5934075" y="3709988"/>
          <p14:tracePt t="134923" x="5948363" y="3687763"/>
          <p14:tracePt t="134931" x="5962650" y="3673475"/>
          <p14:tracePt t="134939" x="5970588" y="3659188"/>
          <p14:tracePt t="134947" x="5976938" y="3630613"/>
          <p14:tracePt t="134955" x="5991225" y="3616325"/>
          <p14:tracePt t="134963" x="5999163" y="3581400"/>
          <p14:tracePt t="134971" x="6005513" y="3567113"/>
          <p14:tracePt t="134979" x="6005513" y="3538538"/>
          <p14:tracePt t="134987" x="6019800" y="3509963"/>
          <p14:tracePt t="134995" x="6019800" y="3487738"/>
          <p14:tracePt t="135003" x="6027738" y="3459163"/>
          <p14:tracePt t="135011" x="6027738" y="3430588"/>
          <p14:tracePt t="135019" x="6027738" y="3409950"/>
          <p14:tracePt t="135027" x="6027738" y="3381375"/>
          <p14:tracePt t="135035" x="6027738" y="3367088"/>
          <p14:tracePt t="135043" x="6027738" y="3346450"/>
          <p14:tracePt t="135051" x="6027738" y="3332163"/>
          <p14:tracePt t="135059" x="6027738" y="3317875"/>
          <p14:tracePt t="135067" x="6027738" y="3295650"/>
          <p14:tracePt t="135075" x="6027738" y="3281363"/>
          <p14:tracePt t="135084" x="6027738" y="3267075"/>
          <p14:tracePt t="135091" x="6027738" y="3246438"/>
          <p14:tracePt t="135101" x="6027738" y="3224213"/>
          <p14:tracePt t="135107" x="6027738" y="3203575"/>
          <p14:tracePt t="135116" x="6027738" y="3189288"/>
          <p14:tracePt t="135123" x="6027738" y="3160713"/>
          <p14:tracePt t="135131" x="6027738" y="3132138"/>
          <p14:tracePt t="135139" x="6027738" y="3081338"/>
          <p14:tracePt t="135147" x="6027738" y="3074988"/>
          <p14:tracePt t="135155" x="6027738" y="3046413"/>
          <p14:tracePt t="135163" x="6027738" y="3009900"/>
          <p14:tracePt t="135171" x="6027738" y="2989263"/>
          <p14:tracePt t="135179" x="6019800" y="2967038"/>
          <p14:tracePt t="135187" x="6013450" y="2952750"/>
          <p14:tracePt t="135195" x="5999163" y="2932113"/>
          <p14:tracePt t="135203" x="5999163" y="2909888"/>
          <p14:tracePt t="135211" x="5984875" y="2874963"/>
          <p14:tracePt t="135219" x="5962650" y="2854325"/>
          <p14:tracePt t="135227" x="5948363" y="2817813"/>
          <p14:tracePt t="135236" x="5934075" y="2803525"/>
          <p14:tracePt t="135243" x="5905500" y="2768600"/>
          <p14:tracePt t="135251" x="5891213" y="2754313"/>
          <p14:tracePt t="135259" x="5862638" y="2725738"/>
          <p14:tracePt t="135267" x="5842000" y="2703513"/>
          <p14:tracePt t="135275" x="5805488" y="2689225"/>
          <p14:tracePt t="135284" x="5784850" y="2674938"/>
          <p14:tracePt t="135291" x="5776913" y="2668588"/>
          <p14:tracePt t="135300" x="5741988" y="2654300"/>
          <p14:tracePt t="135307" x="5719763" y="2646363"/>
          <p14:tracePt t="135315" x="5699125" y="2646363"/>
          <p14:tracePt t="135323" x="5676900" y="2640013"/>
          <p14:tracePt t="135331" x="5670550" y="2640013"/>
          <p14:tracePt t="135339" x="5656263" y="2640013"/>
          <p14:tracePt t="135347" x="5619750" y="2625725"/>
          <p14:tracePt t="135355" x="5613400" y="2625725"/>
          <p14:tracePt t="135363" x="5591175" y="2625725"/>
          <p14:tracePt t="135371" x="5570538" y="2625725"/>
          <p14:tracePt t="135380" x="5556250" y="2625725"/>
          <p14:tracePt t="135387" x="5541963" y="2625725"/>
          <p14:tracePt t="135395" x="5535613" y="2625725"/>
          <p14:tracePt t="135403" x="5513388" y="2625725"/>
          <p14:tracePt t="135411" x="5507038" y="2625725"/>
          <p14:tracePt t="135419" x="5499100" y="2625725"/>
          <p14:tracePt t="135427" x="5484813" y="2625725"/>
          <p14:tracePt t="135435" x="5449888" y="2625725"/>
          <p14:tracePt t="135443" x="5435600" y="2632075"/>
          <p14:tracePt t="135451" x="5413375" y="2654300"/>
          <p14:tracePt t="135459" x="5378450" y="2660650"/>
          <p14:tracePt t="135467" x="5349875" y="2682875"/>
          <p14:tracePt t="135475" x="5321300" y="2703513"/>
          <p14:tracePt t="135483" x="5299075" y="2711450"/>
          <p14:tracePt t="135491" x="5270500" y="2740025"/>
          <p14:tracePt t="135499" x="5249863" y="2768600"/>
          <p14:tracePt t="135507" x="5235575" y="2782888"/>
          <p14:tracePt t="135515" x="5221288" y="2811463"/>
          <p14:tracePt t="135523" x="5207000" y="2825750"/>
          <p14:tracePt t="135531" x="5207000" y="2840038"/>
          <p14:tracePt t="135539" x="5192713" y="2860675"/>
          <p14:tracePt t="135547" x="5184775" y="2889250"/>
          <p14:tracePt t="135555" x="5178425" y="2909888"/>
          <p14:tracePt t="135563" x="5170488" y="2946400"/>
          <p14:tracePt t="135571" x="5170488" y="2960688"/>
          <p14:tracePt t="135579" x="5170488" y="2989263"/>
          <p14:tracePt t="135587" x="5170488" y="3009900"/>
          <p14:tracePt t="135595" x="5170488" y="3038475"/>
          <p14:tracePt t="135603" x="5170488" y="3060700"/>
          <p14:tracePt t="135611" x="5170488" y="3081338"/>
          <p14:tracePt t="135619" x="5170488" y="3095625"/>
          <p14:tracePt t="135627" x="5170488" y="3124200"/>
          <p14:tracePt t="135635" x="5170488" y="3146425"/>
          <p14:tracePt t="135643" x="5184775" y="3175000"/>
          <p14:tracePt t="135651" x="5184775" y="3195638"/>
          <p14:tracePt t="135659" x="5192713" y="3209925"/>
          <p14:tracePt t="135669" x="5192713" y="3224213"/>
          <p14:tracePt t="135675" x="5207000" y="3246438"/>
          <p14:tracePt t="135684" x="5221288" y="3260725"/>
          <p14:tracePt t="135691" x="5221288" y="3275013"/>
          <p14:tracePt t="135701" x="5235575" y="3289300"/>
          <p14:tracePt t="135715" x="5249863" y="3303588"/>
          <p14:tracePt t="135723" x="5256213" y="3309938"/>
          <p14:tracePt t="135731" x="5270500" y="3317875"/>
          <p14:tracePt t="135739" x="5278438" y="3332163"/>
          <p14:tracePt t="135747" x="5292725" y="3332163"/>
          <p14:tracePt t="135755" x="5299075" y="3346450"/>
          <p14:tracePt t="135763" x="5313363" y="3360738"/>
          <p14:tracePt t="135771" x="5327650" y="3375025"/>
          <p14:tracePt t="135779" x="5341938" y="3381375"/>
          <p14:tracePt t="135787" x="5349875" y="3389313"/>
          <p14:tracePt t="135795" x="5364163" y="3389313"/>
          <p14:tracePt t="135803" x="5378450" y="3395663"/>
          <p14:tracePt t="135811" x="5384800" y="3403600"/>
          <p14:tracePt t="135819" x="5392738" y="3403600"/>
          <p14:tracePt t="135827" x="5407025" y="3409950"/>
          <p14:tracePt t="135835" x="5407025" y="3417888"/>
          <p14:tracePt t="135843" x="5413375" y="3417888"/>
          <p14:tracePt t="135851" x="5421313" y="3424238"/>
          <p14:tracePt t="135859" x="5427663" y="3424238"/>
          <p14:tracePt t="135885" x="5435600" y="3430588"/>
          <p14:tracePt t="135899" x="5449888" y="3438525"/>
          <p14:tracePt t="135907" x="5456238" y="3438525"/>
          <p14:tracePt t="135915" x="5478463" y="3444875"/>
          <p14:tracePt t="135923" x="5484813" y="3444875"/>
          <p14:tracePt t="135931" x="5507038" y="3452813"/>
          <p14:tracePt t="135939" x="5521325" y="3452813"/>
          <p14:tracePt t="135947" x="5535613" y="3452813"/>
          <p14:tracePt t="135955" x="5556250" y="3452813"/>
          <p14:tracePt t="135963" x="5570538" y="3452813"/>
          <p14:tracePt t="135971" x="5578475" y="3452813"/>
          <p14:tracePt t="135979" x="5599113" y="3452813"/>
          <p14:tracePt t="135995" x="5613400" y="3452813"/>
          <p14:tracePt t="136004" x="5619750" y="3452813"/>
          <p14:tracePt t="136011" x="5627688" y="3444875"/>
          <p14:tracePt t="136020" x="5634038" y="3430588"/>
          <p14:tracePt t="136027" x="5648325" y="3417888"/>
          <p14:tracePt t="136035" x="5656263" y="3403600"/>
          <p14:tracePt t="136043" x="5670550" y="3375025"/>
          <p14:tracePt t="136051" x="5676900" y="3352800"/>
          <p14:tracePt t="136059" x="5676900" y="3338513"/>
          <p14:tracePt t="136067" x="5691188" y="3309938"/>
          <p14:tracePt t="136075" x="5691188" y="3295650"/>
          <p14:tracePt t="136084" x="5699125" y="3281363"/>
          <p14:tracePt t="136091" x="5705475" y="3252788"/>
          <p14:tracePt t="136100" x="5705475" y="3238500"/>
          <p14:tracePt t="136107" x="5705475" y="3217863"/>
          <p14:tracePt t="136115" x="5705475" y="3203575"/>
          <p14:tracePt t="136123" x="5713413" y="3181350"/>
          <p14:tracePt t="136131" x="5713413" y="3152775"/>
          <p14:tracePt t="136139" x="5719763" y="3132138"/>
          <p14:tracePt t="136147" x="5719763" y="3124200"/>
          <p14:tracePt t="136155" x="5719763" y="3117850"/>
          <p14:tracePt t="136163" x="5719763" y="3109913"/>
          <p14:tracePt t="136171" x="5719763" y="3103563"/>
          <p14:tracePt t="136195" x="5719763" y="3095625"/>
          <p14:tracePt t="136403" x="5699125" y="3103563"/>
          <p14:tracePt t="136411" x="5634038" y="3146425"/>
          <p14:tracePt t="136419" x="5556250" y="3203575"/>
          <p14:tracePt t="136427" x="5470525" y="3267075"/>
          <p14:tracePt t="136435" x="5356225" y="3338513"/>
          <p14:tracePt t="136443" x="5278438" y="3367088"/>
          <p14:tracePt t="136451" x="5164138" y="3424238"/>
          <p14:tracePt t="136459" x="5035550" y="3481388"/>
          <p14:tracePt t="136467" x="4849813" y="3587750"/>
          <p14:tracePt t="136475" x="4635500" y="3709988"/>
          <p14:tracePt t="136484" x="4351338" y="3887788"/>
          <p14:tracePt t="136491" x="4051300" y="4051300"/>
          <p14:tracePt t="136500" x="3779838" y="4230688"/>
          <p14:tracePt t="136507" x="3516313" y="4373563"/>
          <p14:tracePt t="136515" x="3244850" y="4522788"/>
          <p14:tracePt t="136523" x="3024188" y="4629150"/>
          <p14:tracePt t="136531" x="2781300" y="4729163"/>
          <p14:tracePt t="136539" x="2574925" y="4794250"/>
          <p14:tracePt t="136547" x="2474913" y="4808538"/>
          <p14:tracePt t="136555" x="2325688" y="4837113"/>
          <p14:tracePt t="136563" x="2239963" y="4837113"/>
          <p14:tracePt t="136571" x="2154238" y="4837113"/>
          <p14:tracePt t="136579" x="2103438" y="4837113"/>
          <p14:tracePt t="136587" x="2039938" y="4837113"/>
          <p14:tracePt t="136595" x="2011363" y="4837113"/>
          <p14:tracePt t="136603" x="1990725" y="4843463"/>
          <p14:tracePt t="136611" x="1982788" y="4843463"/>
          <p14:tracePt t="136619" x="1962150" y="4843463"/>
          <p14:tracePt t="136635" x="1954213" y="4843463"/>
          <p14:tracePt t="136643" x="1939925" y="4851400"/>
          <p14:tracePt t="136659" x="1919288" y="4851400"/>
          <p14:tracePt t="136667" x="1911350" y="4851400"/>
          <p14:tracePt t="136675" x="1897063" y="4851400"/>
          <p14:tracePt t="136684" x="1882775" y="4851400"/>
          <p14:tracePt t="136691" x="1868488" y="4851400"/>
          <p14:tracePt t="136700" x="1854200" y="4851400"/>
          <p14:tracePt t="136707" x="1839913" y="4851400"/>
          <p14:tracePt t="136763" x="1833563" y="4851400"/>
          <p14:tracePt t="136771" x="1833563" y="4857750"/>
          <p14:tracePt t="136779" x="1825625" y="4865688"/>
          <p14:tracePt t="136787" x="1811338" y="4886325"/>
          <p14:tracePt t="136795" x="1797050" y="4914900"/>
          <p14:tracePt t="136803" x="1782763" y="4929188"/>
          <p14:tracePt t="136811" x="1747838" y="4957763"/>
          <p14:tracePt t="136819" x="1725613" y="4986338"/>
          <p14:tracePt t="136827" x="1697038" y="5000625"/>
          <p14:tracePt t="136835" x="1690688" y="5008563"/>
          <p14:tracePt t="136843" x="1682750" y="5014913"/>
          <p14:tracePt t="136867" x="1682750" y="5022850"/>
          <p14:tracePt t="136875" x="1682750" y="5029200"/>
          <p14:tracePt t="136884" x="1682750" y="5037138"/>
          <p14:tracePt t="136900" x="1682750" y="5057775"/>
          <p14:tracePt t="136907" x="1682750" y="5080000"/>
          <p14:tracePt t="136915" x="1682750" y="5086350"/>
          <p14:tracePt t="136923" x="1690688" y="5094288"/>
          <p14:tracePt t="136932" x="1690688" y="5100638"/>
          <p14:tracePt t="136939" x="1697038" y="5100638"/>
          <p14:tracePt t="136947" x="1711325" y="5108575"/>
          <p14:tracePt t="136955" x="1719263" y="5114925"/>
          <p14:tracePt t="136963" x="1733550" y="5114925"/>
          <p14:tracePt t="136971" x="1754188" y="5114925"/>
          <p14:tracePt t="136979" x="1768475" y="5114925"/>
          <p14:tracePt t="136988" x="1790700" y="5114925"/>
          <p14:tracePt t="136995" x="1819275" y="5114925"/>
          <p14:tracePt t="137003" x="1862138" y="5114925"/>
          <p14:tracePt t="137011" x="1890713" y="5114925"/>
          <p14:tracePt t="137019" x="1939925" y="5114925"/>
          <p14:tracePt t="137027" x="1976438" y="5114925"/>
          <p14:tracePt t="137035" x="2025650" y="5114925"/>
          <p14:tracePt t="137043" x="2054225" y="5114925"/>
          <p14:tracePt t="137051" x="2103438" y="5114925"/>
          <p14:tracePt t="137059" x="2146300" y="5114925"/>
          <p14:tracePt t="137067" x="2189163" y="5114925"/>
          <p14:tracePt t="137075" x="2217738" y="5114925"/>
          <p14:tracePt t="137084" x="2268538" y="5114925"/>
          <p14:tracePt t="137091" x="2303463" y="5114925"/>
          <p14:tracePt t="137101" x="2339975" y="5114925"/>
          <p14:tracePt t="137107" x="2397125" y="5114925"/>
          <p14:tracePt t="137115" x="2439988" y="5114925"/>
          <p14:tracePt t="137123" x="2489200" y="5114925"/>
          <p14:tracePt t="137131" x="2552700" y="5114925"/>
          <p14:tracePt t="137139" x="2609850" y="5114925"/>
          <p14:tracePt t="137147" x="2667000" y="5114925"/>
          <p14:tracePt t="137155" x="2724150" y="5114925"/>
          <p14:tracePt t="137163" x="2781300" y="5114925"/>
          <p14:tracePt t="137171" x="2838450" y="5114925"/>
          <p14:tracePt t="137179" x="2903538" y="5114925"/>
          <p14:tracePt t="137187" x="2952750" y="5114925"/>
          <p14:tracePt t="137195" x="3009900" y="5114925"/>
          <p14:tracePt t="137203" x="3059113" y="5114925"/>
          <p14:tracePt t="137211" x="3116263" y="5114925"/>
          <p14:tracePt t="137219" x="3167063" y="5114925"/>
          <p14:tracePt t="137227" x="3209925" y="5114925"/>
          <p14:tracePt t="137235" x="3252788" y="5114925"/>
          <p14:tracePt t="137243" x="3281363" y="5114925"/>
          <p14:tracePt t="137251" x="3309938" y="5114925"/>
          <p14:tracePt t="137259" x="3338513" y="5114925"/>
          <p14:tracePt t="137267" x="3344863" y="5114925"/>
          <p14:tracePt t="137275" x="3367088" y="5114925"/>
          <p14:tracePt t="137286" x="3387725" y="5114925"/>
          <p14:tracePt t="137291" x="3409950" y="5114925"/>
          <p14:tracePt t="137299" x="3430588" y="5114925"/>
          <p14:tracePt t="137307" x="3452813" y="5114925"/>
          <p14:tracePt t="137315" x="3473450" y="5114925"/>
          <p14:tracePt t="137323" x="3495675" y="5100638"/>
          <p14:tracePt t="137331" x="3509963" y="5100638"/>
          <p14:tracePt t="137339" x="3524250" y="5094288"/>
          <p14:tracePt t="137347" x="3538538" y="5086350"/>
          <p14:tracePt t="137355" x="3559175" y="5080000"/>
          <p14:tracePt t="137363" x="3565525" y="5072063"/>
          <p14:tracePt t="137371" x="3573463" y="5065713"/>
          <p14:tracePt t="137379" x="3579813" y="5051425"/>
          <p14:tracePt t="137387" x="3587750" y="5051425"/>
          <p14:tracePt t="137395" x="3587750" y="5037138"/>
          <p14:tracePt t="137403" x="3602038" y="5014913"/>
          <p14:tracePt t="137411" x="3602038" y="5000625"/>
          <p14:tracePt t="137419" x="3608388" y="4994275"/>
          <p14:tracePt t="137427" x="3608388" y="4979988"/>
          <p14:tracePt t="137435" x="3616325" y="4957763"/>
          <p14:tracePt t="137444" x="3622675" y="4943475"/>
          <p14:tracePt t="137451" x="3630613" y="4922838"/>
          <p14:tracePt t="137459" x="3630613" y="4900613"/>
          <p14:tracePt t="137467" x="3636963" y="4886325"/>
          <p14:tracePt t="137475" x="3636963" y="4872038"/>
          <p14:tracePt t="137484" x="3636963" y="4851400"/>
          <p14:tracePt t="137491" x="3636963" y="4843463"/>
          <p14:tracePt t="137500" x="3636963" y="4837113"/>
          <p14:tracePt t="137507" x="3636963" y="4822825"/>
          <p14:tracePt t="137523" x="3636963" y="4808538"/>
          <p14:tracePt t="137531" x="3630613" y="4794250"/>
          <p14:tracePt t="137539" x="3622675" y="4786313"/>
          <p14:tracePt t="137547" x="3602038" y="4765675"/>
          <p14:tracePt t="137563" x="3587750" y="4757738"/>
          <p14:tracePt t="137571" x="3573463" y="4751388"/>
          <p14:tracePt t="137579" x="3565525" y="4743450"/>
          <p14:tracePt t="137587" x="3552825" y="4737100"/>
          <p14:tracePt t="137595" x="3538538" y="4737100"/>
          <p14:tracePt t="137603" x="3530600" y="4737100"/>
          <p14:tracePt t="137611" x="3516313" y="4722813"/>
          <p14:tracePt t="137619" x="3502025" y="4722813"/>
          <p14:tracePt t="137627" x="3481388" y="4714875"/>
          <p14:tracePt t="137635" x="3452813" y="4708525"/>
          <p14:tracePt t="137643" x="3430588" y="4708525"/>
          <p14:tracePt t="137651" x="3416300" y="4686300"/>
          <p14:tracePt t="137659" x="3395663" y="4686300"/>
          <p14:tracePt t="137667" x="3367088" y="4679950"/>
          <p14:tracePt t="137675" x="3330575" y="4665663"/>
          <p14:tracePt t="137684" x="3287713" y="4651375"/>
          <p14:tracePt t="137691" x="3267075" y="4651375"/>
          <p14:tracePt t="137700" x="3244850" y="4651375"/>
          <p14:tracePt t="137707" x="3216275" y="4643438"/>
          <p14:tracePt t="137715" x="3195638" y="4643438"/>
          <p14:tracePt t="137723" x="3167063" y="4637088"/>
          <p14:tracePt t="137731" x="3138488" y="4637088"/>
          <p14:tracePt t="137739" x="3109913" y="4637088"/>
          <p14:tracePt t="137747" x="3067050" y="4637088"/>
          <p14:tracePt t="137755" x="3038475" y="4637088"/>
          <p14:tracePt t="137763" x="3003550" y="4637088"/>
          <p14:tracePt t="137771" x="2960688" y="4637088"/>
          <p14:tracePt t="137779" x="2932113" y="4637088"/>
          <p14:tracePt t="137787" x="2874963" y="4637088"/>
          <p14:tracePt t="137795" x="2838450" y="4637088"/>
          <p14:tracePt t="137803" x="2795588" y="4637088"/>
          <p14:tracePt t="137811" x="2746375" y="4629150"/>
          <p14:tracePt t="137819" x="2717800" y="4629150"/>
          <p14:tracePt t="137827" x="2681288" y="4629150"/>
          <p14:tracePt t="137835" x="2652713" y="4629150"/>
          <p14:tracePt t="137843" x="2624138" y="4629150"/>
          <p14:tracePt t="137851" x="2581275" y="4629150"/>
          <p14:tracePt t="137859" x="2540000" y="4629150"/>
          <p14:tracePt t="137867" x="2489200" y="4629150"/>
          <p14:tracePt t="137875" x="2446338" y="4629150"/>
          <p14:tracePt t="137885" x="2382838" y="4629150"/>
          <p14:tracePt t="137891" x="2346325" y="4629150"/>
          <p14:tracePt t="137900" x="2274888" y="4629150"/>
          <p14:tracePt t="137907" x="2232025" y="4629150"/>
          <p14:tracePt t="137915" x="2182813" y="4629150"/>
          <p14:tracePt t="137923" x="2139950" y="4629150"/>
          <p14:tracePt t="137931" x="2111375" y="4629150"/>
          <p14:tracePt t="137939" x="2074863" y="4629150"/>
          <p14:tracePt t="137947" x="2039938" y="4629150"/>
          <p14:tracePt t="137955" x="2011363" y="4637088"/>
          <p14:tracePt t="137964" x="1990725" y="4637088"/>
          <p14:tracePt t="137971" x="1962150" y="4643438"/>
          <p14:tracePt t="137979" x="1939925" y="4657725"/>
          <p14:tracePt t="137987" x="1925638" y="4657725"/>
          <p14:tracePt t="137995" x="1897063" y="4665663"/>
          <p14:tracePt t="138003" x="1868488" y="4665663"/>
          <p14:tracePt t="138011" x="1847850" y="4665663"/>
          <p14:tracePt t="138019" x="1833563" y="4672013"/>
          <p14:tracePt t="138027" x="1811338" y="4686300"/>
          <p14:tracePt t="138035" x="1797050" y="4686300"/>
          <p14:tracePt t="138043" x="1762125" y="4700588"/>
          <p14:tracePt t="138051" x="1747838" y="4714875"/>
          <p14:tracePt t="138059" x="1739900" y="4714875"/>
          <p14:tracePt t="138067" x="1725613" y="4729163"/>
          <p14:tracePt t="138075" x="1704975" y="4737100"/>
          <p14:tracePt t="138084" x="1704975" y="4743450"/>
          <p14:tracePt t="138091" x="1697038" y="4757738"/>
          <p14:tracePt t="138101" x="1690688" y="4772025"/>
          <p14:tracePt t="138107" x="1682750" y="4779963"/>
          <p14:tracePt t="138115" x="1682750" y="4786313"/>
          <p14:tracePt t="138123" x="1682750" y="4794250"/>
          <p14:tracePt t="138131" x="1682750" y="4808538"/>
          <p14:tracePt t="138139" x="1676400" y="4822825"/>
          <p14:tracePt t="138147" x="1676400" y="4829175"/>
          <p14:tracePt t="138155" x="1676400" y="4837113"/>
          <p14:tracePt t="138163" x="1676400" y="4851400"/>
          <p14:tracePt t="138171" x="1676400" y="4865688"/>
          <p14:tracePt t="138179" x="1676400" y="4879975"/>
          <p14:tracePt t="138187" x="1682750" y="4886325"/>
          <p14:tracePt t="138195" x="1690688" y="4900613"/>
          <p14:tracePt t="138203" x="1690688" y="4914900"/>
          <p14:tracePt t="138211" x="1697038" y="4914900"/>
          <p14:tracePt t="138219" x="1711325" y="4929188"/>
          <p14:tracePt t="138227" x="1719263" y="4943475"/>
          <p14:tracePt t="138235" x="1739900" y="4965700"/>
          <p14:tracePt t="138252" x="1747838" y="4979988"/>
          <p14:tracePt t="138259" x="1754188" y="4986338"/>
          <p14:tracePt t="138267" x="1768475" y="5000625"/>
          <p14:tracePt t="138275" x="1790700" y="5008563"/>
          <p14:tracePt t="138284" x="1790700" y="5014913"/>
          <p14:tracePt t="138291" x="1811338" y="5014913"/>
          <p14:tracePt t="138300" x="1839913" y="5022850"/>
          <p14:tracePt t="138307" x="1862138" y="5022850"/>
          <p14:tracePt t="138315" x="1905000" y="5043488"/>
          <p14:tracePt t="138323" x="1919288" y="5043488"/>
          <p14:tracePt t="138331" x="1962150" y="5051425"/>
          <p14:tracePt t="138339" x="2019300" y="5051425"/>
          <p14:tracePt t="138347" x="2068513" y="5057775"/>
          <p14:tracePt t="138355" x="2125663" y="5057775"/>
          <p14:tracePt t="138363" x="2182813" y="5057775"/>
          <p14:tracePt t="138371" x="2239963" y="5057775"/>
          <p14:tracePt t="138379" x="2311400" y="5057775"/>
          <p14:tracePt t="138387" x="2368550" y="5057775"/>
          <p14:tracePt t="138395" x="2425700" y="5072063"/>
          <p14:tracePt t="138403" x="2489200" y="5072063"/>
          <p14:tracePt t="138411" x="2540000" y="5072063"/>
          <p14:tracePt t="138419" x="2603500" y="5072063"/>
          <p14:tracePt t="138427" x="2652713" y="5072063"/>
          <p14:tracePt t="138435" x="2717800" y="5072063"/>
          <p14:tracePt t="138444" x="2767013" y="5072063"/>
          <p14:tracePt t="138451" x="2824163" y="5072063"/>
          <p14:tracePt t="138459" x="2874963" y="5072063"/>
          <p14:tracePt t="138467" x="2932113" y="5072063"/>
          <p14:tracePt t="138476" x="2989263" y="5072063"/>
          <p14:tracePt t="138484" x="3024188" y="5072063"/>
          <p14:tracePt t="138491" x="3073400" y="5072063"/>
          <p14:tracePt t="138499" x="3124200" y="5065713"/>
          <p14:tracePt t="138507" x="3173413" y="5057775"/>
          <p14:tracePt t="138515" x="3230563" y="5057775"/>
          <p14:tracePt t="138523" x="3281363" y="5037138"/>
          <p14:tracePt t="138531" x="3338513" y="5037138"/>
          <p14:tracePt t="138539" x="3387725" y="5029200"/>
          <p14:tracePt t="138547" x="3438525" y="5014913"/>
          <p14:tracePt t="138555" x="3459163" y="5000625"/>
          <p14:tracePt t="138563" x="3509963" y="4994275"/>
          <p14:tracePt t="138571" x="3544888" y="4972050"/>
          <p14:tracePt t="138579" x="3579813" y="4972050"/>
          <p14:tracePt t="138587" x="3602038" y="4965700"/>
          <p14:tracePt t="138595" x="3622675" y="4957763"/>
          <p14:tracePt t="138603" x="3651250" y="4957763"/>
          <p14:tracePt t="138611" x="3673475" y="4937125"/>
          <p14:tracePt t="138619" x="3687763" y="4937125"/>
          <p14:tracePt t="138627" x="3708400" y="4929188"/>
          <p14:tracePt t="138635" x="3722688" y="4922838"/>
          <p14:tracePt t="138659" x="3730625" y="4914900"/>
          <p14:tracePt t="139203" x="3730625" y="4908550"/>
          <p14:tracePt t="139363" x="3722688" y="4900613"/>
          <p14:tracePt t="139451" x="3716338" y="4900613"/>
          <p14:tracePt t="139475" x="3708400" y="4900613"/>
          <p14:tracePt t="139531" x="3694113" y="4908550"/>
          <p14:tracePt t="139539" x="3694113" y="4922838"/>
          <p14:tracePt t="139547" x="3679825" y="4929188"/>
          <p14:tracePt t="139555" x="3673475" y="4937125"/>
          <p14:tracePt t="139563" x="3665538" y="4943475"/>
          <p14:tracePt t="139571" x="3665538" y="4951413"/>
          <p14:tracePt t="139579" x="3651250" y="4965700"/>
          <p14:tracePt t="139587" x="3651250" y="4972050"/>
          <p14:tracePt t="139595" x="3644900" y="4986338"/>
          <p14:tracePt t="139603" x="3630613" y="5008563"/>
          <p14:tracePt t="139611" x="3616325" y="5037138"/>
          <p14:tracePt t="139619" x="3594100" y="5072063"/>
          <p14:tracePt t="139627" x="3579813" y="5122863"/>
        </p14:tracePtLst>
      </p14:laserTraceLst>
    </p:ext>
  </p:extLs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" name="Google Shape;358;p31"/>
          <p:cNvSpPr/>
          <p:nvPr/>
        </p:nvSpPr>
        <p:spPr>
          <a:xfrm>
            <a:off x="5165338" y="1875200"/>
            <a:ext cx="825600" cy="81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9" name="Google Shape;359;p31"/>
          <p:cNvSpPr/>
          <p:nvPr/>
        </p:nvSpPr>
        <p:spPr>
          <a:xfrm>
            <a:off x="6137063" y="1875200"/>
            <a:ext cx="825600" cy="81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31"/>
          <p:cNvSpPr/>
          <p:nvPr/>
        </p:nvSpPr>
        <p:spPr>
          <a:xfrm>
            <a:off x="2249850" y="1874100"/>
            <a:ext cx="825600" cy="810600"/>
          </a:xfrm>
          <a:prstGeom prst="rect">
            <a:avLst/>
          </a:prstGeom>
          <a:solidFill>
            <a:srgbClr val="F4CCCC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1" name="Google Shape;361;p31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Yield Calculation</a:t>
            </a:r>
            <a:endParaRPr/>
          </a:p>
        </p:txBody>
      </p:sp>
      <p:sp>
        <p:nvSpPr>
          <p:cNvPr id="362" name="Google Shape;362;p31"/>
          <p:cNvSpPr txBox="1"/>
          <p:nvPr/>
        </p:nvSpPr>
        <p:spPr>
          <a:xfrm>
            <a:off x="498279" y="2066439"/>
            <a:ext cx="13899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osis"/>
                <a:ea typeface="Dosis"/>
                <a:cs typeface="Dosis"/>
                <a:sym typeface="Dosis"/>
              </a:rPr>
              <a:t>BATCH C1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63" name="Google Shape;363;p31"/>
          <p:cNvCxnSpPr/>
          <p:nvPr/>
        </p:nvCxnSpPr>
        <p:spPr>
          <a:xfrm>
            <a:off x="1888440" y="2280482"/>
            <a:ext cx="48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64" name="Google Shape;364;p31"/>
          <p:cNvCxnSpPr>
            <a:stCxn id="365" idx="1"/>
          </p:cNvCxnSpPr>
          <p:nvPr/>
        </p:nvCxnSpPr>
        <p:spPr>
          <a:xfrm>
            <a:off x="498279" y="1874100"/>
            <a:ext cx="0" cy="1269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366" name="Google Shape;366;p31"/>
          <p:cNvSpPr txBox="1"/>
          <p:nvPr/>
        </p:nvSpPr>
        <p:spPr>
          <a:xfrm rot="-5400000">
            <a:off x="-166325" y="2397569"/>
            <a:ext cx="992700" cy="36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i </a:t>
            </a: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th BATCH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5" name="Google Shape;365;p31"/>
          <p:cNvSpPr txBox="1"/>
          <p:nvPr/>
        </p:nvSpPr>
        <p:spPr>
          <a:xfrm>
            <a:off x="498279" y="1660050"/>
            <a:ext cx="13899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osis"/>
                <a:ea typeface="Dosis"/>
                <a:cs typeface="Dosis"/>
                <a:sym typeface="Dosis"/>
              </a:rPr>
              <a:t>BATCH …..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7" name="Google Shape;367;p31"/>
          <p:cNvSpPr/>
          <p:nvPr/>
        </p:nvSpPr>
        <p:spPr>
          <a:xfrm>
            <a:off x="2377143" y="19947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8" name="Google Shape;368;p31"/>
          <p:cNvSpPr/>
          <p:nvPr/>
        </p:nvSpPr>
        <p:spPr>
          <a:xfrm>
            <a:off x="4320667" y="1994709"/>
            <a:ext cx="571500" cy="5715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Mch-4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69" name="Google Shape;369;p31"/>
          <p:cNvSpPr/>
          <p:nvPr/>
        </p:nvSpPr>
        <p:spPr>
          <a:xfrm>
            <a:off x="5292392" y="1994722"/>
            <a:ext cx="571500" cy="5715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Mch-6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70" name="Google Shape;370;p31"/>
          <p:cNvCxnSpPr>
            <a:endCxn id="367" idx="2"/>
          </p:cNvCxnSpPr>
          <p:nvPr/>
        </p:nvCxnSpPr>
        <p:spPr>
          <a:xfrm>
            <a:off x="1976943" y="22804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1" name="Google Shape;371;p31"/>
          <p:cNvCxnSpPr>
            <a:stCxn id="368" idx="6"/>
            <a:endCxn id="369" idx="2"/>
          </p:cNvCxnSpPr>
          <p:nvPr/>
        </p:nvCxnSpPr>
        <p:spPr>
          <a:xfrm>
            <a:off x="4892167" y="228045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2" name="Google Shape;372;p31"/>
          <p:cNvCxnSpPr>
            <a:stCxn id="369" idx="6"/>
          </p:cNvCxnSpPr>
          <p:nvPr/>
        </p:nvCxnSpPr>
        <p:spPr>
          <a:xfrm>
            <a:off x="5863892" y="2280472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73" name="Google Shape;373;p31"/>
          <p:cNvSpPr txBox="1"/>
          <p:nvPr/>
        </p:nvSpPr>
        <p:spPr>
          <a:xfrm>
            <a:off x="498263" y="2399567"/>
            <a:ext cx="992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Pieces = 5</a:t>
            </a:r>
            <a:endParaRPr sz="17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4" name="Google Shape;374;p31"/>
          <p:cNvSpPr txBox="1"/>
          <p:nvPr/>
        </p:nvSpPr>
        <p:spPr>
          <a:xfrm>
            <a:off x="498279" y="2833269"/>
            <a:ext cx="13899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osis"/>
                <a:ea typeface="Dosis"/>
                <a:cs typeface="Dosis"/>
                <a:sym typeface="Dosis"/>
              </a:rPr>
              <a:t>BATCH …..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5" name="Google Shape;375;p31"/>
          <p:cNvSpPr txBox="1"/>
          <p:nvPr/>
        </p:nvSpPr>
        <p:spPr>
          <a:xfrm>
            <a:off x="7235840" y="2066455"/>
            <a:ext cx="1721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latin typeface="Dosis"/>
                <a:ea typeface="Dosis"/>
                <a:cs typeface="Dosis"/>
                <a:sym typeface="Dosis"/>
              </a:rPr>
              <a:t>BATCH </a:t>
            </a:r>
            <a:r>
              <a:rPr lang="en" sz="1600" b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C1 Yield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376" name="Google Shape;376;p31"/>
          <p:cNvSpPr/>
          <p:nvPr/>
        </p:nvSpPr>
        <p:spPr>
          <a:xfrm>
            <a:off x="3348915" y="1994739"/>
            <a:ext cx="571500" cy="5715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Mch-2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77" name="Google Shape;377;p31"/>
          <p:cNvCxnSpPr>
            <a:stCxn id="367" idx="6"/>
            <a:endCxn id="376" idx="2"/>
          </p:cNvCxnSpPr>
          <p:nvPr/>
        </p:nvCxnSpPr>
        <p:spPr>
          <a:xfrm>
            <a:off x="2948643" y="22804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378" name="Google Shape;378;p31"/>
          <p:cNvCxnSpPr>
            <a:stCxn id="376" idx="6"/>
            <a:endCxn id="368" idx="2"/>
          </p:cNvCxnSpPr>
          <p:nvPr/>
        </p:nvCxnSpPr>
        <p:spPr>
          <a:xfrm>
            <a:off x="3920415" y="228048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79" name="Google Shape;379;p31"/>
          <p:cNvSpPr/>
          <p:nvPr/>
        </p:nvSpPr>
        <p:spPr>
          <a:xfrm>
            <a:off x="6264101" y="19947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80" name="Google Shape;380;p31"/>
          <p:cNvCxnSpPr>
            <a:stCxn id="379" idx="6"/>
          </p:cNvCxnSpPr>
          <p:nvPr/>
        </p:nvCxnSpPr>
        <p:spPr>
          <a:xfrm>
            <a:off x="6835601" y="22804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381" name="Google Shape;381;p31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5</a:t>
            </a:fld>
            <a:endParaRPr/>
          </a:p>
        </p:txBody>
      </p:sp>
      <p:sp>
        <p:nvSpPr>
          <p:cNvPr id="382" name="Google Shape;382;p31"/>
          <p:cNvSpPr txBox="1">
            <a:spLocks noGrp="1"/>
          </p:cNvSpPr>
          <p:nvPr>
            <p:ph type="subTitle" idx="2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First Pass Yield</a:t>
            </a:r>
            <a:endParaRPr/>
          </a:p>
        </p:txBody>
      </p:sp>
      <p:grpSp>
        <p:nvGrpSpPr>
          <p:cNvPr id="383" name="Google Shape;383;p31"/>
          <p:cNvGrpSpPr/>
          <p:nvPr/>
        </p:nvGrpSpPr>
        <p:grpSpPr>
          <a:xfrm>
            <a:off x="1878700" y="4085350"/>
            <a:ext cx="6953700" cy="1111000"/>
            <a:chOff x="1878700" y="4085350"/>
            <a:chExt cx="6953700" cy="1111000"/>
          </a:xfrm>
        </p:grpSpPr>
        <p:sp>
          <p:nvSpPr>
            <p:cNvPr id="384" name="Google Shape;384;p31"/>
            <p:cNvSpPr/>
            <p:nvPr/>
          </p:nvSpPr>
          <p:spPr>
            <a:xfrm>
              <a:off x="1878700" y="4101050"/>
              <a:ext cx="6953700" cy="882600"/>
            </a:xfrm>
            <a:prstGeom prst="rect">
              <a:avLst/>
            </a:prstGeom>
            <a:noFill/>
            <a:ln w="9525" cap="flat" cmpd="sng">
              <a:solidFill>
                <a:srgbClr val="FF0000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85" name="Google Shape;385;p31"/>
            <p:cNvGrpSpPr/>
            <p:nvPr/>
          </p:nvGrpSpPr>
          <p:grpSpPr>
            <a:xfrm>
              <a:off x="1888175" y="4085350"/>
              <a:ext cx="6915675" cy="1111000"/>
              <a:chOff x="965450" y="3639075"/>
              <a:chExt cx="6915675" cy="1111000"/>
            </a:xfrm>
          </p:grpSpPr>
          <p:sp>
            <p:nvSpPr>
              <p:cNvPr id="386" name="Google Shape;386;p31"/>
              <p:cNvSpPr txBox="1"/>
              <p:nvPr/>
            </p:nvSpPr>
            <p:spPr>
              <a:xfrm>
                <a:off x="965450" y="3831425"/>
                <a:ext cx="22338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Machine-X Yield Rate = </a:t>
                </a:r>
                <a:endParaRPr i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7" name="Google Shape;387;p31"/>
              <p:cNvSpPr txBox="1"/>
              <p:nvPr/>
            </p:nvSpPr>
            <p:spPr>
              <a:xfrm>
                <a:off x="3022625" y="4072975"/>
                <a:ext cx="4858500" cy="677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# of good pieces from X + # of defective pieces from X</a:t>
                </a:r>
                <a:endParaRPr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 sz="16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88" name="Google Shape;388;p31"/>
              <p:cNvSpPr txBox="1"/>
              <p:nvPr/>
            </p:nvSpPr>
            <p:spPr>
              <a:xfrm>
                <a:off x="4078300" y="3639075"/>
                <a:ext cx="2175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# of good pieces from X</a:t>
                </a:r>
                <a:endParaRPr sz="1600" i="1">
                  <a:solidFill>
                    <a:schemeClr val="dk1"/>
                  </a:solidFill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cxnSp>
            <p:nvCxnSpPr>
              <p:cNvPr id="389" name="Google Shape;389;p31"/>
              <p:cNvCxnSpPr/>
              <p:nvPr/>
            </p:nvCxnSpPr>
            <p:spPr>
              <a:xfrm>
                <a:off x="3063950" y="4072975"/>
                <a:ext cx="4565100" cy="0"/>
              </a:xfrm>
              <a:prstGeom prst="straightConnector1">
                <a:avLst/>
              </a:prstGeom>
              <a:noFill/>
              <a:ln w="9525" cap="flat" cmpd="sng">
                <a:solidFill>
                  <a:schemeClr val="dk2"/>
                </a:solidFill>
                <a:prstDash val="solid"/>
                <a:round/>
                <a:headEnd type="none" w="med" len="med"/>
                <a:tailEnd type="none" w="med" len="med"/>
              </a:ln>
            </p:spPr>
          </p:cxnSp>
        </p:grpSp>
      </p:grpSp>
      <p:grpSp>
        <p:nvGrpSpPr>
          <p:cNvPr id="390" name="Google Shape;390;p31"/>
          <p:cNvGrpSpPr/>
          <p:nvPr/>
        </p:nvGrpSpPr>
        <p:grpSpPr>
          <a:xfrm>
            <a:off x="1888088" y="2848700"/>
            <a:ext cx="7172174" cy="882500"/>
            <a:chOff x="1888175" y="2848700"/>
            <a:chExt cx="7108200" cy="882500"/>
          </a:xfrm>
        </p:grpSpPr>
        <p:sp>
          <p:nvSpPr>
            <p:cNvPr id="391" name="Google Shape;391;p31"/>
            <p:cNvSpPr/>
            <p:nvPr/>
          </p:nvSpPr>
          <p:spPr>
            <a:xfrm>
              <a:off x="1907275" y="2903975"/>
              <a:ext cx="6989400" cy="810600"/>
            </a:xfrm>
            <a:prstGeom prst="rect">
              <a:avLst/>
            </a:prstGeom>
            <a:noFill/>
            <a:ln w="9525" cap="flat" cmpd="sng">
              <a:solidFill>
                <a:srgbClr val="0000FF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392" name="Google Shape;392;p31"/>
            <p:cNvGrpSpPr/>
            <p:nvPr/>
          </p:nvGrpSpPr>
          <p:grpSpPr>
            <a:xfrm>
              <a:off x="1888175" y="2848700"/>
              <a:ext cx="7108200" cy="882500"/>
              <a:chOff x="1888175" y="2706100"/>
              <a:chExt cx="7108200" cy="882500"/>
            </a:xfrm>
          </p:grpSpPr>
          <p:sp>
            <p:nvSpPr>
              <p:cNvPr id="393" name="Google Shape;393;p31"/>
              <p:cNvSpPr txBox="1"/>
              <p:nvPr/>
            </p:nvSpPr>
            <p:spPr>
              <a:xfrm>
                <a:off x="1888175" y="2706100"/>
                <a:ext cx="71082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Mch-3 YR * Mch-2 YR * Mch-4 YR * Mch-6 YR * Mch-3 YR = BATCH C1 Yield Rate</a:t>
                </a:r>
                <a:endParaRPr i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  <p:sp>
            <p:nvSpPr>
              <p:cNvPr id="394" name="Google Shape;394;p31"/>
              <p:cNvSpPr txBox="1"/>
              <p:nvPr/>
            </p:nvSpPr>
            <p:spPr>
              <a:xfrm>
                <a:off x="2092200" y="3157500"/>
                <a:ext cx="6438900" cy="431100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91425" rIns="91425" bIns="91425" anchor="t" anchorCtr="0">
                <a:sp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0.99    *        </a:t>
                </a:r>
                <a:r>
                  <a:rPr lang="en" sz="1600" b="1" i="1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?</a:t>
                </a: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*        </a:t>
                </a:r>
                <a:r>
                  <a:rPr lang="en" sz="1600" b="1" i="1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?</a:t>
                </a:r>
                <a:r>
                  <a:rPr lang="en" sz="1600" i="1">
                    <a:solidFill>
                      <a:schemeClr val="dk1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        *      0.95     *     0.99      =             </a:t>
                </a:r>
                <a:r>
                  <a:rPr lang="en" sz="1600" b="1" i="1">
                    <a:solidFill>
                      <a:srgbClr val="FF0000"/>
                    </a:solidFill>
                    <a:latin typeface="Times New Roman"/>
                    <a:ea typeface="Times New Roman"/>
                    <a:cs typeface="Times New Roman"/>
                    <a:sym typeface="Times New Roman"/>
                  </a:rPr>
                  <a:t>0.9</a:t>
                </a:r>
                <a:endParaRPr i="1">
                  <a:latin typeface="Times New Roman"/>
                  <a:ea typeface="Times New Roman"/>
                  <a:cs typeface="Times New Roman"/>
                  <a:sym typeface="Times New Roman"/>
                </a:endParaRPr>
              </a:p>
            </p:txBody>
          </p:sp>
        </p:grpSp>
      </p:grpSp>
      <p:sp>
        <p:nvSpPr>
          <p:cNvPr id="395" name="Google Shape;395;p31"/>
          <p:cNvSpPr txBox="1"/>
          <p:nvPr/>
        </p:nvSpPr>
        <p:spPr>
          <a:xfrm>
            <a:off x="6393638" y="933200"/>
            <a:ext cx="18510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Roboto Condensed"/>
                <a:ea typeface="Roboto Condensed"/>
                <a:cs typeface="Roboto Condensed"/>
                <a:sym typeface="Roboto Condensed"/>
              </a:rPr>
              <a:t>INSPECTIONS</a:t>
            </a:r>
            <a:endParaRPr b="1">
              <a:latin typeface="Roboto Condensed"/>
              <a:ea typeface="Roboto Condensed"/>
              <a:cs typeface="Roboto Condensed"/>
              <a:sym typeface="Roboto Condensed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Detect defective pieces</a:t>
            </a:r>
            <a:endParaRPr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cxnSp>
        <p:nvCxnSpPr>
          <p:cNvPr id="396" name="Google Shape;396;p31"/>
          <p:cNvCxnSpPr>
            <a:stCxn id="358" idx="0"/>
          </p:cNvCxnSpPr>
          <p:nvPr/>
        </p:nvCxnSpPr>
        <p:spPr>
          <a:xfrm rot="10800000" flipH="1">
            <a:off x="5578138" y="1477700"/>
            <a:ext cx="939900" cy="397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397" name="Google Shape;397;p31"/>
          <p:cNvCxnSpPr/>
          <p:nvPr/>
        </p:nvCxnSpPr>
        <p:spPr>
          <a:xfrm rot="10800000" flipH="1">
            <a:off x="6549863" y="1512200"/>
            <a:ext cx="105900" cy="363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398" name="Google Shape;398;p31"/>
          <p:cNvSpPr txBox="1"/>
          <p:nvPr/>
        </p:nvSpPr>
        <p:spPr>
          <a:xfrm>
            <a:off x="0" y="3861800"/>
            <a:ext cx="17214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Unknown yield rate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399" name="Google Shape;399;p31"/>
          <p:cNvCxnSpPr/>
          <p:nvPr/>
        </p:nvCxnSpPr>
        <p:spPr>
          <a:xfrm rot="10800000" flipH="1">
            <a:off x="1324375" y="3603425"/>
            <a:ext cx="1986300" cy="3543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00" name="Google Shape;400;p31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401" name="Google Shape;401;p31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402" name="Google Shape;402;p31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93332">
        <p14:gallery dir="l"/>
      </p:transition>
    </mc:Choice>
    <mc:Fallback xmlns="">
      <p:transition spd="slow" advTm="93332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7" x="4194175" y="1519238"/>
          <p14:tracePt t="50" x="4171950" y="1519238"/>
          <p14:tracePt t="84" x="4165600" y="1519238"/>
          <p14:tracePt t="252" x="4157663" y="1519238"/>
          <p14:tracePt t="5068" x="4157663" y="1512888"/>
          <p14:tracePt t="5092" x="4157663" y="1504950"/>
          <p14:tracePt t="5100" x="4165600" y="1504950"/>
          <p14:tracePt t="5108" x="4165600" y="1490663"/>
          <p14:tracePt t="5116" x="4165600" y="1484313"/>
          <p14:tracePt t="5124" x="4171950" y="1484313"/>
          <p14:tracePt t="5132" x="4171950" y="1476375"/>
          <p14:tracePt t="5140" x="4171950" y="1470025"/>
          <p14:tracePt t="5156" x="4179888" y="1462088"/>
          <p14:tracePt t="5172" x="4179888" y="1441450"/>
          <p14:tracePt t="5187" x="4186238" y="1427163"/>
          <p14:tracePt t="5195" x="4186238" y="1419225"/>
          <p14:tracePt t="5204" x="4186238" y="1398588"/>
          <p14:tracePt t="5211" x="4200525" y="1384300"/>
          <p14:tracePt t="5220" x="4208463" y="1370013"/>
          <p14:tracePt t="5235" x="4208463" y="1347788"/>
          <p14:tracePt t="5244" x="4208463" y="1341438"/>
          <p14:tracePt t="5260" x="4214813" y="1327150"/>
          <p14:tracePt t="5276" x="4214813" y="1319213"/>
          <p14:tracePt t="5284" x="4222750" y="1304925"/>
          <p14:tracePt t="5299" x="4222750" y="1290638"/>
          <p14:tracePt t="5308" x="4229100" y="1290638"/>
          <p14:tracePt t="5316" x="4229100" y="1270000"/>
          <p14:tracePt t="5324" x="4237038" y="1247775"/>
          <p14:tracePt t="5331" x="4237038" y="1227138"/>
          <p14:tracePt t="5340" x="4237038" y="1212850"/>
          <p14:tracePt t="5348" x="4237038" y="1190625"/>
          <p14:tracePt t="5356" x="4237038" y="1176338"/>
          <p14:tracePt t="5364" x="4237038" y="1169988"/>
          <p14:tracePt t="5380" x="4237038" y="1162050"/>
          <p14:tracePt t="5388" x="4237038" y="1155700"/>
          <p14:tracePt t="5412" x="4237038" y="1147763"/>
          <p14:tracePt t="5628" x="4243388" y="1147763"/>
          <p14:tracePt t="5684" x="4251325" y="1141413"/>
          <p14:tracePt t="5716" x="4257675" y="1141413"/>
          <p14:tracePt t="5740" x="4265613" y="1141413"/>
          <p14:tracePt t="5764" x="4271963" y="1141413"/>
          <p14:tracePt t="5804" x="4286250" y="1141413"/>
          <p14:tracePt t="5828" x="4294188" y="1141413"/>
          <p14:tracePt t="5844" x="4308475" y="1141413"/>
          <p14:tracePt t="5860" x="4314825" y="1141413"/>
          <p14:tracePt t="5868" x="4329113" y="1141413"/>
          <p14:tracePt t="5875" x="4337050" y="1141413"/>
          <p14:tracePt t="5884" x="4351338" y="1141413"/>
          <p14:tracePt t="5894" x="4357688" y="1141413"/>
          <p14:tracePt t="5900" x="4371975" y="1141413"/>
          <p14:tracePt t="5908" x="4394200" y="1141413"/>
          <p14:tracePt t="5916" x="4408488" y="1141413"/>
          <p14:tracePt t="5924" x="4437063" y="1141413"/>
          <p14:tracePt t="5931" x="4443413" y="1141413"/>
          <p14:tracePt t="5939" x="4471988" y="1141413"/>
          <p14:tracePt t="5948" x="4486275" y="1141413"/>
          <p14:tracePt t="5956" x="4508500" y="1141413"/>
          <p14:tracePt t="5963" x="4522788" y="1141413"/>
          <p14:tracePt t="5971" x="4543425" y="1141413"/>
          <p14:tracePt t="5979" x="4572000" y="1141413"/>
          <p14:tracePt t="5987" x="4614863" y="1141413"/>
          <p14:tracePt t="5995" x="4678363" y="1141413"/>
          <p14:tracePt t="6004" x="4735513" y="1147763"/>
          <p14:tracePt t="6011" x="4778375" y="1147763"/>
          <p14:tracePt t="6020" x="4857750" y="1162050"/>
          <p14:tracePt t="6028" x="4929188" y="1169988"/>
          <p14:tracePt t="6036" x="5006975" y="1190625"/>
          <p14:tracePt t="6044" x="5057775" y="1190625"/>
          <p14:tracePt t="6051" x="5121275" y="1190625"/>
          <p14:tracePt t="6060" x="5164138" y="1190625"/>
          <p14:tracePt t="6067" x="5199063" y="1190625"/>
          <p14:tracePt t="6076" x="5213350" y="1190625"/>
          <p14:tracePt t="6083" x="5227638" y="1190625"/>
          <p14:tracePt t="6108" x="5235575" y="1190625"/>
          <p14:tracePt t="6236" x="5241925" y="1190625"/>
          <p14:tracePt t="6252" x="5256213" y="1184275"/>
          <p14:tracePt t="6268" x="5264150" y="1184275"/>
          <p14:tracePt t="6284" x="5278438" y="1184275"/>
          <p14:tracePt t="6299" x="5284788" y="1184275"/>
          <p14:tracePt t="6324" x="5299075" y="1176338"/>
          <p14:tracePt t="6348" x="5307013" y="1176338"/>
          <p14:tracePt t="9636" x="5299075" y="1176338"/>
          <p14:tracePt t="9652" x="5292725" y="1176338"/>
          <p14:tracePt t="9660" x="5284788" y="1176338"/>
          <p14:tracePt t="9676" x="5270500" y="1184275"/>
          <p14:tracePt t="9684" x="5270500" y="1190625"/>
          <p14:tracePt t="9692" x="5264150" y="1190625"/>
          <p14:tracePt t="9700" x="5241925" y="1190625"/>
          <p14:tracePt t="9708" x="5235575" y="1198563"/>
          <p14:tracePt t="9716" x="5221288" y="1198563"/>
          <p14:tracePt t="9724" x="5213350" y="1204913"/>
          <p14:tracePt t="9731" x="5192713" y="1212850"/>
          <p14:tracePt t="9747" x="5170488" y="1219200"/>
          <p14:tracePt t="9755" x="5164138" y="1227138"/>
          <p14:tracePt t="9764" x="5141913" y="1227138"/>
          <p14:tracePt t="9772" x="5121275" y="1241425"/>
          <p14:tracePt t="9780" x="5099050" y="1255713"/>
          <p14:tracePt t="9788" x="5084763" y="1270000"/>
          <p14:tracePt t="9795" x="5078413" y="1276350"/>
          <p14:tracePt t="9804" x="5078413" y="1284288"/>
          <p14:tracePt t="9972" x="5072063" y="1284288"/>
          <p14:tracePt t="10004" x="5057775" y="1284288"/>
          <p14:tracePt t="10012" x="5035550" y="1284288"/>
          <p14:tracePt t="10020" x="5014913" y="1284288"/>
          <p14:tracePt t="10027" x="4992688" y="1284288"/>
          <p14:tracePt t="10035" x="4972050" y="1284288"/>
          <p14:tracePt t="10044" x="4949825" y="1290638"/>
          <p14:tracePt t="10052" x="4949825" y="1298575"/>
          <p14:tracePt t="10060" x="4935538" y="1298575"/>
          <p14:tracePt t="10068" x="4921250" y="1319213"/>
          <p14:tracePt t="10076" x="4892675" y="1362075"/>
          <p14:tracePt t="10084" x="4864100" y="1398588"/>
          <p14:tracePt t="10092" x="4857750" y="1419225"/>
          <p14:tracePt t="10100" x="4835525" y="1455738"/>
          <p14:tracePt t="10108" x="4829175" y="1490663"/>
          <p14:tracePt t="10116" x="4829175" y="1512888"/>
          <p14:tracePt t="10124" x="4829175" y="1541463"/>
          <p14:tracePt t="10131" x="4829175" y="1584325"/>
          <p14:tracePt t="10139" x="4829175" y="1619250"/>
          <p14:tracePt t="10148" x="4829175" y="1670050"/>
          <p14:tracePt t="10156" x="4857750" y="1739900"/>
          <p14:tracePt t="10163" x="4900613" y="1790700"/>
          <p14:tracePt t="10172" x="4949825" y="1854200"/>
          <p14:tracePt t="10179" x="5000625" y="1911350"/>
          <p14:tracePt t="10188" x="5064125" y="1982788"/>
          <p14:tracePt t="10195" x="5113338" y="2047875"/>
          <p14:tracePt t="10204" x="5178425" y="2119313"/>
          <p14:tracePt t="10211" x="5249863" y="2162175"/>
          <p14:tracePt t="10219" x="5264150" y="2162175"/>
          <p14:tracePt t="10380" x="5284788" y="2176463"/>
          <p14:tracePt t="10388" x="5327650" y="2190750"/>
          <p14:tracePt t="10395" x="5392738" y="2219325"/>
          <p14:tracePt t="10404" x="5478463" y="2262188"/>
          <p14:tracePt t="10411" x="5564188" y="2303463"/>
          <p14:tracePt t="10420" x="5641975" y="2354263"/>
          <p14:tracePt t="10427" x="5741988" y="2425700"/>
          <p14:tracePt t="10435" x="5813425" y="2482850"/>
          <p14:tracePt t="10444" x="5919788" y="2554288"/>
          <p14:tracePt t="10452" x="6034088" y="2632075"/>
          <p14:tracePt t="10460" x="6134100" y="2689225"/>
          <p14:tracePt t="10467" x="6211888" y="2740025"/>
          <p14:tracePt t="10476" x="6311900" y="2789238"/>
          <p14:tracePt t="10484" x="6462713" y="2867025"/>
          <p14:tracePt t="10492" x="6583363" y="2909888"/>
          <p14:tracePt t="10500" x="6732588" y="2974975"/>
          <p14:tracePt t="10508" x="6869113" y="3024188"/>
          <p14:tracePt t="10516" x="6989763" y="3060700"/>
          <p14:tracePt t="10524" x="7124700" y="3089275"/>
          <p14:tracePt t="10531" x="7261225" y="3124200"/>
          <p14:tracePt t="10540" x="7396163" y="3167063"/>
          <p14:tracePt t="10548" x="7532688" y="3203575"/>
          <p14:tracePt t="10556" x="7624763" y="3232150"/>
          <p14:tracePt t="10563" x="7716838" y="3252788"/>
          <p14:tracePt t="10572" x="7781925" y="3252788"/>
          <p14:tracePt t="10579" x="7824788" y="3260725"/>
          <p14:tracePt t="10588" x="7881938" y="3267075"/>
          <p14:tracePt t="10595" x="7931150" y="3281363"/>
          <p14:tracePt t="10604" x="7967663" y="3289300"/>
          <p14:tracePt t="10611" x="8031163" y="3303588"/>
          <p14:tracePt t="10620" x="8067675" y="3317875"/>
          <p14:tracePt t="10627" x="8102600" y="3332163"/>
          <p14:tracePt t="10636" x="8131175" y="3338513"/>
          <p14:tracePt t="10644" x="8166100" y="3360738"/>
          <p14:tracePt t="10652" x="8174038" y="3367088"/>
          <p14:tracePt t="10660" x="8194675" y="3375025"/>
          <p14:tracePt t="10668" x="8202613" y="3389313"/>
          <p14:tracePt t="10676" x="8223250" y="3409950"/>
          <p14:tracePt t="10684" x="8237538" y="3424238"/>
          <p14:tracePt t="10692" x="8266113" y="3444875"/>
          <p14:tracePt t="10699" x="8302625" y="3452813"/>
          <p14:tracePt t="10708" x="8316913" y="3467100"/>
          <p14:tracePt t="10716" x="8345488" y="3467100"/>
          <p14:tracePt t="10724" x="8366125" y="3467100"/>
          <p14:tracePt t="10731" x="8380413" y="3467100"/>
          <p14:tracePt t="10740" x="8388350" y="3467100"/>
          <p14:tracePt t="10756" x="8394700" y="3467100"/>
          <p14:tracePt t="10772" x="8394700" y="3452813"/>
          <p14:tracePt t="10779" x="8388350" y="3430588"/>
          <p14:tracePt t="10788" x="8380413" y="3417888"/>
          <p14:tracePt t="10795" x="8359775" y="3403600"/>
          <p14:tracePt t="10804" x="8351838" y="3389313"/>
          <p14:tracePt t="10811" x="8345488" y="3381375"/>
          <p14:tracePt t="10820" x="8331200" y="3367088"/>
          <p14:tracePt t="10827" x="8316913" y="3360738"/>
          <p14:tracePt t="10836" x="8302625" y="3338513"/>
          <p14:tracePt t="10844" x="8288338" y="3338513"/>
          <p14:tracePt t="10852" x="8274050" y="3324225"/>
          <p14:tracePt t="10860" x="8245475" y="3309938"/>
          <p14:tracePt t="10868" x="8208963" y="3295650"/>
          <p14:tracePt t="10876" x="8180388" y="3281363"/>
          <p14:tracePt t="10884" x="8151813" y="3275013"/>
          <p14:tracePt t="10895" x="8137525" y="3275013"/>
          <p14:tracePt t="10899" x="8110538" y="3275013"/>
          <p14:tracePt t="10908" x="8096250" y="3275013"/>
          <p14:tracePt t="10917" x="8074025" y="3267075"/>
          <p14:tracePt t="10924" x="8045450" y="3267075"/>
          <p14:tracePt t="10932" x="8024813" y="3267075"/>
          <p14:tracePt t="10940" x="7996238" y="3252788"/>
          <p14:tracePt t="10947" x="7967663" y="3252788"/>
          <p14:tracePt t="10955" x="7939088" y="3252788"/>
          <p14:tracePt t="10964" x="7910513" y="3252788"/>
          <p14:tracePt t="10972" x="7867650" y="3252788"/>
          <p14:tracePt t="10979" x="7831138" y="3252788"/>
          <p14:tracePt t="10988" x="7802563" y="3252788"/>
          <p14:tracePt t="10996" x="7767638" y="3252788"/>
          <p14:tracePt t="11004" x="7753350" y="3252788"/>
          <p14:tracePt t="11012" x="7731125" y="3252788"/>
          <p14:tracePt t="11020" x="7724775" y="3252788"/>
          <p14:tracePt t="11027" x="7710488" y="3252788"/>
          <p14:tracePt t="11036" x="7702550" y="3252788"/>
          <p14:tracePt t="11044" x="7673975" y="3260725"/>
          <p14:tracePt t="11052" x="7667625" y="3260725"/>
          <p14:tracePt t="11060" x="7645400" y="3267075"/>
          <p14:tracePt t="11068" x="7639050" y="3275013"/>
          <p14:tracePt t="11075" x="7624763" y="3281363"/>
          <p14:tracePt t="11084" x="7610475" y="3295650"/>
          <p14:tracePt t="11092" x="7604125" y="3303588"/>
          <p14:tracePt t="11100" x="7581900" y="3317875"/>
          <p14:tracePt t="11108" x="7561263" y="3324225"/>
          <p14:tracePt t="11115" x="7553325" y="3332163"/>
          <p14:tracePt t="11124" x="7539038" y="3338513"/>
          <p14:tracePt t="11131" x="7532688" y="3346450"/>
          <p14:tracePt t="11140" x="7524750" y="3352800"/>
          <p14:tracePt t="11147" x="7510463" y="3367088"/>
          <p14:tracePt t="11155" x="7504113" y="3375025"/>
          <p14:tracePt t="11164" x="7489825" y="3389313"/>
          <p14:tracePt t="11172" x="7481888" y="3403600"/>
          <p14:tracePt t="11180" x="7481888" y="3409950"/>
          <p14:tracePt t="11188" x="7467600" y="3430588"/>
          <p14:tracePt t="11196" x="7467600" y="3452813"/>
          <p14:tracePt t="11204" x="7467600" y="3459163"/>
          <p14:tracePt t="11211" x="7467600" y="3473450"/>
          <p14:tracePt t="11220" x="7467600" y="3481388"/>
          <p14:tracePt t="11228" x="7467600" y="3495675"/>
          <p14:tracePt t="11236" x="7467600" y="3509963"/>
          <p14:tracePt t="11244" x="7467600" y="3524250"/>
          <p14:tracePt t="11252" x="7467600" y="3538538"/>
          <p14:tracePt t="11260" x="7467600" y="3552825"/>
          <p14:tracePt t="11268" x="7467600" y="3573463"/>
          <p14:tracePt t="11276" x="7467600" y="3587750"/>
          <p14:tracePt t="11284" x="7467600" y="3609975"/>
          <p14:tracePt t="11292" x="7467600" y="3624263"/>
          <p14:tracePt t="11300" x="7467600" y="3644900"/>
          <p14:tracePt t="11308" x="7481888" y="3667125"/>
          <p14:tracePt t="11315" x="7489825" y="3681413"/>
          <p14:tracePt t="11324" x="7504113" y="3695700"/>
          <p14:tracePt t="11331" x="7524750" y="3730625"/>
          <p14:tracePt t="11340" x="7539038" y="3744913"/>
          <p14:tracePt t="11348" x="7553325" y="3759200"/>
          <p14:tracePt t="11355" x="7575550" y="3781425"/>
          <p14:tracePt t="11363" x="7589838" y="3787775"/>
          <p14:tracePt t="11372" x="7610475" y="3810000"/>
          <p14:tracePt t="11379" x="7624763" y="3816350"/>
          <p14:tracePt t="11387" x="7645400" y="3830638"/>
          <p14:tracePt t="11395" x="7667625" y="3838575"/>
          <p14:tracePt t="11403" x="7681913" y="3844925"/>
          <p14:tracePt t="11411" x="7688263" y="3844925"/>
          <p14:tracePt t="11420" x="7702550" y="3852863"/>
          <p14:tracePt t="11428" x="7716838" y="3859213"/>
          <p14:tracePt t="11436" x="7731125" y="3859213"/>
          <p14:tracePt t="11444" x="7739063" y="3867150"/>
          <p14:tracePt t="11452" x="7753350" y="3867150"/>
          <p14:tracePt t="11460" x="7773988" y="3867150"/>
          <p14:tracePt t="11468" x="7796213" y="3867150"/>
          <p14:tracePt t="11475" x="7824788" y="3867150"/>
          <p14:tracePt t="11484" x="7845425" y="3867150"/>
          <p14:tracePt t="11492" x="7867650" y="3867150"/>
          <p14:tracePt t="11500" x="7881938" y="3867150"/>
          <p14:tracePt t="11508" x="7910513" y="3867150"/>
          <p14:tracePt t="11516" x="7931150" y="3867150"/>
          <p14:tracePt t="11524" x="7959725" y="3867150"/>
          <p14:tracePt t="11531" x="7974013" y="3867150"/>
          <p14:tracePt t="11540" x="7988300" y="3867150"/>
          <p14:tracePt t="11548" x="8010525" y="3867150"/>
          <p14:tracePt t="11555" x="8039100" y="3859213"/>
          <p14:tracePt t="11563" x="8074025" y="3844925"/>
          <p14:tracePt t="11572" x="8096250" y="3844925"/>
          <p14:tracePt t="11579" x="8116888" y="3844925"/>
          <p14:tracePt t="11588" x="8145463" y="3830638"/>
          <p14:tracePt t="11595" x="8159750" y="3824288"/>
          <p14:tracePt t="11604" x="8180388" y="3816350"/>
          <p14:tracePt t="11611" x="8188325" y="3810000"/>
          <p14:tracePt t="11620" x="8194675" y="3802063"/>
          <p14:tracePt t="11627" x="8208963" y="3787775"/>
          <p14:tracePt t="11636" x="8216900" y="3781425"/>
          <p14:tracePt t="11644" x="8231188" y="3759200"/>
          <p14:tracePt t="11652" x="8231188" y="3752850"/>
          <p14:tracePt t="11660" x="8231188" y="3744913"/>
          <p14:tracePt t="11668" x="8237538" y="3730625"/>
          <p14:tracePt t="11676" x="8237538" y="3709988"/>
          <p14:tracePt t="11684" x="8245475" y="3695700"/>
          <p14:tracePt t="11692" x="8245475" y="3681413"/>
          <p14:tracePt t="11700" x="8245475" y="3667125"/>
          <p14:tracePt t="11708" x="8245475" y="3652838"/>
          <p14:tracePt t="11716" x="8245475" y="3644900"/>
          <p14:tracePt t="11724" x="8245475" y="3624263"/>
          <p14:tracePt t="11731" x="8245475" y="3616325"/>
          <p14:tracePt t="11740" x="8245475" y="3595688"/>
          <p14:tracePt t="11748" x="8245475" y="3573463"/>
          <p14:tracePt t="11756" x="8245475" y="3567113"/>
          <p14:tracePt t="11763" x="8231188" y="3538538"/>
          <p14:tracePt t="11772" x="8223250" y="3509963"/>
          <p14:tracePt t="11779" x="8202613" y="3495675"/>
          <p14:tracePt t="11788" x="8194675" y="3481388"/>
          <p14:tracePt t="11795" x="8174038" y="3444875"/>
          <p14:tracePt t="11804" x="8159750" y="3430588"/>
          <p14:tracePt t="11811" x="8145463" y="3424238"/>
          <p14:tracePt t="11820" x="8116888" y="3409950"/>
          <p14:tracePt t="11827" x="8110538" y="3403600"/>
          <p14:tracePt t="11835" x="8096250" y="3395663"/>
          <p14:tracePt t="11844" x="8088313" y="3389313"/>
          <p14:tracePt t="11852" x="8067675" y="3375025"/>
          <p14:tracePt t="11860" x="8059738" y="3367088"/>
          <p14:tracePt t="11868" x="8031163" y="3346450"/>
          <p14:tracePt t="11875" x="8002588" y="3332163"/>
          <p14:tracePt t="11885" x="7974013" y="3309938"/>
          <p14:tracePt t="11895" x="7953375" y="3309938"/>
          <p14:tracePt t="11900" x="7910513" y="3289300"/>
          <p14:tracePt t="11907" x="7896225" y="3281363"/>
          <p14:tracePt t="11915" x="7874000" y="3281363"/>
          <p14:tracePt t="11924" x="7853363" y="3275013"/>
          <p14:tracePt t="11931" x="7824788" y="3267075"/>
          <p14:tracePt t="11940" x="7802563" y="3260725"/>
          <p14:tracePt t="11948" x="7773988" y="3260725"/>
          <p14:tracePt t="11956" x="7759700" y="3252788"/>
          <p14:tracePt t="11964" x="7739063" y="3252788"/>
          <p14:tracePt t="11972" x="7716838" y="3252788"/>
          <p14:tracePt t="11979" x="7710488" y="3246438"/>
          <p14:tracePt t="11988" x="7696200" y="3246438"/>
          <p14:tracePt t="11996" x="7681913" y="3246438"/>
          <p14:tracePt t="12004" x="7667625" y="3232150"/>
          <p14:tracePt t="12020" x="7659688" y="3232150"/>
          <p14:tracePt t="12027" x="7653338" y="3232150"/>
          <p14:tracePt t="12875" x="7645400" y="3232150"/>
          <p14:tracePt t="12924" x="7639050" y="3232150"/>
          <p14:tracePt t="12940" x="7631113" y="3232150"/>
          <p14:tracePt t="12955" x="7624763" y="3232150"/>
          <p14:tracePt t="12980" x="7618413" y="3232150"/>
          <p14:tracePt t="12988" x="7604125" y="3232150"/>
          <p14:tracePt t="12996" x="7596188" y="3232150"/>
          <p14:tracePt t="13004" x="7589838" y="3232150"/>
          <p14:tracePt t="13011" x="7567613" y="3238500"/>
          <p14:tracePt t="13020" x="7561263" y="3238500"/>
          <p14:tracePt t="13027" x="7546975" y="3238500"/>
          <p14:tracePt t="13036" x="7524750" y="3246438"/>
          <p14:tracePt t="13043" x="7518400" y="3246438"/>
          <p14:tracePt t="13051" x="7496175" y="3252788"/>
          <p14:tracePt t="13060" x="7475538" y="3260725"/>
          <p14:tracePt t="13068" x="7439025" y="3267075"/>
          <p14:tracePt t="13076" x="7410450" y="3281363"/>
          <p14:tracePt t="13084" x="7367588" y="3289300"/>
          <p14:tracePt t="13092" x="7324725" y="3295650"/>
          <p14:tracePt t="13100" x="7289800" y="3309938"/>
          <p14:tracePt t="13108" x="7246938" y="3317875"/>
          <p14:tracePt t="13116" x="7204075" y="3332163"/>
          <p14:tracePt t="13124" x="7167563" y="3346450"/>
          <p14:tracePt t="13131" x="7118350" y="3352800"/>
          <p14:tracePt t="13140" x="7075488" y="3367088"/>
          <p14:tracePt t="13148" x="7026275" y="3375025"/>
          <p14:tracePt t="13155" x="6975475" y="3381375"/>
          <p14:tracePt t="13163" x="6940550" y="3389313"/>
          <p14:tracePt t="13172" x="6869113" y="3395663"/>
          <p14:tracePt t="13179" x="6811963" y="3403600"/>
          <p14:tracePt t="13188" x="6732588" y="3417888"/>
          <p14:tracePt t="13195" x="6675438" y="3424238"/>
          <p14:tracePt t="13204" x="6618288" y="3430588"/>
          <p14:tracePt t="13211" x="6562725" y="3430588"/>
          <p14:tracePt t="13220" x="6511925" y="3430588"/>
          <p14:tracePt t="13227" x="6462713" y="3430588"/>
          <p14:tracePt t="13236" x="6434138" y="3438525"/>
          <p14:tracePt t="13244" x="6405563" y="3438525"/>
          <p14:tracePt t="13252" x="6391275" y="3452813"/>
          <p14:tracePt t="13260" x="6383338" y="3452813"/>
          <p14:tracePt t="13268" x="6369050" y="3452813"/>
          <p14:tracePt t="13275" x="6348413" y="3459163"/>
          <p14:tracePt t="13284" x="6326188" y="3459163"/>
          <p14:tracePt t="13292" x="6276975" y="3481388"/>
          <p14:tracePt t="13300" x="6234113" y="3487738"/>
          <p14:tracePt t="13307" x="6169025" y="3502025"/>
          <p14:tracePt t="13315" x="6091238" y="3524250"/>
          <p14:tracePt t="13324" x="6005513" y="3559175"/>
          <p14:tracePt t="13331" x="5942013" y="3573463"/>
          <p14:tracePt t="13340" x="5870575" y="3595688"/>
          <p14:tracePt t="13348" x="5827713" y="3609975"/>
          <p14:tracePt t="13356" x="5805488" y="3609975"/>
          <p14:tracePt t="13363" x="5791200" y="3616325"/>
          <p14:tracePt t="13371" x="5784850" y="3616325"/>
          <p14:tracePt t="13460" x="5776913" y="3616325"/>
          <p14:tracePt t="13468" x="5756275" y="3602038"/>
          <p14:tracePt t="13476" x="5748338" y="3595688"/>
          <p14:tracePt t="13484" x="5727700" y="3573463"/>
          <p14:tracePt t="13492" x="5691188" y="3559175"/>
          <p14:tracePt t="13500" x="5634038" y="3538538"/>
          <p14:tracePt t="13508" x="5584825" y="3530600"/>
          <p14:tracePt t="13516" x="5513388" y="3502025"/>
          <p14:tracePt t="13524" x="5478463" y="3502025"/>
          <p14:tracePt t="13532" x="5407025" y="3495675"/>
          <p14:tracePt t="13540" x="5341938" y="3487738"/>
          <p14:tracePt t="13547" x="5264150" y="3481388"/>
          <p14:tracePt t="13556" x="5184775" y="3459163"/>
          <p14:tracePt t="13563" x="5099050" y="3452813"/>
          <p14:tracePt t="13572" x="5021263" y="3444875"/>
          <p14:tracePt t="13579" x="4935538" y="3430588"/>
          <p14:tracePt t="13588" x="4829175" y="3409950"/>
          <p14:tracePt t="13595" x="4729163" y="3403600"/>
          <p14:tracePt t="13604" x="4614863" y="3381375"/>
          <p14:tracePt t="13611" x="4514850" y="3367088"/>
          <p14:tracePt t="13620" x="4408488" y="3352800"/>
          <p14:tracePt t="13628" x="4314825" y="3338513"/>
          <p14:tracePt t="13636" x="4222750" y="3332163"/>
          <p14:tracePt t="13643" x="4143375" y="3324225"/>
          <p14:tracePt t="13652" x="4059238" y="3309938"/>
          <p14:tracePt t="13660" x="3979863" y="3289300"/>
          <p14:tracePt t="13668" x="3894138" y="3281363"/>
          <p14:tracePt t="13676" x="3822700" y="3267075"/>
          <p14:tracePt t="13684" x="3736975" y="3260725"/>
          <p14:tracePt t="13692" x="3659188" y="3246438"/>
          <p14:tracePt t="13699" x="3573463" y="3246438"/>
          <p14:tracePt t="13708" x="3487738" y="3232150"/>
          <p14:tracePt t="13716" x="3409950" y="3232150"/>
          <p14:tracePt t="13724" x="3330575" y="3232150"/>
          <p14:tracePt t="13732" x="3244850" y="3232150"/>
          <p14:tracePt t="13740" x="3181350" y="3224213"/>
          <p14:tracePt t="13748" x="3101975" y="3224213"/>
          <p14:tracePt t="13756" x="3038475" y="3224213"/>
          <p14:tracePt t="13764" x="2974975" y="3224213"/>
          <p14:tracePt t="13772" x="2917825" y="3224213"/>
          <p14:tracePt t="13779" x="2846388" y="3224213"/>
          <p14:tracePt t="13788" x="2803525" y="3224213"/>
          <p14:tracePt t="13795" x="2774950" y="3224213"/>
          <p14:tracePt t="13804" x="2738438" y="3224213"/>
          <p14:tracePt t="13811" x="2709863" y="3224213"/>
          <p14:tracePt t="13820" x="2689225" y="3224213"/>
          <p14:tracePt t="13827" x="2667000" y="3224213"/>
          <p14:tracePt t="13835" x="2646363" y="3224213"/>
          <p14:tracePt t="13843" x="2638425" y="3224213"/>
          <p14:tracePt t="13852" x="2617788" y="3224213"/>
          <p14:tracePt t="13860" x="2595563" y="3224213"/>
          <p14:tracePt t="13868" x="2589213" y="3232150"/>
          <p14:tracePt t="13876" x="2560638" y="3238500"/>
          <p14:tracePt t="13894" x="2540000" y="3260725"/>
          <p14:tracePt t="13900" x="2532063" y="3260725"/>
          <p14:tracePt t="13908" x="2532063" y="3267075"/>
          <p14:tracePt t="13916" x="2517775" y="3275013"/>
          <p14:tracePt t="13924" x="2517775" y="3281363"/>
          <p14:tracePt t="13932" x="2503488" y="3289300"/>
          <p14:tracePt t="13940" x="2489200" y="3303588"/>
          <p14:tracePt t="13948" x="2474913" y="3317875"/>
          <p14:tracePt t="13956" x="2460625" y="3338513"/>
          <p14:tracePt t="13963" x="2446338" y="3346450"/>
          <p14:tracePt t="13972" x="2432050" y="3360738"/>
          <p14:tracePt t="13980" x="2425700" y="3375025"/>
          <p14:tracePt t="13988" x="2403475" y="3381375"/>
          <p14:tracePt t="13995" x="2397125" y="3395663"/>
          <p14:tracePt t="14004" x="2382838" y="3409950"/>
          <p14:tracePt t="14011" x="2374900" y="3424238"/>
          <p14:tracePt t="14020" x="2368550" y="3430588"/>
          <p14:tracePt t="14028" x="2360613" y="3444875"/>
          <p14:tracePt t="14043" x="2354263" y="3459163"/>
          <p14:tracePt t="14052" x="2354263" y="3467100"/>
          <p14:tracePt t="14060" x="2346325" y="3473450"/>
          <p14:tracePt t="14067" x="2339975" y="3487738"/>
          <p14:tracePt t="14076" x="2339975" y="3495675"/>
          <p14:tracePt t="14084" x="2339975" y="3502025"/>
          <p14:tracePt t="14099" x="2339975" y="3516313"/>
          <p14:tracePt t="14108" x="2339975" y="3524250"/>
          <p14:tracePt t="14115" x="2346325" y="3530600"/>
          <p14:tracePt t="14124" x="2354263" y="3538538"/>
          <p14:tracePt t="14132" x="2374900" y="3559175"/>
          <p14:tracePt t="14140" x="2389188" y="3567113"/>
          <p14:tracePt t="14148" x="2417763" y="3587750"/>
          <p14:tracePt t="14156" x="2468563" y="3609975"/>
          <p14:tracePt t="14164" x="2511425" y="3624263"/>
          <p14:tracePt t="14172" x="2560638" y="3652838"/>
          <p14:tracePt t="14180" x="2632075" y="3673475"/>
          <p14:tracePt t="14188" x="2709863" y="3695700"/>
          <p14:tracePt t="14195" x="2781300" y="3724275"/>
          <p14:tracePt t="14204" x="2867025" y="3738563"/>
          <p14:tracePt t="14211" x="2938463" y="3767138"/>
          <p14:tracePt t="14220" x="3003550" y="3767138"/>
          <p14:tracePt t="14227" x="3081338" y="3773488"/>
          <p14:tracePt t="14236" x="3138488" y="3795713"/>
          <p14:tracePt t="14244" x="3244850" y="3810000"/>
          <p14:tracePt t="14252" x="3316288" y="3816350"/>
          <p14:tracePt t="14260" x="3416300" y="3830638"/>
          <p14:tracePt t="14268" x="3516313" y="3830638"/>
          <p14:tracePt t="14276" x="3559175" y="3830638"/>
          <p14:tracePt t="14284" x="3630613" y="3830638"/>
          <p14:tracePt t="14292" x="3708400" y="3830638"/>
          <p14:tracePt t="14300" x="3787775" y="3830638"/>
          <p14:tracePt t="14308" x="3859213" y="3830638"/>
          <p14:tracePt t="14316" x="3944938" y="3830638"/>
          <p14:tracePt t="14324" x="4022725" y="3830638"/>
          <p14:tracePt t="14331" x="4108450" y="3830638"/>
          <p14:tracePt t="14340" x="4171950" y="3830638"/>
          <p14:tracePt t="14348" x="4251325" y="3830638"/>
          <p14:tracePt t="14356" x="4322763" y="3830638"/>
          <p14:tracePt t="14363" x="4394200" y="3830638"/>
          <p14:tracePt t="14372" x="4465638" y="3830638"/>
          <p14:tracePt t="14379" x="4543425" y="3830638"/>
          <p14:tracePt t="14388" x="4621213" y="3838575"/>
          <p14:tracePt t="14395" x="4686300" y="3838575"/>
          <p14:tracePt t="14404" x="4772025" y="3852863"/>
          <p14:tracePt t="14411" x="4857750" y="3867150"/>
          <p14:tracePt t="14421" x="4935538" y="3873500"/>
          <p14:tracePt t="14428" x="5014913" y="3873500"/>
          <p14:tracePt t="14436" x="5078413" y="3873500"/>
          <p14:tracePt t="14444" x="5156200" y="3873500"/>
          <p14:tracePt t="14452" x="5221288" y="3873500"/>
          <p14:tracePt t="14460" x="5284788" y="3873500"/>
          <p14:tracePt t="14468" x="5341938" y="3873500"/>
          <p14:tracePt t="14476" x="5413375" y="3873500"/>
          <p14:tracePt t="14484" x="5470525" y="3873500"/>
          <p14:tracePt t="14492" x="5513388" y="3873500"/>
          <p14:tracePt t="14500" x="5564188" y="3873500"/>
          <p14:tracePt t="14508" x="5613400" y="3873500"/>
          <p14:tracePt t="14516" x="5648325" y="3873500"/>
          <p14:tracePt t="14524" x="5699125" y="3873500"/>
          <p14:tracePt t="14531" x="5748338" y="3873500"/>
          <p14:tracePt t="14540" x="5784850" y="3873500"/>
          <p14:tracePt t="14548" x="5813425" y="3873500"/>
          <p14:tracePt t="14556" x="5842000" y="3873500"/>
          <p14:tracePt t="14563" x="5870575" y="3873500"/>
          <p14:tracePt t="14572" x="5891213" y="3873500"/>
          <p14:tracePt t="14580" x="5919788" y="3873500"/>
          <p14:tracePt t="14588" x="5956300" y="3873500"/>
          <p14:tracePt t="14595" x="5991225" y="3873500"/>
          <p14:tracePt t="14604" x="6019800" y="3873500"/>
          <p14:tracePt t="14611" x="6048375" y="3873500"/>
          <p14:tracePt t="14619" x="6076950" y="3873500"/>
          <p14:tracePt t="14627" x="6119813" y="3873500"/>
          <p14:tracePt t="14636" x="6148388" y="3873500"/>
          <p14:tracePt t="14644" x="6169025" y="3873500"/>
          <p14:tracePt t="14652" x="6183313" y="3873500"/>
          <p14:tracePt t="14660" x="6197600" y="3867150"/>
          <p14:tracePt t="14668" x="6219825" y="3859213"/>
          <p14:tracePt t="14676" x="6226175" y="3852863"/>
          <p14:tracePt t="14683" x="6240463" y="3844925"/>
          <p14:tracePt t="14692" x="6248400" y="3838575"/>
          <p14:tracePt t="14699" x="6248400" y="3830638"/>
          <p14:tracePt t="14708" x="6254750" y="3824288"/>
          <p14:tracePt t="14716" x="6262688" y="3816350"/>
          <p14:tracePt t="14724" x="6276975" y="3802063"/>
          <p14:tracePt t="14731" x="6283325" y="3795713"/>
          <p14:tracePt t="14739" x="6297613" y="3787775"/>
          <p14:tracePt t="14748" x="6305550" y="3773488"/>
          <p14:tracePt t="14756" x="6311900" y="3767138"/>
          <p14:tracePt t="14764" x="6311900" y="3752850"/>
          <p14:tracePt t="14772" x="6319838" y="3752850"/>
          <p14:tracePt t="14779" x="6326188" y="3738563"/>
          <p14:tracePt t="14788" x="6326188" y="3730625"/>
          <p14:tracePt t="14795" x="6326188" y="3709988"/>
          <p14:tracePt t="14804" x="6326188" y="3702050"/>
          <p14:tracePt t="14811" x="6326188" y="3681413"/>
          <p14:tracePt t="14820" x="6326188" y="3659188"/>
          <p14:tracePt t="14827" x="6326188" y="3644900"/>
          <p14:tracePt t="14836" x="6326188" y="3630613"/>
          <p14:tracePt t="14844" x="6326188" y="3609975"/>
          <p14:tracePt t="14852" x="6326188" y="3602038"/>
          <p14:tracePt t="14860" x="6326188" y="3581400"/>
          <p14:tracePt t="14868" x="6326188" y="3573463"/>
          <p14:tracePt t="14876" x="6326188" y="3559175"/>
          <p14:tracePt t="14892" x="6326188" y="3544888"/>
          <p14:tracePt t="14910" x="6326188" y="3538538"/>
          <p14:tracePt t="14916" x="6326188" y="3524250"/>
          <p14:tracePt t="14924" x="6326188" y="3516313"/>
          <p14:tracePt t="14932" x="6326188" y="3509963"/>
          <p14:tracePt t="14940" x="6326188" y="3502025"/>
          <p14:tracePt t="14948" x="6319838" y="3495675"/>
          <p14:tracePt t="14956" x="6311900" y="3473450"/>
          <p14:tracePt t="14963" x="6305550" y="3459163"/>
          <p14:tracePt t="14972" x="6297613" y="3452813"/>
          <p14:tracePt t="14980" x="6291263" y="3444875"/>
          <p14:tracePt t="14987" x="6276975" y="3438525"/>
          <p14:tracePt t="14995" x="6262688" y="3417888"/>
          <p14:tracePt t="15004" x="6248400" y="3409950"/>
          <p14:tracePt t="15011" x="6234113" y="3403600"/>
          <p14:tracePt t="15019" x="6219825" y="3403600"/>
          <p14:tracePt t="15027" x="6191250" y="3395663"/>
          <p14:tracePt t="15036" x="6162675" y="3375025"/>
          <p14:tracePt t="15044" x="6140450" y="3367088"/>
          <p14:tracePt t="15051" x="6105525" y="3360738"/>
          <p14:tracePt t="15060" x="6070600" y="3346450"/>
          <p14:tracePt t="15068" x="6048375" y="3346450"/>
          <p14:tracePt t="15076" x="6019800" y="3332163"/>
          <p14:tracePt t="15084" x="5976938" y="3317875"/>
          <p14:tracePt t="15092" x="5956300" y="3309938"/>
          <p14:tracePt t="15100" x="5934075" y="3309938"/>
          <p14:tracePt t="15108" x="5899150" y="3303588"/>
          <p14:tracePt t="15116" x="5870575" y="3303588"/>
          <p14:tracePt t="15124" x="5842000" y="3303588"/>
          <p14:tracePt t="15131" x="5813425" y="3303588"/>
          <p14:tracePt t="15140" x="5776913" y="3303588"/>
          <p14:tracePt t="15147" x="5748338" y="3303588"/>
          <p14:tracePt t="15155" x="5705475" y="3303588"/>
          <p14:tracePt t="15163" x="5670550" y="3303588"/>
          <p14:tracePt t="15172" x="5634038" y="3303588"/>
          <p14:tracePt t="15180" x="5605463" y="3303588"/>
          <p14:tracePt t="15188" x="5578475" y="3303588"/>
          <p14:tracePt t="15196" x="5535613" y="3303588"/>
          <p14:tracePt t="15204" x="5507038" y="3303588"/>
          <p14:tracePt t="15211" x="5478463" y="3303588"/>
          <p14:tracePt t="15220" x="5456238" y="3303588"/>
          <p14:tracePt t="15228" x="5427663" y="3303588"/>
          <p14:tracePt t="15236" x="5407025" y="3303588"/>
          <p14:tracePt t="15244" x="5378450" y="3303588"/>
          <p14:tracePt t="15252" x="5349875" y="3303588"/>
          <p14:tracePt t="15260" x="5321300" y="3303588"/>
          <p14:tracePt t="15268" x="5292725" y="3303588"/>
          <p14:tracePt t="15276" x="5249863" y="3303588"/>
          <p14:tracePt t="15284" x="5213350" y="3303588"/>
          <p14:tracePt t="15292" x="5178425" y="3303588"/>
          <p14:tracePt t="15299" x="5113338" y="3281363"/>
          <p14:tracePt t="15307" x="5064125" y="3275013"/>
          <p14:tracePt t="15316" x="5035550" y="3275013"/>
          <p14:tracePt t="15324" x="4978400" y="3267075"/>
          <p14:tracePt t="15331" x="4949825" y="3267075"/>
          <p14:tracePt t="15340" x="4914900" y="3267075"/>
          <p14:tracePt t="15348" x="4872038" y="3267075"/>
          <p14:tracePt t="15356" x="4814888" y="3267075"/>
          <p14:tracePt t="15363" x="4778375" y="3267075"/>
          <p14:tracePt t="15372" x="4721225" y="3267075"/>
          <p14:tracePt t="15379" x="4678363" y="3267075"/>
          <p14:tracePt t="15388" x="4629150" y="3267075"/>
          <p14:tracePt t="15395" x="4572000" y="3267075"/>
          <p14:tracePt t="15404" x="4537075" y="3267075"/>
          <p14:tracePt t="15411" x="4479925" y="3246438"/>
          <p14:tracePt t="15420" x="4429125" y="3238500"/>
          <p14:tracePt t="15428" x="4386263" y="3238500"/>
          <p14:tracePt t="15436" x="4337050" y="3238500"/>
          <p14:tracePt t="15444" x="4286250" y="3232150"/>
          <p14:tracePt t="15452" x="4251325" y="3232150"/>
          <p14:tracePt t="15460" x="4200525" y="3232150"/>
          <p14:tracePt t="15468" x="4165600" y="3232150"/>
          <p14:tracePt t="15476" x="4122738" y="3232150"/>
          <p14:tracePt t="15484" x="4086225" y="3232150"/>
          <p14:tracePt t="15492" x="4037013" y="3232150"/>
          <p14:tracePt t="15500" x="3994150" y="3232150"/>
          <p14:tracePt t="15508" x="3930650" y="3209925"/>
          <p14:tracePt t="15516" x="3887788" y="3209925"/>
          <p14:tracePt t="15524" x="3830638" y="3209925"/>
          <p14:tracePt t="15531" x="3794125" y="3209925"/>
          <p14:tracePt t="15540" x="3751263" y="3209925"/>
          <p14:tracePt t="15548" x="3708400" y="3209925"/>
          <p14:tracePt t="15555" x="3679825" y="3209925"/>
          <p14:tracePt t="15563" x="3622675" y="3209925"/>
          <p14:tracePt t="15572" x="3587750" y="3209925"/>
          <p14:tracePt t="15579" x="3544888" y="3209925"/>
          <p14:tracePt t="15588" x="3502025" y="3209925"/>
          <p14:tracePt t="15595" x="3452813" y="3209925"/>
          <p14:tracePt t="15604" x="3424238" y="3209925"/>
          <p14:tracePt t="15611" x="3381375" y="3209925"/>
          <p14:tracePt t="15620" x="3352800" y="3209925"/>
          <p14:tracePt t="15627" x="3324225" y="3209925"/>
          <p14:tracePt t="15636" x="3295650" y="3209925"/>
          <p14:tracePt t="15644" x="3244850" y="3209925"/>
          <p14:tracePt t="15652" x="3224213" y="3209925"/>
          <p14:tracePt t="15660" x="3195638" y="3209925"/>
          <p14:tracePt t="15667" x="3181350" y="3209925"/>
          <p14:tracePt t="15676" x="3152775" y="3209925"/>
          <p14:tracePt t="15684" x="3138488" y="3209925"/>
          <p14:tracePt t="15692" x="3130550" y="3209925"/>
          <p14:tracePt t="15700" x="3101975" y="3217863"/>
          <p14:tracePt t="15724" x="3095625" y="3224213"/>
          <p14:tracePt t="15731" x="3081338" y="3224213"/>
          <p14:tracePt t="15740" x="3081338" y="3238500"/>
          <p14:tracePt t="15748" x="3081338" y="3246438"/>
          <p14:tracePt t="15756" x="3073400" y="3260725"/>
          <p14:tracePt t="15763" x="3067050" y="3275013"/>
          <p14:tracePt t="15772" x="3059113" y="3289300"/>
          <p14:tracePt t="15779" x="3059113" y="3309938"/>
          <p14:tracePt t="15788" x="3052763" y="3317875"/>
          <p14:tracePt t="15795" x="3046413" y="3324225"/>
          <p14:tracePt t="15804" x="3046413" y="3338513"/>
          <p14:tracePt t="15811" x="3032125" y="3338513"/>
          <p14:tracePt t="15820" x="3032125" y="3346450"/>
          <p14:tracePt t="15828" x="3024188" y="3352800"/>
          <p14:tracePt t="15852" x="3024188" y="3360738"/>
          <p14:tracePt t="15876" x="3024188" y="3375025"/>
          <p14:tracePt t="15884" x="3024188" y="3381375"/>
          <p14:tracePt t="15900" x="3024188" y="3395663"/>
          <p14:tracePt t="15908" x="3024188" y="3403600"/>
          <p14:tracePt t="15924" x="3032125" y="3409950"/>
          <p14:tracePt t="15931" x="3032125" y="3424238"/>
          <p14:tracePt t="15940" x="3038475" y="3430588"/>
          <p14:tracePt t="15948" x="3046413" y="3438525"/>
          <p14:tracePt t="15956" x="3052763" y="3452813"/>
          <p14:tracePt t="15964" x="3059113" y="3452813"/>
          <p14:tracePt t="15972" x="3081338" y="3467100"/>
          <p14:tracePt t="15979" x="3095625" y="3473450"/>
          <p14:tracePt t="15987" x="3109913" y="3481388"/>
          <p14:tracePt t="15996" x="3144838" y="3502025"/>
          <p14:tracePt t="16004" x="3201988" y="3509963"/>
          <p14:tracePt t="16011" x="3244850" y="3516313"/>
          <p14:tracePt t="16020" x="3302000" y="3530600"/>
          <p14:tracePt t="16027" x="3359150" y="3544888"/>
          <p14:tracePt t="16036" x="3424238" y="3552825"/>
          <p14:tracePt t="16044" x="3473450" y="3559175"/>
          <p14:tracePt t="16052" x="3538538" y="3573463"/>
          <p14:tracePt t="16060" x="3579813" y="3573463"/>
          <p14:tracePt t="16068" x="3622675" y="3581400"/>
          <p14:tracePt t="16076" x="3665538" y="3587750"/>
          <p14:tracePt t="16084" x="3708400" y="3587750"/>
          <p14:tracePt t="16092" x="3736975" y="3587750"/>
          <p14:tracePt t="16100" x="3765550" y="3587750"/>
          <p14:tracePt t="16108" x="3794125" y="3587750"/>
          <p14:tracePt t="16116" x="3816350" y="3587750"/>
          <p14:tracePt t="16124" x="3836988" y="3587750"/>
          <p14:tracePt t="16131" x="3844925" y="3587750"/>
          <p14:tracePt t="16140" x="3851275" y="3587750"/>
          <p14:tracePt t="16156" x="3859213" y="3587750"/>
          <p14:tracePt t="16172" x="3865563" y="3587750"/>
          <p14:tracePt t="16595" x="3873500" y="3587750"/>
          <p14:tracePt t="17652" x="3887788" y="3587750"/>
          <p14:tracePt t="17668" x="3894138" y="3581400"/>
          <p14:tracePt t="17675" x="3902075" y="3581400"/>
          <p14:tracePt t="17700" x="3908425" y="3573463"/>
          <p14:tracePt t="17732" x="3916363" y="3573463"/>
          <p14:tracePt t="17788" x="3922713" y="3573463"/>
          <p14:tracePt t="24612" x="3930650" y="3573463"/>
          <p14:tracePt t="24620" x="3951288" y="3587750"/>
          <p14:tracePt t="24627" x="3994150" y="3595688"/>
          <p14:tracePt t="24636" x="4030663" y="3602038"/>
          <p14:tracePt t="24644" x="4079875" y="3616325"/>
          <p14:tracePt t="24652" x="4094163" y="3616325"/>
          <p14:tracePt t="24660" x="4114800" y="3616325"/>
          <p14:tracePt t="24668" x="4122738" y="3616325"/>
          <p14:tracePt t="24676" x="4137025" y="3616325"/>
          <p14:tracePt t="24684" x="4143375" y="3616325"/>
          <p14:tracePt t="24692" x="4157663" y="3616325"/>
          <p14:tracePt t="24699" x="4171950" y="3624263"/>
          <p14:tracePt t="24708" x="4194175" y="3630613"/>
          <p14:tracePt t="24716" x="4200525" y="3630613"/>
          <p14:tracePt t="24724" x="4222750" y="3638550"/>
          <p14:tracePt t="24731" x="4243388" y="3638550"/>
          <p14:tracePt t="24740" x="4271963" y="3638550"/>
          <p14:tracePt t="24747" x="4300538" y="3638550"/>
          <p14:tracePt t="24756" x="4314825" y="3638550"/>
          <p14:tracePt t="24764" x="4329113" y="3638550"/>
          <p14:tracePt t="24772" x="4337050" y="3638550"/>
          <p14:tracePt t="24780" x="4343400" y="3638550"/>
          <p14:tracePt t="24788" x="4351338" y="3638550"/>
          <p14:tracePt t="24796" x="4357688" y="3638550"/>
          <p14:tracePt t="24804" x="4371975" y="3644900"/>
          <p14:tracePt t="24827" x="4379913" y="3644900"/>
          <p14:tracePt t="24843" x="4386263" y="3644900"/>
          <p14:tracePt t="24852" x="4394200" y="3644900"/>
          <p14:tracePt t="24860" x="4400550" y="3644900"/>
          <p14:tracePt t="24900" x="4414838" y="3644900"/>
          <p14:tracePt t="24916" x="4422775" y="3644900"/>
          <p14:tracePt t="24924" x="4437063" y="3644900"/>
          <p14:tracePt t="24931" x="4443413" y="3644900"/>
          <p14:tracePt t="24940" x="4465638" y="3644900"/>
          <p14:tracePt t="24948" x="4471988" y="3644900"/>
          <p14:tracePt t="24956" x="4494213" y="3644900"/>
          <p14:tracePt t="24963" x="4514850" y="3644900"/>
          <p14:tracePt t="24972" x="4522788" y="3644900"/>
          <p14:tracePt t="24980" x="4543425" y="3644900"/>
          <p14:tracePt t="24988" x="4551363" y="3644900"/>
          <p14:tracePt t="24995" x="4565650" y="3644900"/>
          <p14:tracePt t="25004" x="4572000" y="3644900"/>
          <p14:tracePt t="25011" x="4592638" y="3644900"/>
          <p14:tracePt t="25020" x="4606925" y="3644900"/>
          <p14:tracePt t="25028" x="4621213" y="3644900"/>
          <p14:tracePt t="25036" x="4643438" y="3644900"/>
          <p14:tracePt t="25044" x="4664075" y="3644900"/>
          <p14:tracePt t="25052" x="4678363" y="3644900"/>
          <p14:tracePt t="25060" x="4700588" y="3644900"/>
          <p14:tracePt t="25068" x="4729163" y="3644900"/>
          <p14:tracePt t="25075" x="4749800" y="3644900"/>
          <p14:tracePt t="25084" x="4778375" y="3644900"/>
          <p14:tracePt t="25092" x="4814888" y="3644900"/>
          <p14:tracePt t="25099" x="4843463" y="3644900"/>
          <p14:tracePt t="25108" x="4886325" y="3644900"/>
          <p14:tracePt t="25116" x="4914900" y="3644900"/>
          <p14:tracePt t="25124" x="4943475" y="3644900"/>
          <p14:tracePt t="25132" x="4972050" y="3644900"/>
          <p14:tracePt t="25140" x="5006975" y="3652838"/>
          <p14:tracePt t="25147" x="5035550" y="3652838"/>
          <p14:tracePt t="25156" x="5049838" y="3652838"/>
          <p14:tracePt t="25164" x="5078413" y="3652838"/>
          <p14:tracePt t="25172" x="5092700" y="3652838"/>
          <p14:tracePt t="25180" x="5113338" y="3652838"/>
          <p14:tracePt t="25188" x="5135563" y="3652838"/>
          <p14:tracePt t="25196" x="5156200" y="3652838"/>
          <p14:tracePt t="25204" x="5178425" y="3652838"/>
          <p14:tracePt t="25211" x="5184775" y="3652838"/>
          <p14:tracePt t="25220" x="5199063" y="3652838"/>
          <p14:tracePt t="25227" x="5207000" y="3652838"/>
          <p14:tracePt t="25236" x="5213350" y="3652838"/>
          <p14:tracePt t="25244" x="5221288" y="3652838"/>
          <p14:tracePt t="25252" x="5235575" y="3652838"/>
          <p14:tracePt t="25268" x="5256213" y="3652838"/>
          <p14:tracePt t="25276" x="5264150" y="3652838"/>
          <p14:tracePt t="25284" x="5278438" y="3652838"/>
          <p14:tracePt t="25292" x="5284788" y="3652838"/>
          <p14:tracePt t="25300" x="5299075" y="3652838"/>
          <p14:tracePt t="25308" x="5307013" y="3652838"/>
          <p14:tracePt t="25316" x="5321300" y="3652838"/>
          <p14:tracePt t="25324" x="5335588" y="3652838"/>
          <p14:tracePt t="25331" x="5349875" y="3652838"/>
          <p14:tracePt t="25340" x="5364163" y="3652838"/>
          <p14:tracePt t="25348" x="5370513" y="3644900"/>
          <p14:tracePt t="25356" x="5378450" y="3644900"/>
          <p14:tracePt t="25363" x="5399088" y="3638550"/>
          <p14:tracePt t="25372" x="5407025" y="3638550"/>
          <p14:tracePt t="25379" x="5421313" y="3630613"/>
          <p14:tracePt t="25388" x="5427663" y="3630613"/>
          <p14:tracePt t="25395" x="5435600" y="3630613"/>
          <p14:tracePt t="25404" x="5449888" y="3630613"/>
          <p14:tracePt t="25420" x="5456238" y="3630613"/>
          <p14:tracePt t="25427" x="5464175" y="3630613"/>
          <p14:tracePt t="25444" x="5464175" y="3624263"/>
          <p14:tracePt t="25476" x="5470525" y="3624263"/>
          <p14:tracePt t="26604" x="5456238" y="3624263"/>
          <p14:tracePt t="26611" x="5449888" y="3630613"/>
          <p14:tracePt t="26627" x="5441950" y="3630613"/>
          <p14:tracePt t="26636" x="5435600" y="3630613"/>
          <p14:tracePt t="26643" x="5427663" y="3630613"/>
          <p14:tracePt t="26652" x="5413375" y="3630613"/>
          <p14:tracePt t="26660" x="5399088" y="3644900"/>
          <p14:tracePt t="26668" x="5392738" y="3644900"/>
          <p14:tracePt t="26684" x="5384800" y="3644900"/>
          <p14:tracePt t="26715" x="5378450" y="3644900"/>
          <p14:tracePt t="26756" x="5378450" y="3652838"/>
          <p14:tracePt t="26780" x="5364163" y="3652838"/>
          <p14:tracePt t="26795" x="5356225" y="3659188"/>
          <p14:tracePt t="26804" x="5349875" y="3667125"/>
          <p14:tracePt t="26820" x="5349875" y="3673475"/>
          <p14:tracePt t="26828" x="5349875" y="3687763"/>
          <p14:tracePt t="26835" x="5349875" y="3695700"/>
          <p14:tracePt t="27076" x="5341938" y="3695700"/>
          <p14:tracePt t="27092" x="5335588" y="3687763"/>
          <p14:tracePt t="27996" x="5321300" y="3687763"/>
          <p14:tracePt t="28004" x="5313363" y="3687763"/>
          <p14:tracePt t="28011" x="5307013" y="3687763"/>
          <p14:tracePt t="28019" x="5292725" y="3687763"/>
          <p14:tracePt t="28027" x="5270500" y="3687763"/>
          <p14:tracePt t="28036" x="5256213" y="3687763"/>
          <p14:tracePt t="28044" x="5227638" y="3687763"/>
          <p14:tracePt t="28051" x="5199063" y="3687763"/>
          <p14:tracePt t="28060" x="5170488" y="3687763"/>
          <p14:tracePt t="28068" x="5121275" y="3687763"/>
          <p14:tracePt t="28075" x="5084763" y="3687763"/>
          <p14:tracePt t="28084" x="5035550" y="3687763"/>
          <p14:tracePt t="28092" x="4992688" y="3687763"/>
          <p14:tracePt t="28100" x="4943475" y="3687763"/>
          <p14:tracePt t="28108" x="4886325" y="3687763"/>
          <p14:tracePt t="28116" x="4843463" y="3687763"/>
          <p14:tracePt t="28124" x="4800600" y="3687763"/>
          <p14:tracePt t="28131" x="4749800" y="3687763"/>
          <p14:tracePt t="28140" x="4700588" y="3687763"/>
          <p14:tracePt t="28148" x="4672013" y="3687763"/>
          <p14:tracePt t="28155" x="4621213" y="3687763"/>
          <p14:tracePt t="28163" x="4578350" y="3687763"/>
          <p14:tracePt t="28172" x="4529138" y="3687763"/>
          <p14:tracePt t="28179" x="4471988" y="3687763"/>
          <p14:tracePt t="28188" x="4422775" y="3687763"/>
          <p14:tracePt t="28195" x="4365625" y="3687763"/>
          <p14:tracePt t="28204" x="4314825" y="3687763"/>
          <p14:tracePt t="28211" x="4257675" y="3687763"/>
          <p14:tracePt t="28219" x="4214813" y="3687763"/>
          <p14:tracePt t="28227" x="4143375" y="3687763"/>
          <p14:tracePt t="28236" x="4079875" y="3687763"/>
          <p14:tracePt t="28244" x="4030663" y="3687763"/>
          <p14:tracePt t="28252" x="3987800" y="3687763"/>
          <p14:tracePt t="28260" x="3937000" y="3687763"/>
          <p14:tracePt t="28268" x="3894138" y="3687763"/>
          <p14:tracePt t="28276" x="3836988" y="3687763"/>
          <p14:tracePt t="28284" x="3794125" y="3687763"/>
          <p14:tracePt t="28292" x="3736975" y="3687763"/>
          <p14:tracePt t="28299" x="3694113" y="3687763"/>
          <p14:tracePt t="28307" x="3636963" y="3687763"/>
          <p14:tracePt t="28316" x="3587750" y="3687763"/>
          <p14:tracePt t="28324" x="3544888" y="3687763"/>
          <p14:tracePt t="28331" x="3495675" y="3687763"/>
          <p14:tracePt t="28340" x="3459163" y="3687763"/>
          <p14:tracePt t="28348" x="3416300" y="3687763"/>
          <p14:tracePt t="28356" x="3359150" y="3687763"/>
          <p14:tracePt t="28363" x="3309938" y="3687763"/>
          <p14:tracePt t="28371" x="3267075" y="3687763"/>
          <p14:tracePt t="28379" x="3224213" y="3687763"/>
          <p14:tracePt t="28387" x="3181350" y="3687763"/>
          <p14:tracePt t="28395" x="3130550" y="3687763"/>
          <p14:tracePt t="28404" x="3087688" y="3687763"/>
          <p14:tracePt t="28411" x="3052763" y="3687763"/>
          <p14:tracePt t="28419" x="3017838" y="3687763"/>
          <p14:tracePt t="28427" x="2967038" y="3687763"/>
          <p14:tracePt t="28436" x="2938463" y="3687763"/>
          <p14:tracePt t="28444" x="2909888" y="3687763"/>
          <p14:tracePt t="28452" x="2889250" y="3687763"/>
          <p14:tracePt t="28460" x="2860675" y="3687763"/>
          <p14:tracePt t="28468" x="2832100" y="3687763"/>
          <p14:tracePt t="28476" x="2809875" y="3687763"/>
          <p14:tracePt t="28484" x="2795588" y="3687763"/>
          <p14:tracePt t="28492" x="2781300" y="3687763"/>
          <p14:tracePt t="28500" x="2760663" y="3687763"/>
          <p14:tracePt t="28508" x="2738438" y="3687763"/>
          <p14:tracePt t="28516" x="2709863" y="3687763"/>
          <p14:tracePt t="28524" x="2689225" y="3687763"/>
          <p14:tracePt t="28531" x="2660650" y="3687763"/>
          <p14:tracePt t="28540" x="2646363" y="3687763"/>
          <p14:tracePt t="28548" x="2617788" y="3687763"/>
          <p14:tracePt t="28555" x="2595563" y="3687763"/>
          <p14:tracePt t="28563" x="2574925" y="3687763"/>
          <p14:tracePt t="28572" x="2566988" y="3687763"/>
          <p14:tracePt t="31892" x="2574925" y="3687763"/>
          <p14:tracePt t="31908" x="2589213" y="3681413"/>
          <p14:tracePt t="31924" x="2595563" y="3681413"/>
          <p14:tracePt t="31932" x="2617788" y="3673475"/>
          <p14:tracePt t="31963" x="2624138" y="3673475"/>
          <p14:tracePt t="31972" x="2624138" y="3667125"/>
          <p14:tracePt t="31980" x="2632075" y="3667125"/>
          <p14:tracePt t="31995" x="2638425" y="3667125"/>
          <p14:tracePt t="32020" x="2646363" y="3659188"/>
          <p14:tracePt t="32027" x="2652713" y="3659188"/>
          <p14:tracePt t="32035" x="2652713" y="3652838"/>
          <p14:tracePt t="32076" x="2660650" y="3652838"/>
          <p14:tracePt t="32100" x="2660650" y="3644900"/>
          <p14:tracePt t="32108" x="2667000" y="3644900"/>
          <p14:tracePt t="32131" x="2667000" y="3638550"/>
          <p14:tracePt t="32212" x="2674938" y="3630613"/>
          <p14:tracePt t="32244" x="2674938" y="3624263"/>
          <p14:tracePt t="32315" x="2681288" y="3624263"/>
          <p14:tracePt t="32372" x="2681288" y="3616325"/>
          <p14:tracePt t="32388" x="2681288" y="3609975"/>
          <p14:tracePt t="32428" x="2681288" y="3602038"/>
          <p14:tracePt t="32444" x="2681288" y="3595688"/>
          <p14:tracePt t="32452" x="2681288" y="3587750"/>
          <p14:tracePt t="32484" x="2681288" y="3581400"/>
          <p14:tracePt t="32492" x="2689225" y="3573463"/>
          <p14:tracePt t="32500" x="2689225" y="3567113"/>
          <p14:tracePt t="32508" x="2689225" y="3559175"/>
          <p14:tracePt t="32516" x="2689225" y="3544888"/>
          <p14:tracePt t="32524" x="2689225" y="3538538"/>
          <p14:tracePt t="32531" x="2689225" y="3524250"/>
          <p14:tracePt t="32548" x="2689225" y="3516313"/>
          <p14:tracePt t="32556" x="2689225" y="3502025"/>
          <p14:tracePt t="32563" x="2689225" y="3487738"/>
          <p14:tracePt t="32572" x="2689225" y="3467100"/>
          <p14:tracePt t="32579" x="2689225" y="3452813"/>
          <p14:tracePt t="32588" x="2689225" y="3444875"/>
          <p14:tracePt t="32595" x="2703513" y="3430588"/>
          <p14:tracePt t="32604" x="2703513" y="3417888"/>
          <p14:tracePt t="32611" x="2703513" y="3403600"/>
          <p14:tracePt t="32620" x="2709863" y="3395663"/>
          <p14:tracePt t="32627" x="2717800" y="3375025"/>
          <p14:tracePt t="32636" x="2717800" y="3360738"/>
          <p14:tracePt t="32644" x="2717800" y="3338513"/>
          <p14:tracePt t="32652" x="2724150" y="3324225"/>
          <p14:tracePt t="32660" x="2732088" y="3309938"/>
          <p14:tracePt t="32668" x="2732088" y="3289300"/>
          <p14:tracePt t="32676" x="2738438" y="3267075"/>
          <p14:tracePt t="32684" x="2738438" y="3260725"/>
          <p14:tracePt t="32692" x="2738438" y="3246438"/>
          <p14:tracePt t="32700" x="2738438" y="3238500"/>
          <p14:tracePt t="32707" x="2738438" y="3217863"/>
          <p14:tracePt t="32716" x="2738438" y="3209925"/>
          <p14:tracePt t="32724" x="2738438" y="3195638"/>
          <p14:tracePt t="32732" x="2738438" y="3189288"/>
          <p14:tracePt t="32740" x="2738438" y="3175000"/>
          <p14:tracePt t="32748" x="2738438" y="3160713"/>
          <p14:tracePt t="32756" x="2738438" y="3146425"/>
          <p14:tracePt t="32763" x="2738438" y="3138488"/>
          <p14:tracePt t="32772" x="2738438" y="3117850"/>
          <p14:tracePt t="32779" x="2738438" y="3103563"/>
          <p14:tracePt t="32788" x="2738438" y="3089275"/>
          <p14:tracePt t="32795" x="2738438" y="3067050"/>
          <p14:tracePt t="32804" x="2738438" y="3046413"/>
          <p14:tracePt t="32811" x="2738438" y="3038475"/>
          <p14:tracePt t="32820" x="2738438" y="3017838"/>
          <p14:tracePt t="32827" x="2738438" y="3009900"/>
          <p14:tracePt t="32836" x="2732088" y="2995613"/>
          <p14:tracePt t="32844" x="2724150" y="2981325"/>
          <p14:tracePt t="32852" x="2724150" y="2974975"/>
          <p14:tracePt t="32860" x="2717800" y="2967038"/>
          <p14:tracePt t="32868" x="2703513" y="2952750"/>
          <p14:tracePt t="32875" x="2695575" y="2946400"/>
          <p14:tracePt t="32884" x="2695575" y="2938463"/>
          <p14:tracePt t="32900" x="2689225" y="2938463"/>
          <p14:tracePt t="32908" x="2667000" y="2924175"/>
          <p14:tracePt t="32916" x="2660650" y="2924175"/>
          <p14:tracePt t="32924" x="2652713" y="2917825"/>
          <p14:tracePt t="32931" x="2632075" y="2909888"/>
          <p14:tracePt t="32940" x="2609850" y="2903538"/>
          <p14:tracePt t="32948" x="2595563" y="2895600"/>
          <p14:tracePt t="32956" x="2574925" y="2889250"/>
          <p14:tracePt t="32972" x="2552700" y="2881313"/>
          <p14:tracePt t="32979" x="2525713" y="2881313"/>
          <p14:tracePt t="32988" x="2497138" y="2867025"/>
          <p14:tracePt t="32995" x="2497138" y="2860675"/>
          <p14:tracePt t="33004" x="2482850" y="2860675"/>
          <p14:tracePt t="33011" x="2468563" y="2860675"/>
          <p14:tracePt t="33020" x="2454275" y="2860675"/>
          <p14:tracePt t="33027" x="2439988" y="2860675"/>
          <p14:tracePt t="33035" x="2417763" y="2860675"/>
          <p14:tracePt t="33043" x="2397125" y="2854325"/>
          <p14:tracePt t="33052" x="2374900" y="2854325"/>
          <p14:tracePt t="33060" x="2368550" y="2854325"/>
          <p14:tracePt t="33068" x="2354263" y="2854325"/>
          <p14:tracePt t="33076" x="2339975" y="2854325"/>
          <p14:tracePt t="33084" x="2325688" y="2854325"/>
          <p14:tracePt t="33092" x="2317750" y="2854325"/>
          <p14:tracePt t="33100" x="2303463" y="2854325"/>
          <p14:tracePt t="33108" x="2297113" y="2854325"/>
          <p14:tracePt t="33115" x="2289175" y="2854325"/>
          <p14:tracePt t="33124" x="2274888" y="2854325"/>
          <p14:tracePt t="33131" x="2268538" y="2854325"/>
          <p14:tracePt t="33140" x="2260600" y="2854325"/>
          <p14:tracePt t="33147" x="2254250" y="2854325"/>
          <p14:tracePt t="33156" x="2246313" y="2854325"/>
          <p14:tracePt t="33172" x="2232025" y="2854325"/>
          <p14:tracePt t="33180" x="2225675" y="2854325"/>
          <p14:tracePt t="33188" x="2211388" y="2854325"/>
          <p14:tracePt t="33204" x="2203450" y="2860675"/>
          <p14:tracePt t="33211" x="2189163" y="2860675"/>
          <p14:tracePt t="33227" x="2174875" y="2867025"/>
          <p14:tracePt t="33236" x="2168525" y="2874963"/>
          <p14:tracePt t="33244" x="2160588" y="2874963"/>
          <p14:tracePt t="33252" x="2154238" y="2874963"/>
          <p14:tracePt t="33260" x="2154238" y="2881313"/>
          <p14:tracePt t="33276" x="2139950" y="2889250"/>
          <p14:tracePt t="33284" x="2139950" y="2895600"/>
          <p14:tracePt t="33292" x="2132013" y="2895600"/>
          <p14:tracePt t="33300" x="2132013" y="2903538"/>
          <p14:tracePt t="33307" x="2117725" y="2909888"/>
          <p14:tracePt t="33316" x="2117725" y="2917825"/>
          <p14:tracePt t="33331" x="2111375" y="2917825"/>
          <p14:tracePt t="33348" x="2111375" y="2932113"/>
          <p14:tracePt t="33356" x="2103438" y="2932113"/>
          <p14:tracePt t="33363" x="2097088" y="2938463"/>
          <p14:tracePt t="33372" x="2097088" y="2946400"/>
          <p14:tracePt t="33379" x="2089150" y="2952750"/>
          <p14:tracePt t="33388" x="2089150" y="2967038"/>
          <p14:tracePt t="33404" x="2074863" y="2974975"/>
          <p14:tracePt t="33420" x="2074863" y="2995613"/>
          <p14:tracePt t="33428" x="2068513" y="3003550"/>
          <p14:tracePt t="33435" x="2068513" y="3009900"/>
          <p14:tracePt t="33444" x="2060575" y="3017838"/>
          <p14:tracePt t="33460" x="2054225" y="3032125"/>
          <p14:tracePt t="33468" x="2046288" y="3052763"/>
          <p14:tracePt t="33484" x="2046288" y="3067050"/>
          <p14:tracePt t="33492" x="2046288" y="3074988"/>
          <p14:tracePt t="33500" x="2046288" y="3081338"/>
          <p14:tracePt t="33507" x="2046288" y="3095625"/>
          <p14:tracePt t="33524" x="2046288" y="3109913"/>
          <p14:tracePt t="33531" x="2046288" y="3117850"/>
          <p14:tracePt t="33540" x="2046288" y="3132138"/>
          <p14:tracePt t="33548" x="2046288" y="3146425"/>
          <p14:tracePt t="33555" x="2046288" y="3160713"/>
          <p14:tracePt t="33563" x="2046288" y="3167063"/>
          <p14:tracePt t="33572" x="2046288" y="3181350"/>
          <p14:tracePt t="33579" x="2046288" y="3195638"/>
          <p14:tracePt t="33588" x="2054225" y="3217863"/>
          <p14:tracePt t="33604" x="2054225" y="3238500"/>
          <p14:tracePt t="33611" x="2054225" y="3246438"/>
          <p14:tracePt t="33620" x="2054225" y="3252788"/>
          <p14:tracePt t="33627" x="2060575" y="3267075"/>
          <p14:tracePt t="33636" x="2060575" y="3281363"/>
          <p14:tracePt t="33644" x="2074863" y="3289300"/>
          <p14:tracePt t="33652" x="2074863" y="3309938"/>
          <p14:tracePt t="33660" x="2074863" y="3317875"/>
          <p14:tracePt t="33668" x="2082800" y="3332163"/>
          <p14:tracePt t="33676" x="2082800" y="3338513"/>
          <p14:tracePt t="33684" x="2089150" y="3352800"/>
          <p14:tracePt t="33692" x="2089150" y="3360738"/>
          <p14:tracePt t="33700" x="2097088" y="3367088"/>
          <p14:tracePt t="33708" x="2097088" y="3381375"/>
          <p14:tracePt t="33715" x="2103438" y="3403600"/>
          <p14:tracePt t="33724" x="2111375" y="3409950"/>
          <p14:tracePt t="33731" x="2111375" y="3424238"/>
          <p14:tracePt t="33740" x="2111375" y="3430588"/>
          <p14:tracePt t="33748" x="2125663" y="3444875"/>
          <p14:tracePt t="33756" x="2125663" y="3459163"/>
          <p14:tracePt t="33763" x="2132013" y="3467100"/>
          <p14:tracePt t="33772" x="2139950" y="3473450"/>
          <p14:tracePt t="33779" x="2146300" y="3487738"/>
          <p14:tracePt t="33788" x="2154238" y="3502025"/>
          <p14:tracePt t="33795" x="2154238" y="3516313"/>
          <p14:tracePt t="33804" x="2160588" y="3530600"/>
          <p14:tracePt t="33811" x="2174875" y="3538538"/>
          <p14:tracePt t="33820" x="2174875" y="3552825"/>
          <p14:tracePt t="33828" x="2174875" y="3559175"/>
          <p14:tracePt t="33836" x="2182813" y="3567113"/>
          <p14:tracePt t="33844" x="2189163" y="3581400"/>
          <p14:tracePt t="33852" x="2189163" y="3587750"/>
          <p14:tracePt t="33860" x="2197100" y="3595688"/>
          <p14:tracePt t="33878" x="2203450" y="3609975"/>
          <p14:tracePt t="33883" x="2211388" y="3609975"/>
          <p14:tracePt t="33900" x="2217738" y="3616325"/>
          <p14:tracePt t="33924" x="2225675" y="3624263"/>
          <p14:tracePt t="33948" x="2225675" y="3630613"/>
          <p14:tracePt t="33988" x="2232025" y="3630613"/>
          <p14:tracePt t="33995" x="2239963" y="3630613"/>
          <p14:tracePt t="34060" x="2246313" y="3630613"/>
          <p14:tracePt t="34076" x="2260600" y="3630613"/>
          <p14:tracePt t="34084" x="2268538" y="3630613"/>
          <p14:tracePt t="34092" x="2297113" y="3630613"/>
          <p14:tracePt t="34100" x="2325688" y="3630613"/>
          <p14:tracePt t="34108" x="2360613" y="3630613"/>
          <p14:tracePt t="34115" x="2397125" y="3630613"/>
          <p14:tracePt t="34124" x="2432050" y="3630613"/>
          <p14:tracePt t="34132" x="2474913" y="3630613"/>
          <p14:tracePt t="34140" x="2511425" y="3638550"/>
          <p14:tracePt t="34147" x="2560638" y="3652838"/>
          <p14:tracePt t="34156" x="2609850" y="3652838"/>
          <p14:tracePt t="34164" x="2667000" y="3659188"/>
          <p14:tracePt t="34172" x="2724150" y="3667125"/>
          <p14:tracePt t="34180" x="2795588" y="3667125"/>
          <p14:tracePt t="34188" x="2867025" y="3667125"/>
          <p14:tracePt t="34196" x="2952750" y="3673475"/>
          <p14:tracePt t="34204" x="3081338" y="3702050"/>
          <p14:tracePt t="34211" x="3259138" y="3724275"/>
          <p14:tracePt t="34219" x="3509963" y="3759200"/>
          <p14:tracePt t="34227" x="3751263" y="3810000"/>
          <p14:tracePt t="34236" x="3973513" y="3830638"/>
          <p14:tracePt t="34244" x="4200525" y="3867150"/>
          <p14:tracePt t="34252" x="4371975" y="3867150"/>
          <p14:tracePt t="34260" x="4479925" y="3867150"/>
          <p14:tracePt t="34268" x="4578350" y="3867150"/>
          <p14:tracePt t="34276" x="4692650" y="3867150"/>
          <p14:tracePt t="34284" x="4792663" y="3867150"/>
          <p14:tracePt t="34292" x="4878388" y="3867150"/>
          <p14:tracePt t="34300" x="4957763" y="3867150"/>
          <p14:tracePt t="34307" x="5035550" y="3867150"/>
          <p14:tracePt t="34316" x="5099050" y="3867150"/>
          <p14:tracePt t="34324" x="5149850" y="3867150"/>
          <p14:tracePt t="34331" x="5213350" y="3867150"/>
          <p14:tracePt t="34340" x="5256213" y="3867150"/>
          <p14:tracePt t="34348" x="5284788" y="3867150"/>
          <p14:tracePt t="34355" x="5321300" y="3859213"/>
          <p14:tracePt t="34364" x="5341938" y="3859213"/>
          <p14:tracePt t="34372" x="5370513" y="3844925"/>
          <p14:tracePt t="34379" x="5392738" y="3844925"/>
          <p14:tracePt t="34388" x="5399088" y="3838575"/>
          <p14:tracePt t="34395" x="5427663" y="3830638"/>
          <p14:tracePt t="34404" x="5449888" y="3830638"/>
          <p14:tracePt t="34411" x="5470525" y="3830638"/>
          <p14:tracePt t="34420" x="5499100" y="3830638"/>
          <p14:tracePt t="34427" x="5521325" y="3830638"/>
          <p14:tracePt t="34436" x="5541963" y="3830638"/>
          <p14:tracePt t="34444" x="5564188" y="3830638"/>
          <p14:tracePt t="34452" x="5591175" y="3830638"/>
          <p14:tracePt t="34460" x="5605463" y="3816350"/>
          <p14:tracePt t="34500" x="5613400" y="3816350"/>
          <p14:tracePt t="34628" x="5619750" y="3810000"/>
          <p14:tracePt t="34644" x="5619750" y="3802063"/>
          <p14:tracePt t="34652" x="5627688" y="3795713"/>
          <p14:tracePt t="34668" x="5641975" y="3787775"/>
          <p14:tracePt t="34676" x="5648325" y="3787775"/>
          <p14:tracePt t="34684" x="5656263" y="3781425"/>
          <p14:tracePt t="34692" x="5670550" y="3773488"/>
          <p14:tracePt t="34700" x="5670550" y="3759200"/>
          <p14:tracePt t="34708" x="5676900" y="3759200"/>
          <p14:tracePt t="34716" x="5691188" y="3738563"/>
          <p14:tracePt t="34724" x="5705475" y="3724275"/>
          <p14:tracePt t="34732" x="5713413" y="3709988"/>
          <p14:tracePt t="34740" x="5734050" y="3687763"/>
          <p14:tracePt t="34748" x="5734050" y="3681413"/>
          <p14:tracePt t="34756" x="5741988" y="3667125"/>
          <p14:tracePt t="34772" x="5748338" y="3644900"/>
          <p14:tracePt t="34779" x="5748338" y="3638550"/>
          <p14:tracePt t="34788" x="5762625" y="3630613"/>
          <p14:tracePt t="34795" x="5762625" y="3616325"/>
          <p14:tracePt t="34804" x="5762625" y="3602038"/>
          <p14:tracePt t="34811" x="5762625" y="3595688"/>
          <p14:tracePt t="34820" x="5770563" y="3581400"/>
          <p14:tracePt t="34827" x="5770563" y="3567113"/>
          <p14:tracePt t="34835" x="5776913" y="3538538"/>
          <p14:tracePt t="34852" x="5776913" y="3516313"/>
          <p14:tracePt t="34860" x="5776913" y="3509963"/>
          <p14:tracePt t="34868" x="5776913" y="3495675"/>
          <p14:tracePt t="34876" x="5776913" y="3473450"/>
          <p14:tracePt t="34884" x="5776913" y="3467100"/>
          <p14:tracePt t="34892" x="5784850" y="3430588"/>
          <p14:tracePt t="34900" x="5784850" y="3424238"/>
          <p14:tracePt t="34908" x="5784850" y="3409950"/>
          <p14:tracePt t="34916" x="5784850" y="3389313"/>
          <p14:tracePt t="34924" x="5784850" y="3367088"/>
          <p14:tracePt t="34931" x="5784850" y="3352800"/>
          <p14:tracePt t="34940" x="5784850" y="3332163"/>
          <p14:tracePt t="34948" x="5784850" y="3317875"/>
          <p14:tracePt t="34955" x="5784850" y="3295650"/>
          <p14:tracePt t="34963" x="5784850" y="3281363"/>
          <p14:tracePt t="34972" x="5784850" y="3260725"/>
          <p14:tracePt t="34979" x="5776913" y="3246438"/>
          <p14:tracePt t="34988" x="5776913" y="3238500"/>
          <p14:tracePt t="34995" x="5770563" y="3224213"/>
          <p14:tracePt t="35004" x="5762625" y="3203575"/>
          <p14:tracePt t="35011" x="5756275" y="3195638"/>
          <p14:tracePt t="35020" x="5748338" y="3175000"/>
          <p14:tracePt t="35028" x="5741988" y="3160713"/>
          <p14:tracePt t="35035" x="5734050" y="3152775"/>
          <p14:tracePt t="35043" x="5727700" y="3132138"/>
          <p14:tracePt t="35052" x="5719763" y="3124200"/>
          <p14:tracePt t="35060" x="5705475" y="3103563"/>
          <p14:tracePt t="35068" x="5699125" y="3095625"/>
          <p14:tracePt t="35076" x="5691188" y="3074988"/>
          <p14:tracePt t="35084" x="5684838" y="3067050"/>
          <p14:tracePt t="35092" x="5670550" y="3052763"/>
          <p14:tracePt t="35100" x="5648325" y="3038475"/>
          <p14:tracePt t="35108" x="5634038" y="3038475"/>
          <p14:tracePt t="35116" x="5627688" y="3024188"/>
          <p14:tracePt t="35128" x="5619750" y="3024188"/>
          <p14:tracePt t="35140" x="5605463" y="3009900"/>
          <p14:tracePt t="35164" x="5599113" y="3009900"/>
          <p14:tracePt t="35172" x="5591175" y="3009900"/>
          <p14:tracePt t="35180" x="5578475" y="3003550"/>
          <p14:tracePt t="35204" x="5570538" y="3003550"/>
          <p14:tracePt t="35211" x="5549900" y="2995613"/>
          <p14:tracePt t="35220" x="5541963" y="2995613"/>
          <p14:tracePt t="35227" x="5535613" y="2995613"/>
          <p14:tracePt t="35236" x="5527675" y="2995613"/>
          <p14:tracePt t="35244" x="5521325" y="2995613"/>
          <p14:tracePt t="35252" x="5513388" y="2989263"/>
          <p14:tracePt t="35268" x="5507038" y="2989263"/>
          <p14:tracePt t="35292" x="5499100" y="2989263"/>
          <p14:tracePt t="35324" x="5492750" y="2989263"/>
          <p14:tracePt t="35732" x="5484813" y="2989263"/>
          <p14:tracePt t="35748" x="5484813" y="2995613"/>
          <p14:tracePt t="35756" x="5484813" y="3003550"/>
          <p14:tracePt t="35772" x="5484813" y="3009900"/>
          <p14:tracePt t="35788" x="5484813" y="3017838"/>
          <p14:tracePt t="35796" x="5484813" y="3024188"/>
          <p14:tracePt t="35804" x="5484813" y="3032125"/>
          <p14:tracePt t="35820" x="5484813" y="3038475"/>
          <p14:tracePt t="35828" x="5484813" y="3052763"/>
          <p14:tracePt t="35844" x="5484813" y="3067050"/>
          <p14:tracePt t="35852" x="5484813" y="3089275"/>
          <p14:tracePt t="35860" x="5484813" y="3103563"/>
          <p14:tracePt t="35868" x="5484813" y="3117850"/>
          <p14:tracePt t="35876" x="5484813" y="3138488"/>
          <p14:tracePt t="35884" x="5484813" y="3160713"/>
          <p14:tracePt t="35894" x="5484813" y="3181350"/>
          <p14:tracePt t="35900" x="5484813" y="3195638"/>
          <p14:tracePt t="35908" x="5484813" y="3224213"/>
          <p14:tracePt t="35916" x="5484813" y="3252788"/>
          <p14:tracePt t="35923" x="5484813" y="3275013"/>
          <p14:tracePt t="35932" x="5484813" y="3295650"/>
          <p14:tracePt t="35940" x="5484813" y="3317875"/>
          <p14:tracePt t="35947" x="5484813" y="3324225"/>
          <p14:tracePt t="35956" x="5484813" y="3346450"/>
          <p14:tracePt t="35964" x="5484813" y="3375025"/>
          <p14:tracePt t="35972" x="5484813" y="3389313"/>
          <p14:tracePt t="35980" x="5492750" y="3409950"/>
          <p14:tracePt t="35988" x="5492750" y="3430588"/>
          <p14:tracePt t="35996" x="5492750" y="3452813"/>
          <p14:tracePt t="36004" x="5492750" y="3467100"/>
          <p14:tracePt t="36011" x="5492750" y="3481388"/>
          <p14:tracePt t="36020" x="5492750" y="3495675"/>
          <p14:tracePt t="36027" x="5492750" y="3509963"/>
          <p14:tracePt t="36036" x="5492750" y="3524250"/>
          <p14:tracePt t="36044" x="5492750" y="3530600"/>
          <p14:tracePt t="36052" x="5492750" y="3538538"/>
          <p14:tracePt t="36060" x="5492750" y="3552825"/>
          <p14:tracePt t="36068" x="5492750" y="3559175"/>
          <p14:tracePt t="36076" x="5492750" y="3573463"/>
          <p14:tracePt t="36092" x="5492750" y="3581400"/>
          <p14:tracePt t="36100" x="5492750" y="3595688"/>
          <p14:tracePt t="36116" x="5492750" y="3602038"/>
          <p14:tracePt t="36124" x="5492750" y="3609975"/>
          <p14:tracePt t="36131" x="5492750" y="3616325"/>
          <p14:tracePt t="36140" x="5492750" y="3624263"/>
          <p14:tracePt t="36147" x="5492750" y="3630613"/>
          <p14:tracePt t="36155" x="5499100" y="3638550"/>
          <p14:tracePt t="36180" x="5499100" y="3644900"/>
          <p14:tracePt t="36188" x="5499100" y="3652838"/>
          <p14:tracePt t="36212" x="5499100" y="3659188"/>
          <p14:tracePt t="36252" x="5499100" y="3667125"/>
          <p14:tracePt t="36427" x="5499100" y="3673475"/>
          <p14:tracePt t="36435" x="5499100" y="3681413"/>
          <p14:tracePt t="36548" x="5499100" y="3687763"/>
          <p14:tracePt t="36628" x="5499100" y="3695700"/>
          <p14:tracePt t="36684" x="5492750" y="3695700"/>
          <p14:tracePt t="36732" x="5478463" y="3695700"/>
          <p14:tracePt t="36756" x="5470525" y="3695700"/>
          <p14:tracePt t="36795" x="5456238" y="3695700"/>
          <p14:tracePt t="38356" x="5464175" y="3695700"/>
          <p14:tracePt t="38380" x="5470525" y="3695700"/>
          <p14:tracePt t="38396" x="5470525" y="3709988"/>
          <p14:tracePt t="38428" x="5470525" y="3716338"/>
          <p14:tracePt t="38436" x="5478463" y="3730625"/>
          <p14:tracePt t="38443" x="5478463" y="3744913"/>
          <p14:tracePt t="38452" x="5478463" y="3752850"/>
          <p14:tracePt t="38764" x="5470525" y="3752850"/>
          <p14:tracePt t="38779" x="5464175" y="3752850"/>
          <p14:tracePt t="38788" x="5456238" y="3752850"/>
          <p14:tracePt t="38804" x="5449888" y="3759200"/>
          <p14:tracePt t="38820" x="5441950" y="3759200"/>
          <p14:tracePt t="38836" x="5435600" y="3759200"/>
          <p14:tracePt t="38843" x="5427663" y="3759200"/>
          <p14:tracePt t="38860" x="5413375" y="3767138"/>
          <p14:tracePt t="38876" x="5407025" y="3773488"/>
          <p14:tracePt t="38908" x="5392738" y="3773488"/>
          <p14:tracePt t="38924" x="5384800" y="3781425"/>
          <p14:tracePt t="39028" x="5378450" y="3781425"/>
          <p14:tracePt t="39036" x="5364163" y="3781425"/>
          <p14:tracePt t="39060" x="5349875" y="3781425"/>
          <p14:tracePt t="39084" x="5341938" y="3787775"/>
          <p14:tracePt t="39164" x="5341938" y="3795713"/>
          <p14:tracePt t="39252" x="5327650" y="3795713"/>
          <p14:tracePt t="39284" x="5321300" y="3795713"/>
          <p14:tracePt t="39324" x="5313363" y="3795713"/>
          <p14:tracePt t="39355" x="5307013" y="3795713"/>
          <p14:tracePt t="39372" x="5299075" y="3795713"/>
          <p14:tracePt t="39379" x="5284788" y="3795713"/>
          <p14:tracePt t="39388" x="5278438" y="3802063"/>
          <p14:tracePt t="39395" x="5264150" y="3802063"/>
          <p14:tracePt t="39404" x="5256213" y="3810000"/>
          <p14:tracePt t="39411" x="5235575" y="3810000"/>
          <p14:tracePt t="39420" x="5227638" y="3810000"/>
          <p14:tracePt t="39428" x="5227638" y="3816350"/>
          <p14:tracePt t="39436" x="5213350" y="3816350"/>
          <p14:tracePt t="39460" x="5207000" y="3816350"/>
          <p14:tracePt t="39508" x="5199063" y="3816350"/>
          <p14:tracePt t="39540" x="5192713" y="3816350"/>
          <p14:tracePt t="39595" x="5192713" y="3824288"/>
          <p14:tracePt t="39611" x="5192713" y="3830638"/>
          <p14:tracePt t="39627" x="5192713" y="3838575"/>
          <p14:tracePt t="39636" x="5221288" y="3838575"/>
          <p14:tracePt t="39843" x="5227638" y="3838575"/>
          <p14:tracePt t="39908" x="5235575" y="3838575"/>
          <p14:tracePt t="39916" x="5241925" y="3838575"/>
          <p14:tracePt t="39924" x="5264150" y="3844925"/>
          <p14:tracePt t="39931" x="5278438" y="3844925"/>
          <p14:tracePt t="39940" x="5292725" y="3844925"/>
          <p14:tracePt t="39948" x="5313363" y="3844925"/>
          <p14:tracePt t="39956" x="5335588" y="3844925"/>
          <p14:tracePt t="39964" x="5341938" y="3844925"/>
          <p14:tracePt t="39972" x="5364163" y="3844925"/>
          <p14:tracePt t="39979" x="5378450" y="3844925"/>
          <p14:tracePt t="39988" x="5392738" y="3844925"/>
          <p14:tracePt t="40004" x="5407025" y="3844925"/>
          <p14:tracePt t="40011" x="5413375" y="3844925"/>
          <p14:tracePt t="40036" x="5427663" y="3844925"/>
          <p14:tracePt t="40068" x="5435600" y="3844925"/>
          <p14:tracePt t="40084" x="5449888" y="3844925"/>
          <p14:tracePt t="40092" x="5456238" y="3844925"/>
          <p14:tracePt t="40100" x="5478463" y="3844925"/>
          <p14:tracePt t="40108" x="5499100" y="3852863"/>
          <p14:tracePt t="40116" x="5513388" y="3852863"/>
          <p14:tracePt t="40124" x="5527675" y="3852863"/>
          <p14:tracePt t="40131" x="5535613" y="3859213"/>
          <p14:tracePt t="40156" x="5549900" y="3859213"/>
          <p14:tracePt t="40227" x="5556250" y="3859213"/>
          <p14:tracePt t="40244" x="5570538" y="3859213"/>
          <p14:tracePt t="40284" x="5578475" y="3859213"/>
          <p14:tracePt t="40564" x="5570538" y="3859213"/>
          <p14:tracePt t="41259" x="5564188" y="3859213"/>
          <p14:tracePt t="41276" x="5564188" y="3852863"/>
          <p14:tracePt t="41284" x="5564188" y="3844925"/>
          <p14:tracePt t="41291" x="5578475" y="3838575"/>
          <p14:tracePt t="41300" x="5605463" y="3830638"/>
          <p14:tracePt t="41307" x="5670550" y="3816350"/>
          <p14:tracePt t="41315" x="5713413" y="3816350"/>
          <p14:tracePt t="41324" x="5770563" y="3816350"/>
          <p14:tracePt t="41331" x="5819775" y="3816350"/>
          <p14:tracePt t="41339" x="5876925" y="3816350"/>
          <p14:tracePt t="41348" x="5934075" y="3816350"/>
          <p14:tracePt t="41356" x="6013450" y="3816350"/>
          <p14:tracePt t="41364" x="6111875" y="3816350"/>
          <p14:tracePt t="41372" x="6197600" y="3816350"/>
          <p14:tracePt t="41380" x="6283325" y="3816350"/>
          <p14:tracePt t="41388" x="6391275" y="3816350"/>
          <p14:tracePt t="41396" x="6477000" y="3816350"/>
          <p14:tracePt t="41404" x="6562725" y="3816350"/>
          <p14:tracePt t="41411" x="6661150" y="3816350"/>
          <p14:tracePt t="41420" x="6746875" y="3816350"/>
          <p14:tracePt t="41427" x="6832600" y="3816350"/>
          <p14:tracePt t="41436" x="6946900" y="3816350"/>
          <p14:tracePt t="41444" x="7046913" y="3802063"/>
          <p14:tracePt t="41452" x="7146925" y="3795713"/>
          <p14:tracePt t="41460" x="7261225" y="3767138"/>
          <p14:tracePt t="41468" x="7361238" y="3759200"/>
          <p14:tracePt t="41475" x="7467600" y="3752850"/>
          <p14:tracePt t="41484" x="7553325" y="3730625"/>
          <p14:tracePt t="41492" x="7639050" y="3724275"/>
          <p14:tracePt t="41500" x="7716838" y="3695700"/>
          <p14:tracePt t="41508" x="7767638" y="3687763"/>
          <p14:tracePt t="41516" x="7796213" y="3681413"/>
          <p14:tracePt t="41524" x="7839075" y="3673475"/>
          <p14:tracePt t="41531" x="7867650" y="3673475"/>
          <p14:tracePt t="41540" x="7902575" y="3673475"/>
          <p14:tracePt t="41548" x="7959725" y="3673475"/>
          <p14:tracePt t="41556" x="8016875" y="3673475"/>
          <p14:tracePt t="41563" x="8088313" y="3673475"/>
          <p14:tracePt t="41572" x="8159750" y="3673475"/>
          <p14:tracePt t="41579" x="8216900" y="3673475"/>
          <p14:tracePt t="41588" x="8274050" y="3673475"/>
          <p14:tracePt t="41595" x="8323263" y="3673475"/>
          <p14:tracePt t="41604" x="8366125" y="3673475"/>
          <p14:tracePt t="41611" x="8394700" y="3667125"/>
          <p14:tracePt t="41620" x="8402638" y="3659188"/>
          <p14:tracePt t="41627" x="8423275" y="3652838"/>
          <p14:tracePt t="41652" x="8431213" y="3644900"/>
          <p14:tracePt t="41667" x="8431213" y="3638550"/>
          <p14:tracePt t="41676" x="8437563" y="3630613"/>
          <p14:tracePt t="41684" x="8445500" y="3630613"/>
          <p14:tracePt t="41700" x="8445500" y="3624263"/>
          <p14:tracePt t="41812" x="8445500" y="3616325"/>
          <p14:tracePt t="41844" x="8445500" y="3609975"/>
          <p14:tracePt t="41908" x="8445500" y="3602038"/>
          <p14:tracePt t="41980" x="8451850" y="3602038"/>
          <p14:tracePt t="42035" x="8451850" y="3595688"/>
          <p14:tracePt t="42100" x="8451850" y="3581400"/>
          <p14:tracePt t="42179" x="8459788" y="3573463"/>
          <p14:tracePt t="42324" x="8466138" y="3567113"/>
          <p14:tracePt t="42340" x="8466138" y="3559175"/>
          <p14:tracePt t="42348" x="8474075" y="3559175"/>
          <p14:tracePt t="42372" x="8474075" y="3552825"/>
          <p14:tracePt t="42452" x="8474075" y="3544888"/>
          <p14:tracePt t="42468" x="8474075" y="3538538"/>
          <p14:tracePt t="42476" x="8474075" y="3530600"/>
          <p14:tracePt t="42508" x="8474075" y="3524250"/>
          <p14:tracePt t="42580" x="8474075" y="3516313"/>
          <p14:tracePt t="42612" x="8474075" y="3509963"/>
          <p14:tracePt t="42708" x="8474075" y="3502025"/>
          <p14:tracePt t="42716" x="8474075" y="3495675"/>
          <p14:tracePt t="42740" x="8474075" y="3487738"/>
          <p14:tracePt t="42747" x="8474075" y="3481388"/>
          <p14:tracePt t="42756" x="8474075" y="3473450"/>
          <p14:tracePt t="42771" x="8474075" y="3467100"/>
          <p14:tracePt t="42779" x="8474075" y="3459163"/>
          <p14:tracePt t="42788" x="8474075" y="3452813"/>
          <p14:tracePt t="42804" x="8474075" y="3444875"/>
          <p14:tracePt t="42811" x="8474075" y="3438525"/>
          <p14:tracePt t="42820" x="8474075" y="3430588"/>
          <p14:tracePt t="42843" x="8474075" y="3424238"/>
          <p14:tracePt t="42860" x="8466138" y="3424238"/>
          <p14:tracePt t="42868" x="8466138" y="3417888"/>
          <p14:tracePt t="42876" x="8466138" y="3409950"/>
          <p14:tracePt t="42900" x="8459788" y="3409950"/>
          <p14:tracePt t="42916" x="8459788" y="3403600"/>
          <p14:tracePt t="42924" x="8451850" y="3403600"/>
          <p14:tracePt t="42940" x="8445500" y="3395663"/>
          <p14:tracePt t="42948" x="8437563" y="3389313"/>
          <p14:tracePt t="42964" x="8423275" y="3381375"/>
          <p14:tracePt t="42979" x="8416925" y="3367088"/>
          <p14:tracePt t="42988" x="8408988" y="3367088"/>
          <p14:tracePt t="42996" x="8394700" y="3367088"/>
          <p14:tracePt t="43003" x="8380413" y="3360738"/>
          <p14:tracePt t="43011" x="8374063" y="3360738"/>
          <p14:tracePt t="43020" x="8351838" y="3352800"/>
          <p14:tracePt t="43027" x="8337550" y="3352800"/>
          <p14:tracePt t="43036" x="8331200" y="3352800"/>
          <p14:tracePt t="43044" x="8323263" y="3352800"/>
          <p14:tracePt t="43052" x="8308975" y="3346450"/>
          <p14:tracePt t="43059" x="8302625" y="3346450"/>
          <p14:tracePt t="43068" x="8294688" y="3338513"/>
          <p14:tracePt t="43092" x="8288338" y="3338513"/>
          <p14:tracePt t="43108" x="8280400" y="3332163"/>
          <p14:tracePt t="43124" x="8274050" y="3332163"/>
          <p14:tracePt t="43140" x="8266113" y="3332163"/>
          <p14:tracePt t="43147" x="8251825" y="3317875"/>
          <p14:tracePt t="43172" x="8237538" y="3317875"/>
          <p14:tracePt t="43180" x="8237538" y="3309938"/>
          <p14:tracePt t="43188" x="8231188" y="3309938"/>
          <p14:tracePt t="43211" x="8223250" y="3309938"/>
          <p14:tracePt t="43227" x="8208963" y="3295650"/>
          <p14:tracePt t="43292" x="8202613" y="3289300"/>
          <p14:tracePt t="43364" x="8194675" y="3275013"/>
          <p14:tracePt t="43395" x="8188325" y="3267075"/>
          <p14:tracePt t="43428" x="8180388" y="3267075"/>
          <p14:tracePt t="43443" x="8174038" y="3267075"/>
          <p14:tracePt t="43476" x="8166100" y="3267075"/>
          <p14:tracePt t="43484" x="8159750" y="3267075"/>
          <p14:tracePt t="43500" x="8151813" y="3260725"/>
          <p14:tracePt t="43524" x="8145463" y="3260725"/>
          <p14:tracePt t="43532" x="8137525" y="3260725"/>
          <p14:tracePt t="43540" x="8131175" y="3260725"/>
          <p14:tracePt t="43556" x="8124825" y="3260725"/>
          <p14:tracePt t="43572" x="8116888" y="3260725"/>
          <p14:tracePt t="43579" x="8110538" y="3260725"/>
          <p14:tracePt t="43595" x="8102600" y="3260725"/>
          <p14:tracePt t="43604" x="8096250" y="3260725"/>
          <p14:tracePt t="43611" x="8088313" y="3260725"/>
          <p14:tracePt t="43620" x="8081963" y="3260725"/>
          <p14:tracePt t="43627" x="8074025" y="3260725"/>
          <p14:tracePt t="43636" x="8067675" y="3260725"/>
          <p14:tracePt t="43668" x="8059738" y="3260725"/>
          <p14:tracePt t="43684" x="8045450" y="3260725"/>
          <p14:tracePt t="43700" x="8039100" y="3260725"/>
          <p14:tracePt t="43716" x="8024813" y="3260725"/>
          <p14:tracePt t="43724" x="8010525" y="3260725"/>
          <p14:tracePt t="43731" x="8002588" y="3260725"/>
          <p14:tracePt t="43755" x="7996238" y="3260725"/>
          <p14:tracePt t="43764" x="7988300" y="3260725"/>
          <p14:tracePt t="43771" x="7981950" y="3260725"/>
          <p14:tracePt t="43779" x="7974013" y="3260725"/>
          <p14:tracePt t="43788" x="7959725" y="3260725"/>
          <p14:tracePt t="43795" x="7945438" y="3260725"/>
          <p14:tracePt t="43804" x="7916863" y="3260725"/>
          <p14:tracePt t="43811" x="7902575" y="3260725"/>
          <p14:tracePt t="43819" x="7867650" y="3275013"/>
          <p14:tracePt t="43828" x="7845425" y="3275013"/>
          <p14:tracePt t="43836" x="7831138" y="3275013"/>
          <p14:tracePt t="43843" x="7824788" y="3275013"/>
          <p14:tracePt t="43852" x="7816850" y="3275013"/>
          <p14:tracePt t="43860" x="7802563" y="3275013"/>
          <p14:tracePt t="43868" x="7796213" y="3275013"/>
          <p14:tracePt t="43876" x="7788275" y="3281363"/>
          <p14:tracePt t="43894" x="7773988" y="3281363"/>
          <p14:tracePt t="43908" x="7767638" y="3289300"/>
          <p14:tracePt t="43924" x="7753350" y="3289300"/>
          <p14:tracePt t="43931" x="7745413" y="3295650"/>
          <p14:tracePt t="43940" x="7745413" y="3303588"/>
          <p14:tracePt t="43948" x="7731125" y="3309938"/>
          <p14:tracePt t="43955" x="7724775" y="3317875"/>
          <p14:tracePt t="43964" x="7716838" y="3324225"/>
          <p14:tracePt t="43972" x="7696200" y="3332163"/>
          <p14:tracePt t="43979" x="7688263" y="3346450"/>
          <p14:tracePt t="43988" x="7681913" y="3346450"/>
          <p14:tracePt t="43996" x="7673975" y="3352800"/>
          <p14:tracePt t="44012" x="7667625" y="3360738"/>
          <p14:tracePt t="44027" x="7667625" y="3367088"/>
          <p14:tracePt t="44036" x="7659688" y="3375025"/>
          <p14:tracePt t="44052" x="7659688" y="3389313"/>
          <p14:tracePt t="44060" x="7653338" y="3389313"/>
          <p14:tracePt t="44068" x="7653338" y="3403600"/>
          <p14:tracePt t="44076" x="7653338" y="3409950"/>
          <p14:tracePt t="44084" x="7653338" y="3424238"/>
          <p14:tracePt t="44092" x="7653338" y="3430588"/>
          <p14:tracePt t="44108" x="7653338" y="3438525"/>
          <p14:tracePt t="44116" x="7653338" y="3444875"/>
          <p14:tracePt t="44124" x="7653338" y="3452813"/>
          <p14:tracePt t="44140" x="7653338" y="3467100"/>
          <p14:tracePt t="44147" x="7653338" y="3473450"/>
          <p14:tracePt t="44156" x="7653338" y="3481388"/>
          <p14:tracePt t="44164" x="7653338" y="3495675"/>
          <p14:tracePt t="44172" x="7653338" y="3509963"/>
          <p14:tracePt t="44180" x="7653338" y="3524250"/>
          <p14:tracePt t="44188" x="7653338" y="3530600"/>
          <p14:tracePt t="44196" x="7653338" y="3538538"/>
          <p14:tracePt t="44203" x="7659688" y="3552825"/>
          <p14:tracePt t="44212" x="7659688" y="3573463"/>
          <p14:tracePt t="44219" x="7659688" y="3581400"/>
          <p14:tracePt t="44228" x="7667625" y="3587750"/>
          <p14:tracePt t="44235" x="7673975" y="3609975"/>
          <p14:tracePt t="44244" x="7673975" y="3616325"/>
          <p14:tracePt t="44252" x="7681913" y="3624263"/>
          <p14:tracePt t="44260" x="7688263" y="3630613"/>
          <p14:tracePt t="44268" x="7688263" y="3638550"/>
          <p14:tracePt t="44276" x="7702550" y="3652838"/>
          <p14:tracePt t="44284" x="7710488" y="3667125"/>
          <p14:tracePt t="44300" x="7731125" y="3687763"/>
          <p14:tracePt t="44316" x="7739063" y="3702050"/>
          <p14:tracePt t="44324" x="7745413" y="3709988"/>
          <p14:tracePt t="44331" x="7753350" y="3716338"/>
          <p14:tracePt t="44340" x="7759700" y="3724275"/>
          <p14:tracePt t="44348" x="7781925" y="3730625"/>
          <p14:tracePt t="44356" x="7796213" y="3744913"/>
          <p14:tracePt t="44363" x="7802563" y="3744913"/>
          <p14:tracePt t="44372" x="7831138" y="3759200"/>
          <p14:tracePt t="44379" x="7845425" y="3767138"/>
          <p14:tracePt t="44388" x="7859713" y="3773488"/>
          <p14:tracePt t="44395" x="7881938" y="3781425"/>
          <p14:tracePt t="44404" x="7888288" y="3787775"/>
          <p14:tracePt t="44411" x="7910513" y="3787775"/>
          <p14:tracePt t="44420" x="7924800" y="3795713"/>
          <p14:tracePt t="44427" x="7931150" y="3795713"/>
          <p14:tracePt t="44435" x="7939088" y="3795713"/>
          <p14:tracePt t="44444" x="7959725" y="3795713"/>
          <p14:tracePt t="44452" x="7967663" y="3795713"/>
          <p14:tracePt t="44460" x="7981950" y="3795713"/>
          <p14:tracePt t="44468" x="8002588" y="3795713"/>
          <p14:tracePt t="44476" x="8010525" y="3795713"/>
          <p14:tracePt t="44484" x="8016875" y="3795713"/>
          <p14:tracePt t="44492" x="8031163" y="3795713"/>
          <p14:tracePt t="44499" x="8039100" y="3795713"/>
          <p14:tracePt t="44508" x="8059738" y="3787775"/>
          <p14:tracePt t="44516" x="8067675" y="3787775"/>
          <p14:tracePt t="44524" x="8088313" y="3773488"/>
          <p14:tracePt t="44531" x="8110538" y="3767138"/>
          <p14:tracePt t="44540" x="8124825" y="3759200"/>
          <p14:tracePt t="44548" x="8137525" y="3752850"/>
          <p14:tracePt t="44556" x="8145463" y="3738563"/>
          <p14:tracePt t="44563" x="8159750" y="3738563"/>
          <p14:tracePt t="44572" x="8166100" y="3730625"/>
          <p14:tracePt t="44579" x="8188325" y="3716338"/>
          <p14:tracePt t="44588" x="8194675" y="3709988"/>
          <p14:tracePt t="44595" x="8202613" y="3702050"/>
          <p14:tracePt t="44604" x="8216900" y="3681413"/>
          <p14:tracePt t="44620" x="8223250" y="3667125"/>
          <p14:tracePt t="44628" x="8237538" y="3644900"/>
          <p14:tracePt t="44636" x="8245475" y="3624263"/>
          <p14:tracePt t="44652" x="8245475" y="3616325"/>
          <p14:tracePt t="44668" x="8245475" y="3602038"/>
          <p14:tracePt t="44684" x="8245475" y="3595688"/>
          <p14:tracePt t="44716" x="8245475" y="3581400"/>
          <p14:tracePt t="44764" x="8245475" y="3573463"/>
          <p14:tracePt t="45236" x="8237538" y="3573463"/>
          <p14:tracePt t="45244" x="8231188" y="3573463"/>
          <p14:tracePt t="45252" x="8223250" y="3573463"/>
          <p14:tracePt t="45260" x="8216900" y="3573463"/>
          <p14:tracePt t="45276" x="8208963" y="3573463"/>
          <p14:tracePt t="45284" x="8194675" y="3573463"/>
          <p14:tracePt t="45300" x="8180388" y="3581400"/>
          <p14:tracePt t="45308" x="8174038" y="3581400"/>
          <p14:tracePt t="45315" x="8159750" y="3581400"/>
          <p14:tracePt t="45332" x="8151813" y="3581400"/>
          <p14:tracePt t="45340" x="8145463" y="3587750"/>
          <p14:tracePt t="45348" x="8137525" y="3587750"/>
          <p14:tracePt t="45356" x="8131175" y="3587750"/>
          <p14:tracePt t="45371" x="8116888" y="3595688"/>
          <p14:tracePt t="45380" x="8110538" y="3595688"/>
          <p14:tracePt t="45388" x="8096250" y="3595688"/>
          <p14:tracePt t="45395" x="8088313" y="3595688"/>
          <p14:tracePt t="45404" x="8053388" y="3602038"/>
          <p14:tracePt t="45411" x="8016875" y="3609975"/>
          <p14:tracePt t="45420" x="7988300" y="3609975"/>
          <p14:tracePt t="45428" x="7931150" y="3616325"/>
          <p14:tracePt t="45436" x="7896225" y="3630613"/>
          <p14:tracePt t="45444" x="7845425" y="3638550"/>
          <p14:tracePt t="45452" x="7816850" y="3638550"/>
          <p14:tracePt t="45460" x="7767638" y="3644900"/>
          <p14:tracePt t="45468" x="7731125" y="3652838"/>
          <p14:tracePt t="45476" x="7688263" y="3652838"/>
          <p14:tracePt t="45484" x="7659688" y="3667125"/>
          <p14:tracePt t="45492" x="7618413" y="3673475"/>
          <p14:tracePt t="45499" x="7589838" y="3673475"/>
          <p14:tracePt t="45508" x="7524750" y="3695700"/>
          <p14:tracePt t="45516" x="7496175" y="3709988"/>
          <p14:tracePt t="45524" x="7475538" y="3730625"/>
          <p14:tracePt t="45531" x="7461250" y="3738563"/>
          <p14:tracePt t="45772" x="7418388" y="3738563"/>
          <p14:tracePt t="45779" x="7367588" y="3738563"/>
          <p14:tracePt t="45788" x="7346950" y="3738563"/>
          <p14:tracePt t="45795" x="7324725" y="3738563"/>
          <p14:tracePt t="45804" x="7304088" y="3738563"/>
          <p14:tracePt t="45811" x="7275513" y="3730625"/>
          <p14:tracePt t="45820" x="7261225" y="3730625"/>
          <p14:tracePt t="45828" x="7246938" y="3724275"/>
          <p14:tracePt t="45835" x="7224713" y="3716338"/>
          <p14:tracePt t="45844" x="7204075" y="3716338"/>
          <p14:tracePt t="45852" x="7167563" y="3716338"/>
          <p14:tracePt t="45860" x="7138988" y="3702050"/>
          <p14:tracePt t="45868" x="7112000" y="3702050"/>
          <p14:tracePt t="45876" x="7069138" y="3702050"/>
          <p14:tracePt t="45895" x="6997700" y="3695700"/>
          <p14:tracePt t="45900" x="6975475" y="3687763"/>
          <p14:tracePt t="45908" x="6954838" y="3687763"/>
          <p14:tracePt t="45915" x="6926263" y="3673475"/>
          <p14:tracePt t="45923" x="6911975" y="3673475"/>
          <p14:tracePt t="45931" x="6897688" y="3667125"/>
          <p14:tracePt t="45948" x="6883400" y="3667125"/>
          <p14:tracePt t="45955" x="6875463" y="3667125"/>
          <p14:tracePt t="45972" x="6861175" y="3667125"/>
          <p14:tracePt t="45980" x="6854825" y="3667125"/>
          <p14:tracePt t="45987" x="6840538" y="3667125"/>
          <p14:tracePt t="45995" x="6832600" y="3667125"/>
          <p14:tracePt t="46004" x="6818313" y="3667125"/>
          <p14:tracePt t="46011" x="6804025" y="3667125"/>
          <p14:tracePt t="46020" x="6783388" y="3667125"/>
          <p14:tracePt t="46027" x="6775450" y="3667125"/>
          <p14:tracePt t="46036" x="6761163" y="3667125"/>
          <p14:tracePt t="46044" x="6754813" y="3667125"/>
          <p14:tracePt t="46051" x="6740525" y="3667125"/>
          <p14:tracePt t="47172" x="6732588" y="3667125"/>
          <p14:tracePt t="47195" x="6718300" y="3667125"/>
          <p14:tracePt t="47211" x="6711950" y="3667125"/>
          <p14:tracePt t="47227" x="6697663" y="3667125"/>
          <p14:tracePt t="47236" x="6689725" y="3667125"/>
          <p14:tracePt t="47244" x="6675438" y="3667125"/>
          <p14:tracePt t="47252" x="6669088" y="3667125"/>
          <p14:tracePt t="47260" x="6661150" y="3667125"/>
          <p14:tracePt t="47268" x="6646863" y="3667125"/>
          <p14:tracePt t="47276" x="6632575" y="3667125"/>
          <p14:tracePt t="47284" x="6611938" y="3667125"/>
          <p14:tracePt t="47292" x="6597650" y="3667125"/>
          <p14:tracePt t="47300" x="6591300" y="3667125"/>
          <p14:tracePt t="47308" x="6577013" y="3667125"/>
          <p14:tracePt t="47316" x="6569075" y="3667125"/>
          <p14:tracePt t="47324" x="6548438" y="3667125"/>
          <p14:tracePt t="47331" x="6540500" y="3667125"/>
          <p14:tracePt t="47340" x="6519863" y="3667125"/>
          <p14:tracePt t="47348" x="6497638" y="3667125"/>
          <p14:tracePt t="47356" x="6491288" y="3667125"/>
          <p14:tracePt t="47363" x="6469063" y="3667125"/>
          <p14:tracePt t="47372" x="6448425" y="3667125"/>
          <p14:tracePt t="47379" x="6440488" y="3667125"/>
          <p14:tracePt t="47388" x="6419850" y="3667125"/>
          <p14:tracePt t="47395" x="6397625" y="3667125"/>
          <p14:tracePt t="47404" x="6391275" y="3667125"/>
          <p14:tracePt t="47411" x="6369050" y="3667125"/>
          <p14:tracePt t="47420" x="6348413" y="3667125"/>
          <p14:tracePt t="47428" x="6311900" y="3667125"/>
          <p14:tracePt t="47436" x="6276975" y="3667125"/>
          <p14:tracePt t="47443" x="6234113" y="3667125"/>
          <p14:tracePt t="47452" x="6176963" y="3667125"/>
          <p14:tracePt t="47460" x="6119813" y="3667125"/>
          <p14:tracePt t="47468" x="6048375" y="3667125"/>
          <p14:tracePt t="47475" x="5962650" y="3667125"/>
          <p14:tracePt t="47484" x="5876925" y="3667125"/>
          <p14:tracePt t="47492" x="5799138" y="3667125"/>
          <p14:tracePt t="47500" x="5676900" y="3667125"/>
          <p14:tracePt t="47508" x="5564188" y="3667125"/>
          <p14:tracePt t="47516" x="5427663" y="3667125"/>
          <p14:tracePt t="47524" x="5307013" y="3667125"/>
          <p14:tracePt t="47531" x="5149850" y="3667125"/>
          <p14:tracePt t="47540" x="4992688" y="3667125"/>
          <p14:tracePt t="47548" x="4857750" y="3667125"/>
          <p14:tracePt t="47556" x="4743450" y="3667125"/>
          <p14:tracePt t="47563" x="4606925" y="3667125"/>
          <p14:tracePt t="47572" x="4500563" y="3667125"/>
          <p14:tracePt t="47579" x="4394200" y="3667125"/>
          <p14:tracePt t="47588" x="4294188" y="3667125"/>
          <p14:tracePt t="47595" x="4200525" y="3667125"/>
          <p14:tracePt t="47604" x="4108450" y="3667125"/>
          <p14:tracePt t="47611" x="4022725" y="3667125"/>
          <p14:tracePt t="47620" x="3944938" y="3667125"/>
          <p14:tracePt t="47628" x="3879850" y="3667125"/>
          <p14:tracePt t="47636" x="3808413" y="3667125"/>
          <p14:tracePt t="47644" x="3765550" y="3667125"/>
          <p14:tracePt t="47652" x="3708400" y="3667125"/>
          <p14:tracePt t="47661" x="3651250" y="3667125"/>
          <p14:tracePt t="47668" x="3594100" y="3667125"/>
          <p14:tracePt t="47676" x="3516313" y="3667125"/>
          <p14:tracePt t="47684" x="3438525" y="3667125"/>
          <p14:tracePt t="47691" x="3373438" y="3667125"/>
          <p14:tracePt t="47700" x="3287713" y="3667125"/>
          <p14:tracePt t="47707" x="3209925" y="3667125"/>
          <p14:tracePt t="47716" x="3138488" y="3667125"/>
          <p14:tracePt t="47723" x="3059113" y="3667125"/>
          <p14:tracePt t="47731" x="2989263" y="3667125"/>
          <p14:tracePt t="47740" x="2881313" y="3667125"/>
          <p14:tracePt t="47748" x="2803525" y="3667125"/>
          <p14:tracePt t="47756" x="2746375" y="3652838"/>
          <p14:tracePt t="47763" x="2689225" y="3652838"/>
          <p14:tracePt t="47772" x="2646363" y="3638550"/>
          <p14:tracePt t="47779" x="2609850" y="3630613"/>
          <p14:tracePt t="47788" x="2566988" y="3624263"/>
          <p14:tracePt t="47795" x="2532063" y="3609975"/>
          <p14:tracePt t="47803" x="2497138" y="3609975"/>
          <p14:tracePt t="47811" x="2474913" y="3602038"/>
          <p14:tracePt t="47820" x="2432050" y="3595688"/>
          <p14:tracePt t="47828" x="2397125" y="3595688"/>
          <p14:tracePt t="47835" x="2368550" y="3587750"/>
          <p14:tracePt t="47844" x="2325688" y="3573463"/>
          <p14:tracePt t="47852" x="2274888" y="3573463"/>
          <p14:tracePt t="47860" x="2246313" y="3567113"/>
          <p14:tracePt t="47868" x="2232025" y="3567113"/>
          <p14:tracePt t="47876" x="2197100" y="3567113"/>
          <p14:tracePt t="47883" x="2182813" y="3567113"/>
          <p14:tracePt t="47892" x="2174875" y="3559175"/>
          <p14:tracePt t="47900" x="2168525" y="3559175"/>
          <p14:tracePt t="47908" x="2154238" y="3552825"/>
          <p14:tracePt t="47963" x="2146300" y="3538538"/>
          <p14:tracePt t="47979" x="2146300" y="3530600"/>
          <p14:tracePt t="47995" x="2146300" y="3524250"/>
          <p14:tracePt t="48004" x="2146300" y="3509963"/>
          <p14:tracePt t="48011" x="2146300" y="3502025"/>
          <p14:tracePt t="48020" x="2160588" y="3467100"/>
          <p14:tracePt t="48028" x="2174875" y="3459163"/>
          <p14:tracePt t="48036" x="2189163" y="3438525"/>
          <p14:tracePt t="48044" x="2225675" y="3409950"/>
          <p14:tracePt t="48052" x="2260600" y="3395663"/>
          <p14:tracePt t="48060" x="2303463" y="3367088"/>
          <p14:tracePt t="48068" x="2354263" y="3346450"/>
          <p14:tracePt t="48076" x="2403475" y="3332163"/>
          <p14:tracePt t="48084" x="2446338" y="3324225"/>
          <p14:tracePt t="48092" x="2503488" y="3324225"/>
          <p14:tracePt t="48099" x="2566988" y="3309938"/>
          <p14:tracePt t="48108" x="2624138" y="3303588"/>
          <p14:tracePt t="48116" x="2709863" y="3295650"/>
          <p14:tracePt t="48124" x="2795588" y="3289300"/>
          <p14:tracePt t="48131" x="2881313" y="3289300"/>
          <p14:tracePt t="48140" x="2967038" y="3289300"/>
          <p14:tracePt t="48148" x="3052763" y="3289300"/>
          <p14:tracePt t="48156" x="3144838" y="3289300"/>
          <p14:tracePt t="48163" x="3244850" y="3289300"/>
          <p14:tracePt t="48172" x="3324225" y="3289300"/>
          <p14:tracePt t="48179" x="3444875" y="3289300"/>
          <p14:tracePt t="48187" x="3538538" y="3289300"/>
          <p14:tracePt t="48195" x="3636963" y="3289300"/>
          <p14:tracePt t="48204" x="3744913" y="3289300"/>
          <p14:tracePt t="48211" x="3836988" y="3289300"/>
          <p14:tracePt t="48220" x="3922713" y="3289300"/>
          <p14:tracePt t="48227" x="4016375" y="3289300"/>
          <p14:tracePt t="48236" x="4094163" y="3289300"/>
          <p14:tracePt t="48244" x="4179888" y="3289300"/>
          <p14:tracePt t="48252" x="4271963" y="3289300"/>
          <p14:tracePt t="48260" x="4357688" y="3289300"/>
          <p14:tracePt t="48268" x="4451350" y="3289300"/>
          <p14:tracePt t="48276" x="4537075" y="3289300"/>
          <p14:tracePt t="48284" x="4621213" y="3289300"/>
          <p14:tracePt t="48292" x="4729163" y="3289300"/>
          <p14:tracePt t="48300" x="4806950" y="3289300"/>
          <p14:tracePt t="48308" x="4892675" y="3289300"/>
          <p14:tracePt t="48316" x="4992688" y="3289300"/>
          <p14:tracePt t="48324" x="5092700" y="3289300"/>
          <p14:tracePt t="48331" x="5199063" y="3289300"/>
          <p14:tracePt t="48340" x="5292725" y="3289300"/>
          <p14:tracePt t="48348" x="5392738" y="3289300"/>
          <p14:tracePt t="48356" x="5478463" y="3289300"/>
          <p14:tracePt t="48363" x="5556250" y="3289300"/>
          <p14:tracePt t="48372" x="5634038" y="3289300"/>
          <p14:tracePt t="48379" x="5719763" y="3289300"/>
          <p14:tracePt t="48388" x="5776913" y="3289300"/>
          <p14:tracePt t="48395" x="5842000" y="3289300"/>
          <p14:tracePt t="48404" x="5899150" y="3289300"/>
          <p14:tracePt t="48411" x="5962650" y="3289300"/>
          <p14:tracePt t="48420" x="6019800" y="3289300"/>
          <p14:tracePt t="48427" x="6062663" y="3289300"/>
          <p14:tracePt t="48436" x="6105525" y="3289300"/>
          <p14:tracePt t="48444" x="6154738" y="3289300"/>
          <p14:tracePt t="48452" x="6205538" y="3289300"/>
          <p14:tracePt t="48460" x="6262688" y="3289300"/>
          <p14:tracePt t="48468" x="6311900" y="3289300"/>
          <p14:tracePt t="48476" x="6369050" y="3289300"/>
          <p14:tracePt t="48484" x="6411913" y="3289300"/>
          <p14:tracePt t="48492" x="6454775" y="3289300"/>
          <p14:tracePt t="48500" x="6483350" y="3289300"/>
          <p14:tracePt t="48508" x="6534150" y="3289300"/>
          <p14:tracePt t="48516" x="6569075" y="3289300"/>
          <p14:tracePt t="48524" x="6597650" y="3289300"/>
          <p14:tracePt t="48531" x="6626225" y="3289300"/>
          <p14:tracePt t="48540" x="6654800" y="3289300"/>
          <p14:tracePt t="48548" x="6675438" y="3289300"/>
          <p14:tracePt t="48556" x="6697663" y="3289300"/>
          <p14:tracePt t="48563" x="6711950" y="3289300"/>
          <p14:tracePt t="48579" x="6718300" y="3289300"/>
          <p14:tracePt t="48892" x="6711950" y="3295650"/>
          <p14:tracePt t="48908" x="6704013" y="3295650"/>
          <p14:tracePt t="48916" x="6689725" y="3295650"/>
          <p14:tracePt t="48924" x="6683375" y="3295650"/>
          <p14:tracePt t="48932" x="6654800" y="3289300"/>
          <p14:tracePt t="49108" x="6646863" y="3281363"/>
          <p14:tracePt t="51684" x="6646863" y="3275013"/>
          <p14:tracePt t="51716" x="6654800" y="3275013"/>
          <p14:tracePt t="51732" x="6661150" y="3281363"/>
          <p14:tracePt t="51764" x="6669088" y="3289300"/>
          <p14:tracePt t="51780" x="6675438" y="3289300"/>
          <p14:tracePt t="51788" x="6675438" y="3295650"/>
          <p14:tracePt t="51820" x="6683375" y="3295650"/>
          <p14:tracePt t="51843" x="6689725" y="3303588"/>
          <p14:tracePt t="51868" x="6689725" y="3309938"/>
          <p14:tracePt t="51908" x="6689725" y="3317875"/>
          <p14:tracePt t="51948" x="6689725" y="3324225"/>
          <p14:tracePt t="51956" x="6689725" y="3332163"/>
          <p14:tracePt t="51972" x="6697663" y="3338513"/>
          <p14:tracePt t="51980" x="6697663" y="3346450"/>
          <p14:tracePt t="52004" x="6697663" y="3352800"/>
          <p14:tracePt t="52027" x="6697663" y="3360738"/>
          <p14:tracePt t="52044" x="6697663" y="3367088"/>
          <p14:tracePt t="52052" x="6704013" y="3381375"/>
          <p14:tracePt t="52068" x="6704013" y="3395663"/>
          <p14:tracePt t="52092" x="6704013" y="3403600"/>
          <p14:tracePt t="52116" x="6704013" y="3409950"/>
          <p14:tracePt t="52124" x="6704013" y="3417888"/>
          <p14:tracePt t="52131" x="6704013" y="3424238"/>
          <p14:tracePt t="52147" x="6704013" y="3430588"/>
          <p14:tracePt t="52156" x="6704013" y="3438525"/>
          <p14:tracePt t="52163" x="6704013" y="3444875"/>
          <p14:tracePt t="52172" x="6704013" y="3452813"/>
          <p14:tracePt t="52180" x="6704013" y="3459163"/>
          <p14:tracePt t="52188" x="6704013" y="3467100"/>
          <p14:tracePt t="52196" x="6697663" y="3473450"/>
          <p14:tracePt t="52203" x="6697663" y="3481388"/>
          <p14:tracePt t="52211" x="6689725" y="3487738"/>
          <p14:tracePt t="52220" x="6683375" y="3516313"/>
          <p14:tracePt t="52228" x="6669088" y="3524250"/>
          <p14:tracePt t="52235" x="6669088" y="3530600"/>
          <p14:tracePt t="52244" x="6661150" y="3552825"/>
          <p14:tracePt t="52252" x="6654800" y="3559175"/>
          <p14:tracePt t="52260" x="6640513" y="3567113"/>
          <p14:tracePt t="52268" x="6640513" y="3573463"/>
          <p14:tracePt t="52276" x="6626225" y="3581400"/>
          <p14:tracePt t="52284" x="6618288" y="3587750"/>
          <p14:tracePt t="52292" x="6611938" y="3595688"/>
          <p14:tracePt t="52300" x="6604000" y="3595688"/>
          <p14:tracePt t="52308" x="6591300" y="3595688"/>
          <p14:tracePt t="52316" x="6583363" y="3609975"/>
          <p14:tracePt t="52324" x="6562725" y="3616325"/>
          <p14:tracePt t="52331" x="6540500" y="3624263"/>
          <p14:tracePt t="52340" x="6511925" y="3638550"/>
          <p14:tracePt t="52348" x="6477000" y="3644900"/>
          <p14:tracePt t="52355" x="6448425" y="3659188"/>
          <p14:tracePt t="52363" x="6426200" y="3659188"/>
          <p14:tracePt t="52372" x="6397625" y="3673475"/>
          <p14:tracePt t="52379" x="6369050" y="3702050"/>
          <p14:tracePt t="52388" x="6348413" y="3709988"/>
          <p14:tracePt t="52395" x="6334125" y="3716338"/>
          <p14:tracePt t="52404" x="6305550" y="3738563"/>
          <p14:tracePt t="52411" x="6276975" y="3744913"/>
          <p14:tracePt t="52420" x="6219825" y="3767138"/>
          <p14:tracePt t="52427" x="6169025" y="3781425"/>
          <p14:tracePt t="52436" x="6111875" y="3787775"/>
          <p14:tracePt t="52444" x="6048375" y="3802063"/>
          <p14:tracePt t="52452" x="5991225" y="3810000"/>
          <p14:tracePt t="52460" x="5913438" y="3824288"/>
          <p14:tracePt t="52468" x="5834063" y="3838575"/>
          <p14:tracePt t="52476" x="5748338" y="3844925"/>
          <p14:tracePt t="52484" x="5613400" y="3852863"/>
          <p14:tracePt t="52492" x="5513388" y="3852863"/>
          <p14:tracePt t="52500" x="5392738" y="3867150"/>
          <p14:tracePt t="52508" x="5256213" y="3867150"/>
          <p14:tracePt t="52515" x="5099050" y="3867150"/>
          <p14:tracePt t="52524" x="4964113" y="3867150"/>
          <p14:tracePt t="52531" x="4786313" y="3867150"/>
          <p14:tracePt t="52540" x="4592638" y="3867150"/>
          <p14:tracePt t="52548" x="4422775" y="3867150"/>
          <p14:tracePt t="52555" x="4243388" y="3867150"/>
          <p14:tracePt t="52563" x="4065588" y="3867150"/>
          <p14:tracePt t="52571" x="3916363" y="3867150"/>
          <p14:tracePt t="52579" x="3794125" y="3867150"/>
          <p14:tracePt t="52588" x="3636963" y="3867150"/>
          <p14:tracePt t="52595" x="3481388" y="3867150"/>
          <p14:tracePt t="52604" x="3367088" y="3867150"/>
          <p14:tracePt t="52611" x="3230563" y="3867150"/>
          <p14:tracePt t="52620" x="3087688" y="3867150"/>
          <p14:tracePt t="52627" x="3017838" y="3867150"/>
          <p14:tracePt t="52636" x="2909888" y="3867150"/>
          <p14:tracePt t="52644" x="2824163" y="3844925"/>
          <p14:tracePt t="52652" x="2738438" y="3838575"/>
          <p14:tracePt t="52660" x="2646363" y="3824288"/>
          <p14:tracePt t="52668" x="2560638" y="3810000"/>
          <p14:tracePt t="52676" x="2489200" y="3802063"/>
          <p14:tracePt t="52683" x="2432050" y="3795713"/>
          <p14:tracePt t="52692" x="2360613" y="3787775"/>
          <p14:tracePt t="52700" x="2311400" y="3773488"/>
          <p14:tracePt t="52708" x="2254250" y="3767138"/>
          <p14:tracePt t="52716" x="2211388" y="3752850"/>
          <p14:tracePt t="52724" x="2182813" y="3752850"/>
          <p14:tracePt t="52731" x="2160588" y="3738563"/>
          <p14:tracePt t="52740" x="2139950" y="3730625"/>
          <p14:tracePt t="52748" x="2111375" y="3724275"/>
          <p14:tracePt t="52755" x="2089150" y="3724275"/>
          <p14:tracePt t="52763" x="2054225" y="3709988"/>
          <p14:tracePt t="52772" x="2025650" y="3702050"/>
          <p14:tracePt t="52779" x="2011363" y="3695700"/>
          <p14:tracePt t="52788" x="1990725" y="3687763"/>
          <p14:tracePt t="52795" x="1990725" y="3681413"/>
          <p14:tracePt t="52803" x="1982788" y="3681413"/>
          <p14:tracePt t="52811" x="1976438" y="3667125"/>
          <p14:tracePt t="52828" x="1976438" y="3659188"/>
          <p14:tracePt t="52836" x="1976438" y="3638550"/>
          <p14:tracePt t="52844" x="1976438" y="3624263"/>
          <p14:tracePt t="52852" x="1976438" y="3609975"/>
          <p14:tracePt t="52860" x="1976438" y="3595688"/>
          <p14:tracePt t="52868" x="1990725" y="3581400"/>
          <p14:tracePt t="52875" x="1990725" y="3567113"/>
          <p14:tracePt t="52884" x="1997075" y="3544888"/>
          <p14:tracePt t="52892" x="2019300" y="3502025"/>
          <p14:tracePt t="52900" x="2025650" y="3487738"/>
          <p14:tracePt t="52908" x="2046288" y="3459163"/>
          <p14:tracePt t="52916" x="2074863" y="3452813"/>
          <p14:tracePt t="52924" x="2111375" y="3430588"/>
          <p14:tracePt t="52931" x="2160588" y="3417888"/>
          <p14:tracePt t="52940" x="2217738" y="3395663"/>
          <p14:tracePt t="52948" x="2297113" y="3375025"/>
          <p14:tracePt t="52955" x="2374900" y="3352800"/>
          <p14:tracePt t="52963" x="2482850" y="3338513"/>
          <p14:tracePt t="52972" x="2609850" y="3317875"/>
          <p14:tracePt t="52979" x="2732088" y="3309938"/>
          <p14:tracePt t="52988" x="2895600" y="3303588"/>
          <p14:tracePt t="52995" x="3032125" y="3303588"/>
          <p14:tracePt t="53004" x="3209925" y="3303588"/>
          <p14:tracePt t="53011" x="3459163" y="3303588"/>
          <p14:tracePt t="53020" x="3594100" y="3303588"/>
          <p14:tracePt t="53027" x="3773488" y="3303588"/>
          <p14:tracePt t="53036" x="3944938" y="3303588"/>
          <p14:tracePt t="53044" x="4100513" y="3303588"/>
          <p14:tracePt t="53051" x="4257675" y="3303588"/>
          <p14:tracePt t="53060" x="4394200" y="3303588"/>
          <p14:tracePt t="53068" x="4514850" y="3303588"/>
          <p14:tracePt t="53076" x="4606925" y="3303588"/>
          <p14:tracePt t="53084" x="4706938" y="3303588"/>
          <p14:tracePt t="53092" x="4806950" y="3303588"/>
          <p14:tracePt t="53099" x="4906963" y="3303588"/>
          <p14:tracePt t="53107" x="5000625" y="3303588"/>
          <p14:tracePt t="53116" x="5135563" y="3303588"/>
          <p14:tracePt t="53124" x="5270500" y="3303588"/>
          <p14:tracePt t="53131" x="5384800" y="3303588"/>
          <p14:tracePt t="53140" x="5492750" y="3303588"/>
          <p14:tracePt t="53147" x="5605463" y="3303588"/>
          <p14:tracePt t="53156" x="5699125" y="3303588"/>
          <p14:tracePt t="53163" x="5791200" y="3303588"/>
          <p14:tracePt t="53172" x="5876925" y="3303588"/>
          <p14:tracePt t="53180" x="5976938" y="3303588"/>
          <p14:tracePt t="53187" x="6042025" y="3303588"/>
          <p14:tracePt t="53195" x="6111875" y="3303588"/>
          <p14:tracePt t="53204" x="6183313" y="3303588"/>
          <p14:tracePt t="53211" x="6248400" y="3303588"/>
          <p14:tracePt t="53220" x="6311900" y="3303588"/>
          <p14:tracePt t="53228" x="6369050" y="3303588"/>
          <p14:tracePt t="53235" x="6419850" y="3303588"/>
          <p14:tracePt t="53243" x="6462713" y="3303588"/>
          <p14:tracePt t="53251" x="6505575" y="3303588"/>
          <p14:tracePt t="53260" x="6534150" y="3303588"/>
          <p14:tracePt t="53267" x="6554788" y="3303588"/>
          <p14:tracePt t="53276" x="6583363" y="3303588"/>
          <p14:tracePt t="53283" x="6611938" y="3309938"/>
          <p14:tracePt t="53292" x="6661150" y="3317875"/>
          <p14:tracePt t="53300" x="6711950" y="3338513"/>
          <p14:tracePt t="53307" x="6746875" y="3346450"/>
          <p14:tracePt t="53316" x="6804025" y="3360738"/>
          <p14:tracePt t="53324" x="6818313" y="3360738"/>
          <p14:tracePt t="53331" x="6861175" y="3381375"/>
          <p14:tracePt t="53340" x="6904038" y="3389313"/>
          <p14:tracePt t="53348" x="6946900" y="3395663"/>
          <p14:tracePt t="53356" x="6969125" y="3417888"/>
          <p14:tracePt t="53363" x="6975475" y="3417888"/>
          <p14:tracePt t="53372" x="6997700" y="3424238"/>
          <p14:tracePt t="53379" x="7011988" y="3438525"/>
          <p14:tracePt t="53388" x="7018338" y="3444875"/>
          <p14:tracePt t="53395" x="7040563" y="3452813"/>
          <p14:tracePt t="53404" x="7054850" y="3459163"/>
          <p14:tracePt t="53411" x="7061200" y="3473450"/>
          <p14:tracePt t="53420" x="7075488" y="3481388"/>
          <p14:tracePt t="53427" x="7075488" y="3487738"/>
          <p14:tracePt t="53436" x="7075488" y="3495675"/>
          <p14:tracePt t="53444" x="7075488" y="3509963"/>
          <p14:tracePt t="53452" x="7075488" y="3516313"/>
          <p14:tracePt t="53460" x="7075488" y="3530600"/>
          <p14:tracePt t="53468" x="7075488" y="3552825"/>
          <p14:tracePt t="53476" x="7075488" y="3567113"/>
          <p14:tracePt t="53484" x="7075488" y="3587750"/>
          <p14:tracePt t="53492" x="7069138" y="3609975"/>
          <p14:tracePt t="53500" x="7061200" y="3624263"/>
          <p14:tracePt t="53508" x="7046913" y="3638550"/>
          <p14:tracePt t="53516" x="7032625" y="3667125"/>
          <p14:tracePt t="53524" x="7018338" y="3681413"/>
          <p14:tracePt t="53531" x="6997700" y="3695700"/>
          <p14:tracePt t="53540" x="6983413" y="3709988"/>
          <p14:tracePt t="53548" x="6954838" y="3724275"/>
          <p14:tracePt t="53556" x="6932613" y="3744913"/>
          <p14:tracePt t="53563" x="6904038" y="3759200"/>
          <p14:tracePt t="53572" x="6854825" y="3795713"/>
          <p14:tracePt t="53579" x="6818313" y="3802063"/>
          <p14:tracePt t="53588" x="6775450" y="3824288"/>
          <p14:tracePt t="53595" x="6732588" y="3838575"/>
          <p14:tracePt t="53604" x="6683375" y="3859213"/>
          <p14:tracePt t="53611" x="6661150" y="3873500"/>
          <p14:tracePt t="53620" x="6611938" y="3895725"/>
          <p14:tracePt t="53627" x="6577013" y="3910013"/>
          <p14:tracePt t="53636" x="6548438" y="3916363"/>
          <p14:tracePt t="53644" x="6491288" y="3930650"/>
          <p14:tracePt t="53652" x="6448425" y="3944938"/>
          <p14:tracePt t="53660" x="6376988" y="3967163"/>
          <p14:tracePt t="53668" x="6319838" y="3981450"/>
          <p14:tracePt t="53676" x="6262688" y="3981450"/>
          <p14:tracePt t="53684" x="6183313" y="4002088"/>
          <p14:tracePt t="53692" x="6119813" y="4002088"/>
          <p14:tracePt t="53700" x="6048375" y="4008438"/>
          <p14:tracePt t="53707" x="5970588" y="4016375"/>
          <p14:tracePt t="53716" x="5899150" y="4016375"/>
          <p14:tracePt t="53724" x="5813425" y="4016375"/>
          <p14:tracePt t="53731" x="5727700" y="4016375"/>
          <p14:tracePt t="53740" x="5641975" y="4016375"/>
          <p14:tracePt t="53748" x="5556250" y="4016375"/>
          <p14:tracePt t="53756" x="5464175" y="4016375"/>
          <p14:tracePt t="53763" x="5378450" y="4016375"/>
          <p14:tracePt t="53772" x="5292725" y="4016375"/>
          <p14:tracePt t="53779" x="5184775" y="4016375"/>
          <p14:tracePt t="53788" x="5106988" y="4016375"/>
          <p14:tracePt t="53795" x="5000625" y="4016375"/>
          <p14:tracePt t="53804" x="4906963" y="4016375"/>
          <p14:tracePt t="53811" x="4800600" y="4016375"/>
          <p14:tracePt t="53820" x="4686300" y="4016375"/>
          <p14:tracePt t="53827" x="4586288" y="4016375"/>
          <p14:tracePt t="53836" x="4500563" y="4016375"/>
          <p14:tracePt t="53844" x="4394200" y="4016375"/>
          <p14:tracePt t="53852" x="4308475" y="4016375"/>
          <p14:tracePt t="53860" x="4222750" y="4016375"/>
          <p14:tracePt t="53868" x="4151313" y="4016375"/>
          <p14:tracePt t="53876" x="4071938" y="4016375"/>
          <p14:tracePt t="53884" x="3994150" y="4016375"/>
          <p14:tracePt t="53892" x="3937000" y="4016375"/>
          <p14:tracePt t="53899" x="3894138" y="4016375"/>
          <p14:tracePt t="53907" x="3851275" y="4016375"/>
          <p14:tracePt t="53916" x="3836988" y="4016375"/>
          <p14:tracePt t="55916" x="3844925" y="4022725"/>
          <p14:tracePt t="55924" x="3851275" y="4030663"/>
          <p14:tracePt t="55947" x="3859213" y="4030663"/>
          <p14:tracePt t="55955" x="3865563" y="4037013"/>
          <p14:tracePt t="55988" x="3873500" y="4037013"/>
          <p14:tracePt t="56164" x="3887788" y="4044950"/>
          <p14:tracePt t="56188" x="3887788" y="4051300"/>
          <p14:tracePt t="56228" x="3894138" y="4051300"/>
          <p14:tracePt t="57300" x="3894138" y="4059238"/>
          <p14:tracePt t="57348" x="3894138" y="4073525"/>
          <p14:tracePt t="59196" x="3894138" y="4065588"/>
          <p14:tracePt t="59268" x="3894138" y="4059238"/>
          <p14:tracePt t="59340" x="3894138" y="4051300"/>
          <p14:tracePt t="59364" x="3894138" y="4044950"/>
          <p14:tracePt t="59380" x="3894138" y="4037013"/>
          <p14:tracePt t="59404" x="3902075" y="4022725"/>
          <p14:tracePt t="59443" x="3902075" y="4016375"/>
          <p14:tracePt t="59524" x="3908425" y="4008438"/>
          <p14:tracePt t="59643" x="3908425" y="4002088"/>
          <p14:tracePt t="59796" x="3908425" y="3995738"/>
          <p14:tracePt t="60380" x="3908425" y="3987800"/>
          <p14:tracePt t="60516" x="3908425" y="3981450"/>
          <p14:tracePt t="60523" x="3908425" y="3973513"/>
          <p14:tracePt t="60532" x="3916363" y="3973513"/>
          <p14:tracePt t="60563" x="3922713" y="3973513"/>
          <p14:tracePt t="60581" x="3937000" y="3973513"/>
          <p14:tracePt t="60588" x="3959225" y="3973513"/>
          <p14:tracePt t="60732" x="3965575" y="3967163"/>
          <p14:tracePt t="60756" x="3965575" y="3959225"/>
          <p14:tracePt t="60772" x="3965575" y="3952875"/>
          <p14:tracePt t="60836" x="3965575" y="3944938"/>
          <p14:tracePt t="60852" x="3965575" y="3938588"/>
          <p14:tracePt t="60868" x="3965575" y="3930650"/>
          <p14:tracePt t="60884" x="3973513" y="3930650"/>
          <p14:tracePt t="60892" x="3973513" y="3924300"/>
          <p14:tracePt t="60908" x="3979863" y="3910013"/>
          <p14:tracePt t="60924" x="3979863" y="3902075"/>
          <p14:tracePt t="60931" x="3987800" y="3887788"/>
          <p14:tracePt t="60948" x="3994150" y="3881438"/>
          <p14:tracePt t="60955" x="4002088" y="3873500"/>
          <p14:tracePt t="60964" x="4002088" y="3867150"/>
          <p14:tracePt t="60972" x="4016375" y="3852863"/>
          <p14:tracePt t="60979" x="4022725" y="3844925"/>
          <p14:tracePt t="60995" x="4030663" y="3830638"/>
          <p14:tracePt t="61004" x="4037013" y="3824288"/>
          <p14:tracePt t="61011" x="4037013" y="3816350"/>
          <p14:tracePt t="61020" x="4044950" y="3795713"/>
          <p14:tracePt t="61027" x="4051300" y="3795713"/>
          <p14:tracePt t="61036" x="4059238" y="3787775"/>
          <p14:tracePt t="61044" x="4065588" y="3773488"/>
          <p14:tracePt t="61052" x="4071938" y="3773488"/>
          <p14:tracePt t="61068" x="4071938" y="3767138"/>
          <p14:tracePt t="61084" x="4079875" y="3759200"/>
          <p14:tracePt t="61100" x="4094163" y="3752850"/>
          <p14:tracePt t="61116" x="4100513" y="3752850"/>
          <p14:tracePt t="61131" x="4108450" y="3744913"/>
          <p14:tracePt t="61147" x="4114800" y="3744913"/>
          <p14:tracePt t="61156" x="4129088" y="3738563"/>
          <p14:tracePt t="61172" x="4151313" y="3738563"/>
          <p14:tracePt t="61188" x="4165600" y="3738563"/>
          <p14:tracePt t="61195" x="4179888" y="3738563"/>
          <p14:tracePt t="61211" x="4186238" y="3738563"/>
          <p14:tracePt t="61220" x="4200525" y="3738563"/>
          <p14:tracePt t="61237" x="4208463" y="3738563"/>
          <p14:tracePt t="61244" x="4214813" y="3738563"/>
          <p14:tracePt t="61260" x="4222750" y="3738563"/>
          <p14:tracePt t="61284" x="4237038" y="3738563"/>
          <p14:tracePt t="61292" x="4243388" y="3738563"/>
          <p14:tracePt t="61308" x="4257675" y="3738563"/>
          <p14:tracePt t="61316" x="4265613" y="3738563"/>
          <p14:tracePt t="61324" x="4286250" y="3744913"/>
          <p14:tracePt t="61331" x="4294188" y="3744913"/>
          <p14:tracePt t="61340" x="4314825" y="3744913"/>
          <p14:tracePt t="61348" x="4329113" y="3744913"/>
          <p14:tracePt t="61356" x="4343400" y="3744913"/>
          <p14:tracePt t="61363" x="4357688" y="3744913"/>
          <p14:tracePt t="61372" x="4379913" y="3744913"/>
          <p14:tracePt t="61379" x="4400550" y="3744913"/>
          <p14:tracePt t="61388" x="4414838" y="3752850"/>
          <p14:tracePt t="61395" x="4422775" y="3752850"/>
          <p14:tracePt t="61404" x="4437063" y="3752850"/>
          <p14:tracePt t="61411" x="4443413" y="3752850"/>
          <p14:tracePt t="61427" x="4457700" y="3752850"/>
          <p14:tracePt t="61452" x="4465638" y="3752850"/>
          <p14:tracePt t="61468" x="4471988" y="3752850"/>
          <p14:tracePt t="61476" x="4486275" y="3752850"/>
          <p14:tracePt t="61483" x="4486275" y="3744913"/>
          <p14:tracePt t="61499" x="4500563" y="3744913"/>
          <p14:tracePt t="61508" x="4508500" y="3738563"/>
          <p14:tracePt t="61524" x="4514850" y="3730625"/>
          <p14:tracePt t="61540" x="4522788" y="3716338"/>
          <p14:tracePt t="61548" x="4529138" y="3716338"/>
          <p14:tracePt t="61563" x="4529138" y="3709988"/>
          <p14:tracePt t="61588" x="4529138" y="3702050"/>
          <p14:tracePt t="61595" x="4529138" y="3695700"/>
          <p14:tracePt t="61604" x="4529138" y="3681413"/>
          <p14:tracePt t="61611" x="4529138" y="3673475"/>
          <p14:tracePt t="61620" x="4529138" y="3659188"/>
          <p14:tracePt t="61627" x="4529138" y="3652838"/>
          <p14:tracePt t="61636" x="4529138" y="3644900"/>
          <p14:tracePt t="61644" x="4529138" y="3630613"/>
          <p14:tracePt t="61660" x="4529138" y="3616325"/>
          <p14:tracePt t="61668" x="4529138" y="3609975"/>
          <p14:tracePt t="61684" x="4529138" y="3595688"/>
          <p14:tracePt t="61700" x="4529138" y="3581400"/>
          <p14:tracePt t="61708" x="4529138" y="3573463"/>
          <p14:tracePt t="61716" x="4529138" y="3559175"/>
          <p14:tracePt t="61724" x="4529138" y="3544888"/>
          <p14:tracePt t="61731" x="4529138" y="3530600"/>
          <p14:tracePt t="61739" x="4522788" y="3516313"/>
          <p14:tracePt t="61748" x="4522788" y="3509963"/>
          <p14:tracePt t="61756" x="4514850" y="3495675"/>
          <p14:tracePt t="61763" x="4508500" y="3487738"/>
          <p14:tracePt t="61779" x="4508500" y="3473450"/>
          <p14:tracePt t="61788" x="4508500" y="3459163"/>
          <p14:tracePt t="61795" x="4500563" y="3459163"/>
          <p14:tracePt t="61811" x="4500563" y="3452813"/>
          <p14:tracePt t="61827" x="4494213" y="3444875"/>
          <p14:tracePt t="61843" x="4494213" y="3430588"/>
          <p14:tracePt t="61852" x="4486275" y="3424238"/>
          <p14:tracePt t="61860" x="4486275" y="3417888"/>
          <p14:tracePt t="61884" x="4479925" y="3417888"/>
          <p14:tracePt t="61894" x="4479925" y="3409950"/>
          <p14:tracePt t="61900" x="4471988" y="3409950"/>
          <p14:tracePt t="61908" x="4471988" y="3403600"/>
          <p14:tracePt t="61916" x="4465638" y="3403600"/>
          <p14:tracePt t="61924" x="4465638" y="3395663"/>
          <p14:tracePt t="61931" x="4457700" y="3389313"/>
          <p14:tracePt t="61940" x="4451350" y="3381375"/>
          <p14:tracePt t="61947" x="4443413" y="3375025"/>
          <p14:tracePt t="61955" x="4443413" y="3367088"/>
          <p14:tracePt t="61964" x="4437063" y="3367088"/>
          <p14:tracePt t="61972" x="4429125" y="3360738"/>
          <p14:tracePt t="61988" x="4422775" y="3352800"/>
          <p14:tracePt t="62004" x="4414838" y="3346450"/>
          <p14:tracePt t="62020" x="4408488" y="3338513"/>
          <p14:tracePt t="62044" x="4400550" y="3338513"/>
          <p14:tracePt t="62068" x="4394200" y="3338513"/>
          <p14:tracePt t="62092" x="4394200" y="3332163"/>
          <p14:tracePt t="62100" x="4386263" y="3332163"/>
          <p14:tracePt t="62147" x="4379913" y="3332163"/>
          <p14:tracePt t="62164" x="4371975" y="3324225"/>
          <p14:tracePt t="62220" x="4365625" y="3317875"/>
          <p14:tracePt t="62227" x="4357688" y="3317875"/>
          <p14:tracePt t="62251" x="4351338" y="3317875"/>
          <p14:tracePt t="62268" x="4343400" y="3317875"/>
          <p14:tracePt t="62284" x="4337050" y="3317875"/>
          <p14:tracePt t="62299" x="4329113" y="3317875"/>
          <p14:tracePt t="62308" x="4322763" y="3317875"/>
          <p14:tracePt t="62348" x="4314825" y="3317875"/>
          <p14:tracePt t="62380" x="4300538" y="3317875"/>
          <p14:tracePt t="62404" x="4294188" y="3317875"/>
          <p14:tracePt t="62436" x="4286250" y="3317875"/>
          <p14:tracePt t="62452" x="4279900" y="3324225"/>
          <p14:tracePt t="62467" x="4271963" y="3324225"/>
          <p14:tracePt t="62484" x="4265613" y="3332163"/>
          <p14:tracePt t="62500" x="4265613" y="3346450"/>
          <p14:tracePt t="62508" x="4257675" y="3346450"/>
          <p14:tracePt t="62516" x="4257675" y="3352800"/>
          <p14:tracePt t="62531" x="4251325" y="3360738"/>
          <p14:tracePt t="62548" x="4251325" y="3367088"/>
          <p14:tracePt t="62572" x="4251325" y="3375025"/>
          <p14:tracePt t="62579" x="4251325" y="3381375"/>
          <p14:tracePt t="62604" x="4251325" y="3389313"/>
          <p14:tracePt t="62612" x="4251325" y="3395663"/>
          <p14:tracePt t="62643" x="4251325" y="3403600"/>
          <p14:tracePt t="62660" x="4243388" y="3409950"/>
          <p14:tracePt t="62692" x="4243388" y="3417888"/>
          <p14:tracePt t="62716" x="4243388" y="3424238"/>
          <p14:tracePt t="62796" x="4243388" y="3430588"/>
          <p14:tracePt t="62811" x="4243388" y="3438525"/>
          <p14:tracePt t="62827" x="4243388" y="3444875"/>
          <p14:tracePt t="62852" x="4243388" y="3452813"/>
          <p14:tracePt t="62860" x="4237038" y="3452813"/>
          <p14:tracePt t="62868" x="4237038" y="3459163"/>
          <p14:tracePt t="63004" x="4237038" y="3467100"/>
          <p14:tracePt t="63036" x="4237038" y="3473450"/>
          <p14:tracePt t="63044" x="4237038" y="3481388"/>
          <p14:tracePt t="63068" x="4237038" y="3487738"/>
          <p14:tracePt t="63084" x="4237038" y="3495675"/>
          <p14:tracePt t="63092" x="4237038" y="3502025"/>
          <p14:tracePt t="63123" x="4237038" y="3509963"/>
          <p14:tracePt t="63156" x="4237038" y="3524250"/>
          <p14:tracePt t="63188" x="4237038" y="3530600"/>
          <p14:tracePt t="63243" x="4237038" y="3544888"/>
          <p14:tracePt t="63292" x="4237038" y="3552825"/>
          <p14:tracePt t="63340" x="4229100" y="3559175"/>
          <p14:tracePt t="63348" x="4229100" y="3567113"/>
          <p14:tracePt t="63363" x="4222750" y="3567113"/>
          <p14:tracePt t="63396" x="4214813" y="3573463"/>
          <p14:tracePt t="63724" x="4208463" y="3573463"/>
          <p14:tracePt t="63763" x="4200525" y="3573463"/>
          <p14:tracePt t="63788" x="4194175" y="3573463"/>
          <p14:tracePt t="63803" x="4186238" y="3573463"/>
          <p14:tracePt t="63811" x="4171950" y="3581400"/>
          <p14:tracePt t="63827" x="4165600" y="3581400"/>
          <p14:tracePt t="63844" x="4157663" y="3581400"/>
          <p14:tracePt t="63852" x="4143375" y="3581400"/>
          <p14:tracePt t="63860" x="4137025" y="3587750"/>
          <p14:tracePt t="63868" x="4129088" y="3587750"/>
          <p14:tracePt t="63876" x="4114800" y="3595688"/>
          <p14:tracePt t="63911" x="4051300" y="3616325"/>
          <p14:tracePt t="63915" x="4037013" y="3624263"/>
          <p14:tracePt t="63924" x="4022725" y="3630613"/>
          <p14:tracePt t="63931" x="4016375" y="3630613"/>
          <p14:tracePt t="63940" x="4002088" y="3630613"/>
          <p14:tracePt t="63948" x="3973513" y="3644900"/>
          <p14:tracePt t="63956" x="3965575" y="3644900"/>
          <p14:tracePt t="63963" x="3951288" y="3644900"/>
          <p14:tracePt t="63972" x="3937000" y="3652838"/>
          <p14:tracePt t="63979" x="3916363" y="3659188"/>
          <p14:tracePt t="63988" x="3894138" y="3659188"/>
          <p14:tracePt t="63995" x="3879850" y="3659188"/>
          <p14:tracePt t="64004" x="3859213" y="3673475"/>
          <p14:tracePt t="64011" x="3836988" y="3673475"/>
          <p14:tracePt t="64020" x="3816350" y="3673475"/>
          <p14:tracePt t="64028" x="3808413" y="3673475"/>
          <p14:tracePt t="64036" x="3787775" y="3673475"/>
          <p14:tracePt t="64044" x="3773488" y="3681413"/>
          <p14:tracePt t="64052" x="3751263" y="3681413"/>
          <p14:tracePt t="64060" x="3722688" y="3681413"/>
          <p14:tracePt t="64068" x="3708400" y="3681413"/>
          <p14:tracePt t="64076" x="3694113" y="3687763"/>
          <p14:tracePt t="64084" x="3673475" y="3687763"/>
          <p14:tracePt t="64092" x="3651250" y="3695700"/>
          <p14:tracePt t="64100" x="3636963" y="3702050"/>
          <p14:tracePt t="64108" x="3622675" y="3702050"/>
          <p14:tracePt t="64116" x="3602038" y="3702050"/>
          <p14:tracePt t="64124" x="3579813" y="3702050"/>
          <p14:tracePt t="64131" x="3559175" y="3709988"/>
          <p14:tracePt t="64140" x="3538538" y="3709988"/>
          <p14:tracePt t="64147" x="3524250" y="3716338"/>
          <p14:tracePt t="64156" x="3509963" y="3716338"/>
          <p14:tracePt t="64164" x="3487738" y="3716338"/>
          <p14:tracePt t="64172" x="3481388" y="3716338"/>
          <p14:tracePt t="64180" x="3467100" y="3716338"/>
          <p14:tracePt t="64188" x="3444875" y="3716338"/>
          <p14:tracePt t="64196" x="3430588" y="3716338"/>
          <p14:tracePt t="64204" x="3416300" y="3716338"/>
          <p14:tracePt t="64220" x="3402013" y="3716338"/>
          <p14:tracePt t="64227" x="3395663" y="3716338"/>
          <p14:tracePt t="64236" x="3373438" y="3716338"/>
          <p14:tracePt t="64244" x="3367088" y="3716338"/>
          <p14:tracePt t="64252" x="3359150" y="3716338"/>
          <p14:tracePt t="64260" x="3352800" y="3716338"/>
          <p14:tracePt t="64276" x="3338513" y="3716338"/>
          <p14:tracePt t="64292" x="3330575" y="3716338"/>
          <p14:tracePt t="64332" x="3324225" y="3716338"/>
          <p14:tracePt t="64348" x="3316288" y="3716338"/>
          <p14:tracePt t="64363" x="3309938" y="3709988"/>
          <p14:tracePt t="64372" x="3302000" y="3709988"/>
          <p14:tracePt t="64388" x="3302000" y="3702050"/>
          <p14:tracePt t="64395" x="3295650" y="3702050"/>
          <p14:tracePt t="64404" x="3287713" y="3702050"/>
          <p14:tracePt t="64411" x="3281363" y="3695700"/>
          <p14:tracePt t="64428" x="3273425" y="3687763"/>
          <p14:tracePt t="64436" x="3267075" y="3681413"/>
          <p14:tracePt t="64444" x="3259138" y="3673475"/>
          <p14:tracePt t="64460" x="3259138" y="3667125"/>
          <p14:tracePt t="64468" x="3252788" y="3659188"/>
          <p14:tracePt t="64476" x="3238500" y="3638550"/>
          <p14:tracePt t="64484" x="3238500" y="3630613"/>
          <p14:tracePt t="64492" x="3230563" y="3624263"/>
          <p14:tracePt t="64500" x="3230563" y="3609975"/>
          <p14:tracePt t="64516" x="3224213" y="3602038"/>
          <p14:tracePt t="64524" x="3216275" y="3595688"/>
          <p14:tracePt t="64531" x="3216275" y="3587750"/>
          <p14:tracePt t="64540" x="3209925" y="3573463"/>
          <p14:tracePt t="64548" x="3209925" y="3567113"/>
          <p14:tracePt t="64556" x="3209925" y="3559175"/>
          <p14:tracePt t="64563" x="3195638" y="3538538"/>
          <p14:tracePt t="64572" x="3195638" y="3530600"/>
          <p14:tracePt t="64579" x="3187700" y="3524250"/>
          <p14:tracePt t="64588" x="3187700" y="3516313"/>
          <p14:tracePt t="64595" x="3181350" y="3509963"/>
          <p14:tracePt t="64604" x="3181350" y="3502025"/>
          <p14:tracePt t="64611" x="3181350" y="3495675"/>
          <p14:tracePt t="64628" x="3181350" y="3487738"/>
          <p14:tracePt t="64636" x="3181350" y="3481388"/>
          <p14:tracePt t="64668" x="3181350" y="3473450"/>
          <p14:tracePt t="64692" x="3181350" y="3467100"/>
          <p14:tracePt t="64700" x="3181350" y="3459163"/>
          <p14:tracePt t="64723" x="3181350" y="3444875"/>
          <p14:tracePt t="64731" x="3181350" y="3438525"/>
          <p14:tracePt t="64756" x="3181350" y="3424238"/>
          <p14:tracePt t="64772" x="3187700" y="3417888"/>
          <p14:tracePt t="64779" x="3187700" y="3409950"/>
          <p14:tracePt t="64795" x="3195638" y="3403600"/>
          <p14:tracePt t="64812" x="3201988" y="3395663"/>
          <p14:tracePt t="64820" x="3201988" y="3389313"/>
          <p14:tracePt t="64828" x="3209925" y="3389313"/>
          <p14:tracePt t="64860" x="3216275" y="3389313"/>
          <p14:tracePt t="64876" x="3224213" y="3389313"/>
          <p14:tracePt t="64894" x="3230563" y="3389313"/>
          <p14:tracePt t="64900" x="3230563" y="3381375"/>
          <p14:tracePt t="64916" x="3238500" y="3381375"/>
          <p14:tracePt t="64924" x="3252788" y="3381375"/>
          <p14:tracePt t="64940" x="3267075" y="3381375"/>
          <p14:tracePt t="64948" x="3273425" y="3381375"/>
          <p14:tracePt t="64963" x="3281363" y="3381375"/>
          <p14:tracePt t="64972" x="3295650" y="3381375"/>
          <p14:tracePt t="64980" x="3302000" y="3381375"/>
          <p14:tracePt t="64988" x="3309938" y="3381375"/>
          <p14:tracePt t="64995" x="3324225" y="3381375"/>
          <p14:tracePt t="65004" x="3344863" y="3381375"/>
          <p14:tracePt t="65011" x="3352800" y="3381375"/>
          <p14:tracePt t="65019" x="3373438" y="3381375"/>
          <p14:tracePt t="65027" x="3395663" y="3381375"/>
          <p14:tracePt t="65035" x="3402013" y="3381375"/>
          <p14:tracePt t="65043" x="3416300" y="3381375"/>
          <p14:tracePt t="65052" x="3430588" y="3381375"/>
          <p14:tracePt t="65060" x="3444875" y="3381375"/>
          <p14:tracePt t="65068" x="3459163" y="3389313"/>
          <p14:tracePt t="65076" x="3473450" y="3389313"/>
          <p14:tracePt t="65083" x="3481388" y="3389313"/>
          <p14:tracePt t="65092" x="3495675" y="3395663"/>
          <p14:tracePt t="65100" x="3509963" y="3395663"/>
          <p14:tracePt t="65108" x="3524250" y="3403600"/>
          <p14:tracePt t="65116" x="3544888" y="3403600"/>
          <p14:tracePt t="65124" x="3559175" y="3409950"/>
          <p14:tracePt t="65131" x="3579813" y="3417888"/>
          <p14:tracePt t="65140" x="3594100" y="3424238"/>
          <p14:tracePt t="65147" x="3602038" y="3424238"/>
          <p14:tracePt t="65156" x="3608388" y="3424238"/>
          <p14:tracePt t="65163" x="3622675" y="3430588"/>
          <p14:tracePt t="65172" x="3630613" y="3438525"/>
          <p14:tracePt t="65188" x="3630613" y="3444875"/>
          <p14:tracePt t="65204" x="3630613" y="3459163"/>
          <p14:tracePt t="65211" x="3630613" y="3467100"/>
          <p14:tracePt t="65220" x="3630613" y="3495675"/>
          <p14:tracePt t="65228" x="3630613" y="3509963"/>
          <p14:tracePt t="65236" x="3630613" y="3524250"/>
          <p14:tracePt t="65244" x="3630613" y="3538538"/>
          <p14:tracePt t="65251" x="3630613" y="3544888"/>
          <p14:tracePt t="65261" x="3630613" y="3559175"/>
          <p14:tracePt t="65267" x="3630613" y="3567113"/>
          <p14:tracePt t="65276" x="3630613" y="3581400"/>
          <p14:tracePt t="65292" x="3630613" y="3587750"/>
          <p14:tracePt t="65308" x="3630613" y="3602038"/>
          <p14:tracePt t="65331" x="3630613" y="3609975"/>
          <p14:tracePt t="65348" x="3630613" y="3616325"/>
          <p14:tracePt t="65356" x="3636963" y="3630613"/>
          <p14:tracePt t="65363" x="3644900" y="3630613"/>
          <p14:tracePt t="65372" x="3665538" y="3638550"/>
          <p14:tracePt t="65379" x="3679825" y="3652838"/>
          <p14:tracePt t="65388" x="3708400" y="3659188"/>
          <p14:tracePt t="65395" x="3736975" y="3659188"/>
          <p14:tracePt t="65404" x="3759200" y="3667125"/>
          <p14:tracePt t="65411" x="3802063" y="3673475"/>
          <p14:tracePt t="65420" x="3822700" y="3681413"/>
          <p14:tracePt t="65428" x="3851275" y="3687763"/>
          <p14:tracePt t="65436" x="3879850" y="3695700"/>
          <p14:tracePt t="65444" x="3902075" y="3695700"/>
          <p14:tracePt t="65452" x="3937000" y="3695700"/>
          <p14:tracePt t="65460" x="3959225" y="3695700"/>
          <p14:tracePt t="65468" x="3979863" y="3709988"/>
          <p14:tracePt t="65476" x="4002088" y="3709988"/>
          <p14:tracePt t="65484" x="4022725" y="3716338"/>
          <p14:tracePt t="65492" x="4044950" y="3716338"/>
          <p14:tracePt t="65500" x="4059238" y="3716338"/>
          <p14:tracePt t="65508" x="4086225" y="3716338"/>
          <p14:tracePt t="65516" x="4114800" y="3724275"/>
          <p14:tracePt t="65524" x="4151313" y="3738563"/>
          <p14:tracePt t="65531" x="4179888" y="3738563"/>
          <p14:tracePt t="65540" x="4208463" y="3738563"/>
          <p14:tracePt t="65548" x="4229100" y="3744913"/>
          <p14:tracePt t="65556" x="4257675" y="3744913"/>
          <p14:tracePt t="65563" x="4294188" y="3752850"/>
          <p14:tracePt t="65572" x="4322763" y="3752850"/>
          <p14:tracePt t="65579" x="4351338" y="3752850"/>
          <p14:tracePt t="65588" x="4379913" y="3752850"/>
          <p14:tracePt t="65595" x="4408488" y="3752850"/>
          <p14:tracePt t="65604" x="4429125" y="3752850"/>
          <p14:tracePt t="65611" x="4457700" y="3752850"/>
          <p14:tracePt t="65620" x="4479925" y="3752850"/>
          <p14:tracePt t="65628" x="4494213" y="3752850"/>
          <p14:tracePt t="65636" x="4508500" y="3752850"/>
          <p14:tracePt t="65644" x="4514850" y="3752850"/>
          <p14:tracePt t="65652" x="4529138" y="3744913"/>
          <p14:tracePt t="65668" x="4543425" y="3738563"/>
          <p14:tracePt t="65676" x="4543425" y="3730625"/>
          <p14:tracePt t="65684" x="4557713" y="3716338"/>
          <p14:tracePt t="65700" x="4572000" y="3709988"/>
          <p14:tracePt t="65708" x="4572000" y="3702050"/>
          <p14:tracePt t="65716" x="4578350" y="3681413"/>
          <p14:tracePt t="65724" x="4586288" y="3681413"/>
          <p14:tracePt t="65731" x="4586288" y="3667125"/>
          <p14:tracePt t="65740" x="4586288" y="3659188"/>
          <p14:tracePt t="65748" x="4592638" y="3659188"/>
          <p14:tracePt t="65756" x="4592638" y="3644900"/>
          <p14:tracePt t="65763" x="4600575" y="3630613"/>
          <p14:tracePt t="65779" x="4606925" y="3624263"/>
          <p14:tracePt t="65788" x="4614863" y="3609975"/>
          <p14:tracePt t="65795" x="4614863" y="3602038"/>
          <p14:tracePt t="65811" x="4621213" y="3581400"/>
          <p14:tracePt t="65827" x="4629150" y="3567113"/>
          <p14:tracePt t="65836" x="4629150" y="3559175"/>
          <p14:tracePt t="65844" x="4629150" y="3544888"/>
          <p14:tracePt t="65852" x="4629150" y="3538538"/>
          <p14:tracePt t="65860" x="4635500" y="3530600"/>
          <p14:tracePt t="65868" x="4635500" y="3516313"/>
          <p14:tracePt t="65877" x="4635500" y="3502025"/>
          <p14:tracePt t="65884" x="4635500" y="3481388"/>
          <p14:tracePt t="65892" x="4635500" y="3459163"/>
          <p14:tracePt t="65900" x="4635500" y="3452813"/>
          <p14:tracePt t="65908" x="4635500" y="3444875"/>
          <p14:tracePt t="65916" x="4635500" y="3430588"/>
          <p14:tracePt t="65924" x="4629150" y="3417888"/>
          <p14:tracePt t="65931" x="4621213" y="3409950"/>
          <p14:tracePt t="65940" x="4600575" y="3389313"/>
          <p14:tracePt t="65947" x="4592638" y="3375025"/>
          <p14:tracePt t="65956" x="4578350" y="3367088"/>
          <p14:tracePt t="65964" x="4557713" y="3352800"/>
          <p14:tracePt t="65972" x="4529138" y="3332163"/>
          <p14:tracePt t="65979" x="4514850" y="3332163"/>
          <p14:tracePt t="65988" x="4500563" y="3324225"/>
          <p14:tracePt t="65996" x="4479925" y="3309938"/>
          <p14:tracePt t="66004" x="4465638" y="3303588"/>
          <p14:tracePt t="66012" x="4465638" y="3295650"/>
          <p14:tracePt t="66019" x="4451350" y="3295650"/>
          <p14:tracePt t="66036" x="4443413" y="3281363"/>
          <p14:tracePt t="66044" x="4429125" y="3281363"/>
          <p14:tracePt t="66060" x="4422775" y="3281363"/>
          <p14:tracePt t="66068" x="4414838" y="3275013"/>
          <p14:tracePt t="66092" x="4408488" y="3275013"/>
          <p14:tracePt t="66100" x="4400550" y="3275013"/>
          <p14:tracePt t="66108" x="4394200" y="3275013"/>
          <p14:tracePt t="66115" x="4379913" y="3260725"/>
          <p14:tracePt t="66124" x="4371975" y="3260725"/>
          <p14:tracePt t="66140" x="4357688" y="3260725"/>
          <p14:tracePt t="66156" x="4351338" y="3260725"/>
          <p14:tracePt t="66172" x="4337050" y="3260725"/>
          <p14:tracePt t="66203" x="4329113" y="3260725"/>
          <p14:tracePt t="66228" x="4322763" y="3260725"/>
          <p14:tracePt t="66236" x="4314825" y="3260725"/>
          <p14:tracePt t="66260" x="4308475" y="3260725"/>
          <p14:tracePt t="66276" x="4300538" y="3260725"/>
          <p14:tracePt t="66284" x="4294188" y="3260725"/>
          <p14:tracePt t="66308" x="4286250" y="3267075"/>
          <p14:tracePt t="66316" x="4286250" y="3275013"/>
          <p14:tracePt t="66347" x="4279900" y="3281363"/>
          <p14:tracePt t="66363" x="4271963" y="3289300"/>
          <p14:tracePt t="66379" x="4265613" y="3289300"/>
          <p14:tracePt t="66388" x="4265613" y="3295650"/>
          <p14:tracePt t="66395" x="4265613" y="3303588"/>
          <p14:tracePt t="66404" x="4257675" y="3303588"/>
          <p14:tracePt t="66411" x="4251325" y="3317875"/>
          <p14:tracePt t="66427" x="4251325" y="3324225"/>
          <p14:tracePt t="66444" x="4251325" y="3338513"/>
          <p14:tracePt t="66460" x="4251325" y="3346450"/>
          <p14:tracePt t="66468" x="4243388" y="3352800"/>
          <p14:tracePt t="66484" x="4243388" y="3360738"/>
          <p14:tracePt t="66492" x="4243388" y="3367088"/>
          <p14:tracePt t="66516" x="4243388" y="3375025"/>
          <p14:tracePt t="66524" x="4243388" y="3381375"/>
          <p14:tracePt t="66540" x="4243388" y="3389313"/>
          <p14:tracePt t="66556" x="4243388" y="3403600"/>
          <p14:tracePt t="66563" x="4243388" y="3409950"/>
          <p14:tracePt t="66579" x="4243388" y="3417888"/>
          <p14:tracePt t="66588" x="4243388" y="3424238"/>
          <p14:tracePt t="66595" x="4243388" y="3430588"/>
          <p14:tracePt t="66611" x="4243388" y="3444875"/>
          <p14:tracePt t="66627" x="4243388" y="3452813"/>
          <p14:tracePt t="66636" x="4243388" y="3467100"/>
          <p14:tracePt t="66644" x="4243388" y="3473450"/>
          <p14:tracePt t="66652" x="4243388" y="3487738"/>
          <p14:tracePt t="66668" x="4243388" y="3495675"/>
          <p14:tracePt t="66675" x="4243388" y="3509963"/>
          <p14:tracePt t="66684" x="4243388" y="3516313"/>
          <p14:tracePt t="66700" x="4243388" y="3524250"/>
          <p14:tracePt t="66716" x="4243388" y="3530600"/>
          <p14:tracePt t="66748" x="4243388" y="3538538"/>
          <p14:tracePt t="66796" x="4243388" y="3544888"/>
          <p14:tracePt t="66820" x="4243388" y="3552825"/>
          <p14:tracePt t="66827" x="4251325" y="3552825"/>
          <p14:tracePt t="66868" x="4251325" y="3559175"/>
          <p14:tracePt t="66916" x="4257675" y="3567113"/>
          <p14:tracePt t="66948" x="4265613" y="3573463"/>
          <p14:tracePt t="67020" x="4271963" y="3573463"/>
          <p14:tracePt t="67044" x="4279900" y="3573463"/>
          <p14:tracePt t="67068" x="4286250" y="3581400"/>
          <p14:tracePt t="68564" x="4294188" y="3581400"/>
          <p14:tracePt t="68579" x="4294188" y="3587750"/>
          <p14:tracePt t="68588" x="4300538" y="3587750"/>
          <p14:tracePt t="68628" x="4308475" y="3587750"/>
          <p14:tracePt t="68636" x="4308475" y="3595688"/>
          <p14:tracePt t="68643" x="4314825" y="3602038"/>
          <p14:tracePt t="68660" x="4314825" y="3609975"/>
          <p14:tracePt t="68668" x="4314825" y="3616325"/>
          <p14:tracePt t="68676" x="4329113" y="3624263"/>
          <p14:tracePt t="68692" x="4329113" y="3630613"/>
          <p14:tracePt t="68700" x="4337050" y="3638550"/>
          <p14:tracePt t="68708" x="4337050" y="3644900"/>
          <p14:tracePt t="68716" x="4343400" y="3644900"/>
          <p14:tracePt t="68724" x="4343400" y="3652838"/>
          <p14:tracePt t="68732" x="4351338" y="3659188"/>
          <p14:tracePt t="68740" x="4357688" y="3667125"/>
          <p14:tracePt t="68748" x="4365625" y="3673475"/>
          <p14:tracePt t="68756" x="4365625" y="3681413"/>
          <p14:tracePt t="68763" x="4371975" y="3695700"/>
          <p14:tracePt t="68772" x="4379913" y="3695700"/>
          <p14:tracePt t="68788" x="4386263" y="3702050"/>
          <p14:tracePt t="68804" x="4400550" y="3709988"/>
          <p14:tracePt t="68811" x="4408488" y="3716338"/>
          <p14:tracePt t="68827" x="4422775" y="3724275"/>
          <p14:tracePt t="68844" x="4437063" y="3730625"/>
          <p14:tracePt t="68852" x="4451350" y="3730625"/>
          <p14:tracePt t="68860" x="4471988" y="3730625"/>
          <p14:tracePt t="68868" x="4479925" y="3730625"/>
          <p14:tracePt t="68876" x="4486275" y="3730625"/>
          <p14:tracePt t="68894" x="4500563" y="3730625"/>
          <p14:tracePt t="68900" x="4514850" y="3730625"/>
          <p14:tracePt t="68916" x="4522788" y="3730625"/>
          <p14:tracePt t="68924" x="4537075" y="3730625"/>
          <p14:tracePt t="68931" x="4543425" y="3730625"/>
          <p14:tracePt t="68940" x="4557713" y="3730625"/>
          <p14:tracePt t="68947" x="4572000" y="3716338"/>
          <p14:tracePt t="68955" x="4578350" y="3709988"/>
          <p14:tracePt t="68964" x="4592638" y="3695700"/>
          <p14:tracePt t="68972" x="4600575" y="3695700"/>
          <p14:tracePt t="68988" x="4600575" y="3687763"/>
          <p14:tracePt t="68996" x="4606925" y="3681413"/>
          <p14:tracePt t="69027" x="4614863" y="3667125"/>
          <p14:tracePt t="69044" x="4614863" y="3659188"/>
          <p14:tracePt t="69060" x="4621213" y="3644900"/>
          <p14:tracePt t="69076" x="4621213" y="3630613"/>
          <p14:tracePt t="69083" x="4621213" y="3624263"/>
          <p14:tracePt t="69092" x="4621213" y="3616325"/>
          <p14:tracePt t="69100" x="4621213" y="3609975"/>
          <p14:tracePt t="69108" x="4621213" y="3602038"/>
          <p14:tracePt t="69116" x="4635500" y="3595688"/>
          <p14:tracePt t="69131" x="4635500" y="3573463"/>
          <p14:tracePt t="69148" x="4635500" y="3559175"/>
          <p14:tracePt t="69155" x="4635500" y="3552825"/>
          <p14:tracePt t="69164" x="4635500" y="3538538"/>
          <p14:tracePt t="69172" x="4635500" y="3524250"/>
          <p14:tracePt t="69180" x="4635500" y="3516313"/>
          <p14:tracePt t="69188" x="4635500" y="3495675"/>
          <p14:tracePt t="69196" x="4635500" y="3481388"/>
          <p14:tracePt t="69204" x="4635500" y="3473450"/>
          <p14:tracePt t="69211" x="4635500" y="3452813"/>
          <p14:tracePt t="69220" x="4635500" y="3444875"/>
          <p14:tracePt t="69228" x="4635500" y="3430588"/>
          <p14:tracePt t="69236" x="4635500" y="3424238"/>
          <p14:tracePt t="69244" x="4629150" y="3403600"/>
          <p14:tracePt t="69252" x="4621213" y="3395663"/>
          <p14:tracePt t="69268" x="4614863" y="3381375"/>
          <p14:tracePt t="69276" x="4606925" y="3367088"/>
          <p14:tracePt t="69284" x="4606925" y="3352800"/>
          <p14:tracePt t="69292" x="4592638" y="3346450"/>
          <p14:tracePt t="69299" x="4586288" y="3324225"/>
          <p14:tracePt t="69308" x="4578350" y="3324225"/>
          <p14:tracePt t="69316" x="4572000" y="3317875"/>
          <p14:tracePt t="69331" x="4565650" y="3309938"/>
          <p14:tracePt t="69348" x="4551363" y="3309938"/>
          <p14:tracePt t="69363" x="4543425" y="3309938"/>
          <p14:tracePt t="69372" x="4529138" y="3309938"/>
          <p14:tracePt t="69379" x="4514850" y="3303588"/>
          <p14:tracePt t="69388" x="4500563" y="3303588"/>
          <p14:tracePt t="69395" x="4494213" y="3303588"/>
          <p14:tracePt t="69404" x="4471988" y="3303588"/>
          <p14:tracePt t="69411" x="4465638" y="3303588"/>
          <p14:tracePt t="69420" x="4451350" y="3303588"/>
          <p14:tracePt t="69427" x="4443413" y="3303588"/>
          <p14:tracePt t="69452" x="4437063" y="3303588"/>
          <p14:tracePt t="69468" x="4429125" y="3303588"/>
          <p14:tracePt t="69540" x="4422775" y="3303588"/>
          <p14:tracePt t="69548" x="4414838" y="3303588"/>
          <p14:tracePt t="69563" x="4408488" y="3303588"/>
          <p14:tracePt t="69572" x="4400550" y="3309938"/>
          <p14:tracePt t="69579" x="4394200" y="3309938"/>
          <p14:tracePt t="69588" x="4386263" y="3324225"/>
          <p14:tracePt t="69604" x="4379913" y="3324225"/>
          <p14:tracePt t="69611" x="4379913" y="3332163"/>
          <p14:tracePt t="69620" x="4365625" y="3346450"/>
          <p14:tracePt t="69636" x="4351338" y="3352800"/>
          <p14:tracePt t="69644" x="4351338" y="3367088"/>
          <p14:tracePt t="69652" x="4343400" y="3367088"/>
          <p14:tracePt t="69668" x="4337050" y="3375025"/>
          <p14:tracePt t="69692" x="4329113" y="3381375"/>
          <p14:tracePt t="69700" x="4322763" y="3389313"/>
          <p14:tracePt t="69708" x="4308475" y="3403600"/>
          <p14:tracePt t="69716" x="4308475" y="3409950"/>
          <p14:tracePt t="69724" x="4294188" y="3430588"/>
          <p14:tracePt t="69731" x="4279900" y="3444875"/>
          <p14:tracePt t="69740" x="4265613" y="3473450"/>
          <p14:tracePt t="69748" x="4251325" y="3495675"/>
          <p14:tracePt t="69756" x="4251325" y="3516313"/>
          <p14:tracePt t="69763" x="4251325" y="3530600"/>
          <p14:tracePt t="69772" x="4251325" y="3552825"/>
          <p14:tracePt t="69779" x="4251325" y="3581400"/>
          <p14:tracePt t="69787" x="4251325" y="3609975"/>
          <p14:tracePt t="69795" x="4265613" y="3652838"/>
          <p14:tracePt t="69803" x="4286250" y="3695700"/>
          <p14:tracePt t="69811" x="4314825" y="3738563"/>
          <p14:tracePt t="69820" x="4343400" y="3773488"/>
          <p14:tracePt t="69828" x="4379913" y="3810000"/>
          <p14:tracePt t="69835" x="4394200" y="3824288"/>
          <p14:tracePt t="69844" x="4429125" y="3852863"/>
          <p14:tracePt t="69852" x="4451350" y="3867150"/>
          <p14:tracePt t="69860" x="4486275" y="3881438"/>
          <p14:tracePt t="69868" x="4500563" y="3881438"/>
          <p14:tracePt t="69878" x="4522788" y="3887788"/>
          <p14:tracePt t="69884" x="4537075" y="3887788"/>
          <p14:tracePt t="69892" x="4543425" y="3887788"/>
          <p14:tracePt t="69900" x="4551363" y="3887788"/>
          <p14:tracePt t="69916" x="4565650" y="3887788"/>
          <p14:tracePt t="69931" x="4572000" y="3887788"/>
          <p14:tracePt t="69947" x="4578350" y="3873500"/>
          <p14:tracePt t="69964" x="4578350" y="3867150"/>
          <p14:tracePt t="69980" x="4586288" y="3852863"/>
          <p14:tracePt t="70036" x="4586288" y="3844925"/>
          <p14:tracePt t="70652" x="4592638" y="3844925"/>
          <p14:tracePt t="72027" x="4586288" y="3844925"/>
          <p14:tracePt t="72036" x="4572000" y="3844925"/>
          <p14:tracePt t="72043" x="4551363" y="3844925"/>
          <p14:tracePt t="72052" x="4543425" y="3844925"/>
          <p14:tracePt t="72060" x="4537075" y="3844925"/>
          <p14:tracePt t="72068" x="4529138" y="3844925"/>
          <p14:tracePt t="72076" x="4522788" y="3844925"/>
          <p14:tracePt t="72083" x="4514850" y="3844925"/>
          <p14:tracePt t="72092" x="4508500" y="3844925"/>
          <p14:tracePt t="72115" x="4500563" y="3844925"/>
          <p14:tracePt t="72156" x="4494213" y="3844925"/>
          <p14:tracePt t="72164" x="4486275" y="3844925"/>
          <p14:tracePt t="72172" x="4479925" y="3844925"/>
          <p14:tracePt t="72196" x="4471988" y="3844925"/>
          <p14:tracePt t="72204" x="4457700" y="3844925"/>
          <p14:tracePt t="72220" x="4451350" y="3844925"/>
          <p14:tracePt t="72227" x="4437063" y="3844925"/>
          <p14:tracePt t="72252" x="4429125" y="3844925"/>
          <p14:tracePt t="72276" x="4422775" y="3844925"/>
          <p14:tracePt t="72388" x="4414838" y="3844925"/>
          <p14:tracePt t="72435" x="4408488" y="3844925"/>
          <p14:tracePt t="73284" x="4422775" y="3844925"/>
          <p14:tracePt t="73292" x="4437063" y="3844925"/>
          <p14:tracePt t="73300" x="4457700" y="3852863"/>
          <p14:tracePt t="73308" x="4465638" y="3852863"/>
          <p14:tracePt t="73316" x="4479925" y="3852863"/>
          <p14:tracePt t="73324" x="4494213" y="3852863"/>
          <p14:tracePt t="73339" x="4514850" y="3859213"/>
          <p14:tracePt t="73348" x="4522788" y="3859213"/>
          <p14:tracePt t="73355" x="4537075" y="3859213"/>
          <p14:tracePt t="73363" x="4557713" y="3859213"/>
          <p14:tracePt t="73372" x="4572000" y="3859213"/>
          <p14:tracePt t="73380" x="4592638" y="3859213"/>
          <p14:tracePt t="73387" x="4621213" y="3859213"/>
          <p14:tracePt t="73395" x="4649788" y="3859213"/>
          <p14:tracePt t="73404" x="4672013" y="3859213"/>
          <p14:tracePt t="73411" x="4700588" y="3859213"/>
          <p14:tracePt t="73420" x="4721225" y="3859213"/>
          <p14:tracePt t="73427" x="4735513" y="3859213"/>
          <p14:tracePt t="73436" x="4757738" y="3859213"/>
          <p14:tracePt t="73444" x="4786313" y="3859213"/>
          <p14:tracePt t="73452" x="4814888" y="3859213"/>
          <p14:tracePt t="73460" x="4843463" y="3859213"/>
          <p14:tracePt t="73468" x="4886325" y="3859213"/>
          <p14:tracePt t="73476" x="4929188" y="3859213"/>
          <p14:tracePt t="73484" x="4978400" y="3859213"/>
          <p14:tracePt t="73492" x="5006975" y="3859213"/>
          <p14:tracePt t="73500" x="5049838" y="3859213"/>
          <p14:tracePt t="73508" x="5084763" y="3859213"/>
          <p14:tracePt t="73516" x="5113338" y="3859213"/>
          <p14:tracePt t="73524" x="5156200" y="3859213"/>
          <p14:tracePt t="73531" x="5192713" y="3859213"/>
          <p14:tracePt t="73540" x="5221288" y="3859213"/>
          <p14:tracePt t="73548" x="5256213" y="3859213"/>
          <p14:tracePt t="73556" x="5292725" y="3859213"/>
          <p14:tracePt t="73563" x="5321300" y="3859213"/>
          <p14:tracePt t="73572" x="5356225" y="3859213"/>
          <p14:tracePt t="73579" x="5378450" y="3859213"/>
          <p14:tracePt t="73588" x="5399088" y="3859213"/>
          <p14:tracePt t="73595" x="5407025" y="3859213"/>
          <p14:tracePt t="73604" x="5427663" y="3859213"/>
          <p14:tracePt t="73619" x="5435600" y="3859213"/>
          <p14:tracePt t="73627" x="5449888" y="3859213"/>
          <p14:tracePt t="73644" x="5464175" y="3859213"/>
          <p14:tracePt t="73652" x="5470525" y="3859213"/>
          <p14:tracePt t="73660" x="5478463" y="3859213"/>
          <p14:tracePt t="73668" x="5492750" y="3859213"/>
          <p14:tracePt t="73684" x="5499100" y="3859213"/>
          <p14:tracePt t="73692" x="5507038" y="3859213"/>
          <p14:tracePt t="73700" x="5513388" y="3859213"/>
          <p14:tracePt t="73708" x="5521325" y="3852863"/>
          <p14:tracePt t="73740" x="5527675" y="3852863"/>
          <p14:tracePt t="73748" x="5527675" y="3844925"/>
          <p14:tracePt t="73764" x="5535613" y="3838575"/>
          <p14:tracePt t="73828" x="5541963" y="3824288"/>
          <p14:tracePt t="73836" x="5549900" y="3816350"/>
          <p14:tracePt t="73852" x="5556250" y="3802063"/>
          <p14:tracePt t="73868" x="5556250" y="3795713"/>
          <p14:tracePt t="73876" x="5556250" y="3781425"/>
          <p14:tracePt t="74164" x="5556250" y="3773488"/>
          <p14:tracePt t="74220" x="5556250" y="3759200"/>
          <p14:tracePt t="74692" x="5556250" y="3752850"/>
          <p14:tracePt t="75843" x="5556250" y="3759200"/>
          <p14:tracePt t="75852" x="5556250" y="3767138"/>
          <p14:tracePt t="76412" x="5549900" y="3767138"/>
          <p14:tracePt t="76420" x="5535613" y="3767138"/>
          <p14:tracePt t="76436" x="5527675" y="3767138"/>
          <p14:tracePt t="76443" x="5521325" y="3767138"/>
          <p14:tracePt t="76452" x="5513388" y="3767138"/>
          <p14:tracePt t="76475" x="5507038" y="3767138"/>
          <p14:tracePt t="76483" x="5499100" y="3767138"/>
          <p14:tracePt t="76492" x="5492750" y="3767138"/>
          <p14:tracePt t="76499" x="5478463" y="3767138"/>
          <p14:tracePt t="76516" x="5470525" y="3767138"/>
          <p14:tracePt t="76524" x="5456238" y="3767138"/>
          <p14:tracePt t="76531" x="5441950" y="3767138"/>
          <p14:tracePt t="76540" x="5427663" y="3767138"/>
          <p14:tracePt t="76547" x="5421313" y="3759200"/>
          <p14:tracePt t="76556" x="5413375" y="3759200"/>
          <p14:tracePt t="76563" x="5407025" y="3759200"/>
          <p14:tracePt t="76572" x="5399088" y="3759200"/>
          <p14:tracePt t="76588" x="5399088" y="3752850"/>
          <p14:tracePt t="76604" x="5392738" y="3752850"/>
          <p14:tracePt t="76643" x="5384800" y="3752850"/>
          <p14:tracePt t="76692" x="5378450" y="3752850"/>
          <p14:tracePt t="76916" x="5384800" y="3752850"/>
          <p14:tracePt t="76932" x="5407025" y="3752850"/>
          <p14:tracePt t="76940" x="5427663" y="3744913"/>
          <p14:tracePt t="76948" x="5435600" y="3744913"/>
          <p14:tracePt t="76956" x="5456238" y="3744913"/>
          <p14:tracePt t="76963" x="5484813" y="3744913"/>
          <p14:tracePt t="76972" x="5507038" y="3744913"/>
          <p14:tracePt t="76980" x="5527675" y="3744913"/>
          <p14:tracePt t="76988" x="5541963" y="3744913"/>
          <p14:tracePt t="77012" x="5549900" y="3744913"/>
          <p14:tracePt t="77020" x="5556250" y="3744913"/>
          <p14:tracePt t="77027" x="5564188" y="3744913"/>
          <p14:tracePt t="77036" x="5570538" y="3744913"/>
          <p14:tracePt t="77043" x="5578475" y="3744913"/>
          <p14:tracePt t="77052" x="5584825" y="3744913"/>
          <p14:tracePt t="77060" x="5591175" y="3744913"/>
          <p14:tracePt t="77068" x="5599113" y="3744913"/>
          <p14:tracePt t="77076" x="5605463" y="3744913"/>
          <p14:tracePt t="77084" x="5619750" y="3744913"/>
          <p14:tracePt t="77092" x="5634038" y="3744913"/>
          <p14:tracePt t="77100" x="5641975" y="3744913"/>
          <p14:tracePt t="77116" x="5656263" y="3744913"/>
          <p14:tracePt t="77124" x="5662613" y="3744913"/>
          <p14:tracePt t="77132" x="5670550" y="3738563"/>
          <p14:tracePt t="77140" x="5676900" y="3730625"/>
          <p14:tracePt t="77163" x="5684838" y="3724275"/>
          <p14:tracePt t="77179" x="5691188" y="3724275"/>
          <p14:tracePt t="77188" x="5691188" y="3709988"/>
          <p14:tracePt t="77195" x="5705475" y="3702050"/>
          <p14:tracePt t="77211" x="5705475" y="3687763"/>
          <p14:tracePt t="77219" x="5713413" y="3681413"/>
          <p14:tracePt t="77227" x="5719763" y="3681413"/>
          <p14:tracePt t="77236" x="5719763" y="3667125"/>
          <p14:tracePt t="77244" x="5719763" y="3659188"/>
          <p14:tracePt t="77252" x="5727700" y="3659188"/>
          <p14:tracePt t="77260" x="5727700" y="3644900"/>
          <p14:tracePt t="77268" x="5734050" y="3638550"/>
          <p14:tracePt t="77284" x="5741988" y="3624263"/>
          <p14:tracePt t="77292" x="5741988" y="3616325"/>
          <p14:tracePt t="77300" x="5748338" y="3609975"/>
          <p14:tracePt t="77308" x="5756275" y="3595688"/>
          <p14:tracePt t="77324" x="5756275" y="3587750"/>
          <p14:tracePt t="77331" x="5756275" y="3581400"/>
          <p14:tracePt t="77340" x="5762625" y="3573463"/>
          <p14:tracePt t="77356" x="5762625" y="3567113"/>
          <p14:tracePt t="77363" x="5762625" y="3559175"/>
          <p14:tracePt t="77372" x="5762625" y="3552825"/>
          <p14:tracePt t="77379" x="5762625" y="3544888"/>
          <p14:tracePt t="77388" x="5762625" y="3538538"/>
          <p14:tracePt t="77395" x="5762625" y="3530600"/>
          <p14:tracePt t="77411" x="5762625" y="3524250"/>
          <p14:tracePt t="77420" x="5762625" y="3509963"/>
          <p14:tracePt t="77427" x="5762625" y="3502025"/>
          <p14:tracePt t="77436" x="5762625" y="3481388"/>
          <p14:tracePt t="77444" x="5762625" y="3473450"/>
          <p14:tracePt t="77452" x="5762625" y="3459163"/>
          <p14:tracePt t="77460" x="5762625" y="3452813"/>
          <p14:tracePt t="77468" x="5762625" y="3430588"/>
          <p14:tracePt t="77476" x="5762625" y="3417888"/>
          <p14:tracePt t="77484" x="5762625" y="3395663"/>
          <p14:tracePt t="77492" x="5762625" y="3375025"/>
          <p14:tracePt t="77499" x="5762625" y="3352800"/>
          <p14:tracePt t="77516" x="5756275" y="3338513"/>
          <p14:tracePt t="77524" x="5756275" y="3324225"/>
          <p14:tracePt t="77531" x="5756275" y="3309938"/>
          <p14:tracePt t="77540" x="5734050" y="3281363"/>
          <p14:tracePt t="77548" x="5727700" y="3275013"/>
          <p14:tracePt t="77555" x="5727700" y="3267075"/>
          <p14:tracePt t="77563" x="5727700" y="3252788"/>
          <p14:tracePt t="77572" x="5719763" y="3246438"/>
          <p14:tracePt t="77579" x="5719763" y="3238500"/>
          <p14:tracePt t="77588" x="5705475" y="3232150"/>
          <p14:tracePt t="77603" x="5699125" y="3224213"/>
          <p14:tracePt t="77611" x="5691188" y="3224213"/>
          <p14:tracePt t="77620" x="5684838" y="3217863"/>
          <p14:tracePt t="77627" x="5676900" y="3217863"/>
          <p14:tracePt t="77635" x="5676900" y="3209925"/>
          <p14:tracePt t="77644" x="5670550" y="3209925"/>
          <p14:tracePt t="77652" x="5662613" y="3203575"/>
          <p14:tracePt t="77660" x="5656263" y="3195638"/>
          <p14:tracePt t="77668" x="5648325" y="3195638"/>
          <p14:tracePt t="77676" x="5641975" y="3189288"/>
          <p14:tracePt t="77684" x="5634038" y="3189288"/>
          <p14:tracePt t="77692" x="5627688" y="3181350"/>
          <p14:tracePt t="77700" x="5605463" y="3167063"/>
          <p14:tracePt t="77716" x="5591175" y="3152775"/>
          <p14:tracePt t="77731" x="5564188" y="3138488"/>
          <p14:tracePt t="77740" x="5556250" y="3138488"/>
          <p14:tracePt t="77748" x="5535613" y="3132138"/>
          <p14:tracePt t="77756" x="5521325" y="3132138"/>
          <p14:tracePt t="77763" x="5513388" y="3132138"/>
          <p14:tracePt t="77772" x="5492750" y="3124200"/>
          <p14:tracePt t="77779" x="5478463" y="3124200"/>
          <p14:tracePt t="77788" x="5456238" y="3109913"/>
          <p14:tracePt t="77795" x="5449888" y="3109913"/>
          <p14:tracePt t="77804" x="5441950" y="3109913"/>
          <p14:tracePt t="77811" x="5435600" y="3109913"/>
          <p14:tracePt t="77820" x="5421313" y="3109913"/>
          <p14:tracePt t="77827" x="5413375" y="3109913"/>
          <p14:tracePt t="77835" x="5399088" y="3109913"/>
          <p14:tracePt t="77844" x="5392738" y="3109913"/>
          <p14:tracePt t="77852" x="5378450" y="3109913"/>
          <p14:tracePt t="77860" x="5364163" y="3109913"/>
          <p14:tracePt t="77868" x="5349875" y="3109913"/>
          <p14:tracePt t="77876" x="5341938" y="3109913"/>
          <p14:tracePt t="77884" x="5313363" y="3109913"/>
          <p14:tracePt t="77892" x="5299075" y="3117850"/>
          <p14:tracePt t="77900" x="5284788" y="3117850"/>
          <p14:tracePt t="77908" x="5264150" y="3124200"/>
          <p14:tracePt t="77916" x="5256213" y="3132138"/>
          <p14:tracePt t="77924" x="5256213" y="3138488"/>
          <p14:tracePt t="77931" x="5249863" y="3146425"/>
          <p14:tracePt t="77940" x="5235575" y="3146425"/>
          <p14:tracePt t="77948" x="5235575" y="3160713"/>
          <p14:tracePt t="77956" x="5221288" y="3175000"/>
          <p14:tracePt t="77963" x="5213350" y="3181350"/>
          <p14:tracePt t="77972" x="5213350" y="3203575"/>
          <p14:tracePt t="77979" x="5199063" y="3217863"/>
          <p14:tracePt t="77988" x="5192713" y="3232150"/>
          <p14:tracePt t="77995" x="5184775" y="3246438"/>
          <p14:tracePt t="78004" x="5178425" y="3260725"/>
          <p14:tracePt t="78011" x="5170488" y="3275013"/>
          <p14:tracePt t="78020" x="5164138" y="3289300"/>
          <p14:tracePt t="78028" x="5156200" y="3309938"/>
          <p14:tracePt t="78036" x="5156200" y="3332163"/>
          <p14:tracePt t="78044" x="5141913" y="3346450"/>
          <p14:tracePt t="78052" x="5135563" y="3367088"/>
          <p14:tracePt t="78061" x="5127625" y="3389313"/>
          <p14:tracePt t="78068" x="5127625" y="3395663"/>
          <p14:tracePt t="78076" x="5127625" y="3417888"/>
          <p14:tracePt t="78084" x="5127625" y="3438525"/>
          <p14:tracePt t="78092" x="5127625" y="3452813"/>
          <p14:tracePt t="78107" x="5127625" y="3467100"/>
          <p14:tracePt t="78115" x="5127625" y="3473450"/>
          <p14:tracePt t="78124" x="5127625" y="3495675"/>
          <p14:tracePt t="78132" x="5127625" y="3516313"/>
          <p14:tracePt t="78140" x="5127625" y="3524250"/>
          <p14:tracePt t="78148" x="5127625" y="3544888"/>
          <p14:tracePt t="78156" x="5135563" y="3559175"/>
          <p14:tracePt t="78164" x="5141913" y="3581400"/>
          <p14:tracePt t="78172" x="5156200" y="3609975"/>
          <p14:tracePt t="78180" x="5170488" y="3624263"/>
          <p14:tracePt t="78188" x="5199063" y="3652838"/>
          <p14:tracePt t="78195" x="5213350" y="3667125"/>
          <p14:tracePt t="78204" x="5235575" y="3673475"/>
          <p14:tracePt t="78211" x="5256213" y="3687763"/>
          <p14:tracePt t="78220" x="5270500" y="3695700"/>
          <p14:tracePt t="78228" x="5278438" y="3702050"/>
          <p14:tracePt t="78236" x="5299075" y="3716338"/>
          <p14:tracePt t="78244" x="5307013" y="3716338"/>
          <p14:tracePt t="78252" x="5313363" y="3724275"/>
          <p14:tracePt t="78260" x="5327650" y="3724275"/>
          <p14:tracePt t="78267" x="5327650" y="3730625"/>
          <p14:tracePt t="78276" x="5335588" y="3730625"/>
          <p14:tracePt t="78284" x="5349875" y="3738563"/>
          <p14:tracePt t="78292" x="5356225" y="3744913"/>
          <p14:tracePt t="78299" x="5370513" y="3744913"/>
          <p14:tracePt t="78308" x="5392738" y="3744913"/>
          <p14:tracePt t="78316" x="5407025" y="3744913"/>
          <p14:tracePt t="78324" x="5427663" y="3744913"/>
          <p14:tracePt t="78331" x="5456238" y="3744913"/>
          <p14:tracePt t="78340" x="5492750" y="3744913"/>
          <p14:tracePt t="78348" x="5521325" y="3744913"/>
          <p14:tracePt t="78356" x="5549900" y="3744913"/>
          <p14:tracePt t="78364" x="5578475" y="3744913"/>
          <p14:tracePt t="78372" x="5619750" y="3730625"/>
          <p14:tracePt t="78379" x="5641975" y="3724275"/>
          <p14:tracePt t="78388" x="5684838" y="3709988"/>
          <p14:tracePt t="78395" x="5699125" y="3702050"/>
          <p14:tracePt t="78404" x="5719763" y="3702050"/>
          <p14:tracePt t="78411" x="5734050" y="3695700"/>
          <p14:tracePt t="78420" x="5748338" y="3695700"/>
          <p14:tracePt t="78427" x="5770563" y="3681413"/>
          <p14:tracePt t="78436" x="5776913" y="3673475"/>
          <p14:tracePt t="78444" x="5784850" y="3667125"/>
          <p14:tracePt t="78452" x="5791200" y="3659188"/>
          <p14:tracePt t="78460" x="5799138" y="3652838"/>
          <p14:tracePt t="78468" x="5805488" y="3638550"/>
          <p14:tracePt t="78476" x="5813425" y="3630613"/>
          <p14:tracePt t="78484" x="5813425" y="3624263"/>
          <p14:tracePt t="78492" x="5813425" y="3609975"/>
          <p14:tracePt t="78500" x="5813425" y="3602038"/>
          <p14:tracePt t="78508" x="5813425" y="3587750"/>
          <p14:tracePt t="78516" x="5813425" y="3581400"/>
          <p14:tracePt t="78524" x="5813425" y="3567113"/>
          <p14:tracePt t="78540" x="5813425" y="3559175"/>
          <p14:tracePt t="78548" x="5813425" y="3544888"/>
          <p14:tracePt t="78572" x="5813425" y="3538538"/>
          <p14:tracePt t="78588" x="5813425" y="3516313"/>
          <p14:tracePt t="78595" x="5813425" y="3509963"/>
          <p14:tracePt t="78604" x="5813425" y="3502025"/>
          <p14:tracePt t="78611" x="5813425" y="3495675"/>
          <p14:tracePt t="78620" x="5813425" y="3487738"/>
          <p14:tracePt t="78628" x="5813425" y="3481388"/>
          <p14:tracePt t="78636" x="5813425" y="3473450"/>
          <p14:tracePt t="78644" x="5813425" y="3452813"/>
          <p14:tracePt t="78652" x="5813425" y="3444875"/>
          <p14:tracePt t="78660" x="5813425" y="3424238"/>
          <p14:tracePt t="78668" x="5799138" y="3409950"/>
          <p14:tracePt t="78675" x="5799138" y="3395663"/>
          <p14:tracePt t="78684" x="5799138" y="3375025"/>
          <p14:tracePt t="78692" x="5784850" y="3352800"/>
          <p14:tracePt t="78699" x="5776913" y="3338513"/>
          <p14:tracePt t="78708" x="5770563" y="3332163"/>
          <p14:tracePt t="78716" x="5762625" y="3317875"/>
          <p14:tracePt t="78724" x="5756275" y="3309938"/>
          <p14:tracePt t="78731" x="5748338" y="3303588"/>
          <p14:tracePt t="78747" x="5734050" y="3295650"/>
          <p14:tracePt t="78756" x="5727700" y="3289300"/>
          <p14:tracePt t="78763" x="5719763" y="3281363"/>
          <p14:tracePt t="78779" x="5705475" y="3281363"/>
          <p14:tracePt t="78788" x="5691188" y="3267075"/>
          <p14:tracePt t="78795" x="5676900" y="3260725"/>
          <p14:tracePt t="78804" x="5662613" y="3260725"/>
          <p14:tracePt t="78811" x="5641975" y="3260725"/>
          <p14:tracePt t="78820" x="5613400" y="3252788"/>
          <p14:tracePt t="78827" x="5591175" y="3246438"/>
          <p14:tracePt t="78836" x="5556250" y="3246438"/>
          <p14:tracePt t="78844" x="5527675" y="3246438"/>
          <p14:tracePt t="78852" x="5499100" y="3246438"/>
          <p14:tracePt t="78860" x="5478463" y="3246438"/>
          <p14:tracePt t="78868" x="5449888" y="3246438"/>
          <p14:tracePt t="78876" x="5427663" y="3246438"/>
          <p14:tracePt t="78884" x="5407025" y="3246438"/>
          <p14:tracePt t="78894" x="5392738" y="3246438"/>
          <p14:tracePt t="78900" x="5378450" y="3246438"/>
          <p14:tracePt t="78908" x="5370513" y="3246438"/>
          <p14:tracePt t="78916" x="5341938" y="3252788"/>
          <p14:tracePt t="78924" x="5321300" y="3252788"/>
          <p14:tracePt t="78940" x="5313363" y="3267075"/>
          <p14:tracePt t="78947" x="5299075" y="3267075"/>
          <p14:tracePt t="78955" x="5299075" y="3275013"/>
          <p14:tracePt t="78963" x="5292725" y="3275013"/>
          <p14:tracePt t="78972" x="5278438" y="3295650"/>
          <p14:tracePt t="78979" x="5270500" y="3295650"/>
          <p14:tracePt t="78988" x="5256213" y="3309938"/>
          <p14:tracePt t="78995" x="5249863" y="3324225"/>
          <p14:tracePt t="79004" x="5241925" y="3338513"/>
          <p14:tracePt t="79011" x="5235575" y="3352800"/>
          <p14:tracePt t="79020" x="5221288" y="3375025"/>
          <p14:tracePt t="79027" x="5213350" y="3403600"/>
          <p14:tracePt t="79036" x="5192713" y="3444875"/>
          <p14:tracePt t="79044" x="5192713" y="3467100"/>
          <p14:tracePt t="79052" x="5192713" y="3495675"/>
          <p14:tracePt t="79060" x="5184775" y="3516313"/>
          <p14:tracePt t="79068" x="5184775" y="3544888"/>
          <p14:tracePt t="79076" x="5184775" y="3581400"/>
          <p14:tracePt t="79084" x="5184775" y="3609975"/>
          <p14:tracePt t="79092" x="5184775" y="3638550"/>
          <p14:tracePt t="79100" x="5184775" y="3673475"/>
          <p14:tracePt t="79108" x="5184775" y="3695700"/>
          <p14:tracePt t="79116" x="5192713" y="3730625"/>
          <p14:tracePt t="79124" x="5199063" y="3744913"/>
          <p14:tracePt t="79131" x="5207000" y="3752850"/>
          <p14:tracePt t="79140" x="5213350" y="3781425"/>
          <p14:tracePt t="79147" x="5227638" y="3787775"/>
          <p14:tracePt t="79156" x="5227638" y="3795713"/>
          <p14:tracePt t="79164" x="5235575" y="3795713"/>
          <p14:tracePt t="79324" x="5241925" y="3795713"/>
          <p14:tracePt t="82980" x="5249863" y="3802063"/>
          <p14:tracePt t="82988" x="5249863" y="3810000"/>
          <p14:tracePt t="82996" x="5249863" y="3824288"/>
          <p14:tracePt t="83004" x="5249863" y="3830638"/>
          <p14:tracePt t="83228" x="5241925" y="3830638"/>
          <p14:tracePt t="83252" x="5235575" y="3824288"/>
          <p14:tracePt t="83267" x="5235575" y="3816350"/>
          <p14:tracePt t="83284" x="5235575" y="3810000"/>
          <p14:tracePt t="83388" x="5235575" y="3802063"/>
          <p14:tracePt t="83420" x="5235575" y="3795713"/>
          <p14:tracePt t="83460" x="5235575" y="3787775"/>
          <p14:tracePt t="83564" x="5235575" y="3781425"/>
          <p14:tracePt t="85028" x="5227638" y="3781425"/>
          <p14:tracePt t="85036" x="5227638" y="3773488"/>
          <p14:tracePt t="85052" x="5221288" y="3767138"/>
          <p14:tracePt t="85100" x="5213350" y="3767138"/>
          <p14:tracePt t="85115" x="5213350" y="3759200"/>
          <p14:tracePt t="85124" x="5207000" y="3759200"/>
          <p14:tracePt t="85155" x="5199063" y="3752850"/>
          <p14:tracePt t="85316" x="5192713" y="3744913"/>
          <p14:tracePt t="85339" x="5184775" y="3738563"/>
          <p14:tracePt t="85348" x="5184775" y="3730625"/>
          <p14:tracePt t="85356" x="5178425" y="3730625"/>
          <p14:tracePt t="85363" x="5178425" y="3716338"/>
          <p14:tracePt t="85372" x="5170488" y="3709988"/>
          <p14:tracePt t="85379" x="5156200" y="3702050"/>
          <p14:tracePt t="85388" x="5156200" y="3695700"/>
          <p14:tracePt t="85395" x="5149850" y="3687763"/>
          <p14:tracePt t="85404" x="5149850" y="3673475"/>
          <p14:tracePt t="85420" x="5135563" y="3652838"/>
          <p14:tracePt t="85427" x="5135563" y="3644900"/>
          <p14:tracePt t="85444" x="5127625" y="3630613"/>
          <p14:tracePt t="85452" x="5127625" y="3624263"/>
          <p14:tracePt t="85460" x="5127625" y="3609975"/>
          <p14:tracePt t="85468" x="5121275" y="3587750"/>
          <p14:tracePt t="85476" x="5113338" y="3573463"/>
          <p14:tracePt t="85484" x="5106988" y="3559175"/>
          <p14:tracePt t="85492" x="5099050" y="3538538"/>
          <p14:tracePt t="85500" x="5099050" y="3530600"/>
          <p14:tracePt t="85508" x="5099050" y="3524250"/>
          <p14:tracePt t="85515" x="5092700" y="3509963"/>
          <p14:tracePt t="85524" x="5092700" y="3495675"/>
          <p14:tracePt t="85531" x="5092700" y="3481388"/>
          <p14:tracePt t="85540" x="5092700" y="3452813"/>
          <p14:tracePt t="85548" x="5084763" y="3444875"/>
          <p14:tracePt t="85556" x="5084763" y="3430588"/>
          <p14:tracePt t="85563" x="5078413" y="3409950"/>
          <p14:tracePt t="85572" x="5078413" y="3395663"/>
          <p14:tracePt t="85579" x="5078413" y="3375025"/>
          <p14:tracePt t="85588" x="5078413" y="3352800"/>
          <p14:tracePt t="85595" x="5078413" y="3338513"/>
          <p14:tracePt t="85604" x="5072063" y="3317875"/>
          <p14:tracePt t="85611" x="5072063" y="3295650"/>
          <p14:tracePt t="85620" x="5057775" y="3281363"/>
          <p14:tracePt t="85628" x="5057775" y="3267075"/>
          <p14:tracePt t="85636" x="5057775" y="3252788"/>
          <p14:tracePt t="85644" x="5057775" y="3238500"/>
          <p14:tracePt t="85652" x="5057775" y="3217863"/>
          <p14:tracePt t="85660" x="5057775" y="3181350"/>
          <p14:tracePt t="85668" x="5057775" y="3152775"/>
          <p14:tracePt t="85676" x="5057775" y="3132138"/>
          <p14:tracePt t="85684" x="5057775" y="3103563"/>
          <p14:tracePt t="85692" x="5057775" y="3081338"/>
          <p14:tracePt t="85700" x="5057775" y="3052763"/>
          <p14:tracePt t="85708" x="5057775" y="3038475"/>
          <p14:tracePt t="85716" x="5057775" y="3017838"/>
          <p14:tracePt t="85724" x="5057775" y="2995613"/>
          <p14:tracePt t="85731" x="5064125" y="2989263"/>
          <p14:tracePt t="85740" x="5072063" y="2967038"/>
          <p14:tracePt t="85748" x="5084763" y="2960688"/>
          <p14:tracePt t="85756" x="5084763" y="2938463"/>
          <p14:tracePt t="85763" x="5092700" y="2932113"/>
          <p14:tracePt t="85772" x="5106988" y="2917825"/>
          <p14:tracePt t="85780" x="5141913" y="2889250"/>
          <p14:tracePt t="85787" x="5156200" y="2874963"/>
          <p14:tracePt t="85795" x="5192713" y="2860675"/>
          <p14:tracePt t="85804" x="5227638" y="2854325"/>
          <p14:tracePt t="85812" x="5256213" y="2846388"/>
          <p14:tracePt t="85820" x="5299075" y="2825750"/>
          <p14:tracePt t="85828" x="5321300" y="2825750"/>
          <p14:tracePt t="85836" x="5356225" y="2817813"/>
          <p14:tracePt t="85843" x="5399088" y="2817813"/>
          <p14:tracePt t="85852" x="5435600" y="2811463"/>
          <p14:tracePt t="85860" x="5478463" y="2811463"/>
          <p14:tracePt t="85868" x="5492750" y="2811463"/>
          <p14:tracePt t="85876" x="5535613" y="2811463"/>
          <p14:tracePt t="85884" x="5564188" y="2811463"/>
          <p14:tracePt t="85894" x="5605463" y="2811463"/>
          <p14:tracePt t="85900" x="5634038" y="2811463"/>
          <p14:tracePt t="85908" x="5662613" y="2811463"/>
          <p14:tracePt t="85916" x="5684838" y="2811463"/>
          <p14:tracePt t="85924" x="5691188" y="2811463"/>
          <p14:tracePt t="85931" x="5705475" y="2811463"/>
          <p14:tracePt t="85940" x="5727700" y="2817813"/>
          <p14:tracePt t="85947" x="5741988" y="2817813"/>
          <p14:tracePt t="85955" x="5748338" y="2825750"/>
          <p14:tracePt t="85964" x="5762625" y="2832100"/>
          <p14:tracePt t="85972" x="5776913" y="2840038"/>
          <p14:tracePt t="85979" x="5784850" y="2846388"/>
          <p14:tracePt t="85988" x="5799138" y="2854325"/>
          <p14:tracePt t="85996" x="5799138" y="2860675"/>
          <p14:tracePt t="86004" x="5805488" y="2867025"/>
          <p14:tracePt t="86011" x="5813425" y="2874963"/>
          <p14:tracePt t="86020" x="5819775" y="2889250"/>
          <p14:tracePt t="86027" x="5819775" y="2909888"/>
          <p14:tracePt t="86035" x="5827713" y="2917825"/>
          <p14:tracePt t="86044" x="5827713" y="2946400"/>
          <p14:tracePt t="86052" x="5827713" y="2960688"/>
          <p14:tracePt t="86061" x="5842000" y="2989263"/>
          <p14:tracePt t="86068" x="5842000" y="3009900"/>
          <p14:tracePt t="86076" x="5842000" y="3032125"/>
          <p14:tracePt t="86084" x="5842000" y="3060700"/>
          <p14:tracePt t="86091" x="5842000" y="3081338"/>
          <p14:tracePt t="86100" x="5842000" y="3109913"/>
          <p14:tracePt t="86108" x="5842000" y="3124200"/>
          <p14:tracePt t="86116" x="5842000" y="3146425"/>
          <p14:tracePt t="86124" x="5842000" y="3160713"/>
          <p14:tracePt t="86131" x="5842000" y="3181350"/>
          <p14:tracePt t="86140" x="5842000" y="3217863"/>
          <p14:tracePt t="86148" x="5842000" y="3224213"/>
          <p14:tracePt t="86156" x="5842000" y="3252788"/>
          <p14:tracePt t="86164" x="5842000" y="3303588"/>
          <p14:tracePt t="86171" x="5805488" y="3367088"/>
          <p14:tracePt t="86180" x="5762625" y="3417888"/>
          <p14:tracePt t="86188" x="5719763" y="3467100"/>
          <p14:tracePt t="86196" x="5662613" y="3538538"/>
          <p14:tracePt t="86204" x="5599113" y="3602038"/>
          <p14:tracePt t="86211" x="5570538" y="3630613"/>
          <p14:tracePt t="86220" x="5521325" y="3667125"/>
          <p14:tracePt t="86227" x="5492750" y="3695700"/>
          <p14:tracePt t="86236" x="5478463" y="3702050"/>
          <p14:tracePt t="86244" x="5456238" y="3702050"/>
          <p14:tracePt t="87676" x="5449888" y="3702050"/>
          <p14:tracePt t="87692" x="5435600" y="3702050"/>
          <p14:tracePt t="87708" x="5427663" y="3702050"/>
          <p14:tracePt t="87852" x="5435600" y="3702050"/>
          <p14:tracePt t="87860" x="5441950" y="3702050"/>
          <p14:tracePt t="87867" x="5449888" y="3702050"/>
          <p14:tracePt t="87875" x="5456238" y="3702050"/>
          <p14:tracePt t="87884" x="5464175" y="3695700"/>
          <p14:tracePt t="87892" x="5478463" y="3687763"/>
          <p14:tracePt t="87908" x="5492750" y="3687763"/>
          <p14:tracePt t="87924" x="5513388" y="3687763"/>
          <p14:tracePt t="87931" x="5527675" y="3681413"/>
          <p14:tracePt t="87940" x="5541963" y="3673475"/>
          <p14:tracePt t="87956" x="5556250" y="3673475"/>
          <p14:tracePt t="87964" x="5564188" y="3667125"/>
          <p14:tracePt t="87972" x="5570538" y="3667125"/>
          <p14:tracePt t="87979" x="5584825" y="3667125"/>
          <p14:tracePt t="87987" x="5599113" y="3667125"/>
          <p14:tracePt t="87995" x="5613400" y="3667125"/>
          <p14:tracePt t="88004" x="5613400" y="3659188"/>
          <p14:tracePt t="88011" x="5627688" y="3659188"/>
          <p14:tracePt t="88020" x="5641975" y="3652838"/>
          <p14:tracePt t="88028" x="5641975" y="3644900"/>
          <p14:tracePt t="88036" x="5656263" y="3644900"/>
          <p14:tracePt t="88043" x="5662613" y="3644900"/>
          <p14:tracePt t="88052" x="5662613" y="3638550"/>
          <p14:tracePt t="88068" x="5670550" y="3638550"/>
          <p14:tracePt t="88075" x="5676900" y="3630613"/>
          <p14:tracePt t="88083" x="5684838" y="3624263"/>
          <p14:tracePt t="88100" x="5691188" y="3616325"/>
          <p14:tracePt t="88116" x="5699125" y="3602038"/>
          <p14:tracePt t="88124" x="5705475" y="3602038"/>
          <p14:tracePt t="88139" x="5705475" y="3595688"/>
          <p14:tracePt t="88160" x="5713413" y="3581400"/>
          <p14:tracePt t="88172" x="5713413" y="3573463"/>
          <p14:tracePt t="88180" x="5713413" y="3559175"/>
          <p14:tracePt t="88187" x="5713413" y="3544888"/>
          <p14:tracePt t="88195" x="5713413" y="3538538"/>
          <p14:tracePt t="88204" x="5713413" y="3524250"/>
          <p14:tracePt t="88211" x="5713413" y="3509963"/>
          <p14:tracePt t="88228" x="5713413" y="3502025"/>
          <p14:tracePt t="88235" x="5713413" y="3487738"/>
          <p14:tracePt t="88252" x="5713413" y="3481388"/>
          <p14:tracePt t="88260" x="5713413" y="3473450"/>
          <p14:tracePt t="88268" x="5713413" y="3467100"/>
          <p14:tracePt t="88277" x="5713413" y="3459163"/>
          <p14:tracePt t="88284" x="5713413" y="3444875"/>
          <p14:tracePt t="88292" x="5705475" y="3430588"/>
          <p14:tracePt t="88300" x="5705475" y="3424238"/>
          <p14:tracePt t="88308" x="5699125" y="3417888"/>
          <p14:tracePt t="88323" x="5691188" y="3409950"/>
          <p14:tracePt t="88331" x="5684838" y="3395663"/>
          <p14:tracePt t="88340" x="5676900" y="3395663"/>
          <p14:tracePt t="88355" x="5670550" y="3389313"/>
          <p14:tracePt t="88372" x="5656263" y="3389313"/>
          <p14:tracePt t="88380" x="5648325" y="3375025"/>
          <p14:tracePt t="88388" x="5634038" y="3367088"/>
          <p14:tracePt t="88395" x="5627688" y="3367088"/>
          <p14:tracePt t="88404" x="5613400" y="3360738"/>
          <p14:tracePt t="88420" x="5605463" y="3352800"/>
          <p14:tracePt t="88427" x="5591175" y="3346450"/>
          <p14:tracePt t="88444" x="5578475" y="3346450"/>
          <p14:tracePt t="88452" x="5570538" y="3346450"/>
          <p14:tracePt t="88460" x="5556250" y="3332163"/>
          <p14:tracePt t="88476" x="5535613" y="3332163"/>
          <p14:tracePt t="88484" x="5527675" y="3332163"/>
          <p14:tracePt t="88492" x="5513388" y="3324225"/>
          <p14:tracePt t="88500" x="5499100" y="3324225"/>
          <p14:tracePt t="88508" x="5492750" y="3317875"/>
          <p14:tracePt t="88516" x="5478463" y="3317875"/>
          <p14:tracePt t="88524" x="5456238" y="3309938"/>
          <p14:tracePt t="88531" x="5449888" y="3309938"/>
          <p14:tracePt t="88540" x="5441950" y="3303588"/>
          <p14:tracePt t="88548" x="5435600" y="3303588"/>
          <p14:tracePt t="88555" x="5427663" y="3303588"/>
          <p14:tracePt t="88563" x="5421313" y="3303588"/>
          <p14:tracePt t="88571" x="5407025" y="3303588"/>
          <p14:tracePt t="88595" x="5399088" y="3303588"/>
          <p14:tracePt t="88620" x="5392738" y="3303588"/>
          <p14:tracePt t="88627" x="5384800" y="3303588"/>
          <p14:tracePt t="88636" x="5378450" y="3303588"/>
          <p14:tracePt t="88652" x="5364163" y="3303588"/>
          <p14:tracePt t="88660" x="5356225" y="3303588"/>
          <p14:tracePt t="88676" x="5349875" y="3303588"/>
          <p14:tracePt t="88684" x="5335588" y="3303588"/>
          <p14:tracePt t="88700" x="5327650" y="3303588"/>
          <p14:tracePt t="88708" x="5321300" y="3303588"/>
          <p14:tracePt t="88716" x="5313363" y="3303588"/>
          <p14:tracePt t="88740" x="5307013" y="3303588"/>
          <p14:tracePt t="88748" x="5299075" y="3303588"/>
          <p14:tracePt t="88755" x="5292725" y="3303588"/>
          <p14:tracePt t="88787" x="5284788" y="3309938"/>
          <p14:tracePt t="88812" x="5278438" y="3309938"/>
          <p14:tracePt t="88827" x="5278438" y="3317875"/>
          <p14:tracePt t="88852" x="5270500" y="3317875"/>
          <p14:tracePt t="88860" x="5264150" y="3324225"/>
          <p14:tracePt t="88876" x="5256213" y="3332163"/>
          <p14:tracePt t="88884" x="5256213" y="3338513"/>
          <p14:tracePt t="88892" x="5249863" y="3338513"/>
          <p14:tracePt t="88908" x="5249863" y="3346450"/>
          <p14:tracePt t="88916" x="5241925" y="3346450"/>
          <p14:tracePt t="88924" x="5241925" y="3360738"/>
          <p14:tracePt t="88931" x="5235575" y="3360738"/>
          <p14:tracePt t="88940" x="5235575" y="3367088"/>
          <p14:tracePt t="88956" x="5235575" y="3375025"/>
          <p14:tracePt t="88964" x="5235575" y="3381375"/>
          <p14:tracePt t="88972" x="5235575" y="3389313"/>
          <p14:tracePt t="88980" x="5227638" y="3389313"/>
          <p14:tracePt t="88988" x="5227638" y="3395663"/>
          <p14:tracePt t="88995" x="5227638" y="3403600"/>
          <p14:tracePt t="89020" x="5227638" y="3409950"/>
          <p14:tracePt t="89027" x="5227638" y="3417888"/>
          <p14:tracePt t="89164" x="5227638" y="3424238"/>
          <p14:tracePt t="89195" x="5227638" y="3430588"/>
          <p14:tracePt t="89204" x="5227638" y="3438525"/>
          <p14:tracePt t="89243" x="5227638" y="3444875"/>
          <p14:tracePt t="89596" x="5227638" y="3452813"/>
          <p14:tracePt t="89635" x="5227638" y="3467100"/>
          <p14:tracePt t="89660" x="5227638" y="3473450"/>
          <p14:tracePt t="89676" x="5227638" y="3487738"/>
          <p14:tracePt t="89692" x="5227638" y="3495675"/>
          <p14:tracePt t="89700" x="5227638" y="3502025"/>
          <p14:tracePt t="89716" x="5227638" y="3509963"/>
          <p14:tracePt t="89724" x="5235575" y="3516313"/>
          <p14:tracePt t="89740" x="5241925" y="3516313"/>
          <p14:tracePt t="89755" x="5241925" y="3530600"/>
          <p14:tracePt t="89772" x="5249863" y="3538538"/>
          <p14:tracePt t="89788" x="5256213" y="3538538"/>
          <p14:tracePt t="89795" x="5264150" y="3552825"/>
          <p14:tracePt t="89804" x="5264150" y="3559175"/>
          <p14:tracePt t="89811" x="5264150" y="3567113"/>
          <p14:tracePt t="89820" x="5270500" y="3581400"/>
          <p14:tracePt t="89828" x="5278438" y="3587750"/>
          <p14:tracePt t="89836" x="5278438" y="3595688"/>
          <p14:tracePt t="89852" x="5284788" y="3602038"/>
          <p14:tracePt t="89875" x="5284788" y="3616325"/>
          <p14:tracePt t="89884" x="5292725" y="3624263"/>
          <p14:tracePt t="89899" x="5299075" y="3624263"/>
          <p14:tracePt t="89908" x="5299075" y="3630613"/>
          <p14:tracePt t="89915" x="5307013" y="3630613"/>
          <p14:tracePt t="89924" x="5307013" y="3638550"/>
          <p14:tracePt t="89940" x="5313363" y="3644900"/>
          <p14:tracePt t="89947" x="5321300" y="3652838"/>
          <p14:tracePt t="89979" x="5327650" y="3652838"/>
          <p14:tracePt t="90020" x="5335588" y="3652838"/>
          <p14:tracePt t="90052" x="5349875" y="3652838"/>
          <p14:tracePt t="90060" x="5356225" y="3652838"/>
          <p14:tracePt t="90068" x="5364163" y="3652838"/>
          <p14:tracePt t="90076" x="5378450" y="3659188"/>
          <p14:tracePt t="90084" x="5392738" y="3659188"/>
          <p14:tracePt t="90092" x="5407025" y="3659188"/>
          <p14:tracePt t="90100" x="5421313" y="3659188"/>
          <p14:tracePt t="90108" x="5435600" y="3659188"/>
          <p14:tracePt t="90116" x="5456238" y="3659188"/>
          <p14:tracePt t="90124" x="5470525" y="3659188"/>
          <p14:tracePt t="90131" x="5499100" y="3659188"/>
          <p14:tracePt t="90140" x="5521325" y="3659188"/>
          <p14:tracePt t="90147" x="5541963" y="3659188"/>
          <p14:tracePt t="90156" x="5549900" y="3659188"/>
          <p14:tracePt t="90164" x="5570538" y="3659188"/>
          <p14:tracePt t="90172" x="5591175" y="3659188"/>
          <p14:tracePt t="90180" x="5605463" y="3659188"/>
          <p14:tracePt t="90188" x="5613400" y="3659188"/>
          <p14:tracePt t="90196" x="5619750" y="3659188"/>
          <p14:tracePt t="90204" x="5634038" y="3659188"/>
          <p14:tracePt t="90211" x="5641975" y="3659188"/>
          <p14:tracePt t="90220" x="5648325" y="3659188"/>
          <p14:tracePt t="90236" x="5656263" y="3659188"/>
          <p14:tracePt t="90243" x="5670550" y="3659188"/>
          <p14:tracePt t="90252" x="5684838" y="3659188"/>
          <p14:tracePt t="90268" x="5691188" y="3659188"/>
          <p14:tracePt t="90316" x="5705475" y="3659188"/>
          <p14:tracePt t="90332" x="5713413" y="3659188"/>
          <p14:tracePt t="90340" x="5719763" y="3659188"/>
          <p14:tracePt t="90348" x="5734050" y="3652838"/>
          <p14:tracePt t="90356" x="5734050" y="3638550"/>
          <p14:tracePt t="90363" x="5734050" y="3624263"/>
          <p14:tracePt t="90372" x="5734050" y="3616325"/>
          <p14:tracePt t="90379" x="5734050" y="3595688"/>
          <p14:tracePt t="90388" x="5734050" y="3573463"/>
          <p14:tracePt t="90395" x="5734050" y="3552825"/>
          <p14:tracePt t="90404" x="5734050" y="3530600"/>
          <p14:tracePt t="90411" x="5734050" y="3509963"/>
          <p14:tracePt t="90420" x="5734050" y="3495675"/>
          <p14:tracePt t="90428" x="5719763" y="3467100"/>
          <p14:tracePt t="90436" x="5699125" y="3438525"/>
          <p14:tracePt t="90444" x="5699125" y="3424238"/>
          <p14:tracePt t="90452" x="5676900" y="3395663"/>
          <p14:tracePt t="90460" x="5662613" y="3367088"/>
          <p14:tracePt t="90468" x="5656263" y="3360738"/>
          <p14:tracePt t="90475" x="5641975" y="3346450"/>
          <p14:tracePt t="90484" x="5613400" y="3317875"/>
          <p14:tracePt t="90492" x="5591175" y="3295650"/>
          <p14:tracePt t="90500" x="5578475" y="3295650"/>
          <p14:tracePt t="90508" x="5564188" y="3289300"/>
          <p14:tracePt t="90516" x="5541963" y="3275013"/>
          <p14:tracePt t="90524" x="5527675" y="3275013"/>
          <p14:tracePt t="90531" x="5513388" y="3275013"/>
          <p14:tracePt t="90540" x="5492750" y="3275013"/>
          <p14:tracePt t="90548" x="5478463" y="3275013"/>
          <p14:tracePt t="90556" x="5456238" y="3275013"/>
          <p14:tracePt t="90563" x="5427663" y="3275013"/>
          <p14:tracePt t="90572" x="5392738" y="3275013"/>
          <p14:tracePt t="90579" x="5364163" y="3275013"/>
          <p14:tracePt t="90588" x="5335588" y="3289300"/>
          <p14:tracePt t="90595" x="5313363" y="3295650"/>
          <p14:tracePt t="90603" x="5307013" y="3303588"/>
          <p14:tracePt t="90611" x="5284788" y="3303588"/>
          <p14:tracePt t="90620" x="5278438" y="3317875"/>
          <p14:tracePt t="90627" x="5264150" y="3324225"/>
          <p14:tracePt t="90636" x="5256213" y="3338513"/>
          <p14:tracePt t="90644" x="5249863" y="3338513"/>
          <p14:tracePt t="90652" x="5235575" y="3352800"/>
          <p14:tracePt t="90660" x="5235575" y="3360738"/>
          <p14:tracePt t="90668" x="5221288" y="3375025"/>
          <p14:tracePt t="90675" x="5221288" y="3389313"/>
          <p14:tracePt t="90684" x="5207000" y="3403600"/>
          <p14:tracePt t="90692" x="5199063" y="3417888"/>
          <p14:tracePt t="90700" x="5199063" y="3438525"/>
          <p14:tracePt t="90708" x="5184775" y="3473450"/>
          <p14:tracePt t="90715" x="5178425" y="3516313"/>
          <p14:tracePt t="90724" x="5178425" y="3538538"/>
          <p14:tracePt t="90731" x="5178425" y="3567113"/>
          <p14:tracePt t="90740" x="5178425" y="3602038"/>
          <p14:tracePt t="90748" x="5178425" y="3630613"/>
          <p14:tracePt t="90756" x="5184775" y="3673475"/>
          <p14:tracePt t="90763" x="5221288" y="3709988"/>
          <p14:tracePt t="90772" x="5227638" y="3730625"/>
          <p14:tracePt t="90779" x="5256213" y="3759200"/>
          <p14:tracePt t="90788" x="5270500" y="3773488"/>
          <p14:tracePt t="90795" x="5292725" y="3787775"/>
          <p14:tracePt t="90804" x="5299075" y="3795713"/>
          <p14:tracePt t="90811" x="5321300" y="3810000"/>
          <p14:tracePt t="90820" x="5327650" y="3810000"/>
          <p14:tracePt t="90827" x="5349875" y="3810000"/>
          <p14:tracePt t="90844" x="5356225" y="3810000"/>
          <p14:tracePt t="91948" x="5327650" y="3810000"/>
          <p14:tracePt t="91956" x="5284788" y="3810000"/>
          <p14:tracePt t="91963" x="5213350" y="3810000"/>
          <p14:tracePt t="91972" x="5106988" y="3816350"/>
          <p14:tracePt t="91979" x="5000625" y="3838575"/>
          <p14:tracePt t="91988" x="4800600" y="3859213"/>
          <p14:tracePt t="91996" x="4529138" y="3859213"/>
          <p14:tracePt t="92004" x="4237038" y="3859213"/>
          <p14:tracePt t="92011" x="3908425" y="3859213"/>
          <p14:tracePt t="92020" x="3559175" y="3859213"/>
          <p14:tracePt t="92027" x="3209925" y="3859213"/>
          <p14:tracePt t="92036" x="2881313" y="3859213"/>
          <p14:tracePt t="92044" x="2511425" y="3838575"/>
          <p14:tracePt t="92052" x="2203450" y="3773488"/>
          <p14:tracePt t="92061" x="1897063" y="3673475"/>
          <p14:tracePt t="92068" x="1597025" y="3552825"/>
          <p14:tracePt t="92075" x="1247775" y="3395663"/>
          <p14:tracePt t="92084" x="849313" y="3175000"/>
          <p14:tracePt t="92091" x="485775" y="2960688"/>
          <p14:tracePt t="92100" x="92075" y="2660650"/>
          <p14:tracePt t="92180" x="1343025" y="904875"/>
          <p14:tracePt t="92188" x="1262063" y="776288"/>
          <p14:tracePt t="92196" x="1214438" y="676275"/>
          <p14:tracePt t="92210" x="1147763" y="561975"/>
          <p14:tracePt t="92226" x="1076325" y="428625"/>
          <p14:tracePt t="92243" x="1033463" y="347663"/>
          <p14:tracePt t="92260" x="1033463" y="323850"/>
          <p14:tracePt t="92276" x="1038225" y="295275"/>
          <p14:tracePt t="92293" x="1071563" y="266700"/>
          <p14:tracePt t="92310" x="1138238" y="247650"/>
          <p14:tracePt t="92326" x="1243013" y="238125"/>
          <p14:tracePt t="92343" x="1381125" y="238125"/>
          <p14:tracePt t="92359" x="1562100" y="238125"/>
        </p14:tracePtLst>
      </p14:laserTraceLst>
    </p:ext>
  </p:extLs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32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408" name="Google Shape;408;p32"/>
          <p:cNvSpPr txBox="1">
            <a:spLocks noGrp="1"/>
          </p:cNvSpPr>
          <p:nvPr>
            <p:ph type="body" idx="1"/>
          </p:nvPr>
        </p:nvSpPr>
        <p:spPr>
          <a:xfrm>
            <a:off x="814275" y="1686425"/>
            <a:ext cx="6336900" cy="913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1000"/>
              </a:spcAft>
              <a:buSzPts val="1800"/>
              <a:buChar char="▰"/>
            </a:pPr>
            <a:r>
              <a:rPr lang="en" sz="1800" b="1">
                <a:latin typeface="Roboto Condensed"/>
                <a:ea typeface="Roboto Condensed"/>
                <a:cs typeface="Roboto Condensed"/>
                <a:sym typeface="Roboto Condensed"/>
              </a:rPr>
              <a:t>how to find which machines generate the most number of defective pieces (lowest machine yield rate)?</a:t>
            </a:r>
            <a:endParaRPr/>
          </a:p>
        </p:txBody>
      </p:sp>
      <p:sp>
        <p:nvSpPr>
          <p:cNvPr id="409" name="Google Shape;409;p32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6</a:t>
            </a:fld>
            <a:endParaRPr/>
          </a:p>
        </p:txBody>
      </p:sp>
      <p:sp>
        <p:nvSpPr>
          <p:cNvPr id="410" name="Google Shape;410;p32"/>
          <p:cNvSpPr txBox="1"/>
          <p:nvPr/>
        </p:nvSpPr>
        <p:spPr>
          <a:xfrm>
            <a:off x="4283050" y="3418275"/>
            <a:ext cx="3064800" cy="738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"/>
                <a:ea typeface="Dosis"/>
                <a:cs typeface="Dosis"/>
                <a:sym typeface="Dosis"/>
              </a:rPr>
              <a:t>Will go to maintenance</a:t>
            </a:r>
            <a:endParaRPr sz="1800"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>
                <a:latin typeface="Dosis"/>
                <a:ea typeface="Dosis"/>
                <a:cs typeface="Dosis"/>
                <a:sym typeface="Dosis"/>
              </a:rPr>
              <a:t>To avoid further losses in profit</a:t>
            </a:r>
            <a:endParaRPr sz="18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11" name="Google Shape;411;p32"/>
          <p:cNvCxnSpPr/>
          <p:nvPr/>
        </p:nvCxnSpPr>
        <p:spPr>
          <a:xfrm>
            <a:off x="4250400" y="2447275"/>
            <a:ext cx="720900" cy="994500"/>
          </a:xfrm>
          <a:prstGeom prst="straightConnector1">
            <a:avLst/>
          </a:prstGeom>
          <a:noFill/>
          <a:ln w="9525" cap="flat" cmpd="sng">
            <a:solidFill>
              <a:schemeClr val="dk1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12" name="Google Shape;412;p32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413" name="Google Shape;413;p32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414" name="Google Shape;414;p32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22346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59" x="4108450" y="1982788"/>
          <p14:tracePt t="266" x="4114800" y="1976438"/>
          <p14:tracePt t="282" x="4114800" y="1968500"/>
          <p14:tracePt t="290" x="4129088" y="1954213"/>
          <p14:tracePt t="314" x="4137025" y="1947863"/>
          <p14:tracePt t="330" x="4137025" y="1939925"/>
          <p14:tracePt t="338" x="4143375" y="1933575"/>
          <p14:tracePt t="394" x="4151313" y="1925638"/>
          <p14:tracePt t="530" x="4157663" y="1925638"/>
          <p14:tracePt t="538" x="4157663" y="1919288"/>
          <p14:tracePt t="546" x="4171950" y="1919288"/>
          <p14:tracePt t="555" x="4179888" y="1911350"/>
          <p14:tracePt t="563" x="4194175" y="1905000"/>
          <p14:tracePt t="610" x="4200525" y="1905000"/>
          <p14:tracePt t="618" x="4200525" y="1919288"/>
          <p14:tracePt t="626" x="4200525" y="1939925"/>
          <p14:tracePt t="634" x="4200525" y="1954213"/>
          <p14:tracePt t="642" x="4194175" y="1997075"/>
          <p14:tracePt t="650" x="4194175" y="2019300"/>
          <p14:tracePt t="658" x="4171950" y="2054225"/>
          <p14:tracePt t="666" x="4165600" y="2076450"/>
          <p14:tracePt t="674" x="4143375" y="2139950"/>
          <p14:tracePt t="682" x="4122738" y="2190750"/>
          <p14:tracePt t="690" x="4086225" y="2268538"/>
          <p14:tracePt t="698" x="4059238" y="2332038"/>
          <p14:tracePt t="706" x="4016375" y="2425700"/>
          <p14:tracePt t="714" x="3987800" y="2525713"/>
          <p14:tracePt t="722" x="3959225" y="2603500"/>
          <p14:tracePt t="730" x="3922713" y="2660650"/>
          <p14:tracePt t="738" x="3902075" y="2689225"/>
          <p14:tracePt t="746" x="3873500" y="2725738"/>
          <p14:tracePt t="754" x="3873500" y="2740025"/>
          <p14:tracePt t="762" x="3865563" y="2740025"/>
          <p14:tracePt t="970" x="3865563" y="2732088"/>
          <p14:tracePt t="986" x="3865563" y="2725738"/>
          <p14:tracePt t="994" x="3859213" y="2717800"/>
          <p14:tracePt t="1002" x="3851275" y="2717800"/>
          <p14:tracePt t="1010" x="3851275" y="2703513"/>
          <p14:tracePt t="1026" x="3851275" y="2697163"/>
          <p14:tracePt t="1034" x="3844925" y="2689225"/>
          <p14:tracePt t="1050" x="3844925" y="2682875"/>
          <p14:tracePt t="1066" x="3844925" y="2674938"/>
          <p14:tracePt t="1106" x="3836988" y="2668588"/>
          <p14:tracePt t="1178" x="3836988" y="2660650"/>
          <p14:tracePt t="1346" x="3836988" y="2654300"/>
          <p14:tracePt t="4291" x="3836988" y="2646363"/>
          <p14:tracePt t="6330" x="3836988" y="2640013"/>
          <p14:tracePt t="6362" x="3844925" y="2632075"/>
          <p14:tracePt t="6394" x="3844925" y="2625725"/>
          <p14:tracePt t="6410" x="3851275" y="2625725"/>
          <p14:tracePt t="6418" x="3851275" y="2617788"/>
          <p14:tracePt t="6426" x="3859213" y="2611438"/>
          <p14:tracePt t="6458" x="3859213" y="2603500"/>
          <p14:tracePt t="6466" x="3865563" y="2589213"/>
          <p14:tracePt t="6482" x="3873500" y="2589213"/>
          <p14:tracePt t="6498" x="3873500" y="2574925"/>
          <p14:tracePt t="6506" x="3879850" y="2568575"/>
          <p14:tracePt t="6522" x="3894138" y="2554288"/>
          <p14:tracePt t="6530" x="3894138" y="2546350"/>
          <p14:tracePt t="6538" x="3908425" y="2532063"/>
          <p14:tracePt t="6546" x="3908425" y="2517775"/>
          <p14:tracePt t="6554" x="3916363" y="2517775"/>
          <p14:tracePt t="6563" x="3922713" y="2511425"/>
          <p14:tracePt t="6626" x="3930650" y="2503488"/>
          <p14:tracePt t="6642" x="3937000" y="2497138"/>
          <p14:tracePt t="6754" x="3944938" y="2489200"/>
          <p14:tracePt t="6778" x="3951288" y="2489200"/>
          <p14:tracePt t="6794" x="3959225" y="2489200"/>
          <p14:tracePt t="6818" x="3959225" y="2482850"/>
          <p14:tracePt t="6866" x="3965575" y="2482850"/>
          <p14:tracePt t="6970" x="3973513" y="2482850"/>
          <p14:tracePt t="7082" x="3979863" y="2482850"/>
          <p14:tracePt t="12386" x="3979863" y="2497138"/>
          <p14:tracePt t="12394" x="3979863" y="2540000"/>
          <p14:tracePt t="12402" x="3979863" y="2597150"/>
          <p14:tracePt t="12410" x="3994150" y="2646363"/>
          <p14:tracePt t="12418" x="4008438" y="2711450"/>
          <p14:tracePt t="12426" x="4016375" y="2746375"/>
          <p14:tracePt t="12434" x="4016375" y="2768600"/>
          <p14:tracePt t="12442" x="4022725" y="2797175"/>
          <p14:tracePt t="12450" x="4030663" y="2840038"/>
          <p14:tracePt t="12458" x="4044950" y="2867025"/>
          <p14:tracePt t="12466" x="4051300" y="2917825"/>
          <p14:tracePt t="12474" x="4065588" y="2989263"/>
          <p14:tracePt t="12482" x="4079875" y="3060700"/>
          <p14:tracePt t="12490" x="4086225" y="3124200"/>
          <p14:tracePt t="12498" x="4094163" y="3203575"/>
          <p14:tracePt t="12506" x="4129088" y="3289300"/>
          <p14:tracePt t="12514" x="4129088" y="3324225"/>
          <p14:tracePt t="12522" x="4143375" y="3389313"/>
          <p14:tracePt t="12530" x="4157663" y="3424238"/>
          <p14:tracePt t="12538" x="4157663" y="3459163"/>
          <p14:tracePt t="12546" x="4157663" y="3495675"/>
          <p14:tracePt t="12554" x="4157663" y="3516313"/>
          <p14:tracePt t="12563" x="4157663" y="3544888"/>
          <p14:tracePt t="12570" x="4157663" y="3573463"/>
          <p14:tracePt t="12578" x="4157663" y="3616325"/>
          <p14:tracePt t="12586" x="4157663" y="3659188"/>
          <p14:tracePt t="12594" x="4171950" y="3695700"/>
          <p14:tracePt t="12602" x="4171950" y="3709988"/>
          <p14:tracePt t="12610" x="4171950" y="3724275"/>
          <p14:tracePt t="12618" x="4171950" y="3738563"/>
          <p14:tracePt t="12626" x="4171950" y="3744913"/>
          <p14:tracePt t="12666" x="4171950" y="3752850"/>
          <p14:tracePt t="12682" x="4171950" y="3759200"/>
          <p14:tracePt t="12690" x="4165600" y="3767138"/>
          <p14:tracePt t="12706" x="4165600" y="3773488"/>
          <p14:tracePt t="12738" x="4157663" y="3781425"/>
          <p14:tracePt t="12906" x="4157663" y="3773488"/>
          <p14:tracePt t="12914" x="4157663" y="3767138"/>
          <p14:tracePt t="12922" x="4143375" y="3752850"/>
          <p14:tracePt t="12946" x="4143375" y="3744913"/>
          <p14:tracePt t="12986" x="4143375" y="3738563"/>
          <p14:tracePt t="13114" x="4137025" y="3730625"/>
          <p14:tracePt t="13578" x="4137025" y="3724275"/>
          <p14:tracePt t="13602" x="4137025" y="3716338"/>
          <p14:tracePt t="13610" x="4137025" y="3709988"/>
          <p14:tracePt t="13650" x="4137025" y="3695700"/>
          <p14:tracePt t="13690" x="4143375" y="3687763"/>
          <p14:tracePt t="13698" x="4151313" y="3687763"/>
          <p14:tracePt t="13730" x="4151313" y="3681413"/>
          <p14:tracePt t="13754" x="4157663" y="3681413"/>
          <p14:tracePt t="13770" x="4157663" y="3673475"/>
          <p14:tracePt t="13986" x="4151313" y="3673475"/>
          <p14:tracePt t="13994" x="4143375" y="3673475"/>
          <p14:tracePt t="14026" x="4129088" y="3681413"/>
          <p14:tracePt t="14050" x="4122738" y="3687763"/>
          <p14:tracePt t="14090" x="4122738" y="3695700"/>
          <p14:tracePt t="14114" x="4114800" y="3695700"/>
          <p14:tracePt t="14130" x="4114800" y="3702050"/>
          <p14:tracePt t="14138" x="4108450" y="3702050"/>
          <p14:tracePt t="14178" x="4108450" y="3709988"/>
          <p14:tracePt t="14186" x="4100513" y="3716338"/>
          <p14:tracePt t="14226" x="4100513" y="3724275"/>
          <p14:tracePt t="14242" x="4094163" y="3730625"/>
          <p14:tracePt t="14290" x="4094163" y="3738563"/>
          <p14:tracePt t="14322" x="4094163" y="3744913"/>
          <p14:tracePt t="14418" x="4094163" y="3752850"/>
          <p14:tracePt t="14458" x="4094163" y="3767138"/>
          <p14:tracePt t="14498" x="4094163" y="3773488"/>
          <p14:tracePt t="14522" x="4094163" y="3781425"/>
          <p14:tracePt t="14530" x="4100513" y="3787775"/>
          <p14:tracePt t="14578" x="4100513" y="3795713"/>
          <p14:tracePt t="14610" x="4100513" y="3802063"/>
          <p14:tracePt t="14626" x="4100513" y="3810000"/>
          <p14:tracePt t="14634" x="4100513" y="3816350"/>
          <p14:tracePt t="14658" x="4108450" y="3830638"/>
          <p14:tracePt t="14682" x="4108450" y="3838575"/>
          <p14:tracePt t="14714" x="4108450" y="3844925"/>
          <p14:tracePt t="14722" x="4114800" y="3859213"/>
          <p14:tracePt t="14754" x="4122738" y="3859213"/>
          <p14:tracePt t="14770" x="4122738" y="3873500"/>
          <p14:tracePt t="14794" x="4122738" y="3881438"/>
          <p14:tracePt t="14818" x="4122738" y="3895725"/>
          <p14:tracePt t="14826" x="4129088" y="3895725"/>
          <p14:tracePt t="14850" x="4129088" y="3902075"/>
          <p14:tracePt t="14890" x="4129088" y="3910013"/>
          <p14:tracePt t="14946" x="4137025" y="3924300"/>
          <p14:tracePt t="15370" x="4137025" y="3916363"/>
          <p14:tracePt t="15378" x="4137025" y="3910013"/>
          <p14:tracePt t="15386" x="4137025" y="3902075"/>
          <p14:tracePt t="15434" x="4137025" y="3895725"/>
          <p14:tracePt t="15474" x="4137025" y="3887788"/>
          <p14:tracePt t="15482" x="4137025" y="3881438"/>
          <p14:tracePt t="15522" x="4137025" y="3873500"/>
          <p14:tracePt t="15538" x="4137025" y="3867150"/>
          <p14:tracePt t="15554" x="4137025" y="3859213"/>
          <p14:tracePt t="15578" x="4137025" y="3852863"/>
          <p14:tracePt t="15594" x="4137025" y="3844925"/>
          <p14:tracePt t="15618" x="4137025" y="3838575"/>
          <p14:tracePt t="15650" x="4137025" y="3830638"/>
          <p14:tracePt t="15674" x="4137025" y="3824288"/>
          <p14:tracePt t="15698" x="4137025" y="3816350"/>
          <p14:tracePt t="15722" x="4137025" y="3802063"/>
          <p14:tracePt t="15746" x="4137025" y="3795713"/>
          <p14:tracePt t="15778" x="4137025" y="3781425"/>
          <p14:tracePt t="20434" x="4122738" y="3773488"/>
          <p14:tracePt t="20466" x="4114800" y="3773488"/>
          <p14:tracePt t="20474" x="4108450" y="3773488"/>
          <p14:tracePt t="20490" x="4100513" y="3773488"/>
          <p14:tracePt t="20506" x="4086225" y="3773488"/>
          <p14:tracePt t="20514" x="4071938" y="3773488"/>
          <p14:tracePt t="20522" x="4044950" y="3773488"/>
          <p14:tracePt t="20530" x="3994150" y="3773488"/>
          <p14:tracePt t="20538" x="3922713" y="3773488"/>
          <p14:tracePt t="20547" x="3779838" y="3724275"/>
          <p14:tracePt t="20554" x="3616325" y="3673475"/>
          <p14:tracePt t="20563" x="3338513" y="3552825"/>
          <p14:tracePt t="20570" x="2989263" y="3424238"/>
          <p14:tracePt t="20578" x="2617788" y="3267075"/>
          <p14:tracePt t="20586" x="2160588" y="3038475"/>
          <p14:tracePt t="20594" x="1725613" y="2797175"/>
          <p14:tracePt t="20602" x="1298575" y="2525713"/>
          <p14:tracePt t="20610" x="841375" y="2268538"/>
          <p14:tracePt t="20618" x="442913" y="2047875"/>
          <p14:tracePt t="20626" x="85725" y="1839913"/>
        </p14:tracePtLst>
      </p14:laserTraceLst>
    </p:ext>
  </p:extLs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" name="Google Shape;419;p33"/>
          <p:cNvSpPr txBox="1">
            <a:spLocks noGrp="1"/>
          </p:cNvSpPr>
          <p:nvPr>
            <p:ph type="title"/>
          </p:nvPr>
        </p:nvSpPr>
        <p:spPr>
          <a:xfrm>
            <a:off x="311700" y="-81825"/>
            <a:ext cx="8520600" cy="61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Proposed Solution (EM)</a:t>
            </a:r>
            <a:endParaRPr/>
          </a:p>
        </p:txBody>
      </p:sp>
      <p:sp>
        <p:nvSpPr>
          <p:cNvPr id="420" name="Google Shape;420;p33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7</a:t>
            </a:fld>
            <a:endParaRPr/>
          </a:p>
        </p:txBody>
      </p:sp>
      <p:sp>
        <p:nvSpPr>
          <p:cNvPr id="421" name="Google Shape;421;p33"/>
          <p:cNvSpPr txBox="1"/>
          <p:nvPr/>
        </p:nvSpPr>
        <p:spPr>
          <a:xfrm>
            <a:off x="372025" y="731275"/>
            <a:ext cx="1487400" cy="8313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INITIAL GUESSING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machine yield rates (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Pm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)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22" name="Google Shape;422;p33"/>
          <p:cNvSpPr txBox="1"/>
          <p:nvPr/>
        </p:nvSpPr>
        <p:spPr>
          <a:xfrm>
            <a:off x="4069625" y="1960775"/>
            <a:ext cx="2330400" cy="615600"/>
          </a:xfrm>
          <a:prstGeom prst="rect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Summarise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Zij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and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Xij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for each machine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m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(to get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Zm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 and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Xm</a:t>
            </a:r>
            <a:r>
              <a:rPr lang="en">
                <a:latin typeface="Dosis"/>
                <a:ea typeface="Dosis"/>
                <a:cs typeface="Dosis"/>
                <a:sym typeface="Dosis"/>
              </a:rPr>
              <a:t>)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23" name="Google Shape;423;p33"/>
          <p:cNvSpPr txBox="1"/>
          <p:nvPr/>
        </p:nvSpPr>
        <p:spPr>
          <a:xfrm>
            <a:off x="6104475" y="946825"/>
            <a:ext cx="1109400" cy="400200"/>
          </a:xfrm>
          <a:prstGeom prst="rec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Calculate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Gm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24" name="Google Shape;424;p33"/>
          <p:cNvSpPr/>
          <p:nvPr/>
        </p:nvSpPr>
        <p:spPr>
          <a:xfrm>
            <a:off x="2396813" y="861175"/>
            <a:ext cx="689700" cy="571500"/>
          </a:xfrm>
          <a:prstGeom prst="diamond">
            <a:avLst/>
          </a:prstGeom>
          <a:solidFill>
            <a:schemeClr val="lt2"/>
          </a:solidFill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25" name="Google Shape;425;p33"/>
          <p:cNvSpPr txBox="1"/>
          <p:nvPr/>
        </p:nvSpPr>
        <p:spPr>
          <a:xfrm>
            <a:off x="2811225" y="642725"/>
            <a:ext cx="11769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stop conditions?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26" name="Google Shape;426;p33"/>
          <p:cNvSpPr txBox="1"/>
          <p:nvPr/>
        </p:nvSpPr>
        <p:spPr>
          <a:xfrm>
            <a:off x="3863925" y="946825"/>
            <a:ext cx="992700" cy="4002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Update </a:t>
            </a:r>
            <a:r>
              <a:rPr lang="en" i="1">
                <a:latin typeface="Dosis"/>
                <a:ea typeface="Dosis"/>
                <a:cs typeface="Dosis"/>
                <a:sym typeface="Dosis"/>
              </a:rPr>
              <a:t>Pm</a:t>
            </a:r>
            <a:endParaRPr i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27" name="Google Shape;427;p33"/>
          <p:cNvCxnSpPr>
            <a:stCxn id="421" idx="3"/>
            <a:endCxn id="424" idx="1"/>
          </p:cNvCxnSpPr>
          <p:nvPr/>
        </p:nvCxnSpPr>
        <p:spPr>
          <a:xfrm>
            <a:off x="1859425" y="1146925"/>
            <a:ext cx="53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8" name="Google Shape;428;p33"/>
          <p:cNvCxnSpPr>
            <a:stCxn id="424" idx="2"/>
          </p:cNvCxnSpPr>
          <p:nvPr/>
        </p:nvCxnSpPr>
        <p:spPr>
          <a:xfrm>
            <a:off x="2741663" y="1432675"/>
            <a:ext cx="0" cy="6546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29" name="Google Shape;429;p33"/>
          <p:cNvCxnSpPr>
            <a:stCxn id="426" idx="1"/>
            <a:endCxn id="424" idx="3"/>
          </p:cNvCxnSpPr>
          <p:nvPr/>
        </p:nvCxnSpPr>
        <p:spPr>
          <a:xfrm rot="10800000">
            <a:off x="3086625" y="1146925"/>
            <a:ext cx="7773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30" name="Google Shape;430;p33"/>
          <p:cNvCxnSpPr>
            <a:stCxn id="423" idx="1"/>
            <a:endCxn id="426" idx="3"/>
          </p:cNvCxnSpPr>
          <p:nvPr/>
        </p:nvCxnSpPr>
        <p:spPr>
          <a:xfrm rot="10800000">
            <a:off x="4856775" y="1146925"/>
            <a:ext cx="1247700" cy="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31" name="Google Shape;431;p33"/>
          <p:cNvSpPr txBox="1"/>
          <p:nvPr/>
        </p:nvSpPr>
        <p:spPr>
          <a:xfrm>
            <a:off x="2741673" y="1752363"/>
            <a:ext cx="537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E-Step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32" name="Google Shape;432;p33"/>
          <p:cNvSpPr txBox="1"/>
          <p:nvPr/>
        </p:nvSpPr>
        <p:spPr>
          <a:xfrm>
            <a:off x="4973025" y="1146913"/>
            <a:ext cx="8061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M-Step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33" name="Google Shape;433;p33"/>
          <p:cNvSpPr/>
          <p:nvPr/>
        </p:nvSpPr>
        <p:spPr>
          <a:xfrm>
            <a:off x="422600" y="2805550"/>
            <a:ext cx="7960800" cy="22794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434" name="Google Shape;434;p33"/>
          <p:cNvSpPr txBox="1"/>
          <p:nvPr/>
        </p:nvSpPr>
        <p:spPr>
          <a:xfrm>
            <a:off x="782835" y="3459025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C1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35" name="Google Shape;435;p33"/>
          <p:cNvCxnSpPr/>
          <p:nvPr/>
        </p:nvCxnSpPr>
        <p:spPr>
          <a:xfrm>
            <a:off x="1652615" y="3675957"/>
            <a:ext cx="48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36" name="Google Shape;436;p33"/>
          <p:cNvCxnSpPr>
            <a:stCxn id="437" idx="1"/>
          </p:cNvCxnSpPr>
          <p:nvPr/>
        </p:nvCxnSpPr>
        <p:spPr>
          <a:xfrm>
            <a:off x="782835" y="3266675"/>
            <a:ext cx="0" cy="1269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438" name="Google Shape;438;p33"/>
          <p:cNvSpPr txBox="1"/>
          <p:nvPr/>
        </p:nvSpPr>
        <p:spPr>
          <a:xfrm rot="-5400000">
            <a:off x="142687" y="3816700"/>
            <a:ext cx="9927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i </a:t>
            </a: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th Batch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37" name="Google Shape;437;p33"/>
          <p:cNvSpPr txBox="1"/>
          <p:nvPr/>
        </p:nvSpPr>
        <p:spPr>
          <a:xfrm>
            <a:off x="782835" y="3052625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39" name="Google Shape;439;p33"/>
          <p:cNvSpPr/>
          <p:nvPr/>
        </p:nvSpPr>
        <p:spPr>
          <a:xfrm>
            <a:off x="2141318" y="3390181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 dirty="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 dirty="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40" name="Google Shape;440;p33"/>
          <p:cNvSpPr/>
          <p:nvPr/>
        </p:nvSpPr>
        <p:spPr>
          <a:xfrm>
            <a:off x="4084842" y="3390184"/>
            <a:ext cx="571500" cy="5715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Mch-4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41" name="Google Shape;441;p33"/>
          <p:cNvSpPr/>
          <p:nvPr/>
        </p:nvSpPr>
        <p:spPr>
          <a:xfrm>
            <a:off x="5056567" y="3390197"/>
            <a:ext cx="571500" cy="5715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Mch-6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42" name="Google Shape;442;p33"/>
          <p:cNvCxnSpPr>
            <a:endCxn id="439" idx="2"/>
          </p:cNvCxnSpPr>
          <p:nvPr/>
        </p:nvCxnSpPr>
        <p:spPr>
          <a:xfrm>
            <a:off x="1741118" y="3675931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3" name="Google Shape;443;p33"/>
          <p:cNvCxnSpPr>
            <a:stCxn id="440" idx="6"/>
            <a:endCxn id="441" idx="2"/>
          </p:cNvCxnSpPr>
          <p:nvPr/>
        </p:nvCxnSpPr>
        <p:spPr>
          <a:xfrm>
            <a:off x="4656342" y="3675934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44" name="Google Shape;444;p33"/>
          <p:cNvCxnSpPr>
            <a:stCxn id="441" idx="6"/>
          </p:cNvCxnSpPr>
          <p:nvPr/>
        </p:nvCxnSpPr>
        <p:spPr>
          <a:xfrm>
            <a:off x="5628067" y="3675947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45" name="Google Shape;445;p33"/>
          <p:cNvSpPr txBox="1"/>
          <p:nvPr/>
        </p:nvSpPr>
        <p:spPr>
          <a:xfrm>
            <a:off x="782813" y="3792146"/>
            <a:ext cx="848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Pieces = 5</a:t>
            </a:r>
            <a:endParaRPr sz="17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46" name="Google Shape;446;p33"/>
          <p:cNvSpPr txBox="1"/>
          <p:nvPr/>
        </p:nvSpPr>
        <p:spPr>
          <a:xfrm>
            <a:off x="782835" y="4112350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47" name="Google Shape;447;p33"/>
          <p:cNvSpPr txBox="1"/>
          <p:nvPr/>
        </p:nvSpPr>
        <p:spPr>
          <a:xfrm>
            <a:off x="5860914" y="4183889"/>
            <a:ext cx="992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Defects = 2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at j = 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48" name="Google Shape;448;p33"/>
          <p:cNvCxnSpPr/>
          <p:nvPr/>
        </p:nvCxnSpPr>
        <p:spPr>
          <a:xfrm>
            <a:off x="2358072" y="4392367"/>
            <a:ext cx="2964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449" name="Google Shape;449;p33"/>
          <p:cNvCxnSpPr/>
          <p:nvPr/>
        </p:nvCxnSpPr>
        <p:spPr>
          <a:xfrm>
            <a:off x="2427098" y="3961713"/>
            <a:ext cx="0" cy="428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0" name="Google Shape;450;p33"/>
          <p:cNvCxnSpPr/>
          <p:nvPr/>
        </p:nvCxnSpPr>
        <p:spPr>
          <a:xfrm>
            <a:off x="3398847" y="3961709"/>
            <a:ext cx="0" cy="419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1" name="Google Shape;451;p33"/>
          <p:cNvCxnSpPr/>
          <p:nvPr/>
        </p:nvCxnSpPr>
        <p:spPr>
          <a:xfrm>
            <a:off x="4370613" y="3961710"/>
            <a:ext cx="0" cy="40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52" name="Google Shape;452;p33"/>
          <p:cNvCxnSpPr>
            <a:stCxn id="441" idx="5"/>
          </p:cNvCxnSpPr>
          <p:nvPr/>
        </p:nvCxnSpPr>
        <p:spPr>
          <a:xfrm>
            <a:off x="5544373" y="3878003"/>
            <a:ext cx="430800" cy="353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3" name="Google Shape;453;p33"/>
          <p:cNvSpPr txBox="1"/>
          <p:nvPr/>
        </p:nvSpPr>
        <p:spPr>
          <a:xfrm>
            <a:off x="2409967" y="4368961"/>
            <a:ext cx="2949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sis"/>
                <a:ea typeface="Dosis"/>
                <a:cs typeface="Dosis"/>
                <a:sym typeface="Dosis"/>
              </a:rPr>
              <a:t>suspicious machines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54" name="Google Shape;454;p33"/>
          <p:cNvSpPr txBox="1"/>
          <p:nvPr/>
        </p:nvSpPr>
        <p:spPr>
          <a:xfrm>
            <a:off x="2141300" y="4000096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55" name="Google Shape;455;p33"/>
          <p:cNvSpPr txBox="1"/>
          <p:nvPr/>
        </p:nvSpPr>
        <p:spPr>
          <a:xfrm>
            <a:off x="3113072" y="4000096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56" name="Google Shape;456;p33"/>
          <p:cNvSpPr txBox="1"/>
          <p:nvPr/>
        </p:nvSpPr>
        <p:spPr>
          <a:xfrm>
            <a:off x="4084811" y="3988503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57" name="Google Shape;457;p33"/>
          <p:cNvCxnSpPr/>
          <p:nvPr/>
        </p:nvCxnSpPr>
        <p:spPr>
          <a:xfrm>
            <a:off x="5342333" y="3961727"/>
            <a:ext cx="0" cy="42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458" name="Google Shape;458;p33"/>
          <p:cNvSpPr txBox="1"/>
          <p:nvPr/>
        </p:nvSpPr>
        <p:spPr>
          <a:xfrm>
            <a:off x="4972857" y="3987828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59" name="Google Shape;459;p33"/>
          <p:cNvSpPr txBox="1"/>
          <p:nvPr/>
        </p:nvSpPr>
        <p:spPr>
          <a:xfrm>
            <a:off x="7000015" y="3461930"/>
            <a:ext cx="1721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Finished Batch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60" name="Google Shape;460;p33"/>
          <p:cNvSpPr/>
          <p:nvPr/>
        </p:nvSpPr>
        <p:spPr>
          <a:xfrm>
            <a:off x="3113090" y="3390214"/>
            <a:ext cx="571500" cy="5715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Mch-2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61" name="Google Shape;461;p33"/>
          <p:cNvCxnSpPr>
            <a:stCxn id="439" idx="6"/>
            <a:endCxn id="460" idx="2"/>
          </p:cNvCxnSpPr>
          <p:nvPr/>
        </p:nvCxnSpPr>
        <p:spPr>
          <a:xfrm>
            <a:off x="2712818" y="3675931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462" name="Google Shape;462;p33"/>
          <p:cNvCxnSpPr>
            <a:stCxn id="460" idx="6"/>
            <a:endCxn id="440" idx="2"/>
          </p:cNvCxnSpPr>
          <p:nvPr/>
        </p:nvCxnSpPr>
        <p:spPr>
          <a:xfrm>
            <a:off x="3684590" y="3675964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3" name="Google Shape;463;p33"/>
          <p:cNvSpPr/>
          <p:nvPr/>
        </p:nvSpPr>
        <p:spPr>
          <a:xfrm>
            <a:off x="6028276" y="3390181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64" name="Google Shape;464;p33"/>
          <p:cNvCxnSpPr>
            <a:stCxn id="463" idx="6"/>
          </p:cNvCxnSpPr>
          <p:nvPr/>
        </p:nvCxnSpPr>
        <p:spPr>
          <a:xfrm>
            <a:off x="6599776" y="3675931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465" name="Google Shape;465;p33"/>
          <p:cNvSpPr txBox="1"/>
          <p:nvPr/>
        </p:nvSpPr>
        <p:spPr>
          <a:xfrm>
            <a:off x="2179263" y="45933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66" name="Google Shape;466;p33"/>
          <p:cNvSpPr txBox="1"/>
          <p:nvPr/>
        </p:nvSpPr>
        <p:spPr>
          <a:xfrm>
            <a:off x="7075275" y="3769200"/>
            <a:ext cx="11094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Good Pieces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( Gi )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67" name="Google Shape;467;p33"/>
          <p:cNvSpPr txBox="1"/>
          <p:nvPr/>
        </p:nvSpPr>
        <p:spPr>
          <a:xfrm>
            <a:off x="3167463" y="45933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68" name="Google Shape;468;p33"/>
          <p:cNvSpPr txBox="1"/>
          <p:nvPr/>
        </p:nvSpPr>
        <p:spPr>
          <a:xfrm>
            <a:off x="4155663" y="45933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0.6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69" name="Google Shape;469;p33"/>
          <p:cNvSpPr txBox="1"/>
          <p:nvPr/>
        </p:nvSpPr>
        <p:spPr>
          <a:xfrm>
            <a:off x="5143863" y="45933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0.55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0" name="Google Shape;470;p33"/>
          <p:cNvSpPr txBox="1"/>
          <p:nvPr/>
        </p:nvSpPr>
        <p:spPr>
          <a:xfrm>
            <a:off x="2151663" y="31344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1" name="Google Shape;471;p33"/>
          <p:cNvSpPr txBox="1"/>
          <p:nvPr/>
        </p:nvSpPr>
        <p:spPr>
          <a:xfrm>
            <a:off x="3139863" y="31344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2" name="Google Shape;472;p33"/>
          <p:cNvSpPr txBox="1"/>
          <p:nvPr/>
        </p:nvSpPr>
        <p:spPr>
          <a:xfrm>
            <a:off x="4128063" y="31344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3" name="Google Shape;473;p33"/>
          <p:cNvSpPr txBox="1"/>
          <p:nvPr/>
        </p:nvSpPr>
        <p:spPr>
          <a:xfrm>
            <a:off x="5116263" y="31344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4" name="Google Shape;474;p33"/>
          <p:cNvSpPr txBox="1"/>
          <p:nvPr/>
        </p:nvSpPr>
        <p:spPr>
          <a:xfrm>
            <a:off x="6104463" y="3134450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j=5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5" name="Google Shape;475;p33"/>
          <p:cNvSpPr txBox="1"/>
          <p:nvPr/>
        </p:nvSpPr>
        <p:spPr>
          <a:xfrm>
            <a:off x="4691182" y="4800050"/>
            <a:ext cx="3242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Shared defective pieces ( Zijk ) based on each Pm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6" name="Google Shape;476;p33"/>
          <p:cNvSpPr txBox="1"/>
          <p:nvPr/>
        </p:nvSpPr>
        <p:spPr>
          <a:xfrm>
            <a:off x="2643663" y="3419450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7" name="Google Shape;477;p33"/>
          <p:cNvSpPr txBox="1"/>
          <p:nvPr/>
        </p:nvSpPr>
        <p:spPr>
          <a:xfrm>
            <a:off x="3633963" y="3419450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4.15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8" name="Google Shape;478;p33"/>
          <p:cNvSpPr txBox="1"/>
          <p:nvPr/>
        </p:nvSpPr>
        <p:spPr>
          <a:xfrm>
            <a:off x="4645488" y="3419450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79" name="Google Shape;479;p33"/>
          <p:cNvSpPr txBox="1"/>
          <p:nvPr/>
        </p:nvSpPr>
        <p:spPr>
          <a:xfrm>
            <a:off x="5580663" y="3419450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80" name="Google Shape;480;p33"/>
          <p:cNvSpPr txBox="1"/>
          <p:nvPr/>
        </p:nvSpPr>
        <p:spPr>
          <a:xfrm>
            <a:off x="6568863" y="3419450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81" name="Google Shape;481;p33"/>
          <p:cNvSpPr txBox="1"/>
          <p:nvPr/>
        </p:nvSpPr>
        <p:spPr>
          <a:xfrm>
            <a:off x="3868400" y="2737563"/>
            <a:ext cx="183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Generated good pieces</a:t>
            </a:r>
            <a:endParaRPr>
              <a:solidFill>
                <a:srgbClr val="0000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82" name="Google Shape;482;p33"/>
          <p:cNvCxnSpPr>
            <a:stCxn id="478" idx="0"/>
          </p:cNvCxnSpPr>
          <p:nvPr/>
        </p:nvCxnSpPr>
        <p:spPr>
          <a:xfrm rot="10800000">
            <a:off x="4856088" y="3116750"/>
            <a:ext cx="21600" cy="302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483" name="Google Shape;483;p33"/>
          <p:cNvCxnSpPr/>
          <p:nvPr/>
        </p:nvCxnSpPr>
        <p:spPr>
          <a:xfrm>
            <a:off x="4402313" y="4781125"/>
            <a:ext cx="362400" cy="128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grpSp>
        <p:nvGrpSpPr>
          <p:cNvPr id="484" name="Google Shape;484;p33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485" name="Google Shape;485;p33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486" name="Google Shape;486;p33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487" name="Google Shape;487;p33"/>
          <p:cNvSpPr txBox="1"/>
          <p:nvPr/>
        </p:nvSpPr>
        <p:spPr>
          <a:xfrm>
            <a:off x="1051750" y="2265350"/>
            <a:ext cx="75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Xijk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Gi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1.55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88" name="Google Shape;488;p33"/>
          <p:cNvCxnSpPr>
            <a:stCxn id="487" idx="3"/>
            <a:endCxn id="476" idx="0"/>
          </p:cNvCxnSpPr>
          <p:nvPr/>
        </p:nvCxnSpPr>
        <p:spPr>
          <a:xfrm>
            <a:off x="1807150" y="2573150"/>
            <a:ext cx="1068600" cy="84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489" name="Google Shape;489;p33">
            <a:hlinkClick r:id="rId5" action="ppaction://hlinksldjump"/>
          </p:cNvPr>
          <p:cNvSpPr/>
          <p:nvPr/>
        </p:nvSpPr>
        <p:spPr>
          <a:xfrm>
            <a:off x="1631225" y="1401073"/>
            <a:ext cx="302700" cy="302700"/>
          </a:xfrm>
          <a:prstGeom prst="ellipse">
            <a:avLst/>
          </a:prstGeom>
          <a:solidFill>
            <a:srgbClr val="D9D9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1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90" name="Google Shape;490;p33">
            <a:hlinkClick r:id="rId6" action="ppaction://hlinksldjump"/>
          </p:cNvPr>
          <p:cNvSpPr/>
          <p:nvPr/>
        </p:nvSpPr>
        <p:spPr>
          <a:xfrm>
            <a:off x="7933278" y="4738884"/>
            <a:ext cx="302700" cy="3027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2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91" name="Google Shape;491;p33">
            <a:hlinkClick r:id="rId7" action="ppaction://hlinksldjump"/>
          </p:cNvPr>
          <p:cNvSpPr/>
          <p:nvPr/>
        </p:nvSpPr>
        <p:spPr>
          <a:xfrm>
            <a:off x="800812" y="2420399"/>
            <a:ext cx="302700" cy="302700"/>
          </a:xfrm>
          <a:prstGeom prst="ellipse">
            <a:avLst/>
          </a:prstGeom>
          <a:solidFill>
            <a:srgbClr val="DAFBFE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3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92" name="Google Shape;492;p33">
            <a:hlinkClick r:id="rId8" action="ppaction://hlinksldjump"/>
          </p:cNvPr>
          <p:cNvSpPr/>
          <p:nvPr/>
        </p:nvSpPr>
        <p:spPr>
          <a:xfrm>
            <a:off x="4726362" y="731265"/>
            <a:ext cx="302700" cy="3027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6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93" name="Google Shape;493;p33">
            <a:hlinkClick r:id="rId9" action="ppaction://hlinksldjump"/>
          </p:cNvPr>
          <p:cNvSpPr/>
          <p:nvPr/>
        </p:nvSpPr>
        <p:spPr>
          <a:xfrm>
            <a:off x="6356522" y="2385718"/>
            <a:ext cx="302700" cy="302700"/>
          </a:xfrm>
          <a:prstGeom prst="ellipse">
            <a:avLst/>
          </a:prstGeom>
          <a:solidFill>
            <a:srgbClr val="EFEFEF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4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494" name="Google Shape;494;p33">
            <a:hlinkClick r:id="rId10" action="ppaction://hlinksldjump"/>
          </p:cNvPr>
          <p:cNvSpPr/>
          <p:nvPr/>
        </p:nvSpPr>
        <p:spPr>
          <a:xfrm>
            <a:off x="7075269" y="731278"/>
            <a:ext cx="302700" cy="3027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5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495" name="Google Shape;495;p33"/>
          <p:cNvCxnSpPr>
            <a:stCxn id="496" idx="2"/>
            <a:endCxn id="433" idx="0"/>
          </p:cNvCxnSpPr>
          <p:nvPr/>
        </p:nvCxnSpPr>
        <p:spPr>
          <a:xfrm rot="-5400000" flipH="1">
            <a:off x="3425925" y="1828625"/>
            <a:ext cx="369600" cy="1584300"/>
          </a:xfrm>
          <a:prstGeom prst="bentConnector3">
            <a:avLst>
              <a:gd name="adj1" fmla="val 49997"/>
            </a:avLst>
          </a:prstGeom>
          <a:noFill/>
          <a:ln w="9525" cap="flat" cmpd="sng">
            <a:solidFill>
              <a:srgbClr val="38761D"/>
            </a:solidFill>
            <a:prstDash val="dash"/>
            <a:round/>
            <a:headEnd type="none" w="med" len="med"/>
            <a:tailEnd type="triangle" w="med" len="med"/>
          </a:ln>
        </p:spPr>
      </p:cxnSp>
      <p:grpSp>
        <p:nvGrpSpPr>
          <p:cNvPr id="497" name="Google Shape;497;p33"/>
          <p:cNvGrpSpPr/>
          <p:nvPr/>
        </p:nvGrpSpPr>
        <p:grpSpPr>
          <a:xfrm>
            <a:off x="2337750" y="2074575"/>
            <a:ext cx="749625" cy="384900"/>
            <a:chOff x="4688800" y="1267500"/>
            <a:chExt cx="749625" cy="384900"/>
          </a:xfrm>
        </p:grpSpPr>
        <p:sp>
          <p:nvSpPr>
            <p:cNvPr id="498" name="Google Shape;498;p33"/>
            <p:cNvSpPr/>
            <p:nvPr/>
          </p:nvSpPr>
          <p:spPr>
            <a:xfrm>
              <a:off x="4991425" y="1291000"/>
              <a:ext cx="408600" cy="3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9" name="Google Shape;499;p33"/>
            <p:cNvSpPr/>
            <p:nvPr/>
          </p:nvSpPr>
          <p:spPr>
            <a:xfrm>
              <a:off x="4991425" y="1366550"/>
              <a:ext cx="336900" cy="3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0" name="Google Shape;500;p33"/>
            <p:cNvSpPr/>
            <p:nvPr/>
          </p:nvSpPr>
          <p:spPr>
            <a:xfrm>
              <a:off x="4991425" y="1442100"/>
              <a:ext cx="447000" cy="3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1" name="Google Shape;501;p33"/>
            <p:cNvSpPr/>
            <p:nvPr/>
          </p:nvSpPr>
          <p:spPr>
            <a:xfrm>
              <a:off x="4991425" y="1517650"/>
              <a:ext cx="386400" cy="3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6" name="Google Shape;496;p33"/>
            <p:cNvSpPr/>
            <p:nvPr/>
          </p:nvSpPr>
          <p:spPr>
            <a:xfrm>
              <a:off x="4991425" y="1593200"/>
              <a:ext cx="356400" cy="35700"/>
            </a:xfrm>
            <a:prstGeom prst="rect">
              <a:avLst/>
            </a:prstGeom>
            <a:noFill/>
            <a:ln w="952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2" name="Google Shape;502;p33"/>
            <p:cNvSpPr txBox="1"/>
            <p:nvPr/>
          </p:nvSpPr>
          <p:spPr>
            <a:xfrm>
              <a:off x="4688800" y="1267500"/>
              <a:ext cx="302700" cy="384900"/>
            </a:xfrm>
            <a:prstGeom prst="rect">
              <a:avLst/>
            </a:prstGeom>
            <a:noFill/>
            <a:ln>
              <a:noFill/>
            </a:ln>
          </p:spPr>
          <p:txBody>
            <a:bodyPr spcFirstLastPara="1" wrap="square" lIns="0" tIns="0" rIns="0" bIns="0" anchor="t" anchorCtr="0">
              <a:sp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BATCH A</a:t>
              </a:r>
              <a:endParaRPr sz="5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BATCH B</a:t>
              </a:r>
              <a:endParaRPr sz="5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…</a:t>
              </a:r>
              <a:endParaRPr sz="5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…</a:t>
              </a:r>
              <a:endParaRPr sz="500"/>
            </a:p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500"/>
                <a:t>BATCH Z</a:t>
              </a:r>
              <a:endParaRPr sz="500"/>
            </a:p>
          </p:txBody>
        </p:sp>
      </p:grpSp>
      <p:cxnSp>
        <p:nvCxnSpPr>
          <p:cNvPr id="503" name="Google Shape;503;p33"/>
          <p:cNvCxnSpPr>
            <a:stCxn id="500" idx="3"/>
            <a:endCxn id="422" idx="1"/>
          </p:cNvCxnSpPr>
          <p:nvPr/>
        </p:nvCxnSpPr>
        <p:spPr>
          <a:xfrm>
            <a:off x="3087375" y="2267025"/>
            <a:ext cx="982200" cy="1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4" name="Google Shape;504;p33"/>
          <p:cNvSpPr txBox="1"/>
          <p:nvPr/>
        </p:nvSpPr>
        <p:spPr>
          <a:xfrm>
            <a:off x="6824225" y="2836613"/>
            <a:ext cx="153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Estimate Zijk and Xijk</a:t>
            </a:r>
            <a:endParaRPr/>
          </a:p>
        </p:txBody>
      </p:sp>
      <p:sp>
        <p:nvSpPr>
          <p:cNvPr id="505" name="Google Shape;505;p33"/>
          <p:cNvSpPr txBox="1"/>
          <p:nvPr/>
        </p:nvSpPr>
        <p:spPr>
          <a:xfrm>
            <a:off x="2538049" y="1444713"/>
            <a:ext cx="24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N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06" name="Google Shape;506;p33"/>
          <p:cNvCxnSpPr>
            <a:stCxn id="422" idx="3"/>
            <a:endCxn id="423" idx="2"/>
          </p:cNvCxnSpPr>
          <p:nvPr/>
        </p:nvCxnSpPr>
        <p:spPr>
          <a:xfrm rot="10800000" flipH="1">
            <a:off x="6400025" y="1346975"/>
            <a:ext cx="259200" cy="921600"/>
          </a:xfrm>
          <a:prstGeom prst="bentConnector2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7" name="Google Shape;507;p33"/>
          <p:cNvSpPr/>
          <p:nvPr/>
        </p:nvSpPr>
        <p:spPr>
          <a:xfrm>
            <a:off x="8135775" y="1295863"/>
            <a:ext cx="899856" cy="571482"/>
          </a:xfrm>
          <a:prstGeom prst="flowChartDocument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Yield rate estimations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08" name="Google Shape;508;p33"/>
          <p:cNvCxnSpPr>
            <a:stCxn id="424" idx="0"/>
            <a:endCxn id="507" idx="0"/>
          </p:cNvCxnSpPr>
          <p:nvPr/>
        </p:nvCxnSpPr>
        <p:spPr>
          <a:xfrm rot="-5400000" flipH="1">
            <a:off x="5446313" y="-1843475"/>
            <a:ext cx="434700" cy="5844000"/>
          </a:xfrm>
          <a:prstGeom prst="bentConnector3">
            <a:avLst>
              <a:gd name="adj1" fmla="val -54779"/>
            </a:avLst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09" name="Google Shape;509;p33"/>
          <p:cNvSpPr txBox="1"/>
          <p:nvPr/>
        </p:nvSpPr>
        <p:spPr>
          <a:xfrm>
            <a:off x="2538049" y="633713"/>
            <a:ext cx="2484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Y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10" name="Google Shape;510;p33"/>
          <p:cNvSpPr txBox="1"/>
          <p:nvPr/>
        </p:nvSpPr>
        <p:spPr>
          <a:xfrm>
            <a:off x="6586725" y="1304550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i="1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Xm  + (Gi * ℕim</a:t>
            </a:r>
            <a:r>
              <a:rPr lang="en" sz="1200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)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511" name="Google Shape;511;p33"/>
          <p:cNvSpPr txBox="1"/>
          <p:nvPr/>
        </p:nvSpPr>
        <p:spPr>
          <a:xfrm>
            <a:off x="3870375" y="1299175"/>
            <a:ext cx="1176900" cy="369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Gm / (Gm + Zm)</a:t>
            </a:r>
            <a:endParaRPr sz="1200">
              <a:solidFill>
                <a:srgbClr val="0000FF"/>
              </a:solidFill>
            </a:endParaRPr>
          </a:p>
        </p:txBody>
      </p:sp>
      <p:sp>
        <p:nvSpPr>
          <p:cNvPr id="512" name="Google Shape;512;p33"/>
          <p:cNvSpPr txBox="1"/>
          <p:nvPr/>
        </p:nvSpPr>
        <p:spPr>
          <a:xfrm>
            <a:off x="346397" y="4814000"/>
            <a:ext cx="432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Mch-3 and Mch-6 can observe defective pieces</a:t>
            </a:r>
            <a:endParaRPr sz="1000"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92534">
        <p14:gallery dir="l"/>
      </p:transition>
    </mc:Choice>
    <mc:Fallback xmlns="">
      <p:transition spd="slow" advTm="292534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02" x="1033463" y="1982788"/>
          <p14:tracePt t="318" x="1027113" y="1962150"/>
          <p14:tracePt t="326" x="1019175" y="1962150"/>
          <p14:tracePt t="334" x="1012825" y="1954213"/>
          <p14:tracePt t="342" x="998538" y="1947863"/>
          <p14:tracePt t="350" x="992188" y="1947863"/>
          <p14:tracePt t="358" x="977900" y="1933575"/>
          <p14:tracePt t="374" x="963613" y="1933575"/>
          <p14:tracePt t="390" x="949325" y="1925638"/>
          <p14:tracePt t="406" x="941388" y="1925638"/>
          <p14:tracePt t="414" x="935038" y="1919288"/>
          <p14:tracePt t="470" x="927100" y="1919288"/>
          <p14:tracePt t="478" x="920750" y="1919288"/>
          <p14:tracePt t="486" x="920750" y="1911350"/>
          <p14:tracePt t="494" x="906463" y="1905000"/>
          <p14:tracePt t="510" x="906463" y="1897063"/>
          <p14:tracePt t="518" x="892175" y="1890713"/>
          <p14:tracePt t="534" x="892175" y="1882775"/>
          <p14:tracePt t="3870" x="892175" y="1876425"/>
          <p14:tracePt t="3886" x="892175" y="1868488"/>
          <p14:tracePt t="3894" x="892175" y="1862138"/>
          <p14:tracePt t="8358" x="898525" y="1847850"/>
          <p14:tracePt t="8374" x="898525" y="1839913"/>
          <p14:tracePt t="8398" x="906463" y="1839913"/>
          <p14:tracePt t="8422" x="906463" y="1833563"/>
          <p14:tracePt t="8430" x="906463" y="1825625"/>
          <p14:tracePt t="8438" x="912813" y="1819275"/>
          <p14:tracePt t="14230" x="920750" y="1819275"/>
          <p14:tracePt t="14238" x="927100" y="1811338"/>
          <p14:tracePt t="14254" x="935038" y="1811338"/>
          <p14:tracePt t="14270" x="949325" y="1804988"/>
          <p14:tracePt t="14278" x="955675" y="1804988"/>
          <p14:tracePt t="14286" x="963613" y="1804988"/>
          <p14:tracePt t="14294" x="969963" y="1797050"/>
          <p14:tracePt t="14302" x="977900" y="1797050"/>
          <p14:tracePt t="14310" x="984250" y="1797050"/>
          <p14:tracePt t="14326" x="992188" y="1797050"/>
          <p14:tracePt t="14334" x="998538" y="1797050"/>
          <p14:tracePt t="14350" x="998538" y="1790700"/>
          <p14:tracePt t="14406" x="1006475" y="1790700"/>
          <p14:tracePt t="14574" x="998538" y="1790700"/>
          <p14:tracePt t="14590" x="992188" y="1790700"/>
          <p14:tracePt t="14598" x="984250" y="1790700"/>
          <p14:tracePt t="14606" x="977900" y="1790700"/>
          <p14:tracePt t="14638" x="969963" y="1790700"/>
          <p14:tracePt t="14646" x="963613" y="1790700"/>
          <p14:tracePt t="14678" x="949325" y="1790700"/>
          <p14:tracePt t="14694" x="941388" y="1790700"/>
          <p14:tracePt t="14710" x="935038" y="1790700"/>
          <p14:tracePt t="14718" x="927100" y="1790700"/>
          <p14:tracePt t="14726" x="912813" y="1790700"/>
          <p14:tracePt t="14734" x="912813" y="1797050"/>
          <p14:tracePt t="14750" x="906463" y="1797050"/>
          <p14:tracePt t="14758" x="898525" y="1797050"/>
          <p14:tracePt t="14783" x="892175" y="1797050"/>
          <p14:tracePt t="14790" x="884238" y="1797050"/>
          <p14:tracePt t="14798" x="877888" y="1797050"/>
          <p14:tracePt t="14814" x="869950" y="1797050"/>
          <p14:tracePt t="14822" x="855663" y="1797050"/>
          <p14:tracePt t="14838" x="849313" y="1797050"/>
          <p14:tracePt t="14846" x="835025" y="1797050"/>
          <p14:tracePt t="14854" x="827088" y="1797050"/>
          <p14:tracePt t="14870" x="820738" y="1797050"/>
          <p14:tracePt t="14878" x="812800" y="1797050"/>
          <p14:tracePt t="14894" x="806450" y="1797050"/>
          <p14:tracePt t="14910" x="792163" y="1797050"/>
          <p14:tracePt t="14934" x="784225" y="1797050"/>
          <p14:tracePt t="14942" x="769938" y="1797050"/>
          <p14:tracePt t="14958" x="763588" y="1797050"/>
          <p14:tracePt t="14974" x="749300" y="1797050"/>
          <p14:tracePt t="14998" x="741363" y="1797050"/>
          <p14:tracePt t="15022" x="727075" y="1797050"/>
          <p14:tracePt t="15030" x="720725" y="1797050"/>
          <p14:tracePt t="15046" x="706438" y="1797050"/>
          <p14:tracePt t="15054" x="698500" y="1797050"/>
          <p14:tracePt t="15062" x="684213" y="1790700"/>
          <p14:tracePt t="15070" x="677863" y="1782763"/>
          <p14:tracePt t="15086" x="669925" y="1776413"/>
          <p14:tracePt t="15094" x="663575" y="1768475"/>
          <p14:tracePt t="15102" x="649288" y="1768475"/>
          <p14:tracePt t="15110" x="641350" y="1754188"/>
          <p14:tracePt t="15118" x="635000" y="1754188"/>
          <p14:tracePt t="15126" x="635000" y="1747838"/>
          <p14:tracePt t="15134" x="627063" y="1739900"/>
          <p14:tracePt t="15142" x="612775" y="1733550"/>
          <p14:tracePt t="15150" x="598488" y="1719263"/>
          <p14:tracePt t="15158" x="584200" y="1712913"/>
          <p14:tracePt t="15167" x="569913" y="1690688"/>
          <p14:tracePt t="15174" x="549275" y="1676400"/>
          <p14:tracePt t="15182" x="534988" y="1662113"/>
          <p14:tracePt t="15190" x="512763" y="1647825"/>
          <p14:tracePt t="15198" x="506413" y="1633538"/>
          <p14:tracePt t="15206" x="485775" y="1619250"/>
          <p14:tracePt t="15214" x="457200" y="1584325"/>
          <p14:tracePt t="15222" x="457200" y="1570038"/>
          <p14:tracePt t="15230" x="428625" y="1547813"/>
          <p14:tracePt t="15238" x="428625" y="1533525"/>
          <p14:tracePt t="15254" x="414338" y="1519238"/>
          <p14:tracePt t="15262" x="414338" y="1504950"/>
          <p14:tracePt t="15270" x="406400" y="1490663"/>
          <p14:tracePt t="15278" x="400050" y="1476375"/>
          <p14:tracePt t="15286" x="400050" y="1455738"/>
          <p14:tracePt t="15294" x="392113" y="1433513"/>
          <p14:tracePt t="15302" x="385763" y="1412875"/>
          <p14:tracePt t="15310" x="377825" y="1398588"/>
          <p14:tracePt t="15318" x="377825" y="1376363"/>
          <p14:tracePt t="15326" x="371475" y="1347788"/>
          <p14:tracePt t="15334" x="371475" y="1327150"/>
          <p14:tracePt t="15342" x="363538" y="1298575"/>
          <p14:tracePt t="15351" x="363538" y="1284288"/>
          <p14:tracePt t="15358" x="363538" y="1255713"/>
          <p14:tracePt t="15367" x="363538" y="1241425"/>
          <p14:tracePt t="15374" x="363538" y="1212850"/>
          <p14:tracePt t="15382" x="363538" y="1190625"/>
          <p14:tracePt t="15390" x="363538" y="1184275"/>
          <p14:tracePt t="15398" x="363538" y="1169988"/>
          <p14:tracePt t="15406" x="363538" y="1155700"/>
          <p14:tracePt t="15414" x="363538" y="1135063"/>
          <p14:tracePt t="15422" x="363538" y="1127125"/>
          <p14:tracePt t="15430" x="363538" y="1112838"/>
          <p14:tracePt t="15438" x="363538" y="1106488"/>
          <p14:tracePt t="15446" x="363538" y="1092200"/>
          <p14:tracePt t="15454" x="363538" y="1084263"/>
          <p14:tracePt t="15462" x="363538" y="1077913"/>
          <p14:tracePt t="15478" x="363538" y="1069975"/>
          <p14:tracePt t="15502" x="363538" y="1063625"/>
          <p14:tracePt t="15510" x="371475" y="1055688"/>
          <p14:tracePt t="15518" x="377825" y="1049338"/>
          <p14:tracePt t="15534" x="385763" y="1041400"/>
          <p14:tracePt t="15542" x="400050" y="1020763"/>
          <p14:tracePt t="15551" x="406400" y="1020763"/>
          <p14:tracePt t="15558" x="414338" y="1012825"/>
          <p14:tracePt t="15567" x="420688" y="1006475"/>
          <p14:tracePt t="15574" x="434975" y="998538"/>
          <p14:tracePt t="15583" x="442913" y="998538"/>
          <p14:tracePt t="15590" x="449263" y="992188"/>
          <p14:tracePt t="15598" x="463550" y="992188"/>
          <p14:tracePt t="15606" x="471488" y="992188"/>
          <p14:tracePt t="15614" x="485775" y="984250"/>
          <p14:tracePt t="15622" x="492125" y="977900"/>
          <p14:tracePt t="15630" x="506413" y="969963"/>
          <p14:tracePt t="15638" x="512763" y="969963"/>
          <p14:tracePt t="15647" x="520700" y="963613"/>
          <p14:tracePt t="15654" x="527050" y="963613"/>
          <p14:tracePt t="15663" x="534988" y="963613"/>
          <p14:tracePt t="15670" x="549275" y="949325"/>
          <p14:tracePt t="15686" x="563563" y="949325"/>
          <p14:tracePt t="15702" x="569913" y="941388"/>
          <p14:tracePt t="15718" x="577850" y="941388"/>
          <p14:tracePt t="15726" x="584200" y="935038"/>
          <p14:tracePt t="15750" x="592138" y="935038"/>
          <p14:tracePt t="15758" x="592138" y="927100"/>
          <p14:tracePt t="15783" x="606425" y="927100"/>
          <p14:tracePt t="15798" x="612775" y="920750"/>
          <p14:tracePt t="15814" x="627063" y="912813"/>
          <p14:tracePt t="15830" x="641350" y="912813"/>
          <p14:tracePt t="15838" x="649288" y="906463"/>
          <p14:tracePt t="15846" x="655638" y="906463"/>
          <p14:tracePt t="15854" x="669925" y="898525"/>
          <p14:tracePt t="15862" x="692150" y="898525"/>
          <p14:tracePt t="15870" x="712788" y="898525"/>
          <p14:tracePt t="15878" x="735013" y="898525"/>
          <p14:tracePt t="15899" x="777875" y="892175"/>
          <p14:tracePt t="15902" x="806450" y="892175"/>
          <p14:tracePt t="15910" x="827088" y="877888"/>
          <p14:tracePt t="15918" x="841375" y="877888"/>
          <p14:tracePt t="15926" x="869950" y="877888"/>
          <p14:tracePt t="15934" x="892175" y="877888"/>
          <p14:tracePt t="15942" x="912813" y="877888"/>
          <p14:tracePt t="15950" x="920750" y="877888"/>
          <p14:tracePt t="15958" x="941388" y="877888"/>
          <p14:tracePt t="15967" x="963613" y="877888"/>
          <p14:tracePt t="15974" x="984250" y="877888"/>
          <p14:tracePt t="15983" x="1006475" y="877888"/>
          <p14:tracePt t="15990" x="1027113" y="877888"/>
          <p14:tracePt t="15998" x="1047750" y="877888"/>
          <p14:tracePt t="16006" x="1069975" y="877888"/>
          <p14:tracePt t="16014" x="1090613" y="877888"/>
          <p14:tracePt t="16022" x="1104900" y="884238"/>
          <p14:tracePt t="16030" x="1127125" y="884238"/>
          <p14:tracePt t="16038" x="1141413" y="884238"/>
          <p14:tracePt t="16046" x="1155700" y="884238"/>
          <p14:tracePt t="16054" x="1169988" y="898525"/>
          <p14:tracePt t="16062" x="1190625" y="906463"/>
          <p14:tracePt t="16070" x="1204913" y="906463"/>
          <p14:tracePt t="16078" x="1219200" y="906463"/>
          <p14:tracePt t="16086" x="1233488" y="912813"/>
          <p14:tracePt t="16094" x="1247775" y="927100"/>
          <p14:tracePt t="16102" x="1262063" y="927100"/>
          <p14:tracePt t="16110" x="1270000" y="927100"/>
          <p14:tracePt t="16118" x="1284288" y="935038"/>
          <p14:tracePt t="16126" x="1290638" y="935038"/>
          <p14:tracePt t="16142" x="1304925" y="935038"/>
          <p14:tracePt t="16150" x="1304925" y="941388"/>
          <p14:tracePt t="16158" x="1312863" y="949325"/>
          <p14:tracePt t="16166" x="1327150" y="955675"/>
          <p14:tracePt t="16182" x="1341438" y="963613"/>
          <p14:tracePt t="16190" x="1355725" y="963613"/>
          <p14:tracePt t="16198" x="1355725" y="969963"/>
          <p14:tracePt t="16206" x="1362075" y="977900"/>
          <p14:tracePt t="16238" x="1376363" y="992188"/>
          <p14:tracePt t="16246" x="1376363" y="998538"/>
          <p14:tracePt t="16254" x="1376363" y="1006475"/>
          <p14:tracePt t="16262" x="1384300" y="1012825"/>
          <p14:tracePt t="16270" x="1390650" y="1027113"/>
          <p14:tracePt t="16278" x="1398588" y="1041400"/>
          <p14:tracePt t="16286" x="1412875" y="1063625"/>
          <p14:tracePt t="16294" x="1412875" y="1069975"/>
          <p14:tracePt t="16302" x="1412875" y="1077913"/>
          <p14:tracePt t="16310" x="1427163" y="1092200"/>
          <p14:tracePt t="16318" x="1427163" y="1098550"/>
          <p14:tracePt t="16326" x="1427163" y="1112838"/>
          <p14:tracePt t="16342" x="1433513" y="1120775"/>
          <p14:tracePt t="16351" x="1433513" y="1135063"/>
          <p14:tracePt t="16358" x="1441450" y="1155700"/>
          <p14:tracePt t="16367" x="1441450" y="1162050"/>
          <p14:tracePt t="16374" x="1441450" y="1169988"/>
          <p14:tracePt t="16382" x="1441450" y="1184275"/>
          <p14:tracePt t="16390" x="1447800" y="1198563"/>
          <p14:tracePt t="16398" x="1447800" y="1204913"/>
          <p14:tracePt t="16406" x="1447800" y="1212850"/>
          <p14:tracePt t="16414" x="1447800" y="1227138"/>
          <p14:tracePt t="16422" x="1447800" y="1241425"/>
          <p14:tracePt t="16430" x="1447800" y="1255713"/>
          <p14:tracePt t="16438" x="1447800" y="1262063"/>
          <p14:tracePt t="16446" x="1447800" y="1270000"/>
          <p14:tracePt t="16454" x="1447800" y="1284288"/>
          <p14:tracePt t="16462" x="1447800" y="1290638"/>
          <p14:tracePt t="16470" x="1447800" y="1298575"/>
          <p14:tracePt t="16478" x="1447800" y="1312863"/>
          <p14:tracePt t="16486" x="1447800" y="1327150"/>
          <p14:tracePt t="16494" x="1447800" y="1341438"/>
          <p14:tracePt t="16502" x="1447800" y="1347788"/>
          <p14:tracePt t="16510" x="1447800" y="1355725"/>
          <p14:tracePt t="16518" x="1447800" y="1376363"/>
          <p14:tracePt t="16526" x="1447800" y="1384300"/>
          <p14:tracePt t="16534" x="1447800" y="1398588"/>
          <p14:tracePt t="16542" x="1441450" y="1404938"/>
          <p14:tracePt t="16551" x="1441450" y="1412875"/>
          <p14:tracePt t="16558" x="1433513" y="1427163"/>
          <p14:tracePt t="16567" x="1427163" y="1433513"/>
          <p14:tracePt t="16574" x="1419225" y="1447800"/>
          <p14:tracePt t="16585" x="1419225" y="1455738"/>
          <p14:tracePt t="16590" x="1419225" y="1470025"/>
          <p14:tracePt t="16598" x="1404938" y="1476375"/>
          <p14:tracePt t="16606" x="1404938" y="1484313"/>
          <p14:tracePt t="16614" x="1398588" y="1504950"/>
          <p14:tracePt t="16622" x="1390650" y="1512888"/>
          <p14:tracePt t="16630" x="1390650" y="1527175"/>
          <p14:tracePt t="16638" x="1376363" y="1541463"/>
          <p14:tracePt t="16646" x="1376363" y="1555750"/>
          <p14:tracePt t="16654" x="1370013" y="1555750"/>
          <p14:tracePt t="16662" x="1362075" y="1584325"/>
          <p14:tracePt t="16670" x="1347788" y="1598613"/>
          <p14:tracePt t="16678" x="1341438" y="1612900"/>
          <p14:tracePt t="16686" x="1333500" y="1627188"/>
          <p14:tracePt t="16694" x="1319213" y="1641475"/>
          <p14:tracePt t="16702" x="1304925" y="1655763"/>
          <p14:tracePt t="16710" x="1298575" y="1676400"/>
          <p14:tracePt t="16718" x="1276350" y="1698625"/>
          <p14:tracePt t="16726" x="1262063" y="1712913"/>
          <p14:tracePt t="16735" x="1247775" y="1733550"/>
          <p14:tracePt t="16742" x="1233488" y="1747838"/>
          <p14:tracePt t="16751" x="1219200" y="1762125"/>
          <p14:tracePt t="16758" x="1204913" y="1776413"/>
          <p14:tracePt t="16767" x="1198563" y="1797050"/>
          <p14:tracePt t="16774" x="1190625" y="1797050"/>
          <p14:tracePt t="16783" x="1176338" y="1804988"/>
          <p14:tracePt t="16790" x="1162050" y="1811338"/>
          <p14:tracePt t="16798" x="1155700" y="1825625"/>
          <p14:tracePt t="16806" x="1133475" y="1839913"/>
          <p14:tracePt t="16814" x="1119188" y="1847850"/>
          <p14:tracePt t="16822" x="1112838" y="1854200"/>
          <p14:tracePt t="16830" x="1104900" y="1862138"/>
          <p14:tracePt t="16838" x="1090613" y="1862138"/>
          <p14:tracePt t="16846" x="1084263" y="1868488"/>
          <p14:tracePt t="16854" x="1069975" y="1876425"/>
          <p14:tracePt t="16862" x="1062038" y="1876425"/>
          <p14:tracePt t="16870" x="1047750" y="1890713"/>
          <p14:tracePt t="16878" x="1033463" y="1890713"/>
          <p14:tracePt t="16886" x="1019175" y="1897063"/>
          <p14:tracePt t="16902" x="1006475" y="1897063"/>
          <p14:tracePt t="16910" x="992188" y="1905000"/>
          <p14:tracePt t="16918" x="963613" y="1919288"/>
          <p14:tracePt t="16934" x="949325" y="1919288"/>
          <p14:tracePt t="16942" x="941388" y="1919288"/>
          <p14:tracePt t="16950" x="920750" y="1925638"/>
          <p14:tracePt t="16958" x="898525" y="1933575"/>
          <p14:tracePt t="16966" x="884238" y="1933575"/>
          <p14:tracePt t="16974" x="877888" y="1939925"/>
          <p14:tracePt t="16982" x="863600" y="1939925"/>
          <p14:tracePt t="16990" x="841375" y="1939925"/>
          <p14:tracePt t="16998" x="820738" y="1947863"/>
          <p14:tracePt t="17006" x="812800" y="1947863"/>
          <p14:tracePt t="17014" x="798513" y="1947863"/>
          <p14:tracePt t="17022" x="792163" y="1947863"/>
          <p14:tracePt t="17030" x="777875" y="1947863"/>
          <p14:tracePt t="17038" x="763588" y="1947863"/>
          <p14:tracePt t="17046" x="749300" y="1947863"/>
          <p14:tracePt t="17062" x="741363" y="1947863"/>
          <p14:tracePt t="17078" x="735013" y="1947863"/>
          <p14:tracePt t="17094" x="727075" y="1947863"/>
          <p14:tracePt t="17110" x="720725" y="1947863"/>
          <p14:tracePt t="17126" x="706438" y="1947863"/>
          <p14:tracePt t="17142" x="698500" y="1947863"/>
          <p14:tracePt t="17150" x="684213" y="1947863"/>
          <p14:tracePt t="17158" x="677863" y="1947863"/>
          <p14:tracePt t="17166" x="663575" y="1939925"/>
          <p14:tracePt t="17174" x="655638" y="1939925"/>
          <p14:tracePt t="17182" x="655638" y="1933575"/>
          <p14:tracePt t="17190" x="641350" y="1925638"/>
          <p14:tracePt t="24175" x="649288" y="1919288"/>
          <p14:tracePt t="24183" x="663575" y="1919288"/>
          <p14:tracePt t="24190" x="684213" y="1919288"/>
          <p14:tracePt t="24198" x="698500" y="1919288"/>
          <p14:tracePt t="24206" x="706438" y="1919288"/>
          <p14:tracePt t="24214" x="720725" y="1919288"/>
          <p14:tracePt t="24222" x="727075" y="1919288"/>
          <p14:tracePt t="24230" x="735013" y="1919288"/>
          <p14:tracePt t="24238" x="741363" y="1919288"/>
          <p14:tracePt t="24246" x="749300" y="1919288"/>
          <p14:tracePt t="24262" x="755650" y="1919288"/>
          <p14:tracePt t="24270" x="769938" y="1919288"/>
          <p14:tracePt t="24278" x="777875" y="1919288"/>
          <p14:tracePt t="24294" x="784225" y="1919288"/>
          <p14:tracePt t="24302" x="798513" y="1911350"/>
          <p14:tracePt t="24318" x="812800" y="1911350"/>
          <p14:tracePt t="24326" x="820738" y="1911350"/>
          <p14:tracePt t="24334" x="841375" y="1911350"/>
          <p14:tracePt t="24342" x="863600" y="1911350"/>
          <p14:tracePt t="24351" x="906463" y="1897063"/>
          <p14:tracePt t="24358" x="935038" y="1890713"/>
          <p14:tracePt t="24367" x="963613" y="1882775"/>
          <p14:tracePt t="24374" x="1019175" y="1882775"/>
          <p14:tracePt t="24382" x="1062038" y="1876425"/>
          <p14:tracePt t="24390" x="1104900" y="1862138"/>
          <p14:tracePt t="24398" x="1155700" y="1854200"/>
          <p14:tracePt t="24406" x="1190625" y="1854200"/>
          <p14:tracePt t="24414" x="1233488" y="1854200"/>
          <p14:tracePt t="24422" x="1270000" y="1847850"/>
          <p14:tracePt t="24430" x="1319213" y="1847850"/>
          <p14:tracePt t="24438" x="1370013" y="1833563"/>
          <p14:tracePt t="24446" x="1419225" y="1833563"/>
          <p14:tracePt t="24454" x="1484313" y="1825625"/>
          <p14:tracePt t="24462" x="1554163" y="1811338"/>
          <p14:tracePt t="24470" x="1619250" y="1804988"/>
          <p14:tracePt t="24478" x="1676400" y="1790700"/>
          <p14:tracePt t="24486" x="1747838" y="1782763"/>
          <p14:tracePt t="24494" x="1776413" y="1776413"/>
          <p14:tracePt t="24502" x="1839913" y="1754188"/>
          <p14:tracePt t="24510" x="1890713" y="1739900"/>
          <p14:tracePt t="24519" x="1933575" y="1719263"/>
          <p14:tracePt t="24526" x="1990725" y="1698625"/>
          <p14:tracePt t="24534" x="2032000" y="1676400"/>
          <p14:tracePt t="24542" x="2074863" y="1662113"/>
          <p14:tracePt t="24551" x="2111375" y="1655763"/>
          <p14:tracePt t="24558" x="2139950" y="1647825"/>
          <p14:tracePt t="24567" x="2168525" y="1633538"/>
          <p14:tracePt t="24574" x="2197100" y="1612900"/>
          <p14:tracePt t="24584" x="2211388" y="1612900"/>
          <p14:tracePt t="24590" x="2225675" y="1604963"/>
          <p14:tracePt t="24598" x="2246313" y="1590675"/>
          <p14:tracePt t="24606" x="2268538" y="1584325"/>
          <p14:tracePt t="24614" x="2303463" y="1576388"/>
          <p14:tracePt t="24622" x="2339975" y="1562100"/>
          <p14:tracePt t="24630" x="2403475" y="1547813"/>
          <p14:tracePt t="24638" x="2460625" y="1541463"/>
          <p14:tracePt t="24646" x="2540000" y="1533525"/>
          <p14:tracePt t="24654" x="2617788" y="1512888"/>
          <p14:tracePt t="24662" x="2689225" y="1504950"/>
          <p14:tracePt t="24670" x="2767013" y="1498600"/>
          <p14:tracePt t="24678" x="2846388" y="1484313"/>
          <p14:tracePt t="24686" x="2924175" y="1470025"/>
          <p14:tracePt t="24694" x="2995613" y="1470025"/>
          <p14:tracePt t="24702" x="3081338" y="1470025"/>
          <p14:tracePt t="24710" x="3173413" y="1470025"/>
          <p14:tracePt t="24718" x="3259138" y="1470025"/>
          <p14:tracePt t="24726" x="3338513" y="1470025"/>
          <p14:tracePt t="24734" x="3416300" y="1470025"/>
          <p14:tracePt t="24742" x="3481388" y="1470025"/>
          <p14:tracePt t="24750" x="3516313" y="1470025"/>
          <p14:tracePt t="24758" x="3559175" y="1470025"/>
          <p14:tracePt t="24767" x="3579813" y="1470025"/>
          <p14:tracePt t="24774" x="3594100" y="1470025"/>
          <p14:tracePt t="24782" x="3602038" y="1470025"/>
          <p14:tracePt t="24790" x="3608388" y="1470025"/>
          <p14:tracePt t="24798" x="3616325" y="1470025"/>
          <p14:tracePt t="24830" x="3622675" y="1470025"/>
          <p14:tracePt t="24894" x="3622675" y="1476375"/>
          <p14:tracePt t="25086" x="3616325" y="1470025"/>
          <p14:tracePt t="25094" x="3608388" y="1462088"/>
          <p14:tracePt t="25102" x="3602038" y="1455738"/>
          <p14:tracePt t="25110" x="3602038" y="1447800"/>
          <p14:tracePt t="25118" x="3602038" y="1441450"/>
          <p14:tracePt t="25126" x="3602038" y="1433513"/>
          <p14:tracePt t="25150" x="3602038" y="1427163"/>
          <p14:tracePt t="25158" x="3608388" y="1427163"/>
          <p14:tracePt t="25183" x="3608388" y="1419225"/>
          <p14:tracePt t="25198" x="3616325" y="1412875"/>
          <p14:tracePt t="25215" x="3616325" y="1404938"/>
          <p14:tracePt t="25222" x="3622675" y="1404938"/>
          <p14:tracePt t="25230" x="3630613" y="1390650"/>
          <p14:tracePt t="25238" x="3636963" y="1384300"/>
          <p14:tracePt t="25254" x="3644900" y="1376363"/>
          <p14:tracePt t="25342" x="3644900" y="1370013"/>
          <p14:tracePt t="25350" x="3651250" y="1370013"/>
          <p14:tracePt t="25382" x="3651250" y="1362075"/>
          <p14:tracePt t="25422" x="3651250" y="1355725"/>
          <p14:tracePt t="25462" x="3659188" y="1347788"/>
          <p14:tracePt t="25582" x="3659188" y="1341438"/>
          <p14:tracePt t="26598" x="3659188" y="1347788"/>
          <p14:tracePt t="26622" x="3659188" y="1355725"/>
          <p14:tracePt t="26630" x="3659188" y="1362075"/>
          <p14:tracePt t="26654" x="3659188" y="1370013"/>
          <p14:tracePt t="26662" x="3659188" y="1376363"/>
          <p14:tracePt t="26670" x="3659188" y="1384300"/>
          <p14:tracePt t="26694" x="3659188" y="1390650"/>
          <p14:tracePt t="26702" x="3659188" y="1398588"/>
          <p14:tracePt t="26742" x="3659188" y="1404938"/>
          <p14:tracePt t="26767" x="3659188" y="1412875"/>
          <p14:tracePt t="26783" x="3659188" y="1419225"/>
          <p14:tracePt t="26814" x="3659188" y="1427163"/>
          <p14:tracePt t="26854" x="3659188" y="1433513"/>
          <p14:tracePt t="26886" x="3659188" y="1441450"/>
          <p14:tracePt t="26902" x="3665538" y="1441450"/>
          <p14:tracePt t="26918" x="3673475" y="1447800"/>
          <p14:tracePt t="26934" x="3679825" y="1455738"/>
          <p14:tracePt t="26966" x="3694113" y="1462088"/>
          <p14:tracePt t="26974" x="3702050" y="1470025"/>
          <p14:tracePt t="26990" x="3716338" y="1476375"/>
          <p14:tracePt t="27006" x="3722688" y="1476375"/>
          <p14:tracePt t="27014" x="3730625" y="1476375"/>
          <p14:tracePt t="27022" x="3736975" y="1484313"/>
          <p14:tracePt t="27030" x="3736975" y="1490663"/>
          <p14:tracePt t="27046" x="3744913" y="1490663"/>
          <p14:tracePt t="27054" x="3744913" y="1498600"/>
          <p14:tracePt t="27070" x="3751263" y="1498600"/>
          <p14:tracePt t="27078" x="3765550" y="1498600"/>
          <p14:tracePt t="27086" x="3773488" y="1512888"/>
          <p14:tracePt t="27094" x="3779838" y="1512888"/>
          <p14:tracePt t="27110" x="3787775" y="1512888"/>
          <p14:tracePt t="27118" x="3802063" y="1519238"/>
          <p14:tracePt t="27134" x="3816350" y="1527175"/>
          <p14:tracePt t="27142" x="3822700" y="1527175"/>
          <p14:tracePt t="27150" x="3836988" y="1533525"/>
          <p14:tracePt t="27158" x="3844925" y="1533525"/>
          <p14:tracePt t="27167" x="3859213" y="1533525"/>
          <p14:tracePt t="27174" x="3865563" y="1541463"/>
          <p14:tracePt t="27182" x="3887788" y="1541463"/>
          <p14:tracePt t="27190" x="3908425" y="1547813"/>
          <p14:tracePt t="27198" x="3930650" y="1547813"/>
          <p14:tracePt t="27206" x="3959225" y="1547813"/>
          <p14:tracePt t="27214" x="3987800" y="1547813"/>
          <p14:tracePt t="27222" x="4030663" y="1562100"/>
          <p14:tracePt t="27230" x="4044950" y="1562100"/>
          <p14:tracePt t="27238" x="4065588" y="1562100"/>
          <p14:tracePt t="27246" x="4094163" y="1570038"/>
          <p14:tracePt t="27262" x="4108450" y="1570038"/>
          <p14:tracePt t="27270" x="4122738" y="1570038"/>
          <p14:tracePt t="27278" x="4137025" y="1570038"/>
          <p14:tracePt t="27294" x="4143375" y="1570038"/>
          <p14:tracePt t="27302" x="4157663" y="1570038"/>
          <p14:tracePt t="27318" x="4165600" y="1570038"/>
          <p14:tracePt t="27334" x="4179888" y="1570038"/>
          <p14:tracePt t="27358" x="4186238" y="1570038"/>
          <p14:tracePt t="27622" x="4200525" y="1570038"/>
          <p14:tracePt t="27646" x="4208463" y="1570038"/>
          <p14:tracePt t="27694" x="4222750" y="1570038"/>
          <p14:tracePt t="27726" x="4229100" y="1570038"/>
          <p14:tracePt t="27766" x="4237038" y="1570038"/>
          <p14:tracePt t="27782" x="4243388" y="1570038"/>
          <p14:tracePt t="27798" x="4251325" y="1570038"/>
          <p14:tracePt t="27822" x="4257675" y="1570038"/>
          <p14:tracePt t="27838" x="4265613" y="1570038"/>
          <p14:tracePt t="27870" x="4271963" y="1570038"/>
          <p14:tracePt t="27878" x="4286250" y="1562100"/>
          <p14:tracePt t="27894" x="4294188" y="1562100"/>
          <p14:tracePt t="27902" x="4308475" y="1562100"/>
          <p14:tracePt t="27910" x="4314825" y="1562100"/>
          <p14:tracePt t="27926" x="4329113" y="1562100"/>
          <p14:tracePt t="27934" x="4337050" y="1562100"/>
          <p14:tracePt t="27942" x="4351338" y="1562100"/>
          <p14:tracePt t="27958" x="4357688" y="1562100"/>
          <p14:tracePt t="27967" x="4371975" y="1562100"/>
          <p14:tracePt t="27982" x="4379913" y="1562100"/>
          <p14:tracePt t="27990" x="4394200" y="1562100"/>
          <p14:tracePt t="28006" x="4400550" y="1562100"/>
          <p14:tracePt t="28014" x="4408488" y="1562100"/>
          <p14:tracePt t="28022" x="4422775" y="1562100"/>
          <p14:tracePt t="28038" x="4429125" y="1562100"/>
          <p14:tracePt t="28046" x="4437063" y="1562100"/>
          <p14:tracePt t="28062" x="4443413" y="1562100"/>
          <p14:tracePt t="28070" x="4451350" y="1562100"/>
          <p14:tracePt t="28078" x="4451350" y="1555750"/>
          <p14:tracePt t="28086" x="4457700" y="1555750"/>
          <p14:tracePt t="28094" x="4465638" y="1547813"/>
          <p14:tracePt t="28118" x="4471988" y="1547813"/>
          <p14:tracePt t="28126" x="4471988" y="1541463"/>
          <p14:tracePt t="28134" x="4479925" y="1541463"/>
          <p14:tracePt t="28150" x="4486275" y="1541463"/>
          <p14:tracePt t="28174" x="4500563" y="1533525"/>
          <p14:tracePt t="28182" x="4508500" y="1533525"/>
          <p14:tracePt t="28198" x="4508500" y="1527175"/>
          <p14:tracePt t="28222" x="4522788" y="1527175"/>
          <p14:tracePt t="28230" x="4522788" y="1519238"/>
          <p14:tracePt t="28254" x="4529138" y="1519238"/>
          <p14:tracePt t="28270" x="4529138" y="1512888"/>
          <p14:tracePt t="28278" x="4537075" y="1512888"/>
          <p14:tracePt t="28286" x="4543425" y="1504950"/>
          <p14:tracePt t="28310" x="4551363" y="1490663"/>
          <p14:tracePt t="28326" x="4551363" y="1484313"/>
          <p14:tracePt t="28334" x="4557713" y="1484313"/>
          <p14:tracePt t="28342" x="4565650" y="1470025"/>
          <p14:tracePt t="28358" x="4565650" y="1462088"/>
          <p14:tracePt t="28374" x="4572000" y="1447800"/>
          <p14:tracePt t="28390" x="4572000" y="1441450"/>
          <p14:tracePt t="28406" x="4572000" y="1427163"/>
          <p14:tracePt t="28414" x="4572000" y="1419225"/>
          <p14:tracePt t="28430" x="4578350" y="1404938"/>
          <p14:tracePt t="28438" x="4578350" y="1398588"/>
          <p14:tracePt t="28454" x="4578350" y="1384300"/>
          <p14:tracePt t="28462" x="4586288" y="1376363"/>
          <p14:tracePt t="28486" x="4586288" y="1370013"/>
          <p14:tracePt t="28494" x="4586288" y="1362075"/>
          <p14:tracePt t="28502" x="4592638" y="1362075"/>
          <p14:tracePt t="28510" x="4592638" y="1355725"/>
          <p14:tracePt t="28518" x="4600575" y="1347788"/>
          <p14:tracePt t="28534" x="4600575" y="1341438"/>
          <p14:tracePt t="28542" x="4600575" y="1333500"/>
          <p14:tracePt t="28550" x="4600575" y="1327150"/>
          <p14:tracePt t="28558" x="4606925" y="1312863"/>
          <p14:tracePt t="28582" x="4614863" y="1304925"/>
          <p14:tracePt t="28598" x="4614863" y="1290638"/>
          <p14:tracePt t="28614" x="4614863" y="1284288"/>
          <p14:tracePt t="28622" x="4614863" y="1270000"/>
          <p14:tracePt t="28631" x="4614863" y="1262063"/>
          <p14:tracePt t="28638" x="4614863" y="1255713"/>
          <p14:tracePt t="28646" x="4614863" y="1241425"/>
          <p14:tracePt t="28662" x="4614863" y="1233488"/>
          <p14:tracePt t="28670" x="4614863" y="1219200"/>
          <p14:tracePt t="28686" x="4614863" y="1212850"/>
          <p14:tracePt t="28694" x="4614863" y="1198563"/>
          <p14:tracePt t="28710" x="4614863" y="1184275"/>
          <p14:tracePt t="28734" x="4614863" y="1176338"/>
          <p14:tracePt t="28750" x="4614863" y="1162050"/>
          <p14:tracePt t="28758" x="4614863" y="1147763"/>
          <p14:tracePt t="28767" x="4614863" y="1141413"/>
          <p14:tracePt t="28774" x="4614863" y="1135063"/>
          <p14:tracePt t="28783" x="4614863" y="1127125"/>
          <p14:tracePt t="28790" x="4614863" y="1120775"/>
          <p14:tracePt t="28798" x="4614863" y="1112838"/>
          <p14:tracePt t="28806" x="4614863" y="1106488"/>
          <p14:tracePt t="28814" x="4614863" y="1098550"/>
          <p14:tracePt t="28822" x="4606925" y="1092200"/>
          <p14:tracePt t="28838" x="4600575" y="1077913"/>
          <p14:tracePt t="28846" x="4592638" y="1063625"/>
          <p14:tracePt t="28854" x="4586288" y="1063625"/>
          <p14:tracePt t="28862" x="4586288" y="1049338"/>
          <p14:tracePt t="28870" x="4578350" y="1041400"/>
          <p14:tracePt t="28878" x="4572000" y="1035050"/>
          <p14:tracePt t="28886" x="4557713" y="1020763"/>
          <p14:tracePt t="28894" x="4557713" y="1012825"/>
          <p14:tracePt t="28902" x="4551363" y="1006475"/>
          <p14:tracePt t="28910" x="4543425" y="998538"/>
          <p14:tracePt t="28918" x="4537075" y="992188"/>
          <p14:tracePt t="28934" x="4529138" y="969963"/>
          <p14:tracePt t="28942" x="4522788" y="969963"/>
          <p14:tracePt t="28951" x="4522788" y="963613"/>
          <p14:tracePt t="28958" x="4508500" y="955675"/>
          <p14:tracePt t="28967" x="4500563" y="955675"/>
          <p14:tracePt t="28974" x="4494213" y="949325"/>
          <p14:tracePt t="28983" x="4486275" y="941388"/>
          <p14:tracePt t="28990" x="4471988" y="941388"/>
          <p14:tracePt t="28998" x="4471988" y="927100"/>
          <p14:tracePt t="29006" x="4457700" y="927100"/>
          <p14:tracePt t="29014" x="4451350" y="920750"/>
          <p14:tracePt t="29022" x="4443413" y="912813"/>
          <p14:tracePt t="29030" x="4437063" y="906463"/>
          <p14:tracePt t="29038" x="4429125" y="906463"/>
          <p14:tracePt t="29054" x="4422775" y="906463"/>
          <p14:tracePt t="29062" x="4414838" y="906463"/>
          <p14:tracePt t="29070" x="4408488" y="906463"/>
          <p14:tracePt t="29078" x="4400550" y="898525"/>
          <p14:tracePt t="29086" x="4394200" y="898525"/>
          <p14:tracePt t="29094" x="4386263" y="898525"/>
          <p14:tracePt t="29102" x="4371975" y="898525"/>
          <p14:tracePt t="29110" x="4357688" y="892175"/>
          <p14:tracePt t="29118" x="4343400" y="892175"/>
          <p14:tracePt t="29126" x="4329113" y="892175"/>
          <p14:tracePt t="29134" x="4308475" y="892175"/>
          <p14:tracePt t="29143" x="4300538" y="884238"/>
          <p14:tracePt t="29150" x="4286250" y="884238"/>
          <p14:tracePt t="29158" x="4265613" y="877888"/>
          <p14:tracePt t="29167" x="4251325" y="877888"/>
          <p14:tracePt t="29174" x="4229100" y="877888"/>
          <p14:tracePt t="29182" x="4208463" y="877888"/>
          <p14:tracePt t="29190" x="4186238" y="869950"/>
          <p14:tracePt t="29198" x="4171950" y="869950"/>
          <p14:tracePt t="29206" x="4157663" y="869950"/>
          <p14:tracePt t="29214" x="4137025" y="869950"/>
          <p14:tracePt t="29222" x="4122738" y="863600"/>
          <p14:tracePt t="29230" x="4100513" y="855663"/>
          <p14:tracePt t="29238" x="4094163" y="855663"/>
          <p14:tracePt t="29246" x="4086225" y="855663"/>
          <p14:tracePt t="29254" x="4079875" y="855663"/>
          <p14:tracePt t="29262" x="4059238" y="855663"/>
          <p14:tracePt t="29270" x="4037013" y="849313"/>
          <p14:tracePt t="29278" x="4030663" y="849313"/>
          <p14:tracePt t="29286" x="4008438" y="849313"/>
          <p14:tracePt t="29294" x="3994150" y="849313"/>
          <p14:tracePt t="29302" x="3973513" y="849313"/>
          <p14:tracePt t="29310" x="3951288" y="849313"/>
          <p14:tracePt t="29318" x="3944938" y="849313"/>
          <p14:tracePt t="29326" x="3930650" y="849313"/>
          <p14:tracePt t="29334" x="3922713" y="849313"/>
          <p14:tracePt t="29342" x="3908425" y="849313"/>
          <p14:tracePt t="29351" x="3902075" y="849313"/>
          <p14:tracePt t="29368" x="3887788" y="849313"/>
          <p14:tracePt t="29374" x="3879850" y="849313"/>
          <p14:tracePt t="29382" x="3873500" y="849313"/>
          <p14:tracePt t="29390" x="3865563" y="849313"/>
          <p14:tracePt t="29398" x="3859213" y="849313"/>
          <p14:tracePt t="29406" x="3836988" y="849313"/>
          <p14:tracePt t="29414" x="3822700" y="849313"/>
          <p14:tracePt t="29422" x="3808413" y="849313"/>
          <p14:tracePt t="29430" x="3787775" y="849313"/>
          <p14:tracePt t="29438" x="3779838" y="849313"/>
          <p14:tracePt t="29446" x="3765550" y="849313"/>
          <p14:tracePt t="29454" x="3751263" y="855663"/>
          <p14:tracePt t="29462" x="3730625" y="863600"/>
          <p14:tracePt t="29478" x="3708400" y="863600"/>
          <p14:tracePt t="29486" x="3702050" y="877888"/>
          <p14:tracePt t="29494" x="3679825" y="884238"/>
          <p14:tracePt t="29502" x="3673475" y="884238"/>
          <p14:tracePt t="29510" x="3651250" y="892175"/>
          <p14:tracePt t="29518" x="3636963" y="906463"/>
          <p14:tracePt t="29526" x="3622675" y="906463"/>
          <p14:tracePt t="29534" x="3608388" y="912813"/>
          <p14:tracePt t="29542" x="3602038" y="920750"/>
          <p14:tracePt t="29551" x="3587750" y="927100"/>
          <p14:tracePt t="29558" x="3565525" y="935038"/>
          <p14:tracePt t="29567" x="3559175" y="941388"/>
          <p14:tracePt t="29574" x="3544888" y="949325"/>
          <p14:tracePt t="29584" x="3538538" y="955675"/>
          <p14:tracePt t="29590" x="3524250" y="963613"/>
          <p14:tracePt t="29598" x="3516313" y="969963"/>
          <p14:tracePt t="29606" x="3509963" y="969963"/>
          <p14:tracePt t="29614" x="3502025" y="977900"/>
          <p14:tracePt t="29622" x="3495675" y="977900"/>
          <p14:tracePt t="29631" x="3487738" y="984250"/>
          <p14:tracePt t="29638" x="3481388" y="992188"/>
          <p14:tracePt t="29647" x="3473450" y="992188"/>
          <p14:tracePt t="29654" x="3473450" y="998538"/>
          <p14:tracePt t="29662" x="3459163" y="1006475"/>
          <p14:tracePt t="29670" x="3452813" y="1020763"/>
          <p14:tracePt t="29678" x="3444875" y="1020763"/>
          <p14:tracePt t="29686" x="3438525" y="1027113"/>
          <p14:tracePt t="29694" x="3438525" y="1035050"/>
          <p14:tracePt t="29702" x="3430588" y="1041400"/>
          <p14:tracePt t="29710" x="3430588" y="1055688"/>
          <p14:tracePt t="29718" x="3424238" y="1063625"/>
          <p14:tracePt t="29734" x="3424238" y="1077913"/>
          <p14:tracePt t="29742" x="3424238" y="1084263"/>
          <p14:tracePt t="29750" x="3424238" y="1092200"/>
          <p14:tracePt t="29758" x="3424238" y="1098550"/>
          <p14:tracePt t="29767" x="3424238" y="1106488"/>
          <p14:tracePt t="29774" x="3424238" y="1112838"/>
          <p14:tracePt t="29783" x="3424238" y="1120775"/>
          <p14:tracePt t="29790" x="3424238" y="1135063"/>
          <p14:tracePt t="29806" x="3424238" y="1147763"/>
          <p14:tracePt t="29814" x="3424238" y="1155700"/>
          <p14:tracePt t="29830" x="3424238" y="1169988"/>
          <p14:tracePt t="29838" x="3430588" y="1184275"/>
          <p14:tracePt t="29846" x="3438525" y="1184275"/>
          <p14:tracePt t="29854" x="3438525" y="1190625"/>
          <p14:tracePt t="29862" x="3444875" y="1204913"/>
          <p14:tracePt t="29878" x="3459163" y="1212850"/>
          <p14:tracePt t="29886" x="3467100" y="1219200"/>
          <p14:tracePt t="29894" x="3473450" y="1227138"/>
          <p14:tracePt t="29902" x="3481388" y="1233488"/>
          <p14:tracePt t="29910" x="3487738" y="1241425"/>
          <p14:tracePt t="29918" x="3495675" y="1247775"/>
          <p14:tracePt t="29926" x="3502025" y="1247775"/>
          <p14:tracePt t="29934" x="3509963" y="1255713"/>
          <p14:tracePt t="29951" x="3516313" y="1262063"/>
          <p14:tracePt t="29958" x="3524250" y="1262063"/>
          <p14:tracePt t="29967" x="3530600" y="1270000"/>
          <p14:tracePt t="29974" x="3544888" y="1276350"/>
          <p14:tracePt t="29990" x="3552825" y="1276350"/>
          <p14:tracePt t="29998" x="3559175" y="1284288"/>
          <p14:tracePt t="30006" x="3579813" y="1290638"/>
          <p14:tracePt t="30022" x="3587750" y="1298575"/>
          <p14:tracePt t="30030" x="3594100" y="1304925"/>
          <p14:tracePt t="30038" x="3602038" y="1304925"/>
          <p14:tracePt t="30046" x="3608388" y="1304925"/>
          <p14:tracePt t="30054" x="3622675" y="1319213"/>
          <p14:tracePt t="30086" x="3630613" y="1327150"/>
          <p14:tracePt t="30094" x="3636963" y="1327150"/>
          <p14:tracePt t="30102" x="3644900" y="1327150"/>
          <p14:tracePt t="30126" x="3659188" y="1341438"/>
          <p14:tracePt t="30142" x="3665538" y="1341438"/>
          <p14:tracePt t="30150" x="3679825" y="1341438"/>
          <p14:tracePt t="30158" x="3687763" y="1347788"/>
          <p14:tracePt t="30167" x="3694113" y="1347788"/>
          <p14:tracePt t="30175" x="3702050" y="1347788"/>
          <p14:tracePt t="30182" x="3708400" y="1362075"/>
          <p14:tracePt t="30190" x="3716338" y="1362075"/>
          <p14:tracePt t="30198" x="3730625" y="1370013"/>
          <p14:tracePt t="30214" x="3736975" y="1370013"/>
          <p14:tracePt t="30222" x="3751263" y="1370013"/>
          <p14:tracePt t="30238" x="3759200" y="1370013"/>
          <p14:tracePt t="30246" x="3765550" y="1370013"/>
          <p14:tracePt t="30254" x="3773488" y="1370013"/>
          <p14:tracePt t="30262" x="3779838" y="1370013"/>
          <p14:tracePt t="30270" x="3779838" y="1376363"/>
          <p14:tracePt t="30278" x="3794125" y="1376363"/>
          <p14:tracePt t="30286" x="3802063" y="1376363"/>
          <p14:tracePt t="30294" x="3822700" y="1384300"/>
          <p14:tracePt t="30302" x="3830638" y="1384300"/>
          <p14:tracePt t="30310" x="3851275" y="1390650"/>
          <p14:tracePt t="30318" x="3865563" y="1398588"/>
          <p14:tracePt t="30326" x="3879850" y="1398588"/>
          <p14:tracePt t="30334" x="3902075" y="1404938"/>
          <p14:tracePt t="30342" x="3908425" y="1404938"/>
          <p14:tracePt t="30350" x="3922713" y="1404938"/>
          <p14:tracePt t="30358" x="3937000" y="1412875"/>
          <p14:tracePt t="30367" x="3951288" y="1412875"/>
          <p14:tracePt t="30374" x="3973513" y="1419225"/>
          <p14:tracePt t="30382" x="3987800" y="1419225"/>
          <p14:tracePt t="30390" x="4008438" y="1427163"/>
          <p14:tracePt t="30398" x="4030663" y="1427163"/>
          <p14:tracePt t="30406" x="4051300" y="1427163"/>
          <p14:tracePt t="30414" x="4065588" y="1427163"/>
          <p14:tracePt t="30422" x="4071938" y="1427163"/>
          <p14:tracePt t="30430" x="4086225" y="1433513"/>
          <p14:tracePt t="30438" x="4108450" y="1441450"/>
          <p14:tracePt t="30446" x="4114800" y="1441450"/>
          <p14:tracePt t="30454" x="4129088" y="1441450"/>
          <p14:tracePt t="30462" x="4137025" y="1441450"/>
          <p14:tracePt t="30470" x="4151313" y="1441450"/>
          <p14:tracePt t="30478" x="4165600" y="1441450"/>
          <p14:tracePt t="30486" x="4171950" y="1441450"/>
          <p14:tracePt t="30494" x="4179888" y="1441450"/>
          <p14:tracePt t="30502" x="4186238" y="1441450"/>
          <p14:tracePt t="30510" x="4194175" y="1441450"/>
          <p14:tracePt t="30518" x="4200525" y="1441450"/>
          <p14:tracePt t="30526" x="4208463" y="1441450"/>
          <p14:tracePt t="30534" x="4222750" y="1441450"/>
          <p14:tracePt t="30542" x="4229100" y="1441450"/>
          <p14:tracePt t="30551" x="4243388" y="1441450"/>
          <p14:tracePt t="30558" x="4251325" y="1441450"/>
          <p14:tracePt t="30568" x="4265613" y="1441450"/>
          <p14:tracePt t="30574" x="4271963" y="1441450"/>
          <p14:tracePt t="30584" x="4286250" y="1441450"/>
          <p14:tracePt t="30590" x="4300538" y="1441450"/>
          <p14:tracePt t="30598" x="4314825" y="1441450"/>
          <p14:tracePt t="30606" x="4322763" y="1441450"/>
          <p14:tracePt t="30614" x="4337050" y="1433513"/>
          <p14:tracePt t="30622" x="4343400" y="1433513"/>
          <p14:tracePt t="30630" x="4371975" y="1433513"/>
          <p14:tracePt t="30638" x="4379913" y="1433513"/>
          <p14:tracePt t="30646" x="4400550" y="1419225"/>
          <p14:tracePt t="30654" x="4414838" y="1412875"/>
          <p14:tracePt t="30662" x="4429125" y="1412875"/>
          <p14:tracePt t="30670" x="4451350" y="1404938"/>
          <p14:tracePt t="30686" x="4457700" y="1398588"/>
          <p14:tracePt t="30694" x="4465638" y="1390650"/>
          <p14:tracePt t="30702" x="4471988" y="1384300"/>
          <p14:tracePt t="30710" x="4479925" y="1376363"/>
          <p14:tracePt t="30726" x="4494213" y="1362075"/>
          <p14:tracePt t="30742" x="4500563" y="1347788"/>
          <p14:tracePt t="30751" x="4508500" y="1341438"/>
          <p14:tracePt t="30758" x="4522788" y="1319213"/>
          <p14:tracePt t="30767" x="4522788" y="1312863"/>
          <p14:tracePt t="30774" x="4529138" y="1304925"/>
          <p14:tracePt t="30784" x="4529138" y="1298575"/>
          <p14:tracePt t="30790" x="4529138" y="1290638"/>
          <p14:tracePt t="30798" x="4529138" y="1284288"/>
          <p14:tracePt t="30806" x="4529138" y="1276350"/>
          <p14:tracePt t="30814" x="4543425" y="1270000"/>
          <p14:tracePt t="30830" x="4543425" y="1262063"/>
          <p14:tracePt t="30838" x="4543425" y="1255713"/>
          <p14:tracePt t="30854" x="4551363" y="1241425"/>
          <p14:tracePt t="30862" x="4551363" y="1233488"/>
          <p14:tracePt t="30870" x="4557713" y="1227138"/>
          <p14:tracePt t="30878" x="4557713" y="1212850"/>
          <p14:tracePt t="30886" x="4557713" y="1204913"/>
          <p14:tracePt t="30894" x="4557713" y="1190625"/>
          <p14:tracePt t="30902" x="4565650" y="1184275"/>
          <p14:tracePt t="30910" x="4565650" y="1162050"/>
          <p14:tracePt t="30918" x="4565650" y="1155700"/>
          <p14:tracePt t="30934" x="4565650" y="1141413"/>
          <p14:tracePt t="30942" x="4565650" y="1135063"/>
          <p14:tracePt t="30951" x="4565650" y="1120775"/>
          <p14:tracePt t="30958" x="4565650" y="1112838"/>
          <p14:tracePt t="30967" x="4565650" y="1098550"/>
          <p14:tracePt t="30974" x="4565650" y="1084263"/>
          <p14:tracePt t="30983" x="4565650" y="1069975"/>
          <p14:tracePt t="30990" x="4572000" y="1055688"/>
          <p14:tracePt t="30998" x="4572000" y="1041400"/>
          <p14:tracePt t="31006" x="4572000" y="1035050"/>
          <p14:tracePt t="31014" x="4572000" y="1020763"/>
          <p14:tracePt t="31022" x="4572000" y="1006475"/>
          <p14:tracePt t="31030" x="4572000" y="992188"/>
          <p14:tracePt t="31038" x="4572000" y="984250"/>
          <p14:tracePt t="31046" x="4572000" y="969963"/>
          <p14:tracePt t="31054" x="4572000" y="963613"/>
          <p14:tracePt t="31062" x="4572000" y="949325"/>
          <p14:tracePt t="31070" x="4572000" y="941388"/>
          <p14:tracePt t="31078" x="4572000" y="935038"/>
          <p14:tracePt t="31086" x="4572000" y="920750"/>
          <p14:tracePt t="31102" x="4572000" y="912813"/>
          <p14:tracePt t="31110" x="4572000" y="906463"/>
          <p14:tracePt t="31118" x="4572000" y="898525"/>
          <p14:tracePt t="31126" x="4572000" y="892175"/>
          <p14:tracePt t="31134" x="4572000" y="884238"/>
          <p14:tracePt t="31143" x="4572000" y="877888"/>
          <p14:tracePt t="31150" x="4572000" y="863600"/>
          <p14:tracePt t="31167" x="4572000" y="855663"/>
          <p14:tracePt t="31190" x="4572000" y="849313"/>
          <p14:tracePt t="31198" x="4572000" y="841375"/>
          <p14:tracePt t="31206" x="4565650" y="827088"/>
          <p14:tracePt t="31238" x="4565650" y="820738"/>
          <p14:tracePt t="31254" x="4565650" y="812800"/>
          <p14:tracePt t="31262" x="4557713" y="806450"/>
          <p14:tracePt t="31278" x="4551363" y="798513"/>
          <p14:tracePt t="31286" x="4543425" y="792163"/>
          <p14:tracePt t="31294" x="4543425" y="784225"/>
          <p14:tracePt t="31302" x="4537075" y="784225"/>
          <p14:tracePt t="31318" x="4529138" y="777875"/>
          <p14:tracePt t="31343" x="4522788" y="769938"/>
          <p14:tracePt t="31350" x="4522788" y="763588"/>
          <p14:tracePt t="31374" x="4508500" y="763588"/>
          <p14:tracePt t="31383" x="4500563" y="755650"/>
          <p14:tracePt t="31398" x="4494213" y="749300"/>
          <p14:tracePt t="31406" x="4486275" y="749300"/>
          <p14:tracePt t="31414" x="4479925" y="749300"/>
          <p14:tracePt t="31422" x="4465638" y="741363"/>
          <p14:tracePt t="31430" x="4451350" y="735013"/>
          <p14:tracePt t="31446" x="4437063" y="735013"/>
          <p14:tracePt t="31454" x="4422775" y="735013"/>
          <p14:tracePt t="31462" x="4408488" y="735013"/>
          <p14:tracePt t="31470" x="4400550" y="735013"/>
          <p14:tracePt t="31478" x="4379913" y="720725"/>
          <p14:tracePt t="31486" x="4357688" y="712788"/>
          <p14:tracePt t="31494" x="4343400" y="706438"/>
          <p14:tracePt t="31502" x="4314825" y="706438"/>
          <p14:tracePt t="31510" x="4308475" y="706438"/>
          <p14:tracePt t="31518" x="4300538" y="692150"/>
          <p14:tracePt t="31526" x="4279900" y="692150"/>
          <p14:tracePt t="31534" x="4265613" y="692150"/>
          <p14:tracePt t="31542" x="4243388" y="684213"/>
          <p14:tracePt t="31550" x="4222750" y="677863"/>
          <p14:tracePt t="31558" x="4214813" y="677863"/>
          <p14:tracePt t="31567" x="4194175" y="677863"/>
          <p14:tracePt t="31574" x="4186238" y="677863"/>
          <p14:tracePt t="31582" x="4165600" y="669925"/>
          <p14:tracePt t="31598" x="4151313" y="669925"/>
          <p14:tracePt t="31606" x="4143375" y="669925"/>
          <p14:tracePt t="31614" x="4129088" y="669925"/>
          <p14:tracePt t="31630" x="4122738" y="669925"/>
          <p14:tracePt t="31638" x="4108450" y="669925"/>
          <p14:tracePt t="31646" x="4086225" y="669925"/>
          <p14:tracePt t="31654" x="4065588" y="669925"/>
          <p14:tracePt t="31662" x="4051300" y="669925"/>
          <p14:tracePt t="31670" x="4044950" y="669925"/>
          <p14:tracePt t="31678" x="4016375" y="669925"/>
          <p14:tracePt t="31686" x="4002088" y="669925"/>
          <p14:tracePt t="31694" x="3994150" y="669925"/>
          <p14:tracePt t="31702" x="3973513" y="669925"/>
          <p14:tracePt t="31710" x="3951288" y="669925"/>
          <p14:tracePt t="31718" x="3937000" y="669925"/>
          <p14:tracePt t="31726" x="3922713" y="669925"/>
          <p14:tracePt t="31734" x="3916363" y="669925"/>
          <p14:tracePt t="31742" x="3902075" y="669925"/>
          <p14:tracePt t="31751" x="3887788" y="677863"/>
          <p14:tracePt t="31758" x="3865563" y="684213"/>
          <p14:tracePt t="31767" x="3859213" y="692150"/>
          <p14:tracePt t="31782" x="3844925" y="698500"/>
          <p14:tracePt t="31790" x="3836988" y="698500"/>
          <p14:tracePt t="31798" x="3836988" y="706438"/>
          <p14:tracePt t="31806" x="3822700" y="712788"/>
          <p14:tracePt t="31822" x="3808413" y="720725"/>
          <p14:tracePt t="31830" x="3794125" y="741363"/>
          <p14:tracePt t="31838" x="3787775" y="741363"/>
          <p14:tracePt t="31846" x="3787775" y="755650"/>
          <p14:tracePt t="31854" x="3773488" y="763588"/>
          <p14:tracePt t="31862" x="3773488" y="769938"/>
          <p14:tracePt t="31870" x="3759200" y="784225"/>
          <p14:tracePt t="31886" x="3751263" y="798513"/>
          <p14:tracePt t="31901" x="3744913" y="798513"/>
          <p14:tracePt t="31902" x="3744913" y="812800"/>
          <p14:tracePt t="31910" x="3736975" y="827088"/>
          <p14:tracePt t="31918" x="3736975" y="835025"/>
          <p14:tracePt t="31926" x="3736975" y="849313"/>
          <p14:tracePt t="31934" x="3730625" y="855663"/>
          <p14:tracePt t="31951" x="3722688" y="877888"/>
          <p14:tracePt t="31958" x="3716338" y="884238"/>
          <p14:tracePt t="31967" x="3716338" y="892175"/>
          <p14:tracePt t="31974" x="3716338" y="898525"/>
          <p14:tracePt t="31982" x="3716338" y="906463"/>
          <p14:tracePt t="31990" x="3716338" y="920750"/>
          <p14:tracePt t="31998" x="3716338" y="927100"/>
          <p14:tracePt t="32006" x="3716338" y="935038"/>
          <p14:tracePt t="32014" x="3716338" y="949325"/>
          <p14:tracePt t="32030" x="3716338" y="963613"/>
          <p14:tracePt t="32038" x="3716338" y="977900"/>
          <p14:tracePt t="32046" x="3702050" y="992188"/>
          <p14:tracePt t="32054" x="3702050" y="998538"/>
          <p14:tracePt t="32062" x="3702050" y="1006475"/>
          <p14:tracePt t="32070" x="3702050" y="1020763"/>
          <p14:tracePt t="32078" x="3702050" y="1027113"/>
          <p14:tracePt t="32086" x="3702050" y="1035050"/>
          <p14:tracePt t="32094" x="3702050" y="1041400"/>
          <p14:tracePt t="32110" x="3702050" y="1055688"/>
          <p14:tracePt t="32118" x="3702050" y="1069975"/>
          <p14:tracePt t="32134" x="3702050" y="1084263"/>
          <p14:tracePt t="32142" x="3702050" y="1092200"/>
          <p14:tracePt t="32150" x="3702050" y="1112838"/>
          <p14:tracePt t="32158" x="3702050" y="1120775"/>
          <p14:tracePt t="32167" x="3708400" y="1135063"/>
          <p14:tracePt t="32174" x="3722688" y="1147763"/>
          <p14:tracePt t="32182" x="3722688" y="1162050"/>
          <p14:tracePt t="32190" x="3730625" y="1176338"/>
          <p14:tracePt t="32198" x="3736975" y="1190625"/>
          <p14:tracePt t="32206" x="3736975" y="1198563"/>
          <p14:tracePt t="32214" x="3751263" y="1212850"/>
          <p14:tracePt t="32222" x="3751263" y="1219200"/>
          <p14:tracePt t="32230" x="3759200" y="1227138"/>
          <p14:tracePt t="32238" x="3773488" y="1247775"/>
          <p14:tracePt t="32246" x="3787775" y="1262063"/>
          <p14:tracePt t="32254" x="3794125" y="1270000"/>
          <p14:tracePt t="32262" x="3802063" y="1276350"/>
          <p14:tracePt t="32278" x="3816350" y="1290638"/>
          <p14:tracePt t="32286" x="3822700" y="1298575"/>
          <p14:tracePt t="32294" x="3844925" y="1312863"/>
          <p14:tracePt t="32302" x="3844925" y="1319213"/>
          <p14:tracePt t="32310" x="3859213" y="1333500"/>
          <p14:tracePt t="32318" x="3879850" y="1333500"/>
          <p14:tracePt t="32326" x="3894138" y="1347788"/>
          <p14:tracePt t="32334" x="3916363" y="1362075"/>
          <p14:tracePt t="32342" x="3951288" y="1370013"/>
          <p14:tracePt t="32350" x="3965575" y="1390650"/>
          <p14:tracePt t="32358" x="3979863" y="1390650"/>
          <p14:tracePt t="32367" x="3994150" y="1404938"/>
          <p14:tracePt t="32374" x="4016375" y="1412875"/>
          <p14:tracePt t="32383" x="4037013" y="1419225"/>
          <p14:tracePt t="32390" x="4051300" y="1427163"/>
          <p14:tracePt t="32398" x="4065588" y="1427163"/>
          <p14:tracePt t="32406" x="4086225" y="1433513"/>
          <p14:tracePt t="32414" x="4108450" y="1433513"/>
          <p14:tracePt t="32422" x="4122738" y="1441450"/>
          <p14:tracePt t="32430" x="4143375" y="1447800"/>
          <p14:tracePt t="32438" x="4186238" y="1455738"/>
          <p14:tracePt t="32446" x="4208463" y="1455738"/>
          <p14:tracePt t="32454" x="4243388" y="1462088"/>
          <p14:tracePt t="32462" x="4271963" y="1462088"/>
          <p14:tracePt t="32470" x="4308475" y="1470025"/>
          <p14:tracePt t="32478" x="4329113" y="1470025"/>
          <p14:tracePt t="32486" x="4357688" y="1476375"/>
          <p14:tracePt t="32494" x="4379913" y="1476375"/>
          <p14:tracePt t="32502" x="4400550" y="1484313"/>
          <p14:tracePt t="32510" x="4408488" y="1484313"/>
          <p14:tracePt t="32518" x="4429125" y="1484313"/>
          <p14:tracePt t="32526" x="4437063" y="1484313"/>
          <p14:tracePt t="32534" x="4465638" y="1490663"/>
          <p14:tracePt t="32542" x="4486275" y="1490663"/>
          <p14:tracePt t="32551" x="4508500" y="1490663"/>
          <p14:tracePt t="32558" x="4522788" y="1490663"/>
          <p14:tracePt t="32567" x="4543425" y="1490663"/>
          <p14:tracePt t="32574" x="4565650" y="1490663"/>
          <p14:tracePt t="32582" x="4572000" y="1490663"/>
          <p14:tracePt t="32590" x="4586288" y="1490663"/>
          <p14:tracePt t="32598" x="4592638" y="1490663"/>
          <p14:tracePt t="32606" x="4606925" y="1490663"/>
          <p14:tracePt t="32614" x="4614863" y="1490663"/>
          <p14:tracePt t="32622" x="4629150" y="1490663"/>
          <p14:tracePt t="32630" x="4635500" y="1484313"/>
          <p14:tracePt t="32638" x="4643438" y="1476375"/>
          <p14:tracePt t="32646" x="4664075" y="1476375"/>
          <p14:tracePt t="32654" x="4672013" y="1462088"/>
          <p14:tracePt t="32662" x="4686300" y="1455738"/>
          <p14:tracePt t="32670" x="4692650" y="1447800"/>
          <p14:tracePt t="32678" x="4700588" y="1447800"/>
          <p14:tracePt t="32686" x="4706938" y="1447800"/>
          <p14:tracePt t="32702" x="4721225" y="1433513"/>
          <p14:tracePt t="32718" x="4729163" y="1427163"/>
          <p14:tracePt t="33230" x="4714875" y="1427163"/>
          <p14:tracePt t="33246" x="4706938" y="1427163"/>
          <p14:tracePt t="33542" x="4700588" y="1427163"/>
          <p14:tracePt t="33846" x="4692650" y="1427163"/>
          <p14:tracePt t="33854" x="4692650" y="1433513"/>
          <p14:tracePt t="33862" x="4692650" y="1441450"/>
          <p14:tracePt t="33870" x="4692650" y="1447800"/>
          <p14:tracePt t="33878" x="4692650" y="1455738"/>
          <p14:tracePt t="34078" x="4678363" y="1455738"/>
          <p14:tracePt t="34086" x="4649788" y="1455738"/>
          <p14:tracePt t="34094" x="4629150" y="1455738"/>
          <p14:tracePt t="34102" x="4606925" y="1455738"/>
          <p14:tracePt t="34110" x="4565650" y="1455738"/>
          <p14:tracePt t="34118" x="4537075" y="1455738"/>
          <p14:tracePt t="34126" x="4522788" y="1455738"/>
          <p14:tracePt t="34166" x="4514850" y="1455738"/>
          <p14:tracePt t="34198" x="4500563" y="1455738"/>
          <p14:tracePt t="34206" x="4494213" y="1455738"/>
          <p14:tracePt t="34230" x="4479925" y="1455738"/>
          <p14:tracePt t="34246" x="4471988" y="1455738"/>
          <p14:tracePt t="34278" x="4465638" y="1455738"/>
          <p14:tracePt t="34302" x="4457700" y="1455738"/>
          <p14:tracePt t="34350" x="4451350" y="1455738"/>
          <p14:tracePt t="34398" x="4443413" y="1455738"/>
          <p14:tracePt t="34414" x="4437063" y="1455738"/>
          <p14:tracePt t="34446" x="4429125" y="1455738"/>
          <p14:tracePt t="34606" x="4422775" y="1455738"/>
          <p14:tracePt t="34622" x="4414838" y="1455738"/>
          <p14:tracePt t="34670" x="4400550" y="1455738"/>
          <p14:tracePt t="34710" x="4394200" y="1455738"/>
          <p14:tracePt t="34726" x="4386263" y="1455738"/>
          <p14:tracePt t="34734" x="4379913" y="1455738"/>
          <p14:tracePt t="34742" x="4371975" y="1455738"/>
          <p14:tracePt t="34750" x="4365625" y="1455738"/>
          <p14:tracePt t="34758" x="4357688" y="1455738"/>
          <p14:tracePt t="34767" x="4343400" y="1470025"/>
          <p14:tracePt t="34790" x="4322763" y="1476375"/>
          <p14:tracePt t="34815" x="4308475" y="1476375"/>
          <p14:tracePt t="34822" x="4300538" y="1476375"/>
          <p14:tracePt t="34830" x="4294188" y="1484313"/>
          <p14:tracePt t="34838" x="4286250" y="1484313"/>
          <p14:tracePt t="34846" x="4271963" y="1484313"/>
          <p14:tracePt t="34854" x="4257675" y="1490663"/>
          <p14:tracePt t="34862" x="4251325" y="1490663"/>
          <p14:tracePt t="34870" x="4237038" y="1498600"/>
          <p14:tracePt t="34886" x="4229100" y="1504950"/>
          <p14:tracePt t="34894" x="4214813" y="1504950"/>
          <p14:tracePt t="34902" x="4200525" y="1504950"/>
          <p14:tracePt t="34934" x="4194175" y="1504950"/>
          <p14:tracePt t="34966" x="4186238" y="1504950"/>
          <p14:tracePt t="34998" x="4179888" y="1504950"/>
          <p14:tracePt t="35030" x="4171950" y="1504950"/>
          <p14:tracePt t="35046" x="4165600" y="1504950"/>
          <p14:tracePt t="35206" x="4165600" y="1512888"/>
          <p14:tracePt t="35398" x="4157663" y="1512888"/>
          <p14:tracePt t="35430" x="4151313" y="1512888"/>
          <p14:tracePt t="35446" x="4143375" y="1512888"/>
          <p14:tracePt t="35454" x="4137025" y="1512888"/>
          <p14:tracePt t="35462" x="4129088" y="1512888"/>
          <p14:tracePt t="35478" x="4122738" y="1512888"/>
          <p14:tracePt t="35486" x="4114800" y="1512888"/>
          <p14:tracePt t="35582" x="4108450" y="1512888"/>
          <p14:tracePt t="36758" x="4108450" y="1527175"/>
          <p14:tracePt t="36766" x="4114800" y="1533525"/>
          <p14:tracePt t="36774" x="4129088" y="1547813"/>
          <p14:tracePt t="36783" x="4137025" y="1555750"/>
          <p14:tracePt t="36790" x="4143375" y="1562100"/>
          <p14:tracePt t="36798" x="4151313" y="1570038"/>
          <p14:tracePt t="36814" x="4165600" y="1570038"/>
          <p14:tracePt t="36822" x="4171950" y="1570038"/>
          <p14:tracePt t="37030" x="4186238" y="1570038"/>
          <p14:tracePt t="37046" x="4194175" y="1547813"/>
          <p14:tracePt t="37054" x="4194175" y="1541463"/>
          <p14:tracePt t="37062" x="4200525" y="1519238"/>
          <p14:tracePt t="37070" x="4214813" y="1504950"/>
          <p14:tracePt t="37078" x="4214813" y="1484313"/>
          <p14:tracePt t="37086" x="4229100" y="1470025"/>
          <p14:tracePt t="37094" x="4229100" y="1455738"/>
          <p14:tracePt t="37102" x="4237038" y="1433513"/>
          <p14:tracePt t="37118" x="4251325" y="1412875"/>
          <p14:tracePt t="37134" x="4257675" y="1390650"/>
          <p14:tracePt t="37142" x="4265613" y="1384300"/>
          <p14:tracePt t="37150" x="4271963" y="1376363"/>
          <p14:tracePt t="37158" x="4279900" y="1362075"/>
          <p14:tracePt t="37167" x="4286250" y="1362075"/>
          <p14:tracePt t="37174" x="4294188" y="1347788"/>
          <p14:tracePt t="37182" x="4314825" y="1341438"/>
          <p14:tracePt t="37190" x="4322763" y="1333500"/>
          <p14:tracePt t="37198" x="4329113" y="1327150"/>
          <p14:tracePt t="37206" x="4351338" y="1312863"/>
          <p14:tracePt t="37214" x="4357688" y="1298575"/>
          <p14:tracePt t="37222" x="4365625" y="1290638"/>
          <p14:tracePt t="37230" x="4379913" y="1276350"/>
          <p14:tracePt t="37238" x="4394200" y="1276350"/>
          <p14:tracePt t="37246" x="4408488" y="1255713"/>
          <p14:tracePt t="37254" x="4429125" y="1255713"/>
          <p14:tracePt t="37262" x="4443413" y="1241425"/>
          <p14:tracePt t="37270" x="4465638" y="1227138"/>
          <p14:tracePt t="37278" x="4479925" y="1219200"/>
          <p14:tracePt t="37286" x="4500563" y="1204913"/>
          <p14:tracePt t="37294" x="4514850" y="1204913"/>
          <p14:tracePt t="37302" x="4537075" y="1198563"/>
          <p14:tracePt t="37311" x="4557713" y="1190625"/>
          <p14:tracePt t="37318" x="4572000" y="1184275"/>
          <p14:tracePt t="37326" x="4600575" y="1184275"/>
          <p14:tracePt t="37334" x="4614863" y="1176338"/>
          <p14:tracePt t="37342" x="4635500" y="1176338"/>
          <p14:tracePt t="37351" x="4649788" y="1176338"/>
          <p14:tracePt t="37494" x="4657725" y="1176338"/>
          <p14:tracePt t="37518" x="4657725" y="1184275"/>
          <p14:tracePt t="37526" x="4657725" y="1190625"/>
          <p14:tracePt t="37550" x="4657725" y="1198563"/>
          <p14:tracePt t="37566" x="4657725" y="1204913"/>
          <p14:tracePt t="37574" x="4657725" y="1212850"/>
          <p14:tracePt t="37598" x="4643438" y="1227138"/>
          <p14:tracePt t="37630" x="4629150" y="1233488"/>
          <p14:tracePt t="37638" x="4621213" y="1241425"/>
          <p14:tracePt t="37646" x="4621213" y="1247775"/>
          <p14:tracePt t="37654" x="4606925" y="1247775"/>
          <p14:tracePt t="37662" x="4600575" y="1247775"/>
          <p14:tracePt t="37670" x="4578350" y="1270000"/>
          <p14:tracePt t="37686" x="4565650" y="1276350"/>
          <p14:tracePt t="37702" x="4551363" y="1284288"/>
          <p14:tracePt t="37718" x="4543425" y="1290638"/>
          <p14:tracePt t="37726" x="4537075" y="1290638"/>
          <p14:tracePt t="37742" x="4529138" y="1290638"/>
          <p14:tracePt t="37758" x="4514850" y="1290638"/>
          <p14:tracePt t="37774" x="4508500" y="1290638"/>
          <p14:tracePt t="37790" x="4494213" y="1290638"/>
          <p14:tracePt t="37806" x="4486275" y="1290638"/>
          <p14:tracePt t="37830" x="4479925" y="1290638"/>
          <p14:tracePt t="37846" x="4471988" y="1290638"/>
          <p14:tracePt t="37854" x="4465638" y="1290638"/>
          <p14:tracePt t="37886" x="4457700" y="1290638"/>
          <p14:tracePt t="37902" x="4457700" y="1284288"/>
          <p14:tracePt t="37918" x="4457700" y="1276350"/>
          <p14:tracePt t="37926" x="4457700" y="1270000"/>
          <p14:tracePt t="37934" x="4457700" y="1255713"/>
          <p14:tracePt t="37942" x="4457700" y="1247775"/>
          <p14:tracePt t="37966" x="4457700" y="1241425"/>
          <p14:tracePt t="37984" x="4457700" y="1233488"/>
          <p14:tracePt t="37990" x="4457700" y="1227138"/>
          <p14:tracePt t="38022" x="4457700" y="1219200"/>
          <p14:tracePt t="38054" x="4457700" y="1212850"/>
          <p14:tracePt t="38070" x="4457700" y="1204913"/>
          <p14:tracePt t="38086" x="4465638" y="1204913"/>
          <p14:tracePt t="38102" x="4471988" y="1198563"/>
          <p14:tracePt t="38110" x="4471988" y="1190625"/>
          <p14:tracePt t="38126" x="4471988" y="1184275"/>
          <p14:tracePt t="38134" x="4479925" y="1184275"/>
          <p14:tracePt t="38150" x="4479925" y="1176338"/>
          <p14:tracePt t="38167" x="4486275" y="1169988"/>
          <p14:tracePt t="38198" x="4494213" y="1162050"/>
          <p14:tracePt t="38222" x="4494213" y="1155700"/>
          <p14:tracePt t="38303" x="4494213" y="1147763"/>
          <p14:tracePt t="38318" x="4500563" y="1147763"/>
          <p14:tracePt t="38334" x="4500563" y="1135063"/>
          <p14:tracePt t="38366" x="4514850" y="1135063"/>
          <p14:tracePt t="38374" x="4514850" y="1127125"/>
          <p14:tracePt t="38422" x="4522788" y="1112838"/>
          <p14:tracePt t="38742" x="4529138" y="1112838"/>
          <p14:tracePt t="38750" x="4537075" y="1112838"/>
          <p14:tracePt t="38766" x="4551363" y="1106488"/>
          <p14:tracePt t="38790" x="4557713" y="1106488"/>
          <p14:tracePt t="38798" x="4572000" y="1106488"/>
          <p14:tracePt t="38822" x="4578350" y="1106488"/>
          <p14:tracePt t="38846" x="4592638" y="1106488"/>
          <p14:tracePt t="38862" x="4600575" y="1106488"/>
          <p14:tracePt t="39006" x="4592638" y="1106488"/>
          <p14:tracePt t="39046" x="4586288" y="1106488"/>
          <p14:tracePt t="39070" x="4578350" y="1106488"/>
          <p14:tracePt t="39102" x="4572000" y="1106488"/>
          <p14:tracePt t="39134" x="4565650" y="1106488"/>
          <p14:tracePt t="39142" x="4557713" y="1106488"/>
          <p14:tracePt t="39150" x="4551363" y="1106488"/>
          <p14:tracePt t="39158" x="4543425" y="1106488"/>
          <p14:tracePt t="39167" x="4529138" y="1106488"/>
          <p14:tracePt t="39174" x="4514850" y="1106488"/>
          <p14:tracePt t="39182" x="4508500" y="1106488"/>
          <p14:tracePt t="39190" x="4494213" y="1106488"/>
          <p14:tracePt t="39198" x="4486275" y="1106488"/>
          <p14:tracePt t="39206" x="4471988" y="1106488"/>
          <p14:tracePt t="39214" x="4465638" y="1106488"/>
          <p14:tracePt t="39222" x="4457700" y="1106488"/>
          <p14:tracePt t="39230" x="4443413" y="1106488"/>
          <p14:tracePt t="39238" x="4437063" y="1106488"/>
          <p14:tracePt t="39246" x="4422775" y="1106488"/>
          <p14:tracePt t="39254" x="4414838" y="1106488"/>
          <p14:tracePt t="39262" x="4400550" y="1106488"/>
          <p14:tracePt t="39270" x="4379913" y="1106488"/>
          <p14:tracePt t="39278" x="4365625" y="1106488"/>
          <p14:tracePt t="39286" x="4357688" y="1112838"/>
          <p14:tracePt t="39294" x="4337050" y="1112838"/>
          <p14:tracePt t="39302" x="4322763" y="1120775"/>
          <p14:tracePt t="39310" x="4308475" y="1127125"/>
          <p14:tracePt t="39318" x="4294188" y="1127125"/>
          <p14:tracePt t="39326" x="4286250" y="1135063"/>
          <p14:tracePt t="39334" x="4271963" y="1135063"/>
          <p14:tracePt t="39342" x="4265613" y="1135063"/>
          <p14:tracePt t="39351" x="4257675" y="1135063"/>
          <p14:tracePt t="39358" x="4243388" y="1147763"/>
          <p14:tracePt t="39367" x="4229100" y="1147763"/>
          <p14:tracePt t="39374" x="4214813" y="1147763"/>
          <p14:tracePt t="39382" x="4200525" y="1155700"/>
          <p14:tracePt t="39390" x="4186238" y="1155700"/>
          <p14:tracePt t="39398" x="4165600" y="1162050"/>
          <p14:tracePt t="39406" x="4143375" y="1162050"/>
          <p14:tracePt t="39414" x="4129088" y="1162050"/>
          <p14:tracePt t="39422" x="4108450" y="1169988"/>
          <p14:tracePt t="39430" x="4086225" y="1169988"/>
          <p14:tracePt t="39438" x="4079875" y="1176338"/>
          <p14:tracePt t="39446" x="4059238" y="1184275"/>
          <p14:tracePt t="39454" x="4037013" y="1190625"/>
          <p14:tracePt t="39462" x="4008438" y="1198563"/>
          <p14:tracePt t="39470" x="4002088" y="1198563"/>
          <p14:tracePt t="39478" x="3979863" y="1204913"/>
          <p14:tracePt t="39486" x="3973513" y="1212850"/>
          <p14:tracePt t="39494" x="3965575" y="1212850"/>
          <p14:tracePt t="39502" x="3951288" y="1212850"/>
          <p14:tracePt t="39518" x="3944938" y="1212850"/>
          <p14:tracePt t="39526" x="3937000" y="1212850"/>
          <p14:tracePt t="39534" x="3922713" y="1227138"/>
          <p14:tracePt t="39574" x="3908425" y="1227138"/>
          <p14:tracePt t="39583" x="3902075" y="1227138"/>
          <p14:tracePt t="39598" x="3894138" y="1227138"/>
          <p14:tracePt t="39606" x="3887788" y="1227138"/>
          <p14:tracePt t="39622" x="3879850" y="1227138"/>
          <p14:tracePt t="41423" x="3873500" y="1233488"/>
          <p14:tracePt t="41438" x="3873500" y="1241425"/>
          <p14:tracePt t="41446" x="3873500" y="1247775"/>
          <p14:tracePt t="41454" x="3873500" y="1255713"/>
          <p14:tracePt t="41462" x="3873500" y="1262063"/>
          <p14:tracePt t="41470" x="3873500" y="1270000"/>
          <p14:tracePt t="41478" x="3865563" y="1284288"/>
          <p14:tracePt t="41494" x="3865563" y="1290638"/>
          <p14:tracePt t="41502" x="3865563" y="1312863"/>
          <p14:tracePt t="41510" x="3859213" y="1312863"/>
          <p14:tracePt t="41518" x="3859213" y="1319213"/>
          <p14:tracePt t="41526" x="3859213" y="1333500"/>
          <p14:tracePt t="41534" x="3851275" y="1341438"/>
          <p14:tracePt t="41550" x="3851275" y="1347788"/>
          <p14:tracePt t="41558" x="3851275" y="1355725"/>
          <p14:tracePt t="41583" x="3851275" y="1362075"/>
          <p14:tracePt t="41590" x="3851275" y="1370013"/>
          <p14:tracePt t="41598" x="3851275" y="1376363"/>
          <p14:tracePt t="41614" x="3851275" y="1384300"/>
          <p14:tracePt t="41622" x="3851275" y="1390650"/>
          <p14:tracePt t="41630" x="3851275" y="1398588"/>
          <p14:tracePt t="41638" x="3844925" y="1419225"/>
          <p14:tracePt t="41646" x="3844925" y="1427163"/>
          <p14:tracePt t="41654" x="3844925" y="1433513"/>
          <p14:tracePt t="41662" x="3844925" y="1441450"/>
          <p14:tracePt t="41670" x="3844925" y="1447800"/>
          <p14:tracePt t="41678" x="3844925" y="1455738"/>
          <p14:tracePt t="41686" x="3844925" y="1470025"/>
          <p14:tracePt t="41718" x="3844925" y="1476375"/>
          <p14:tracePt t="41742" x="3844925" y="1484313"/>
          <p14:tracePt t="41750" x="3844925" y="1498600"/>
          <p14:tracePt t="41774" x="3851275" y="1512888"/>
          <p14:tracePt t="41782" x="3859213" y="1527175"/>
          <p14:tracePt t="41790" x="3865563" y="1527175"/>
          <p14:tracePt t="41798" x="3887788" y="1547813"/>
          <p14:tracePt t="41806" x="3894138" y="1547813"/>
          <p14:tracePt t="41814" x="3902075" y="1547813"/>
          <p14:tracePt t="41822" x="3916363" y="1555750"/>
          <p14:tracePt t="41846" x="3922713" y="1555750"/>
          <p14:tracePt t="41854" x="3937000" y="1562100"/>
          <p14:tracePt t="41894" x="3944938" y="1562100"/>
          <p14:tracePt t="41902" x="3951288" y="1562100"/>
          <p14:tracePt t="41910" x="3959225" y="1570038"/>
          <p14:tracePt t="41926" x="3965575" y="1584325"/>
          <p14:tracePt t="41934" x="3973513" y="1590675"/>
          <p14:tracePt t="41950" x="3973513" y="1598613"/>
          <p14:tracePt t="42150" x="3973513" y="1590675"/>
          <p14:tracePt t="42606" x="3973513" y="1584325"/>
          <p14:tracePt t="42662" x="3973513" y="1576388"/>
          <p14:tracePt t="42670" x="3979863" y="1570038"/>
          <p14:tracePt t="42694" x="3994150" y="1570038"/>
          <p14:tracePt t="42702" x="4016375" y="1570038"/>
          <p14:tracePt t="42710" x="4044950" y="1570038"/>
          <p14:tracePt t="42718" x="4065588" y="1576388"/>
          <p14:tracePt t="42726" x="4094163" y="1598613"/>
          <p14:tracePt t="42734" x="4108450" y="1604963"/>
          <p14:tracePt t="42742" x="4114800" y="1612900"/>
          <p14:tracePt t="42751" x="4122738" y="1619250"/>
          <p14:tracePt t="42758" x="4122738" y="1627188"/>
          <p14:tracePt t="42783" x="4129088" y="1627188"/>
          <p14:tracePt t="42854" x="4137025" y="1627188"/>
          <p14:tracePt t="42886" x="4143375" y="1627188"/>
          <p14:tracePt t="42902" x="4151313" y="1627188"/>
          <p14:tracePt t="42982" x="4151313" y="1619250"/>
          <p14:tracePt t="43614" x="4151313" y="1627188"/>
          <p14:tracePt t="43646" x="4151313" y="1633538"/>
          <p14:tracePt t="43678" x="4151313" y="1641475"/>
          <p14:tracePt t="43702" x="4151313" y="1647825"/>
          <p14:tracePt t="45463" x="4165600" y="1641475"/>
          <p14:tracePt t="45470" x="4179888" y="1641475"/>
          <p14:tracePt t="45478" x="4194175" y="1641475"/>
          <p14:tracePt t="45486" x="4200525" y="1641475"/>
          <p14:tracePt t="45494" x="4208463" y="1641475"/>
          <p14:tracePt t="45502" x="4214813" y="1641475"/>
          <p14:tracePt t="45510" x="4222750" y="1641475"/>
          <p14:tracePt t="45518" x="4229100" y="1641475"/>
          <p14:tracePt t="45534" x="4237038" y="1641475"/>
          <p14:tracePt t="45558" x="4243388" y="1641475"/>
          <p14:tracePt t="45566" x="4251325" y="1641475"/>
          <p14:tracePt t="45574" x="4257675" y="1641475"/>
          <p14:tracePt t="45590" x="4265613" y="1641475"/>
          <p14:tracePt t="45598" x="4271963" y="1641475"/>
          <p14:tracePt t="45606" x="4279900" y="1641475"/>
          <p14:tracePt t="45614" x="4294188" y="1641475"/>
          <p14:tracePt t="45622" x="4308475" y="1641475"/>
          <p14:tracePt t="45630" x="4314825" y="1641475"/>
          <p14:tracePt t="45638" x="4322763" y="1641475"/>
          <p14:tracePt t="45646" x="4343400" y="1641475"/>
          <p14:tracePt t="45654" x="4357688" y="1641475"/>
          <p14:tracePt t="45662" x="4365625" y="1641475"/>
          <p14:tracePt t="45670" x="4386263" y="1641475"/>
          <p14:tracePt t="45678" x="4400550" y="1641475"/>
          <p14:tracePt t="45686" x="4408488" y="1641475"/>
          <p14:tracePt t="45694" x="4429125" y="1641475"/>
          <p14:tracePt t="45710" x="4437063" y="1641475"/>
          <p14:tracePt t="45726" x="4443413" y="1641475"/>
          <p14:tracePt t="45750" x="4451350" y="1641475"/>
          <p14:tracePt t="47142" x="4457700" y="1641475"/>
          <p14:tracePt t="47190" x="4465638" y="1641475"/>
          <p14:tracePt t="47854" x="4471988" y="1641475"/>
          <p14:tracePt t="47902" x="4479925" y="1641475"/>
          <p14:tracePt t="47934" x="4494213" y="1641475"/>
          <p14:tracePt t="47966" x="4500563" y="1647825"/>
          <p14:tracePt t="47982" x="4508500" y="1647825"/>
          <p14:tracePt t="47998" x="4522788" y="1655763"/>
          <p14:tracePt t="48038" x="4529138" y="1655763"/>
          <p14:tracePt t="48206" x="4537075" y="1655763"/>
          <p14:tracePt t="48230" x="4543425" y="1655763"/>
          <p14:tracePt t="48262" x="4551363" y="1655763"/>
          <p14:tracePt t="48302" x="4557713" y="1655763"/>
          <p14:tracePt t="48326" x="4565650" y="1655763"/>
          <p14:tracePt t="48350" x="4572000" y="1662113"/>
          <p14:tracePt t="48510" x="4565650" y="1662113"/>
          <p14:tracePt t="48518" x="4557713" y="1662113"/>
          <p14:tracePt t="48551" x="4543425" y="1662113"/>
          <p14:tracePt t="48566" x="4537075" y="1662113"/>
          <p14:tracePt t="48583" x="4529138" y="1662113"/>
          <p14:tracePt t="48590" x="4522788" y="1662113"/>
          <p14:tracePt t="48598" x="4514850" y="1662113"/>
          <p14:tracePt t="48614" x="4508500" y="1662113"/>
          <p14:tracePt t="48630" x="4500563" y="1662113"/>
          <p14:tracePt t="48734" x="4494213" y="1662113"/>
          <p14:tracePt t="48838" x="4486275" y="1662113"/>
          <p14:tracePt t="48894" x="4479925" y="1662113"/>
          <p14:tracePt t="48926" x="4471988" y="1662113"/>
          <p14:tracePt t="49046" x="4465638" y="1662113"/>
          <p14:tracePt t="50038" x="4465638" y="1670050"/>
          <p14:tracePt t="50046" x="4479925" y="1684338"/>
          <p14:tracePt t="50054" x="4486275" y="1690688"/>
          <p14:tracePt t="50063" x="4494213" y="1698625"/>
          <p14:tracePt t="50078" x="4500563" y="1698625"/>
          <p14:tracePt t="50086" x="4508500" y="1704975"/>
          <p14:tracePt t="50094" x="4514850" y="1704975"/>
          <p14:tracePt t="50110" x="4514850" y="1712913"/>
          <p14:tracePt t="50134" x="4522788" y="1712913"/>
          <p14:tracePt t="50166" x="4543425" y="1719263"/>
          <p14:tracePt t="50174" x="4551363" y="1719263"/>
          <p14:tracePt t="50182" x="4565650" y="1719263"/>
          <p14:tracePt t="50198" x="4572000" y="1719263"/>
          <p14:tracePt t="50206" x="4586288" y="1719263"/>
          <p14:tracePt t="50214" x="4592638" y="1725613"/>
          <p14:tracePt t="50222" x="4606925" y="1725613"/>
          <p14:tracePt t="50230" x="4614863" y="1725613"/>
          <p14:tracePt t="50238" x="4621213" y="1733550"/>
          <p14:tracePt t="50246" x="4635500" y="1733550"/>
          <p14:tracePt t="50254" x="4643438" y="1733550"/>
          <p14:tracePt t="50262" x="4657725" y="1733550"/>
          <p14:tracePt t="50270" x="4664075" y="1733550"/>
          <p14:tracePt t="50278" x="4672013" y="1733550"/>
          <p14:tracePt t="50286" x="4686300" y="1733550"/>
          <p14:tracePt t="50294" x="4700588" y="1733550"/>
          <p14:tracePt t="50310" x="4706938" y="1733550"/>
          <p14:tracePt t="50326" x="4714875" y="1733550"/>
          <p14:tracePt t="50334" x="4721225" y="1733550"/>
          <p14:tracePt t="50358" x="4735513" y="1733550"/>
          <p14:tracePt t="50390" x="4749800" y="1733550"/>
          <p14:tracePt t="50422" x="4749800" y="1725613"/>
          <p14:tracePt t="50446" x="4757738" y="1725613"/>
          <p14:tracePt t="50470" x="4764088" y="1725613"/>
          <p14:tracePt t="50478" x="4772025" y="1725613"/>
          <p14:tracePt t="50486" x="4772025" y="1719263"/>
          <p14:tracePt t="50510" x="4778375" y="1712913"/>
          <p14:tracePt t="50534" x="4778375" y="1704975"/>
          <p14:tracePt t="50542" x="4778375" y="1698625"/>
          <p14:tracePt t="50551" x="4786313" y="1690688"/>
          <p14:tracePt t="50558" x="4792663" y="1690688"/>
          <p14:tracePt t="50574" x="4792663" y="1684338"/>
          <p14:tracePt t="50582" x="4792663" y="1676400"/>
          <p14:tracePt t="50598" x="4792663" y="1670050"/>
          <p14:tracePt t="50606" x="4792663" y="1662113"/>
          <p14:tracePt t="50614" x="4792663" y="1655763"/>
          <p14:tracePt t="50630" x="4792663" y="1647825"/>
          <p14:tracePt t="50662" x="4792663" y="1633538"/>
          <p14:tracePt t="52150" x="4792663" y="1627188"/>
          <p14:tracePt t="52174" x="4800600" y="1627188"/>
          <p14:tracePt t="52198" x="4806950" y="1627188"/>
          <p14:tracePt t="52222" x="4814888" y="1627188"/>
          <p14:tracePt t="52374" x="4821238" y="1627188"/>
          <p14:tracePt t="52398" x="4829175" y="1627188"/>
          <p14:tracePt t="52446" x="4835525" y="1627188"/>
          <p14:tracePt t="53494" x="4835525" y="1633538"/>
          <p14:tracePt t="54510" x="4821238" y="1647825"/>
          <p14:tracePt t="54518" x="4806950" y="1647825"/>
          <p14:tracePt t="54527" x="4792663" y="1647825"/>
          <p14:tracePt t="54534" x="4786313" y="1647825"/>
          <p14:tracePt t="54542" x="4764088" y="1655763"/>
          <p14:tracePt t="54550" x="4749800" y="1655763"/>
          <p14:tracePt t="54558" x="4735513" y="1655763"/>
          <p14:tracePt t="54567" x="4706938" y="1655763"/>
          <p14:tracePt t="54574" x="4686300" y="1655763"/>
          <p14:tracePt t="54584" x="4657725" y="1662113"/>
          <p14:tracePt t="54590" x="4635500" y="1676400"/>
          <p14:tracePt t="54598" x="4592638" y="1676400"/>
          <p14:tracePt t="54606" x="4557713" y="1684338"/>
          <p14:tracePt t="54614" x="4514850" y="1690688"/>
          <p14:tracePt t="54622" x="4471988" y="1690688"/>
          <p14:tracePt t="54630" x="4429125" y="1690688"/>
          <p14:tracePt t="54638" x="4379913" y="1690688"/>
          <p14:tracePt t="54646" x="4329113" y="1690688"/>
          <p14:tracePt t="54654" x="4286250" y="1690688"/>
          <p14:tracePt t="54662" x="4243388" y="1690688"/>
          <p14:tracePt t="54670" x="4186238" y="1690688"/>
          <p14:tracePt t="54678" x="4143375" y="1690688"/>
          <p14:tracePt t="54686" x="4079875" y="1704975"/>
          <p14:tracePt t="54694" x="4044950" y="1704975"/>
          <p14:tracePt t="54702" x="4002088" y="1704975"/>
          <p14:tracePt t="54710" x="3959225" y="1704975"/>
          <p14:tracePt t="54718" x="3916363" y="1704975"/>
          <p14:tracePt t="54726" x="3887788" y="1704975"/>
          <p14:tracePt t="54734" x="3859213" y="1704975"/>
          <p14:tracePt t="54742" x="3830638" y="1704975"/>
          <p14:tracePt t="54751" x="3802063" y="1704975"/>
          <p14:tracePt t="54758" x="3779838" y="1704975"/>
          <p14:tracePt t="54767" x="3765550" y="1712913"/>
          <p14:tracePt t="54774" x="3744913" y="1712913"/>
          <p14:tracePt t="54783" x="3722688" y="1712913"/>
          <p14:tracePt t="54790" x="3716338" y="1719263"/>
          <p14:tracePt t="54798" x="3702050" y="1719263"/>
          <p14:tracePt t="54806" x="3694113" y="1719263"/>
          <p14:tracePt t="54814" x="3687763" y="1719263"/>
          <p14:tracePt t="54822" x="3679825" y="1719263"/>
          <p14:tracePt t="54830" x="3673475" y="1719263"/>
          <p14:tracePt t="54846" x="3665538" y="1719263"/>
          <p14:tracePt t="54854" x="3659188" y="1719263"/>
          <p14:tracePt t="54870" x="3651250" y="1719263"/>
          <p14:tracePt t="54934" x="3644900" y="1719263"/>
          <p14:tracePt t="54958" x="3636963" y="1719263"/>
          <p14:tracePt t="54966" x="3630613" y="1719263"/>
          <p14:tracePt t="55006" x="3622675" y="1719263"/>
          <p14:tracePt t="55031" x="3616325" y="1719263"/>
          <p14:tracePt t="55070" x="3608388" y="1719263"/>
          <p14:tracePt t="55118" x="3602038" y="1719263"/>
          <p14:tracePt t="60990" x="3608388" y="1719263"/>
          <p14:tracePt t="60998" x="3616325" y="1719263"/>
          <p14:tracePt t="61078" x="3622675" y="1719263"/>
          <p14:tracePt t="61102" x="3630613" y="1719263"/>
          <p14:tracePt t="61126" x="3636963" y="1719263"/>
          <p14:tracePt t="61142" x="3644900" y="1719263"/>
          <p14:tracePt t="61158" x="3651250" y="1733550"/>
          <p14:tracePt t="61182" x="3659188" y="1733550"/>
          <p14:tracePt t="61190" x="3665538" y="1733550"/>
          <p14:tracePt t="61206" x="3673475" y="1733550"/>
          <p14:tracePt t="61222" x="3679825" y="1733550"/>
          <p14:tracePt t="61230" x="3694113" y="1739900"/>
          <p14:tracePt t="61246" x="3702050" y="1739900"/>
          <p14:tracePt t="61270" x="3708400" y="1739900"/>
          <p14:tracePt t="61278" x="3716338" y="1739900"/>
          <p14:tracePt t="61310" x="3722688" y="1739900"/>
          <p14:tracePt t="61318" x="3730625" y="1739900"/>
          <p14:tracePt t="61334" x="3736975" y="1739900"/>
          <p14:tracePt t="61342" x="3736975" y="1747838"/>
          <p14:tracePt t="61350" x="3751263" y="1747838"/>
          <p14:tracePt t="61367" x="3773488" y="1754188"/>
          <p14:tracePt t="61382" x="3779838" y="1754188"/>
          <p14:tracePt t="61398" x="3794125" y="1754188"/>
          <p14:tracePt t="61406" x="3808413" y="1762125"/>
          <p14:tracePt t="61422" x="3816350" y="1762125"/>
          <p14:tracePt t="61430" x="3822700" y="1762125"/>
          <p14:tracePt t="61438" x="3836988" y="1762125"/>
          <p14:tracePt t="61454" x="3851275" y="1768475"/>
          <p14:tracePt t="61462" x="3859213" y="1768475"/>
          <p14:tracePt t="61487" x="3873500" y="1768475"/>
          <p14:tracePt t="61567" x="3879850" y="1768475"/>
          <p14:tracePt t="61622" x="3894138" y="1768475"/>
          <p14:tracePt t="61638" x="3902075" y="1768475"/>
          <p14:tracePt t="61654" x="3916363" y="1768475"/>
          <p14:tracePt t="61662" x="3922713" y="1768475"/>
          <p14:tracePt t="61670" x="3930650" y="1768475"/>
          <p14:tracePt t="61678" x="3937000" y="1768475"/>
          <p14:tracePt t="61694" x="3944938" y="1768475"/>
          <p14:tracePt t="61710" x="3959225" y="1768475"/>
          <p14:tracePt t="61718" x="3973513" y="1782763"/>
          <p14:tracePt t="61726" x="3979863" y="1782763"/>
          <p14:tracePt t="61734" x="3987800" y="1782763"/>
          <p14:tracePt t="61742" x="4002088" y="1782763"/>
          <p14:tracePt t="61751" x="4016375" y="1782763"/>
          <p14:tracePt t="61758" x="4030663" y="1782763"/>
          <p14:tracePt t="61774" x="4044950" y="1782763"/>
          <p14:tracePt t="61782" x="4051300" y="1782763"/>
          <p14:tracePt t="61790" x="4059238" y="1782763"/>
          <p14:tracePt t="61798" x="4071938" y="1782763"/>
          <p14:tracePt t="61806" x="4079875" y="1782763"/>
          <p14:tracePt t="61822" x="4086225" y="1782763"/>
          <p14:tracePt t="61830" x="4094163" y="1782763"/>
          <p14:tracePt t="61838" x="4100513" y="1782763"/>
          <p14:tracePt t="61854" x="4108450" y="1782763"/>
          <p14:tracePt t="61870" x="4114800" y="1782763"/>
          <p14:tracePt t="61879" x="4122738" y="1782763"/>
          <p14:tracePt t="61886" x="4129088" y="1776413"/>
          <p14:tracePt t="61902" x="4143375" y="1776413"/>
          <p14:tracePt t="61910" x="4179888" y="1754188"/>
          <p14:tracePt t="61926" x="4186238" y="1754188"/>
          <p14:tracePt t="61934" x="4200525" y="1747838"/>
          <p14:tracePt t="61942" x="4208463" y="1739900"/>
          <p14:tracePt t="61951" x="4214813" y="1733550"/>
          <p14:tracePt t="61967" x="4222750" y="1725613"/>
          <p14:tracePt t="61974" x="4229100" y="1725613"/>
          <p14:tracePt t="61982" x="4237038" y="1725613"/>
          <p14:tracePt t="61990" x="4251325" y="1725613"/>
          <p14:tracePt t="61998" x="4265613" y="1712913"/>
          <p14:tracePt t="62014" x="4279900" y="1712913"/>
          <p14:tracePt t="62022" x="4286250" y="1712913"/>
          <p14:tracePt t="62038" x="4294188" y="1704975"/>
          <p14:tracePt t="62046" x="4300538" y="1698625"/>
          <p14:tracePt t="62847" x="4308475" y="1690688"/>
          <p14:tracePt t="62870" x="4314825" y="1684338"/>
          <p14:tracePt t="62902" x="4322763" y="1684338"/>
          <p14:tracePt t="62950" x="4329113" y="1684338"/>
          <p14:tracePt t="62966" x="4329113" y="1676400"/>
          <p14:tracePt t="62998" x="4337050" y="1676400"/>
          <p14:tracePt t="63022" x="4343400" y="1670050"/>
          <p14:tracePt t="63350" x="4351338" y="1670050"/>
          <p14:tracePt t="64174" x="4337050" y="1676400"/>
          <p14:tracePt t="64198" x="4329113" y="1676400"/>
          <p14:tracePt t="64206" x="4322763" y="1676400"/>
          <p14:tracePt t="64214" x="4314825" y="1676400"/>
          <p14:tracePt t="64230" x="4300538" y="1676400"/>
          <p14:tracePt t="64238" x="4294188" y="1676400"/>
          <p14:tracePt t="64254" x="4286250" y="1676400"/>
          <p14:tracePt t="64262" x="4279900" y="1676400"/>
          <p14:tracePt t="64270" x="4271963" y="1676400"/>
          <p14:tracePt t="64294" x="4265613" y="1676400"/>
          <p14:tracePt t="64302" x="4257675" y="1676400"/>
          <p14:tracePt t="64310" x="4251325" y="1676400"/>
          <p14:tracePt t="64326" x="4243388" y="1676400"/>
          <p14:tracePt t="64334" x="4237038" y="1676400"/>
          <p14:tracePt t="64342" x="4229100" y="1676400"/>
          <p14:tracePt t="64358" x="4222750" y="1676400"/>
          <p14:tracePt t="64367" x="4214813" y="1676400"/>
          <p14:tracePt t="64374" x="4208463" y="1676400"/>
          <p14:tracePt t="64382" x="4200525" y="1676400"/>
          <p14:tracePt t="64390" x="4194175" y="1676400"/>
          <p14:tracePt t="64398" x="4186238" y="1676400"/>
          <p14:tracePt t="64406" x="4179888" y="1676400"/>
          <p14:tracePt t="64414" x="4165600" y="1676400"/>
          <p14:tracePt t="64422" x="4143375" y="1676400"/>
          <p14:tracePt t="64430" x="4137025" y="1676400"/>
          <p14:tracePt t="64438" x="4114800" y="1676400"/>
          <p14:tracePt t="64446" x="4094163" y="1676400"/>
          <p14:tracePt t="64454" x="4071938" y="1676400"/>
          <p14:tracePt t="64462" x="4051300" y="1676400"/>
          <p14:tracePt t="64470" x="4022725" y="1676400"/>
          <p14:tracePt t="64478" x="4002088" y="1676400"/>
          <p14:tracePt t="64486" x="3973513" y="1676400"/>
          <p14:tracePt t="64494" x="3951288" y="1676400"/>
          <p14:tracePt t="64502" x="3922713" y="1676400"/>
          <p14:tracePt t="64510" x="3902075" y="1676400"/>
          <p14:tracePt t="64518" x="3887788" y="1676400"/>
          <p14:tracePt t="64526" x="3859213" y="1676400"/>
          <p14:tracePt t="64534" x="3830638" y="1676400"/>
          <p14:tracePt t="64542" x="3808413" y="1676400"/>
          <p14:tracePt t="64551" x="3794125" y="1676400"/>
          <p14:tracePt t="64558" x="3779838" y="1676400"/>
          <p14:tracePt t="64567" x="3759200" y="1676400"/>
          <p14:tracePt t="64574" x="3751263" y="1676400"/>
          <p14:tracePt t="64582" x="3736975" y="1676400"/>
          <p14:tracePt t="64590" x="3722688" y="1690688"/>
          <p14:tracePt t="64598" x="3702050" y="1690688"/>
          <p14:tracePt t="64614" x="3702050" y="1698625"/>
          <p14:tracePt t="64622" x="3694113" y="1704975"/>
          <p14:tracePt t="64646" x="3694113" y="1712913"/>
          <p14:tracePt t="64910" x="3687763" y="1712913"/>
          <p14:tracePt t="64926" x="3679825" y="1712913"/>
          <p14:tracePt t="64966" x="3673475" y="1712913"/>
          <p14:tracePt t="64974" x="3665538" y="1712913"/>
          <p14:tracePt t="65022" x="3659188" y="1719263"/>
          <p14:tracePt t="65046" x="3651250" y="1719263"/>
          <p14:tracePt t="65054" x="3644900" y="1719263"/>
          <p14:tracePt t="65062" x="3644900" y="1725613"/>
          <p14:tracePt t="65070" x="3636963" y="1733550"/>
          <p14:tracePt t="65086" x="3630613" y="1733550"/>
          <p14:tracePt t="65094" x="3622675" y="1739900"/>
          <p14:tracePt t="65110" x="3608388" y="1739900"/>
          <p14:tracePt t="65126" x="3602038" y="1754188"/>
          <p14:tracePt t="65134" x="3594100" y="1754188"/>
          <p14:tracePt t="65151" x="3587750" y="1762125"/>
          <p14:tracePt t="65158" x="3579813" y="1762125"/>
          <p14:tracePt t="65167" x="3579813" y="1768475"/>
          <p14:tracePt t="65174" x="3573463" y="1768475"/>
          <p14:tracePt t="65182" x="3552825" y="1768475"/>
          <p14:tracePt t="65190" x="3552825" y="1776413"/>
          <p14:tracePt t="65198" x="3544888" y="1776413"/>
          <p14:tracePt t="65206" x="3538538" y="1776413"/>
          <p14:tracePt t="65214" x="3530600" y="1782763"/>
          <p14:tracePt t="65222" x="3509963" y="1790700"/>
          <p14:tracePt t="65238" x="3495675" y="1797050"/>
          <p14:tracePt t="65246" x="3481388" y="1804988"/>
          <p14:tracePt t="65262" x="3467100" y="1804988"/>
          <p14:tracePt t="65270" x="3452813" y="1811338"/>
          <p14:tracePt t="65278" x="3438525" y="1819275"/>
          <p14:tracePt t="65286" x="3430588" y="1825625"/>
          <p14:tracePt t="65294" x="3416300" y="1825625"/>
          <p14:tracePt t="65302" x="3409950" y="1833563"/>
          <p14:tracePt t="65310" x="3402013" y="1833563"/>
          <p14:tracePt t="65318" x="3395663" y="1839913"/>
          <p14:tracePt t="65326" x="3381375" y="1847850"/>
          <p14:tracePt t="65342" x="3367088" y="1854200"/>
          <p14:tracePt t="65351" x="3344863" y="1854200"/>
          <p14:tracePt t="65358" x="3338513" y="1862138"/>
          <p14:tracePt t="65367" x="3324225" y="1876425"/>
          <p14:tracePt t="65374" x="3302000" y="1876425"/>
          <p14:tracePt t="65382" x="3287713" y="1882775"/>
          <p14:tracePt t="65390" x="3267075" y="1890713"/>
          <p14:tracePt t="65398" x="3244850" y="1905000"/>
          <p14:tracePt t="65406" x="3230563" y="1905000"/>
          <p14:tracePt t="65414" x="3201988" y="1905000"/>
          <p14:tracePt t="65422" x="3181350" y="1911350"/>
          <p14:tracePt t="65430" x="3159125" y="1919288"/>
          <p14:tracePt t="65438" x="3138488" y="1925638"/>
          <p14:tracePt t="65446" x="3116263" y="1933575"/>
          <p14:tracePt t="65454" x="3095625" y="1939925"/>
          <p14:tracePt t="65462" x="3073400" y="1947863"/>
          <p14:tracePt t="65470" x="3052763" y="1954213"/>
          <p14:tracePt t="65478" x="3038475" y="1954213"/>
          <p14:tracePt t="65486" x="3017838" y="1962150"/>
          <p14:tracePt t="65494" x="3003550" y="1968500"/>
          <p14:tracePt t="65502" x="2981325" y="1968500"/>
          <p14:tracePt t="65510" x="2960688" y="1976438"/>
          <p14:tracePt t="65518" x="2952750" y="1982788"/>
          <p14:tracePt t="65526" x="2938463" y="1982788"/>
          <p14:tracePt t="65534" x="2924175" y="1990725"/>
          <p14:tracePt t="65542" x="2909888" y="1997075"/>
          <p14:tracePt t="65551" x="2903538" y="2005013"/>
          <p14:tracePt t="65558" x="2881313" y="2011363"/>
          <p14:tracePt t="65567" x="2852738" y="2025650"/>
          <p14:tracePt t="65574" x="2838450" y="2025650"/>
          <p14:tracePt t="65582" x="2824163" y="2039938"/>
          <p14:tracePt t="65590" x="2803525" y="2047875"/>
          <p14:tracePt t="65598" x="2781300" y="2047875"/>
          <p14:tracePt t="65606" x="2767013" y="2047875"/>
          <p14:tracePt t="65614" x="2752725" y="2047875"/>
          <p14:tracePt t="65622" x="2746375" y="2062163"/>
          <p14:tracePt t="65638" x="2732088" y="2068513"/>
          <p14:tracePt t="65646" x="2724150" y="2068513"/>
          <p14:tracePt t="65662" x="2717800" y="2068513"/>
          <p14:tracePt t="65670" x="2703513" y="2076450"/>
          <p14:tracePt t="65686" x="2695575" y="2076450"/>
          <p14:tracePt t="65694" x="2689225" y="2082800"/>
          <p14:tracePt t="65710" x="2681288" y="2090738"/>
          <p14:tracePt t="65718" x="2674938" y="2090738"/>
          <p14:tracePt t="65726" x="2667000" y="2090738"/>
          <p14:tracePt t="65734" x="2660650" y="2090738"/>
          <p14:tracePt t="65742" x="2652713" y="2097088"/>
          <p14:tracePt t="65758" x="2646363" y="2105025"/>
          <p14:tracePt t="65767" x="2638425" y="2111375"/>
          <p14:tracePt t="65774" x="2632075" y="2111375"/>
          <p14:tracePt t="65790" x="2617788" y="2119313"/>
          <p14:tracePt t="65806" x="2609850" y="2125663"/>
          <p14:tracePt t="65814" x="2603500" y="2125663"/>
          <p14:tracePt t="65822" x="2595563" y="2133600"/>
          <p14:tracePt t="66023" x="2589213" y="2139950"/>
          <p14:tracePt t="66038" x="2589213" y="2147888"/>
          <p14:tracePt t="66046" x="2589213" y="2154238"/>
          <p14:tracePt t="66054" x="2589213" y="2168525"/>
          <p14:tracePt t="66070" x="2589213" y="2176463"/>
          <p14:tracePt t="66366" x="2574925" y="2176463"/>
          <p14:tracePt t="66398" x="2574925" y="2182813"/>
          <p14:tracePt t="66598" x="2566988" y="2190750"/>
          <p14:tracePt t="66606" x="2552700" y="2205038"/>
          <p14:tracePt t="66614" x="2540000" y="2211388"/>
          <p14:tracePt t="66622" x="2517775" y="2233613"/>
          <p14:tracePt t="66630" x="2482850" y="2262188"/>
          <p14:tracePt t="66638" x="2439988" y="2276475"/>
          <p14:tracePt t="66646" x="2382838" y="2303463"/>
          <p14:tracePt t="66654" x="2325688" y="2332038"/>
          <p14:tracePt t="66662" x="2274888" y="2346325"/>
          <p14:tracePt t="66670" x="2246313" y="2360613"/>
          <p14:tracePt t="66678" x="2217738" y="2368550"/>
          <p14:tracePt t="66686" x="2203450" y="2374900"/>
          <p14:tracePt t="66702" x="2197100" y="2382838"/>
          <p14:tracePt t="71054" x="2197100" y="2389188"/>
          <p14:tracePt t="71062" x="2203450" y="2403475"/>
          <p14:tracePt t="71070" x="2211388" y="2403475"/>
          <p14:tracePt t="71078" x="2211388" y="2411413"/>
          <p14:tracePt t="71086" x="2217738" y="2425700"/>
          <p14:tracePt t="71094" x="2217738" y="2432050"/>
          <p14:tracePt t="71102" x="2232025" y="2454275"/>
          <p14:tracePt t="71110" x="2232025" y="2460625"/>
          <p14:tracePt t="71119" x="2239963" y="2474913"/>
          <p14:tracePt t="71126" x="2246313" y="2482850"/>
          <p14:tracePt t="71134" x="2254250" y="2503488"/>
          <p14:tracePt t="71142" x="2260600" y="2517775"/>
          <p14:tracePt t="71150" x="2260600" y="2525713"/>
          <p14:tracePt t="71158" x="2282825" y="2540000"/>
          <p14:tracePt t="71167" x="2282825" y="2560638"/>
          <p14:tracePt t="71174" x="2289175" y="2568575"/>
          <p14:tracePt t="71182" x="2311400" y="2597150"/>
          <p14:tracePt t="71190" x="2317750" y="2625725"/>
          <p14:tracePt t="71198" x="2346325" y="2668588"/>
          <p14:tracePt t="71206" x="2382838" y="2717800"/>
          <p14:tracePt t="71214" x="2403475" y="2760663"/>
          <p14:tracePt t="71222" x="2417763" y="2782888"/>
          <p14:tracePt t="71230" x="2454275" y="2825750"/>
          <p14:tracePt t="71238" x="2482850" y="2867025"/>
          <p14:tracePt t="71246" x="2503488" y="2895600"/>
          <p14:tracePt t="71254" x="2532063" y="2938463"/>
          <p14:tracePt t="71262" x="2560638" y="2981325"/>
          <p14:tracePt t="71270" x="2595563" y="3052763"/>
          <p14:tracePt t="71278" x="2632075" y="3109913"/>
          <p14:tracePt t="71286" x="2667000" y="3175000"/>
          <p14:tracePt t="71294" x="2689225" y="3217863"/>
          <p14:tracePt t="71302" x="2724150" y="3275013"/>
          <p14:tracePt t="71310" x="2760663" y="3317875"/>
          <p14:tracePt t="71318" x="2803525" y="3375025"/>
          <p14:tracePt t="71326" x="2852738" y="3424238"/>
          <p14:tracePt t="71334" x="2889250" y="3459163"/>
          <p14:tracePt t="71342" x="2924175" y="3495675"/>
          <p14:tracePt t="71351" x="2946400" y="3502025"/>
          <p14:tracePt t="71358" x="2960688" y="3516313"/>
          <p14:tracePt t="71367" x="2967038" y="3524250"/>
          <p14:tracePt t="71550" x="2974975" y="3530600"/>
          <p14:tracePt t="71558" x="2989263" y="3544888"/>
          <p14:tracePt t="71566" x="3017838" y="3544888"/>
          <p14:tracePt t="71575" x="3038475" y="3552825"/>
          <p14:tracePt t="71582" x="3067050" y="3559175"/>
          <p14:tracePt t="71590" x="3087688" y="3573463"/>
          <p14:tracePt t="71598" x="3124200" y="3581400"/>
          <p14:tracePt t="71606" x="3159125" y="3587750"/>
          <p14:tracePt t="71614" x="3195638" y="3609975"/>
          <p14:tracePt t="71622" x="3238500" y="3616325"/>
          <p14:tracePt t="71630" x="3295650" y="3630613"/>
          <p14:tracePt t="71638" x="3367088" y="3652838"/>
          <p14:tracePt t="71646" x="3438525" y="3659188"/>
          <p14:tracePt t="71654" x="3524250" y="3681413"/>
          <p14:tracePt t="71662" x="3622675" y="3695700"/>
          <p14:tracePt t="71670" x="3744913" y="3724275"/>
          <p14:tracePt t="71678" x="3879850" y="3752850"/>
          <p14:tracePt t="71686" x="4008438" y="3781425"/>
          <p14:tracePt t="71694" x="4122738" y="3795713"/>
          <p14:tracePt t="71702" x="4229100" y="3810000"/>
          <p14:tracePt t="71710" x="4322763" y="3824288"/>
          <p14:tracePt t="71718" x="4400550" y="3824288"/>
          <p14:tracePt t="71726" x="4508500" y="3852863"/>
          <p14:tracePt t="71734" x="4586288" y="3859213"/>
          <p14:tracePt t="71742" x="4643438" y="3867150"/>
          <p14:tracePt t="71750" x="4714875" y="3873500"/>
          <p14:tracePt t="71758" x="4778375" y="3887788"/>
          <p14:tracePt t="71767" x="4849813" y="3895725"/>
          <p14:tracePt t="71774" x="4900613" y="3902075"/>
          <p14:tracePt t="71783" x="4935538" y="3902075"/>
          <p14:tracePt t="71790" x="4986338" y="3902075"/>
          <p14:tracePt t="71798" x="5014913" y="3910013"/>
          <p14:tracePt t="71806" x="5043488" y="3916363"/>
          <p14:tracePt t="71814" x="5072063" y="3924300"/>
          <p14:tracePt t="71822" x="5078413" y="3930650"/>
          <p14:tracePt t="71830" x="5099050" y="3930650"/>
          <p14:tracePt t="71838" x="5106988" y="3930650"/>
          <p14:tracePt t="71846" x="5121275" y="3930650"/>
          <p14:tracePt t="71854" x="5127625" y="3930650"/>
          <p14:tracePt t="71870" x="5141913" y="3930650"/>
          <p14:tracePt t="71910" x="5149850" y="3930650"/>
          <p14:tracePt t="71934" x="5156200" y="3938588"/>
          <p14:tracePt t="71950" x="5170488" y="3944938"/>
          <p14:tracePt t="71958" x="5178425" y="3952875"/>
          <p14:tracePt t="71966" x="5199063" y="3959225"/>
          <p14:tracePt t="71974" x="5221288" y="3987800"/>
          <p14:tracePt t="71982" x="5256213" y="4030663"/>
          <p14:tracePt t="71990" x="5278438" y="4051300"/>
          <p14:tracePt t="71998" x="5313363" y="4102100"/>
          <p14:tracePt t="72006" x="5341938" y="4130675"/>
          <p14:tracePt t="72014" x="5356225" y="4151313"/>
          <p14:tracePt t="72022" x="5370513" y="4159250"/>
          <p14:tracePt t="72030" x="5399088" y="4187825"/>
          <p14:tracePt t="72038" x="5413375" y="4187825"/>
          <p14:tracePt t="72046" x="5456238" y="4208463"/>
          <p14:tracePt t="72054" x="5499100" y="4216400"/>
          <p14:tracePt t="72062" x="5584825" y="4259263"/>
          <p14:tracePt t="72070" x="5699125" y="4302125"/>
          <p14:tracePt t="72079" x="5805488" y="4351338"/>
          <p14:tracePt t="72086" x="5970588" y="4430713"/>
          <p14:tracePt t="72094" x="6111875" y="4494213"/>
          <p14:tracePt t="72102" x="6262688" y="4559300"/>
          <p14:tracePt t="72110" x="6405563" y="4614863"/>
          <p14:tracePt t="72118" x="6491288" y="4657725"/>
          <p14:tracePt t="72126" x="6577013" y="4679950"/>
          <p14:tracePt t="72134" x="6654800" y="4694238"/>
          <p14:tracePt t="72142" x="6726238" y="4729163"/>
          <p14:tracePt t="72150" x="6804025" y="4737100"/>
          <p14:tracePt t="72158" x="6861175" y="4737100"/>
          <p14:tracePt t="72166" x="6911975" y="4751388"/>
          <p14:tracePt t="72174" x="6946900" y="4757738"/>
          <p14:tracePt t="72184" x="7011988" y="4765675"/>
          <p14:tracePt t="72190" x="7040563" y="4765675"/>
          <p14:tracePt t="72198" x="7061200" y="4765675"/>
          <p14:tracePt t="72206" x="7089775" y="4765675"/>
          <p14:tracePt t="72214" x="7104063" y="4765675"/>
          <p14:tracePt t="72222" x="7124700" y="4765675"/>
          <p14:tracePt t="72230" x="7146925" y="4779963"/>
          <p14:tracePt t="72238" x="7175500" y="4786313"/>
          <p14:tracePt t="72246" x="7189788" y="4794250"/>
          <p14:tracePt t="72254" x="7210425" y="4794250"/>
          <p14:tracePt t="72262" x="7232650" y="4794250"/>
          <p14:tracePt t="72270" x="7239000" y="4794250"/>
          <p14:tracePt t="72278" x="7246938" y="4794250"/>
          <p14:tracePt t="72286" x="7253288" y="4794250"/>
          <p14:tracePt t="72302" x="7261225" y="4794250"/>
          <p14:tracePt t="72310" x="7267575" y="4794250"/>
          <p14:tracePt t="72486" x="7275513" y="4794250"/>
          <p14:tracePt t="72502" x="7281863" y="4794250"/>
          <p14:tracePt t="72510" x="7289800" y="4794250"/>
          <p14:tracePt t="72518" x="7304088" y="4786313"/>
          <p14:tracePt t="72534" x="7318375" y="4786313"/>
          <p14:tracePt t="72542" x="7324725" y="4786313"/>
          <p14:tracePt t="72551" x="7332663" y="4786313"/>
          <p14:tracePt t="72558" x="7339013" y="4786313"/>
          <p14:tracePt t="72574" x="7346950" y="4786313"/>
          <p14:tracePt t="72719" x="7353300" y="4786313"/>
          <p14:tracePt t="72734" x="7361238" y="4786313"/>
          <p14:tracePt t="72742" x="7367588" y="4786313"/>
          <p14:tracePt t="72750" x="7381875" y="4794250"/>
          <p14:tracePt t="72758" x="7396163" y="4794250"/>
          <p14:tracePt t="72767" x="7418388" y="4808538"/>
          <p14:tracePt t="72774" x="7424738" y="4814888"/>
          <p14:tracePt t="72782" x="7439025" y="4814888"/>
          <p14:tracePt t="72790" x="7446963" y="4814888"/>
          <p14:tracePt t="72798" x="7453313" y="4814888"/>
          <p14:tracePt t="72806" x="7461250" y="4814888"/>
          <p14:tracePt t="72814" x="7461250" y="4822825"/>
          <p14:tracePt t="72830" x="7467600" y="4822825"/>
          <p14:tracePt t="72974" x="7481888" y="4822825"/>
          <p14:tracePt t="72990" x="7489825" y="4822825"/>
          <p14:tracePt t="73006" x="7504113" y="4822825"/>
          <p14:tracePt t="73014" x="7510463" y="4822825"/>
          <p14:tracePt t="73030" x="7524750" y="4822825"/>
          <p14:tracePt t="73046" x="7532688" y="4822825"/>
          <p14:tracePt t="73318" x="7539038" y="4822825"/>
          <p14:tracePt t="73326" x="7546975" y="4822825"/>
          <p14:tracePt t="73358" x="7553325" y="4822825"/>
          <p14:tracePt t="73374" x="7561263" y="4822825"/>
          <p14:tracePt t="73390" x="7575550" y="4822825"/>
          <p14:tracePt t="73422" x="7581900" y="4822825"/>
          <p14:tracePt t="73430" x="7589838" y="4822825"/>
          <p14:tracePt t="73438" x="7596188" y="4822825"/>
          <p14:tracePt t="73454" x="7610475" y="4822825"/>
          <p14:tracePt t="73462" x="7618413" y="4822825"/>
          <p14:tracePt t="73470" x="7639050" y="4822825"/>
          <p14:tracePt t="73478" x="7659688" y="4822825"/>
          <p14:tracePt t="73486" x="7667625" y="4822825"/>
          <p14:tracePt t="73494" x="7688263" y="4822825"/>
          <p14:tracePt t="73502" x="7696200" y="4822825"/>
          <p14:tracePt t="73510" x="7716838" y="4822825"/>
          <p14:tracePt t="73518" x="7731125" y="4822825"/>
          <p14:tracePt t="73526" x="7745413" y="4822825"/>
          <p14:tracePt t="73534" x="7767638" y="4822825"/>
          <p14:tracePt t="73551" x="7788275" y="4829175"/>
          <p14:tracePt t="73558" x="7796213" y="4829175"/>
          <p14:tracePt t="73567" x="7816850" y="4837113"/>
          <p14:tracePt t="73574" x="7839075" y="4837113"/>
          <p14:tracePt t="73582" x="7867650" y="4843463"/>
          <p14:tracePt t="73590" x="7881938" y="4843463"/>
          <p14:tracePt t="73598" x="7902575" y="4843463"/>
          <p14:tracePt t="73606" x="7916863" y="4851400"/>
          <p14:tracePt t="73614" x="7924800" y="4851400"/>
          <p14:tracePt t="73622" x="7931150" y="4851400"/>
          <p14:tracePt t="73630" x="7939088" y="4851400"/>
          <p14:tracePt t="73654" x="7945438" y="4851400"/>
          <p14:tracePt t="73670" x="7953375" y="4851400"/>
          <p14:tracePt t="73678" x="7959725" y="4851400"/>
          <p14:tracePt t="73694" x="7967663" y="4851400"/>
          <p14:tracePt t="73710" x="7981950" y="4851400"/>
          <p14:tracePt t="73726" x="7988300" y="4851400"/>
          <p14:tracePt t="73734" x="8002588" y="4851400"/>
          <p14:tracePt t="73742" x="8010525" y="4851400"/>
          <p14:tracePt t="73750" x="8024813" y="4851400"/>
          <p14:tracePt t="73758" x="8039100" y="4843463"/>
          <p14:tracePt t="73774" x="8067675" y="4843463"/>
          <p14:tracePt t="73782" x="8088313" y="4837113"/>
          <p14:tracePt t="73790" x="8124825" y="4837113"/>
          <p14:tracePt t="73798" x="8194675" y="4829175"/>
          <p14:tracePt t="73806" x="8274050" y="4808538"/>
          <p14:tracePt t="73814" x="8337550" y="4794250"/>
          <p14:tracePt t="73822" x="8394700" y="4779963"/>
          <p14:tracePt t="73830" x="8445500" y="4757738"/>
          <p14:tracePt t="73838" x="8480425" y="4751388"/>
          <p14:tracePt t="73846" x="8509000" y="4722813"/>
          <p14:tracePt t="73854" x="8516938" y="4714875"/>
          <p14:tracePt t="73862" x="8523288" y="4694238"/>
          <p14:tracePt t="73870" x="8523288" y="4679950"/>
          <p14:tracePt t="73878" x="8523288" y="4657725"/>
          <p14:tracePt t="73886" x="8516938" y="4643438"/>
          <p14:tracePt t="73901" x="8516938" y="4637088"/>
          <p14:tracePt t="73902" x="8494713" y="4622800"/>
          <p14:tracePt t="73910" x="8474075" y="4614863"/>
          <p14:tracePt t="73918" x="8459788" y="4614863"/>
          <p14:tracePt t="73926" x="8437563" y="4614863"/>
          <p14:tracePt t="73934" x="8402638" y="4600575"/>
          <p14:tracePt t="73942" x="8374063" y="4600575"/>
          <p14:tracePt t="73951" x="8345488" y="4594225"/>
          <p14:tracePt t="73958" x="8316913" y="4594225"/>
          <p14:tracePt t="73967" x="8288338" y="4594225"/>
          <p14:tracePt t="73974" x="8266113" y="4594225"/>
          <p14:tracePt t="73982" x="8245475" y="4594225"/>
          <p14:tracePt t="73990" x="8231188" y="4594225"/>
          <p14:tracePt t="73998" x="8208963" y="4594225"/>
          <p14:tracePt t="74006" x="8202613" y="4594225"/>
          <p14:tracePt t="74014" x="8188325" y="4594225"/>
          <p14:tracePt t="74022" x="8180388" y="4594225"/>
          <p14:tracePt t="74030" x="8159750" y="4594225"/>
          <p14:tracePt t="74038" x="8131175" y="4614863"/>
          <p14:tracePt t="74046" x="8116888" y="4629150"/>
          <p14:tracePt t="74054" x="8088313" y="4651375"/>
          <p14:tracePt t="74062" x="8074025" y="4672013"/>
          <p14:tracePt t="74070" x="8053388" y="4694238"/>
          <p14:tracePt t="74078" x="8039100" y="4722813"/>
          <p14:tracePt t="74086" x="8024813" y="4743450"/>
          <p14:tracePt t="74094" x="8002588" y="4765675"/>
          <p14:tracePt t="74102" x="7988300" y="4794250"/>
          <p14:tracePt t="74110" x="7974013" y="4814888"/>
          <p14:tracePt t="74118" x="7959725" y="4851400"/>
          <p14:tracePt t="74126" x="7953375" y="4879975"/>
          <p14:tracePt t="74134" x="7953375" y="4900613"/>
          <p14:tracePt t="74142" x="7953375" y="4914900"/>
          <p14:tracePt t="74150" x="7953375" y="4937125"/>
          <p14:tracePt t="74158" x="7953375" y="4965700"/>
          <p14:tracePt t="74167" x="7953375" y="4994275"/>
          <p14:tracePt t="74174" x="7953375" y="5022850"/>
          <p14:tracePt t="74182" x="7981950" y="5057775"/>
          <p14:tracePt t="74190" x="7996238" y="5094288"/>
          <p14:tracePt t="74198" x="8010525" y="5108575"/>
          <p14:tracePt t="74206" x="8024813" y="5114925"/>
          <p14:tracePt t="74214" x="8039100" y="5137150"/>
          <p14:tracePt t="74310" x="8274050" y="5129213"/>
          <p14:tracePt t="74318" x="8288338" y="5114925"/>
          <p14:tracePt t="74326" x="8288338" y="5100638"/>
          <p14:tracePt t="74334" x="8294688" y="5086350"/>
          <p14:tracePt t="74342" x="8302625" y="5072063"/>
          <p14:tracePt t="74351" x="8308975" y="5057775"/>
          <p14:tracePt t="74358" x="8308975" y="5051425"/>
          <p14:tracePt t="74367" x="8308975" y="5037138"/>
          <p14:tracePt t="74374" x="8308975" y="5029200"/>
          <p14:tracePt t="74382" x="8308975" y="5014913"/>
          <p14:tracePt t="74390" x="8308975" y="5008563"/>
          <p14:tracePt t="74414" x="8308975" y="5000625"/>
          <p14:tracePt t="74478" x="8308975" y="4986338"/>
          <p14:tracePt t="75334" x="8302625" y="4986338"/>
          <p14:tracePt t="75382" x="8294688" y="4986338"/>
          <p14:tracePt t="75398" x="8288338" y="4979988"/>
          <p14:tracePt t="75406" x="8274050" y="4979988"/>
          <p14:tracePt t="75414" x="8259763" y="4979988"/>
          <p14:tracePt t="75422" x="8245475" y="4979988"/>
          <p14:tracePt t="75430" x="8237538" y="4979988"/>
          <p14:tracePt t="75438" x="8216900" y="4979988"/>
          <p14:tracePt t="75446" x="8208963" y="4979988"/>
          <p14:tracePt t="75454" x="8194675" y="4979988"/>
          <p14:tracePt t="75462" x="8180388" y="4972050"/>
          <p14:tracePt t="75470" x="8166100" y="4972050"/>
          <p14:tracePt t="75478" x="8151813" y="4965700"/>
          <p14:tracePt t="75486" x="8137525" y="4965700"/>
          <p14:tracePt t="75494" x="8116888" y="4965700"/>
          <p14:tracePt t="75502" x="8102600" y="4957763"/>
          <p14:tracePt t="75510" x="8088313" y="4957763"/>
          <p14:tracePt t="75518" x="8067675" y="4957763"/>
          <p14:tracePt t="75526" x="8053388" y="4951413"/>
          <p14:tracePt t="75534" x="8039100" y="4951413"/>
          <p14:tracePt t="75542" x="8024813" y="4951413"/>
          <p14:tracePt t="75551" x="8002588" y="4943475"/>
          <p14:tracePt t="75558" x="7981950" y="4943475"/>
          <p14:tracePt t="75567" x="7959725" y="4937125"/>
          <p14:tracePt t="75574" x="7953375" y="4937125"/>
          <p14:tracePt t="75584" x="7931150" y="4937125"/>
          <p14:tracePt t="75590" x="7916863" y="4929188"/>
          <p14:tracePt t="75598" x="7910513" y="4929188"/>
          <p14:tracePt t="75606" x="7896225" y="4929188"/>
          <p14:tracePt t="75614" x="7881938" y="4929188"/>
          <p14:tracePt t="75622" x="7874000" y="4929188"/>
          <p14:tracePt t="75630" x="7859713" y="4929188"/>
          <p14:tracePt t="75638" x="7839075" y="4929188"/>
          <p14:tracePt t="75646" x="7824788" y="4929188"/>
          <p14:tracePt t="75654" x="7802563" y="4929188"/>
          <p14:tracePt t="75662" x="7781925" y="4929188"/>
          <p14:tracePt t="75670" x="7759700" y="4929188"/>
          <p14:tracePt t="75678" x="7745413" y="4929188"/>
          <p14:tracePt t="75686" x="7724775" y="4929188"/>
          <p14:tracePt t="75694" x="7702550" y="4929188"/>
          <p14:tracePt t="75702" x="7688263" y="4929188"/>
          <p14:tracePt t="75710" x="7681913" y="4929188"/>
          <p14:tracePt t="75718" x="7673975" y="4929188"/>
          <p14:tracePt t="75726" x="7667625" y="4929188"/>
          <p14:tracePt t="75734" x="7659688" y="4929188"/>
          <p14:tracePt t="75742" x="7653338" y="4929188"/>
          <p14:tracePt t="75750" x="7645400" y="4929188"/>
          <p14:tracePt t="75758" x="7631113" y="4929188"/>
          <p14:tracePt t="75767" x="7624763" y="4929188"/>
          <p14:tracePt t="75774" x="7604125" y="4929188"/>
          <p14:tracePt t="75782" x="7596188" y="4929188"/>
          <p14:tracePt t="75790" x="7575550" y="4929188"/>
          <p14:tracePt t="75798" x="7561263" y="4929188"/>
          <p14:tracePt t="75806" x="7539038" y="4929188"/>
          <p14:tracePt t="75814" x="7524750" y="4929188"/>
          <p14:tracePt t="75822" x="7504113" y="4929188"/>
          <p14:tracePt t="75830" x="7496175" y="4929188"/>
          <p14:tracePt t="75838" x="7481888" y="4929188"/>
          <p14:tracePt t="75847" x="7475538" y="4929188"/>
          <p14:tracePt t="75854" x="7467600" y="4929188"/>
          <p14:tracePt t="75862" x="7461250" y="4929188"/>
          <p14:tracePt t="75870" x="7453313" y="4929188"/>
          <p14:tracePt t="75878" x="7439025" y="4929188"/>
          <p14:tracePt t="75894" x="7432675" y="4929188"/>
          <p14:tracePt t="75918" x="7424738" y="4929188"/>
          <p14:tracePt t="75926" x="7418388" y="4929188"/>
          <p14:tracePt t="75934" x="7410450" y="4929188"/>
          <p14:tracePt t="75942" x="7396163" y="4929188"/>
          <p14:tracePt t="75951" x="7381875" y="4929188"/>
          <p14:tracePt t="75958" x="7367588" y="4929188"/>
          <p14:tracePt t="75967" x="7361238" y="4929188"/>
          <p14:tracePt t="75974" x="7339013" y="4929188"/>
          <p14:tracePt t="75982" x="7318375" y="4929188"/>
          <p14:tracePt t="75990" x="7289800" y="4929188"/>
          <p14:tracePt t="75998" x="7253288" y="4929188"/>
          <p14:tracePt t="76006" x="7218363" y="4929188"/>
          <p14:tracePt t="76014" x="7181850" y="4929188"/>
          <p14:tracePt t="76022" x="7132638" y="4929188"/>
          <p14:tracePt t="76030" x="7097713" y="4929188"/>
          <p14:tracePt t="76038" x="7046913" y="4929188"/>
          <p14:tracePt t="76046" x="6989763" y="4929188"/>
          <p14:tracePt t="76054" x="6940550" y="4929188"/>
          <p14:tracePt t="76062" x="6883400" y="4929188"/>
          <p14:tracePt t="76070" x="6840538" y="4929188"/>
          <p14:tracePt t="76078" x="6783388" y="4929188"/>
          <p14:tracePt t="76086" x="6740525" y="4929188"/>
          <p14:tracePt t="76094" x="6704013" y="4929188"/>
          <p14:tracePt t="76102" x="6675438" y="4929188"/>
          <p14:tracePt t="76110" x="6640513" y="4937125"/>
          <p14:tracePt t="76118" x="6611938" y="4937125"/>
          <p14:tracePt t="76126" x="6583363" y="4937125"/>
          <p14:tracePt t="76134" x="6534150" y="4937125"/>
          <p14:tracePt t="76142" x="6519863" y="4937125"/>
          <p14:tracePt t="76150" x="6491288" y="4937125"/>
          <p14:tracePt t="76158" x="6469063" y="4937125"/>
          <p14:tracePt t="76167" x="6448425" y="4937125"/>
          <p14:tracePt t="76174" x="6426200" y="4937125"/>
          <p14:tracePt t="76182" x="6411913" y="4937125"/>
          <p14:tracePt t="76190" x="6391275" y="4937125"/>
          <p14:tracePt t="76198" x="6362700" y="4937125"/>
          <p14:tracePt t="76207" x="6340475" y="4937125"/>
          <p14:tracePt t="76214" x="6311900" y="4943475"/>
          <p14:tracePt t="76222" x="6291263" y="4943475"/>
          <p14:tracePt t="76230" x="6276975" y="4943475"/>
          <p14:tracePt t="76238" x="6248400" y="4943475"/>
          <p14:tracePt t="76246" x="6219825" y="4943475"/>
          <p14:tracePt t="76254" x="6197600" y="4943475"/>
          <p14:tracePt t="76262" x="6176963" y="4943475"/>
          <p14:tracePt t="76270" x="6169025" y="4951413"/>
          <p14:tracePt t="76278" x="6148388" y="4951413"/>
          <p14:tracePt t="76286" x="6140450" y="4951413"/>
          <p14:tracePt t="76294" x="6126163" y="4951413"/>
          <p14:tracePt t="76302" x="6105525" y="4951413"/>
          <p14:tracePt t="76310" x="6091238" y="4965700"/>
          <p14:tracePt t="76318" x="6084888" y="4965700"/>
          <p14:tracePt t="76326" x="6070600" y="4965700"/>
          <p14:tracePt t="76334" x="6048375" y="4972050"/>
          <p14:tracePt t="76342" x="6034088" y="4972050"/>
          <p14:tracePt t="76351" x="6013450" y="4972050"/>
          <p14:tracePt t="76359" x="5991225" y="4972050"/>
          <p14:tracePt t="76367" x="5984875" y="4972050"/>
          <p14:tracePt t="76374" x="5962650" y="4972050"/>
          <p14:tracePt t="76382" x="5934075" y="4972050"/>
          <p14:tracePt t="76390" x="5913438" y="4972050"/>
          <p14:tracePt t="76398" x="5884863" y="4972050"/>
          <p14:tracePt t="76406" x="5856288" y="4972050"/>
          <p14:tracePt t="76414" x="5819775" y="4972050"/>
          <p14:tracePt t="76422" x="5784850" y="4972050"/>
          <p14:tracePt t="76430" x="5756275" y="4972050"/>
          <p14:tracePt t="76438" x="5727700" y="4972050"/>
          <p14:tracePt t="76446" x="5699125" y="4972050"/>
          <p14:tracePt t="76454" x="5662613" y="4972050"/>
          <p14:tracePt t="76462" x="5627688" y="4972050"/>
          <p14:tracePt t="76470" x="5584825" y="4972050"/>
          <p14:tracePt t="76478" x="5541963" y="4972050"/>
          <p14:tracePt t="76486" x="5499100" y="4972050"/>
          <p14:tracePt t="76494" x="5449888" y="4972050"/>
          <p14:tracePt t="76502" x="5399088" y="4972050"/>
          <p14:tracePt t="76510" x="5349875" y="4972050"/>
          <p14:tracePt t="76518" x="5292725" y="4972050"/>
          <p14:tracePt t="76526" x="5256213" y="4972050"/>
          <p14:tracePt t="76534" x="5227638" y="4972050"/>
          <p14:tracePt t="76542" x="5207000" y="4972050"/>
          <p14:tracePt t="76550" x="5192713" y="4972050"/>
          <p14:tracePt t="76558" x="5184775" y="4972050"/>
          <p14:tracePt t="76590" x="5178425" y="4972050"/>
          <p14:tracePt t="76598" x="5164138" y="4972050"/>
          <p14:tracePt t="76606" x="5156200" y="4972050"/>
          <p14:tracePt t="76614" x="5141913" y="4972050"/>
          <p14:tracePt t="76622" x="5113338" y="4979988"/>
          <p14:tracePt t="76630" x="5084763" y="4994275"/>
          <p14:tracePt t="76638" x="5057775" y="4994275"/>
          <p14:tracePt t="76646" x="5043488" y="4994275"/>
          <p14:tracePt t="76654" x="5014913" y="4994275"/>
          <p14:tracePt t="76662" x="4992688" y="5000625"/>
          <p14:tracePt t="76670" x="4964113" y="5000625"/>
          <p14:tracePt t="76678" x="4943475" y="5008563"/>
          <p14:tracePt t="76686" x="4914900" y="5008563"/>
          <p14:tracePt t="76694" x="4878388" y="5014913"/>
          <p14:tracePt t="76702" x="4849813" y="5022850"/>
          <p14:tracePt t="76710" x="4821238" y="5029200"/>
          <p14:tracePt t="76718" x="4800600" y="5029200"/>
          <p14:tracePt t="76726" x="4778375" y="5029200"/>
          <p14:tracePt t="76734" x="4757738" y="5029200"/>
          <p14:tracePt t="76742" x="4735513" y="5029200"/>
          <p14:tracePt t="76751" x="4729163" y="5029200"/>
          <p14:tracePt t="76758" x="4721225" y="5029200"/>
          <p14:tracePt t="76767" x="4714875" y="5029200"/>
          <p14:tracePt t="76847" x="4706938" y="5029200"/>
          <p14:tracePt t="76918" x="4692650" y="5029200"/>
          <p14:tracePt t="76934" x="4686300" y="5029200"/>
          <p14:tracePt t="76950" x="4678363" y="5029200"/>
          <p14:tracePt t="76958" x="4664075" y="5029200"/>
          <p14:tracePt t="76966" x="4664075" y="5037138"/>
          <p14:tracePt t="76974" x="4657725" y="5037138"/>
          <p14:tracePt t="76982" x="4643438" y="5037138"/>
          <p14:tracePt t="77006" x="4643438" y="5043488"/>
          <p14:tracePt t="80302" x="4649788" y="5043488"/>
          <p14:tracePt t="80318" x="4657725" y="5043488"/>
          <p14:tracePt t="80326" x="4664075" y="5043488"/>
          <p14:tracePt t="80350" x="4672013" y="5037138"/>
          <p14:tracePt t="80366" x="4678363" y="5037138"/>
          <p14:tracePt t="80374" x="4692650" y="5037138"/>
          <p14:tracePt t="80390" x="4692650" y="5029200"/>
          <p14:tracePt t="80414" x="4700588" y="5022850"/>
          <p14:tracePt t="80430" x="4714875" y="5022850"/>
          <p14:tracePt t="80470" x="4721225" y="5014913"/>
          <p14:tracePt t="80494" x="4729163" y="5014913"/>
          <p14:tracePt t="80502" x="4743450" y="5008563"/>
          <p14:tracePt t="80510" x="4749800" y="5000625"/>
          <p14:tracePt t="80518" x="4764088" y="5000625"/>
          <p14:tracePt t="80526" x="4786313" y="4994275"/>
          <p14:tracePt t="80534" x="4821238" y="4986338"/>
          <p14:tracePt t="80542" x="4849813" y="4972050"/>
          <p14:tracePt t="80551" x="4872038" y="4965700"/>
          <p14:tracePt t="80558" x="4892675" y="4965700"/>
          <p14:tracePt t="80567" x="4929188" y="4951413"/>
          <p14:tracePt t="80574" x="4957763" y="4943475"/>
          <p14:tracePt t="80584" x="5000625" y="4929188"/>
          <p14:tracePt t="80590" x="5057775" y="4908550"/>
          <p14:tracePt t="80598" x="5106988" y="4894263"/>
          <p14:tracePt t="80606" x="5178425" y="4872038"/>
          <p14:tracePt t="80614" x="5249863" y="4837113"/>
          <p14:tracePt t="80622" x="5307013" y="4822825"/>
          <p14:tracePt t="80630" x="5378450" y="4800600"/>
          <p14:tracePt t="80638" x="5441950" y="4786313"/>
          <p14:tracePt t="80646" x="5521325" y="4765675"/>
          <p14:tracePt t="80654" x="5599113" y="4737100"/>
          <p14:tracePt t="80662" x="5691188" y="4708525"/>
          <p14:tracePt t="80670" x="5770563" y="4672013"/>
          <p14:tracePt t="80678" x="5848350" y="4637088"/>
          <p14:tracePt t="80686" x="5927725" y="4600575"/>
          <p14:tracePt t="80694" x="5984875" y="4579938"/>
          <p14:tracePt t="80702" x="6048375" y="4551363"/>
          <p14:tracePt t="80710" x="6119813" y="4537075"/>
          <p14:tracePt t="80718" x="6183313" y="4516438"/>
          <p14:tracePt t="80726" x="6219825" y="4516438"/>
          <p14:tracePt t="80734" x="6262688" y="4508500"/>
          <p14:tracePt t="80742" x="6334125" y="4487863"/>
          <p14:tracePt t="80751" x="6369050" y="4479925"/>
          <p14:tracePt t="80758" x="6419850" y="4479925"/>
          <p14:tracePt t="80767" x="6454775" y="4473575"/>
          <p14:tracePt t="80774" x="6491288" y="4473575"/>
          <p14:tracePt t="80782" x="6519863" y="4459288"/>
          <p14:tracePt t="80790" x="6540500" y="4459288"/>
          <p14:tracePt t="80799" x="6554788" y="4451350"/>
          <p14:tracePt t="80806" x="6569075" y="4451350"/>
          <p14:tracePt t="80814" x="6583363" y="4451350"/>
          <p14:tracePt t="80822" x="6597650" y="4451350"/>
          <p14:tracePt t="80830" x="6618288" y="4451350"/>
          <p14:tracePt t="80838" x="6632575" y="4451350"/>
          <p14:tracePt t="80846" x="6661150" y="4451350"/>
          <p14:tracePt t="80854" x="6683375" y="4451350"/>
          <p14:tracePt t="80862" x="6704013" y="4451350"/>
          <p14:tracePt t="80870" x="6711950" y="4451350"/>
          <p14:tracePt t="80878" x="6726238" y="4451350"/>
          <p14:tracePt t="80958" x="6732588" y="4445000"/>
          <p14:tracePt t="80974" x="6740525" y="4437063"/>
          <p14:tracePt t="80982" x="6746875" y="4430713"/>
          <p14:tracePt t="80990" x="6746875" y="4422775"/>
          <p14:tracePt t="80998" x="6754813" y="4422775"/>
          <p14:tracePt t="81014" x="6761163" y="4416425"/>
          <p14:tracePt t="81022" x="6769100" y="4408488"/>
          <p14:tracePt t="81030" x="6769100" y="4402138"/>
          <p14:tracePt t="81038" x="6775450" y="4402138"/>
          <p14:tracePt t="81054" x="6783388" y="4394200"/>
          <p14:tracePt t="81070" x="6789738" y="4387850"/>
          <p14:tracePt t="81078" x="6789738" y="4379913"/>
          <p14:tracePt t="81086" x="6797675" y="4379913"/>
          <p14:tracePt t="81094" x="6804025" y="4373563"/>
          <p14:tracePt t="81102" x="6804025" y="4365625"/>
          <p14:tracePt t="81110" x="6811963" y="4359275"/>
          <p14:tracePt t="81118" x="6811963" y="4351338"/>
          <p14:tracePt t="81126" x="6811963" y="4344988"/>
          <p14:tracePt t="81134" x="6818313" y="4337050"/>
          <p14:tracePt t="81142" x="6818313" y="4330700"/>
          <p14:tracePt t="81158" x="6818313" y="4322763"/>
          <p14:tracePt t="81167" x="6818313" y="4316413"/>
          <p14:tracePt t="81174" x="6818313" y="4302125"/>
          <p14:tracePt t="81182" x="6818313" y="4294188"/>
          <p14:tracePt t="81190" x="6826250" y="4287838"/>
          <p14:tracePt t="81198" x="6826250" y="4279900"/>
          <p14:tracePt t="81206" x="6826250" y="4273550"/>
          <p14:tracePt t="81214" x="6826250" y="4259263"/>
          <p14:tracePt t="81222" x="6826250" y="4251325"/>
          <p14:tracePt t="81246" x="6826250" y="4237038"/>
          <p14:tracePt t="81254" x="6826250" y="4230688"/>
          <p14:tracePt t="81262" x="6818313" y="4230688"/>
          <p14:tracePt t="81270" x="6811963" y="4222750"/>
          <p14:tracePt t="81278" x="6797675" y="4208463"/>
          <p14:tracePt t="81286" x="6789738" y="4208463"/>
          <p14:tracePt t="81294" x="6789738" y="4202113"/>
          <p14:tracePt t="81302" x="6775450" y="4202113"/>
          <p14:tracePt t="81310" x="6769100" y="4202113"/>
          <p14:tracePt t="81318" x="6761163" y="4202113"/>
          <p14:tracePt t="81326" x="6754813" y="4194175"/>
          <p14:tracePt t="81334" x="6746875" y="4187825"/>
          <p14:tracePt t="81342" x="6740525" y="4187825"/>
          <p14:tracePt t="81351" x="6726238" y="4187825"/>
          <p14:tracePt t="81358" x="6718300" y="4187825"/>
          <p14:tracePt t="81367" x="6704013" y="4179888"/>
          <p14:tracePt t="81374" x="6697663" y="4179888"/>
          <p14:tracePt t="81382" x="6683375" y="4179888"/>
          <p14:tracePt t="81390" x="6669088" y="4179888"/>
          <p14:tracePt t="81398" x="6640513" y="4173538"/>
          <p14:tracePt t="81406" x="6632575" y="4173538"/>
          <p14:tracePt t="81414" x="6626225" y="4173538"/>
          <p14:tracePt t="81422" x="6611938" y="4173538"/>
          <p14:tracePt t="81430" x="6591300" y="4165600"/>
          <p14:tracePt t="81438" x="6583363" y="4165600"/>
          <p14:tracePt t="81446" x="6577013" y="4159250"/>
          <p14:tracePt t="81454" x="6554788" y="4159250"/>
          <p14:tracePt t="81462" x="6548438" y="4159250"/>
          <p14:tracePt t="81470" x="6534150" y="4159250"/>
          <p14:tracePt t="81478" x="6526213" y="4151313"/>
          <p14:tracePt t="81486" x="6511925" y="4151313"/>
          <p14:tracePt t="81494" x="6497638" y="4151313"/>
          <p14:tracePt t="81502" x="6483350" y="4151313"/>
          <p14:tracePt t="81510" x="6477000" y="4151313"/>
          <p14:tracePt t="81518" x="6462713" y="4151313"/>
          <p14:tracePt t="81526" x="6454775" y="4151313"/>
          <p14:tracePt t="81534" x="6440488" y="4151313"/>
          <p14:tracePt t="81542" x="6426200" y="4151313"/>
          <p14:tracePt t="81558" x="6411913" y="4151313"/>
          <p14:tracePt t="81567" x="6405563" y="4151313"/>
          <p14:tracePt t="81574" x="6383338" y="4151313"/>
          <p14:tracePt t="81582" x="6376988" y="4151313"/>
          <p14:tracePt t="81590" x="6354763" y="4151313"/>
          <p14:tracePt t="81606" x="6340475" y="4151313"/>
          <p14:tracePt t="81614" x="6326188" y="4151313"/>
          <p14:tracePt t="81622" x="6305550" y="4159250"/>
          <p14:tracePt t="81638" x="6291263" y="4165600"/>
          <p14:tracePt t="81646" x="6276975" y="4165600"/>
          <p14:tracePt t="81654" x="6254750" y="4173538"/>
          <p14:tracePt t="81662" x="6248400" y="4173538"/>
          <p14:tracePt t="81670" x="6234113" y="4187825"/>
          <p14:tracePt t="81678" x="6219825" y="4187825"/>
          <p14:tracePt t="81686" x="6211888" y="4194175"/>
          <p14:tracePt t="81694" x="6205538" y="4194175"/>
          <p14:tracePt t="81702" x="6191250" y="4208463"/>
          <p14:tracePt t="81710" x="6183313" y="4216400"/>
          <p14:tracePt t="81718" x="6176963" y="4216400"/>
          <p14:tracePt t="81726" x="6169025" y="4216400"/>
          <p14:tracePt t="81734" x="6169025" y="4222750"/>
          <p14:tracePt t="81742" x="6154738" y="4230688"/>
          <p14:tracePt t="81766" x="6148388" y="4237038"/>
          <p14:tracePt t="81774" x="6140450" y="4237038"/>
          <p14:tracePt t="81790" x="6140450" y="4244975"/>
          <p14:tracePt t="81798" x="6134100" y="4251325"/>
          <p14:tracePt t="81814" x="6119813" y="4265613"/>
          <p14:tracePt t="81831" x="6111875" y="4273550"/>
          <p14:tracePt t="81838" x="6105525" y="4273550"/>
          <p14:tracePt t="81846" x="6097588" y="4287838"/>
          <p14:tracePt t="81862" x="6097588" y="4294188"/>
          <p14:tracePt t="81870" x="6091238" y="4302125"/>
          <p14:tracePt t="81878" x="6091238" y="4308475"/>
          <p14:tracePt t="81899" x="6076950" y="4330700"/>
          <p14:tracePt t="81910" x="6070600" y="4337050"/>
          <p14:tracePt t="81918" x="6062663" y="4351338"/>
          <p14:tracePt t="81926" x="6062663" y="4365625"/>
          <p14:tracePt t="81942" x="6056313" y="4379913"/>
          <p14:tracePt t="81950" x="6056313" y="4387850"/>
          <p14:tracePt t="81958" x="6048375" y="4387850"/>
          <p14:tracePt t="81967" x="6048375" y="4394200"/>
          <p14:tracePt t="81974" x="6048375" y="4408488"/>
          <p14:tracePt t="81982" x="6042025" y="4416425"/>
          <p14:tracePt t="81998" x="6042025" y="4422775"/>
          <p14:tracePt t="82006" x="6042025" y="4430713"/>
          <p14:tracePt t="82014" x="6042025" y="4437063"/>
          <p14:tracePt t="82030" x="6042025" y="4451350"/>
          <p14:tracePt t="82046" x="6042025" y="4459288"/>
          <p14:tracePt t="82070" x="6042025" y="4465638"/>
          <p14:tracePt t="82078" x="6042025" y="4473575"/>
          <p14:tracePt t="82086" x="6042025" y="4479925"/>
          <p14:tracePt t="82102" x="6042025" y="4487863"/>
          <p14:tracePt t="82110" x="6042025" y="4494213"/>
          <p14:tracePt t="82126" x="6042025" y="4502150"/>
          <p14:tracePt t="82134" x="6042025" y="4508500"/>
          <p14:tracePt t="82142" x="6042025" y="4516438"/>
          <p14:tracePt t="82150" x="6042025" y="4522788"/>
          <p14:tracePt t="82158" x="6042025" y="4530725"/>
          <p14:tracePt t="82166" x="6042025" y="4545013"/>
          <p14:tracePt t="82182" x="6042025" y="4559300"/>
          <p14:tracePt t="82190" x="6042025" y="4572000"/>
          <p14:tracePt t="82206" x="6042025" y="4579938"/>
          <p14:tracePt t="82214" x="6056313" y="4586288"/>
          <p14:tracePt t="82222" x="6056313" y="4594225"/>
          <p14:tracePt t="82230" x="6056313" y="4600575"/>
          <p14:tracePt t="82246" x="6056313" y="4608513"/>
          <p14:tracePt t="82254" x="6062663" y="4614863"/>
          <p14:tracePt t="82278" x="6070600" y="4629150"/>
          <p14:tracePt t="82286" x="6076950" y="4637088"/>
          <p14:tracePt t="82302" x="6084888" y="4643438"/>
          <p14:tracePt t="82326" x="6091238" y="4651375"/>
          <p14:tracePt t="82350" x="6097588" y="4657725"/>
          <p14:tracePt t="82366" x="6105525" y="4665663"/>
          <p14:tracePt t="82374" x="6111875" y="4679950"/>
          <p14:tracePt t="82390" x="6119813" y="4694238"/>
          <p14:tracePt t="82406" x="6126163" y="4700588"/>
          <p14:tracePt t="82414" x="6134100" y="4700588"/>
          <p14:tracePt t="82430" x="6140450" y="4714875"/>
          <p14:tracePt t="82446" x="6154738" y="4722813"/>
          <p14:tracePt t="82462" x="6162675" y="4737100"/>
          <p14:tracePt t="82470" x="6176963" y="4743450"/>
          <p14:tracePt t="82478" x="6183313" y="4751388"/>
          <p14:tracePt t="82486" x="6191250" y="4757738"/>
          <p14:tracePt t="82494" x="6205538" y="4765675"/>
          <p14:tracePt t="82502" x="6219825" y="4779963"/>
          <p14:tracePt t="82510" x="6226175" y="4779963"/>
          <p14:tracePt t="82518" x="6234113" y="4786313"/>
          <p14:tracePt t="82526" x="6248400" y="4794250"/>
          <p14:tracePt t="82534" x="6254750" y="4800600"/>
          <p14:tracePt t="82551" x="6262688" y="4800600"/>
          <p14:tracePt t="82558" x="6269038" y="4808538"/>
          <p14:tracePt t="82567" x="6276975" y="4808538"/>
          <p14:tracePt t="82574" x="6283325" y="4808538"/>
          <p14:tracePt t="82582" x="6283325" y="4814888"/>
          <p14:tracePt t="82590" x="6291263" y="4814888"/>
          <p14:tracePt t="82598" x="6305550" y="4814888"/>
          <p14:tracePt t="82606" x="6311900" y="4814888"/>
          <p14:tracePt t="82614" x="6334125" y="4814888"/>
          <p14:tracePt t="82622" x="6354763" y="4814888"/>
          <p14:tracePt t="82630" x="6383338" y="4814888"/>
          <p14:tracePt t="82638" x="6426200" y="4814888"/>
          <p14:tracePt t="82646" x="6454775" y="4814888"/>
          <p14:tracePt t="82654" x="6491288" y="4814888"/>
          <p14:tracePt t="82662" x="6534150" y="4814888"/>
          <p14:tracePt t="82670" x="6562725" y="4814888"/>
          <p14:tracePt t="82678" x="6591300" y="4814888"/>
          <p14:tracePt t="82686" x="6611938" y="4814888"/>
          <p14:tracePt t="82694" x="6632575" y="4814888"/>
          <p14:tracePt t="82702" x="6661150" y="4800600"/>
          <p14:tracePt t="82710" x="6683375" y="4786313"/>
          <p14:tracePt t="82718" x="6689725" y="4786313"/>
          <p14:tracePt t="82726" x="6711950" y="4772025"/>
          <p14:tracePt t="82734" x="6718300" y="4765675"/>
          <p14:tracePt t="82742" x="6746875" y="4743450"/>
          <p14:tracePt t="82751" x="6769100" y="4743450"/>
          <p14:tracePt t="82758" x="6769100" y="4737100"/>
          <p14:tracePt t="82767" x="6789738" y="4729163"/>
          <p14:tracePt t="82774" x="6797675" y="4714875"/>
          <p14:tracePt t="82782" x="6826250" y="4700588"/>
          <p14:tracePt t="82790" x="6832600" y="4686300"/>
          <p14:tracePt t="82798" x="6846888" y="4672013"/>
          <p14:tracePt t="82806" x="6854825" y="4665663"/>
          <p14:tracePt t="82814" x="6869113" y="4643438"/>
          <p14:tracePt t="82822" x="6889750" y="4629150"/>
          <p14:tracePt t="82830" x="6904038" y="4622800"/>
          <p14:tracePt t="82838" x="6911975" y="4608513"/>
          <p14:tracePt t="82846" x="6932613" y="4586288"/>
          <p14:tracePt t="82854" x="6932613" y="4579938"/>
          <p14:tracePt t="82863" x="6940550" y="4565650"/>
          <p14:tracePt t="82870" x="6954838" y="4551363"/>
          <p14:tracePt t="82878" x="6954838" y="4537075"/>
          <p14:tracePt t="82886" x="6961188" y="4516438"/>
          <p14:tracePt t="82894" x="6969125" y="4502150"/>
          <p14:tracePt t="82902" x="6969125" y="4479925"/>
          <p14:tracePt t="82910" x="6975475" y="4459288"/>
          <p14:tracePt t="82918" x="6983413" y="4445000"/>
          <p14:tracePt t="82926" x="6983413" y="4430713"/>
          <p14:tracePt t="82934" x="6983413" y="4422775"/>
          <p14:tracePt t="82942" x="6989763" y="4408488"/>
          <p14:tracePt t="82951" x="6989763" y="4394200"/>
          <p14:tracePt t="82958" x="6989763" y="4379913"/>
          <p14:tracePt t="82967" x="6989763" y="4373563"/>
          <p14:tracePt t="82974" x="6989763" y="4351338"/>
          <p14:tracePt t="82982" x="6989763" y="4337050"/>
          <p14:tracePt t="82990" x="6989763" y="4330700"/>
          <p14:tracePt t="82998" x="6989763" y="4308475"/>
          <p14:tracePt t="83006" x="6989763" y="4302125"/>
          <p14:tracePt t="83014" x="6989763" y="4279900"/>
          <p14:tracePt t="83022" x="6989763" y="4273550"/>
          <p14:tracePt t="83030" x="6989763" y="4259263"/>
          <p14:tracePt t="83038" x="6989763" y="4237038"/>
          <p14:tracePt t="83046" x="6989763" y="4222750"/>
          <p14:tracePt t="83054" x="6983413" y="4216400"/>
          <p14:tracePt t="83062" x="6975475" y="4208463"/>
          <p14:tracePt t="83070" x="6969125" y="4202113"/>
          <p14:tracePt t="83078" x="6961188" y="4194175"/>
          <p14:tracePt t="83086" x="6946900" y="4179888"/>
          <p14:tracePt t="83094" x="6932613" y="4165600"/>
          <p14:tracePt t="83102" x="6926263" y="4159250"/>
          <p14:tracePt t="83110" x="6911975" y="4151313"/>
          <p14:tracePt t="83118" x="6904038" y="4144963"/>
          <p14:tracePt t="83126" x="6883400" y="4137025"/>
          <p14:tracePt t="83134" x="6875463" y="4122738"/>
          <p14:tracePt t="83142" x="6861175" y="4122738"/>
          <p14:tracePt t="83150" x="6840538" y="4108450"/>
          <p14:tracePt t="83158" x="6832600" y="4102100"/>
          <p14:tracePt t="83167" x="6818313" y="4094163"/>
          <p14:tracePt t="83174" x="6797675" y="4094163"/>
          <p14:tracePt t="83182" x="6783388" y="4087813"/>
          <p14:tracePt t="83190" x="6769100" y="4079875"/>
          <p14:tracePt t="83198" x="6754813" y="4079875"/>
          <p14:tracePt t="83206" x="6746875" y="4073525"/>
          <p14:tracePt t="83214" x="6726238" y="4073525"/>
          <p14:tracePt t="83222" x="6704013" y="4073525"/>
          <p14:tracePt t="83230" x="6683375" y="4065588"/>
          <p14:tracePt t="83238" x="6661150" y="4065588"/>
          <p14:tracePt t="83246" x="6640513" y="4065588"/>
          <p14:tracePt t="83254" x="6618288" y="4065588"/>
          <p14:tracePt t="83262" x="6591300" y="4065588"/>
          <p14:tracePt t="83270" x="6554788" y="4065588"/>
          <p14:tracePt t="83278" x="6526213" y="4065588"/>
          <p14:tracePt t="83286" x="6497638" y="4065588"/>
          <p14:tracePt t="83294" x="6477000" y="4065588"/>
          <p14:tracePt t="83302" x="6454775" y="4065588"/>
          <p14:tracePt t="83310" x="6426200" y="4065588"/>
          <p14:tracePt t="83318" x="6397625" y="4065588"/>
          <p14:tracePt t="83326" x="6362700" y="4065588"/>
          <p14:tracePt t="83334" x="6348413" y="4073525"/>
          <p14:tracePt t="83342" x="6319838" y="4073525"/>
          <p14:tracePt t="83351" x="6305550" y="4073525"/>
          <p14:tracePt t="83358" x="6297613" y="4079875"/>
          <p14:tracePt t="83367" x="6276975" y="4087813"/>
          <p14:tracePt t="83374" x="6254750" y="4094163"/>
          <p14:tracePt t="83382" x="6254750" y="4102100"/>
          <p14:tracePt t="83390" x="6248400" y="4108450"/>
          <p14:tracePt t="83398" x="6226175" y="4108450"/>
          <p14:tracePt t="83406" x="6211888" y="4130675"/>
          <p14:tracePt t="83414" x="6205538" y="4137025"/>
          <p14:tracePt t="83422" x="6183313" y="4151313"/>
          <p14:tracePt t="83430" x="6176963" y="4165600"/>
          <p14:tracePt t="83438" x="6162675" y="4173538"/>
          <p14:tracePt t="83446" x="6148388" y="4216400"/>
          <p14:tracePt t="83454" x="6140450" y="4216400"/>
          <p14:tracePt t="83462" x="6134100" y="4237038"/>
          <p14:tracePt t="83470" x="6119813" y="4251325"/>
          <p14:tracePt t="83478" x="6119813" y="4265613"/>
          <p14:tracePt t="83486" x="6111875" y="4279900"/>
          <p14:tracePt t="83494" x="6111875" y="4287838"/>
          <p14:tracePt t="83502" x="6105525" y="4294188"/>
          <p14:tracePt t="85294" x="6105525" y="4302125"/>
          <p14:tracePt t="85374" x="6097588" y="4302125"/>
          <p14:tracePt t="85398" x="6091238" y="4302125"/>
          <p14:tracePt t="85424" x="6084888" y="4302125"/>
          <p14:tracePt t="85542" x="6076950" y="4302125"/>
          <p14:tracePt t="85726" x="6070600" y="4302125"/>
          <p14:tracePt t="85927" x="6062663" y="4302125"/>
          <p14:tracePt t="85934" x="6056313" y="4302125"/>
          <p14:tracePt t="85950" x="6042025" y="4287838"/>
          <p14:tracePt t="85958" x="6027738" y="4287838"/>
          <p14:tracePt t="85975" x="6013450" y="4279900"/>
          <p14:tracePt t="85983" x="6005513" y="4273550"/>
          <p14:tracePt t="85990" x="5991225" y="4273550"/>
          <p14:tracePt t="85998" x="5970588" y="4259263"/>
          <p14:tracePt t="86006" x="5956300" y="4259263"/>
          <p14:tracePt t="86014" x="5934075" y="4259263"/>
          <p14:tracePt t="86022" x="5919788" y="4244975"/>
          <p14:tracePt t="86030" x="5899150" y="4230688"/>
          <p14:tracePt t="86038" x="5876925" y="4230688"/>
          <p14:tracePt t="86046" x="5842000" y="4208463"/>
          <p14:tracePt t="86054" x="5834063" y="4194175"/>
          <p14:tracePt t="86062" x="5819775" y="4194175"/>
          <p14:tracePt t="86070" x="5805488" y="4179888"/>
          <p14:tracePt t="86078" x="5791200" y="4173538"/>
          <p14:tracePt t="86086" x="5776913" y="4159250"/>
          <p14:tracePt t="86094" x="5770563" y="4151313"/>
          <p14:tracePt t="86102" x="5756275" y="4137025"/>
          <p14:tracePt t="86110" x="5734050" y="4130675"/>
          <p14:tracePt t="86118" x="5719763" y="4122738"/>
          <p14:tracePt t="86126" x="5713413" y="4116388"/>
          <p14:tracePt t="86134" x="5699125" y="4102100"/>
          <p14:tracePt t="86142" x="5676900" y="4094163"/>
          <p14:tracePt t="86151" x="5662613" y="4087813"/>
          <p14:tracePt t="86158" x="5641975" y="4073525"/>
          <p14:tracePt t="86167" x="5619750" y="4065588"/>
          <p14:tracePt t="86174" x="5591175" y="4051300"/>
          <p14:tracePt t="86182" x="5578475" y="4044950"/>
          <p14:tracePt t="86190" x="5541963" y="4030663"/>
          <p14:tracePt t="86198" x="5513388" y="4016375"/>
          <p14:tracePt t="86206" x="5507038" y="4016375"/>
          <p14:tracePt t="86214" x="5464175" y="4002088"/>
          <p14:tracePt t="86222" x="5421313" y="3995738"/>
          <p14:tracePt t="86230" x="5378450" y="3981450"/>
          <p14:tracePt t="86238" x="5327650" y="3967163"/>
          <p14:tracePt t="86246" x="5292725" y="3967163"/>
          <p14:tracePt t="86254" x="5241925" y="3938588"/>
          <p14:tracePt t="86262" x="5199063" y="3938588"/>
          <p14:tracePt t="86270" x="5149850" y="3930650"/>
          <p14:tracePt t="86278" x="5106988" y="3916363"/>
          <p14:tracePt t="86286" x="5072063" y="3916363"/>
          <p14:tracePt t="86294" x="5029200" y="3910013"/>
          <p14:tracePt t="86302" x="4986338" y="3910013"/>
          <p14:tracePt t="86310" x="4957763" y="3910013"/>
          <p14:tracePt t="86318" x="4921250" y="3910013"/>
          <p14:tracePt t="86326" x="4892675" y="3910013"/>
          <p14:tracePt t="86334" x="4857750" y="3910013"/>
          <p14:tracePt t="86342" x="4814888" y="3910013"/>
          <p14:tracePt t="86350" x="4757738" y="3902075"/>
          <p14:tracePt t="86358" x="4700588" y="3902075"/>
          <p14:tracePt t="86367" x="4657725" y="3902075"/>
          <p14:tracePt t="86374" x="4592638" y="3895725"/>
          <p14:tracePt t="86382" x="4522788" y="3881438"/>
          <p14:tracePt t="86390" x="4451350" y="3867150"/>
          <p14:tracePt t="86398" x="4371975" y="3867150"/>
          <p14:tracePt t="86406" x="4300538" y="3852863"/>
          <p14:tracePt t="86414" x="4237038" y="3838575"/>
          <p14:tracePt t="86422" x="4165600" y="3838575"/>
          <p14:tracePt t="86430" x="4114800" y="3830638"/>
          <p14:tracePt t="86439" x="4051300" y="3830638"/>
          <p14:tracePt t="86446" x="4002088" y="3830638"/>
          <p14:tracePt t="86454" x="3944938" y="3830638"/>
          <p14:tracePt t="86462" x="3902075" y="3830638"/>
          <p14:tracePt t="86470" x="3844925" y="3824288"/>
          <p14:tracePt t="86478" x="3808413" y="3824288"/>
          <p14:tracePt t="86486" x="3765550" y="3824288"/>
          <p14:tracePt t="86494" x="3722688" y="3824288"/>
          <p14:tracePt t="86502" x="3679825" y="3824288"/>
          <p14:tracePt t="86510" x="3651250" y="3824288"/>
          <p14:tracePt t="86518" x="3616325" y="3824288"/>
          <p14:tracePt t="86526" x="3594100" y="3824288"/>
          <p14:tracePt t="86534" x="3565525" y="3824288"/>
          <p14:tracePt t="86542" x="3552825" y="3824288"/>
          <p14:tracePt t="86551" x="3524250" y="3824288"/>
          <p14:tracePt t="86558" x="3487738" y="3824288"/>
          <p14:tracePt t="86567" x="3452813" y="3824288"/>
          <p14:tracePt t="86574" x="3402013" y="3824288"/>
          <p14:tracePt t="86582" x="3373438" y="3824288"/>
          <p14:tracePt t="86590" x="3338513" y="3824288"/>
          <p14:tracePt t="86598" x="3281363" y="3824288"/>
          <p14:tracePt t="86606" x="3238500" y="3824288"/>
          <p14:tracePt t="86614" x="3201988" y="3824288"/>
          <p14:tracePt t="86622" x="3173413" y="3824288"/>
          <p14:tracePt t="86630" x="3144838" y="3824288"/>
          <p14:tracePt t="86638" x="3101975" y="3824288"/>
          <p14:tracePt t="86646" x="3073400" y="3824288"/>
          <p14:tracePt t="86654" x="3046413" y="3824288"/>
          <p14:tracePt t="86662" x="3017838" y="3824288"/>
          <p14:tracePt t="86670" x="2967038" y="3824288"/>
          <p14:tracePt t="86678" x="2938463" y="3824288"/>
          <p14:tracePt t="86686" x="2903538" y="3824288"/>
          <p14:tracePt t="86694" x="2860675" y="3824288"/>
          <p14:tracePt t="86702" x="2824163" y="3824288"/>
          <p14:tracePt t="86710" x="2774950" y="3824288"/>
          <p14:tracePt t="86718" x="2738438" y="3824288"/>
          <p14:tracePt t="86726" x="2695575" y="3824288"/>
          <p14:tracePt t="86734" x="2667000" y="3830638"/>
          <p14:tracePt t="86742" x="2632075" y="3838575"/>
          <p14:tracePt t="86751" x="2603500" y="3844925"/>
          <p14:tracePt t="86758" x="2581275" y="3852863"/>
          <p14:tracePt t="86767" x="2560638" y="3859213"/>
          <p14:tracePt t="86774" x="2540000" y="3867150"/>
          <p14:tracePt t="86783" x="2517775" y="3873500"/>
          <p14:tracePt t="86790" x="2482850" y="3902075"/>
          <p14:tracePt t="86798" x="2468563" y="3902075"/>
          <p14:tracePt t="86806" x="2454275" y="3916363"/>
          <p14:tracePt t="86814" x="2439988" y="3924300"/>
          <p14:tracePt t="86822" x="2411413" y="3938588"/>
          <p14:tracePt t="86830" x="2397125" y="3944938"/>
          <p14:tracePt t="86838" x="2382838" y="3959225"/>
          <p14:tracePt t="86846" x="2374900" y="3967163"/>
          <p14:tracePt t="86854" x="2346325" y="3981450"/>
          <p14:tracePt t="86862" x="2332038" y="3987800"/>
          <p14:tracePt t="86870" x="2325688" y="3987800"/>
          <p14:tracePt t="86878" x="2311400" y="4002088"/>
          <p14:tracePt t="86894" x="2303463" y="4008438"/>
          <p14:tracePt t="86902" x="2297113" y="4008438"/>
          <p14:tracePt t="86910" x="2289175" y="4022725"/>
          <p14:tracePt t="86926" x="2289175" y="4030663"/>
          <p14:tracePt t="86934" x="2282825" y="4037013"/>
          <p14:tracePt t="86958" x="2282825" y="4044950"/>
          <p14:tracePt t="86967" x="2282825" y="4051300"/>
          <p14:tracePt t="86982" x="2289175" y="4065588"/>
          <p14:tracePt t="86990" x="2289175" y="4073525"/>
          <p14:tracePt t="87006" x="2297113" y="4079875"/>
          <p14:tracePt t="87014" x="2303463" y="4087813"/>
          <p14:tracePt t="87022" x="2311400" y="4094163"/>
          <p14:tracePt t="87038" x="2311400" y="4102100"/>
          <p14:tracePt t="87046" x="2317750" y="4108450"/>
          <p14:tracePt t="87054" x="2332038" y="4116388"/>
          <p14:tracePt t="87062" x="2346325" y="4122738"/>
          <p14:tracePt t="87070" x="2354263" y="4122738"/>
          <p14:tracePt t="87078" x="2368550" y="4130675"/>
          <p14:tracePt t="87086" x="2389188" y="4137025"/>
          <p14:tracePt t="87094" x="2417763" y="4144963"/>
          <p14:tracePt t="87102" x="2468563" y="4151313"/>
          <p14:tracePt t="87110" x="2511425" y="4151313"/>
          <p14:tracePt t="87119" x="2560638" y="4159250"/>
          <p14:tracePt t="87126" x="2603500" y="4173538"/>
          <p14:tracePt t="87134" x="2652713" y="4187825"/>
          <p14:tracePt t="87142" x="2681288" y="4187825"/>
          <p14:tracePt t="87150" x="2709863" y="4194175"/>
          <p14:tracePt t="87158" x="2760663" y="4194175"/>
          <p14:tracePt t="87167" x="2803525" y="4194175"/>
          <p14:tracePt t="87174" x="2852738" y="4208463"/>
          <p14:tracePt t="87182" x="2874963" y="4208463"/>
          <p14:tracePt t="87190" x="2924175" y="4208463"/>
          <p14:tracePt t="87198" x="2960688" y="4208463"/>
          <p14:tracePt t="87206" x="3009900" y="4208463"/>
          <p14:tracePt t="87214" x="3067050" y="4208463"/>
          <p14:tracePt t="87223" x="3101975" y="4208463"/>
          <p14:tracePt t="87230" x="3138488" y="4208463"/>
          <p14:tracePt t="87238" x="3159125" y="4208463"/>
          <p14:tracePt t="87246" x="3187700" y="4208463"/>
          <p14:tracePt t="87254" x="3209925" y="4208463"/>
          <p14:tracePt t="87262" x="3244850" y="4208463"/>
          <p14:tracePt t="87270" x="3273425" y="4208463"/>
          <p14:tracePt t="87278" x="3316288" y="4208463"/>
          <p14:tracePt t="87286" x="3373438" y="4208463"/>
          <p14:tracePt t="87294" x="3424238" y="4208463"/>
          <p14:tracePt t="87302" x="3487738" y="4208463"/>
          <p14:tracePt t="87310" x="3559175" y="4208463"/>
          <p14:tracePt t="87318" x="3630613" y="4208463"/>
          <p14:tracePt t="87326" x="3708400" y="4208463"/>
          <p14:tracePt t="87334" x="3787775" y="4208463"/>
          <p14:tracePt t="87342" x="3859213" y="4208463"/>
          <p14:tracePt t="87351" x="3944938" y="4208463"/>
          <p14:tracePt t="87358" x="4030663" y="4208463"/>
          <p14:tracePt t="87367" x="4114800" y="4208463"/>
          <p14:tracePt t="87374" x="4208463" y="4208463"/>
          <p14:tracePt t="87382" x="4294188" y="4208463"/>
          <p14:tracePt t="87390" x="4386263" y="4208463"/>
          <p14:tracePt t="87398" x="4486275" y="4208463"/>
          <p14:tracePt t="87406" x="4572000" y="4208463"/>
          <p14:tracePt t="87414" x="4657725" y="4208463"/>
          <p14:tracePt t="87422" x="4735513" y="4208463"/>
          <p14:tracePt t="87430" x="4821238" y="4208463"/>
          <p14:tracePt t="87438" x="4900613" y="4208463"/>
          <p14:tracePt t="87446" x="4957763" y="4208463"/>
          <p14:tracePt t="87454" x="5014913" y="4208463"/>
          <p14:tracePt t="87462" x="5049838" y="4208463"/>
          <p14:tracePt t="87470" x="5084763" y="4208463"/>
          <p14:tracePt t="87478" x="5106988" y="4208463"/>
          <p14:tracePt t="87486" x="5127625" y="4208463"/>
          <p14:tracePt t="87494" x="5135563" y="4208463"/>
          <p14:tracePt t="87510" x="5149850" y="4208463"/>
          <p14:tracePt t="87518" x="5156200" y="4208463"/>
          <p14:tracePt t="87550" x="5170488" y="4208463"/>
          <p14:tracePt t="87614" x="5178425" y="4208463"/>
          <p14:tracePt t="87630" x="5192713" y="4208463"/>
          <p14:tracePt t="87654" x="5199063" y="4208463"/>
          <p14:tracePt t="87694" x="5213350" y="4208463"/>
          <p14:tracePt t="87718" x="5221288" y="4202113"/>
          <p14:tracePt t="87726" x="5235575" y="4202113"/>
          <p14:tracePt t="87734" x="5241925" y="4202113"/>
          <p14:tracePt t="87742" x="5256213" y="4202113"/>
          <p14:tracePt t="87751" x="5270500" y="4202113"/>
          <p14:tracePt t="87758" x="5292725" y="4202113"/>
          <p14:tracePt t="87767" x="5313363" y="4202113"/>
          <p14:tracePt t="87774" x="5335588" y="4202113"/>
          <p14:tracePt t="87782" x="5349875" y="4202113"/>
          <p14:tracePt t="87790" x="5370513" y="4202113"/>
          <p14:tracePt t="87799" x="5392738" y="4202113"/>
          <p14:tracePt t="87806" x="5407025" y="4202113"/>
          <p14:tracePt t="87814" x="5427663" y="4202113"/>
          <p14:tracePt t="87822" x="5449888" y="4202113"/>
          <p14:tracePt t="87830" x="5470525" y="4202113"/>
          <p14:tracePt t="87838" x="5484813" y="4202113"/>
          <p14:tracePt t="87846" x="5499100" y="4194175"/>
          <p14:tracePt t="87854" x="5521325" y="4194175"/>
          <p14:tracePt t="87862" x="5527675" y="4187825"/>
          <p14:tracePt t="87870" x="5549900" y="4187825"/>
          <p14:tracePt t="87878" x="5564188" y="4187825"/>
          <p14:tracePt t="87886" x="5578475" y="4187825"/>
          <p14:tracePt t="87901" x="5584825" y="4187825"/>
          <p14:tracePt t="87902" x="5605463" y="4187825"/>
          <p14:tracePt t="87910" x="5619750" y="4187825"/>
          <p14:tracePt t="87918" x="5627688" y="4187825"/>
          <p14:tracePt t="87926" x="5641975" y="4187825"/>
          <p14:tracePt t="87934" x="5648325" y="4187825"/>
          <p14:tracePt t="87942" x="5656263" y="4187825"/>
          <p14:tracePt t="88006" x="5662613" y="4187825"/>
          <p14:tracePt t="88038" x="5670550" y="4187825"/>
          <p14:tracePt t="88246" x="5684838" y="4179888"/>
          <p14:tracePt t="88310" x="5691188" y="4179888"/>
          <p14:tracePt t="88342" x="5699125" y="4165600"/>
          <p14:tracePt t="88366" x="5705475" y="4165600"/>
          <p14:tracePt t="88398" x="5713413" y="4165600"/>
          <p14:tracePt t="88414" x="5719763" y="4159250"/>
          <p14:tracePt t="88422" x="5727700" y="4159250"/>
          <p14:tracePt t="88430" x="5734050" y="4159250"/>
          <p14:tracePt t="88438" x="5756275" y="4159250"/>
          <p14:tracePt t="88446" x="5770563" y="4159250"/>
          <p14:tracePt t="88454" x="5784850" y="4159250"/>
          <p14:tracePt t="88462" x="5813425" y="4159250"/>
          <p14:tracePt t="88470" x="5819775" y="4159250"/>
          <p14:tracePt t="88478" x="5834063" y="4159250"/>
          <p14:tracePt t="88486" x="5848350" y="4159250"/>
          <p14:tracePt t="88494" x="5862638" y="4159250"/>
          <p14:tracePt t="88502" x="5870575" y="4159250"/>
          <p14:tracePt t="88510" x="5884863" y="4159250"/>
          <p14:tracePt t="88518" x="5891213" y="4159250"/>
          <p14:tracePt t="88526" x="5919788" y="4159250"/>
          <p14:tracePt t="88534" x="5942013" y="4159250"/>
          <p14:tracePt t="88542" x="5962650" y="4159250"/>
          <p14:tracePt t="88550" x="5984875" y="4159250"/>
          <p14:tracePt t="88558" x="6013450" y="4159250"/>
          <p14:tracePt t="88567" x="6027738" y="4159250"/>
          <p14:tracePt t="88574" x="6048375" y="4159250"/>
          <p14:tracePt t="88590" x="6056313" y="4159250"/>
          <p14:tracePt t="88606" x="6062663" y="4159250"/>
          <p14:tracePt t="93558" x="6070600" y="4173538"/>
          <p14:tracePt t="93814" x="6048375" y="4165600"/>
          <p14:tracePt t="93830" x="6042025" y="4165600"/>
          <p14:tracePt t="93838" x="6034088" y="4165600"/>
          <p14:tracePt t="93846" x="6034088" y="4159250"/>
          <p14:tracePt t="93854" x="6027738" y="4159250"/>
          <p14:tracePt t="93862" x="6013450" y="4159250"/>
          <p14:tracePt t="93870" x="6005513" y="4159250"/>
          <p14:tracePt t="93918" x="5999163" y="4159250"/>
          <p14:tracePt t="94014" x="5991225" y="4159250"/>
          <p14:tracePt t="94271" x="5984875" y="4159250"/>
          <p14:tracePt t="94278" x="5976938" y="4159250"/>
          <p14:tracePt t="94286" x="5970588" y="4159250"/>
          <p14:tracePt t="94302" x="5956300" y="4159250"/>
          <p14:tracePt t="94310" x="5934075" y="4159250"/>
          <p14:tracePt t="94318" x="5934075" y="4165600"/>
          <p14:tracePt t="94326" x="5919788" y="4165600"/>
          <p14:tracePt t="94335" x="5905500" y="4165600"/>
          <p14:tracePt t="94342" x="5884863" y="4165600"/>
          <p14:tracePt t="94350" x="5870575" y="4165600"/>
          <p14:tracePt t="94358" x="5842000" y="4165600"/>
          <p14:tracePt t="94367" x="5834063" y="4165600"/>
          <p14:tracePt t="94374" x="5813425" y="4165600"/>
          <p14:tracePt t="94382" x="5791200" y="4165600"/>
          <p14:tracePt t="94390" x="5770563" y="4165600"/>
          <p14:tracePt t="94398" x="5748338" y="4165600"/>
          <p14:tracePt t="94406" x="5727700" y="4165600"/>
          <p14:tracePt t="94414" x="5705475" y="4165600"/>
          <p14:tracePt t="94422" x="5684838" y="4173538"/>
          <p14:tracePt t="94430" x="5656263" y="4173538"/>
          <p14:tracePt t="94438" x="5641975" y="4173538"/>
          <p14:tracePt t="94446" x="5619750" y="4173538"/>
          <p14:tracePt t="94454" x="5599113" y="4179888"/>
          <p14:tracePt t="94462" x="5570538" y="4179888"/>
          <p14:tracePt t="94470" x="5556250" y="4187825"/>
          <p14:tracePt t="94478" x="5541963" y="4194175"/>
          <p14:tracePt t="94486" x="5521325" y="4194175"/>
          <p14:tracePt t="94494" x="5507038" y="4194175"/>
          <p14:tracePt t="94502" x="5484813" y="4194175"/>
          <p14:tracePt t="94510" x="5456238" y="4202113"/>
          <p14:tracePt t="94518" x="5435600" y="4202113"/>
          <p14:tracePt t="94526" x="5421313" y="4202113"/>
          <p14:tracePt t="94534" x="5399088" y="4208463"/>
          <p14:tracePt t="94542" x="5378450" y="4208463"/>
          <p14:tracePt t="94551" x="5364163" y="4216400"/>
          <p14:tracePt t="94558" x="5356225" y="4216400"/>
          <p14:tracePt t="94567" x="5349875" y="4216400"/>
          <p14:tracePt t="94574" x="5327650" y="4222750"/>
          <p14:tracePt t="94598" x="5321300" y="4222750"/>
          <p14:tracePt t="94622" x="5307013" y="4230688"/>
          <p14:tracePt t="94750" x="5307013" y="4237038"/>
          <p14:tracePt t="94758" x="5307013" y="4244975"/>
          <p14:tracePt t="94774" x="5307013" y="4259263"/>
          <p14:tracePt t="94783" x="5307013" y="4265613"/>
          <p14:tracePt t="94798" x="5307013" y="4273550"/>
          <p14:tracePt t="94806" x="5307013" y="4279900"/>
          <p14:tracePt t="94814" x="5307013" y="4287838"/>
          <p14:tracePt t="94830" x="5307013" y="4294188"/>
          <p14:tracePt t="94854" x="5313363" y="4302125"/>
          <p14:tracePt t="94862" x="5313363" y="4308475"/>
          <p14:tracePt t="94886" x="5313363" y="4316413"/>
          <p14:tracePt t="94894" x="5321300" y="4330700"/>
          <p14:tracePt t="94902" x="5327650" y="4337050"/>
          <p14:tracePt t="94910" x="5335588" y="4344988"/>
          <p14:tracePt t="94918" x="5335588" y="4351338"/>
          <p14:tracePt t="94934" x="5356225" y="4365625"/>
          <p14:tracePt t="94942" x="5356225" y="4373563"/>
          <p14:tracePt t="94950" x="5356225" y="4379913"/>
          <p14:tracePt t="94958" x="5364163" y="4379913"/>
          <p14:tracePt t="94967" x="5364163" y="4387850"/>
          <p14:tracePt t="94974" x="5370513" y="4402138"/>
          <p14:tracePt t="94982" x="5378450" y="4402138"/>
          <p14:tracePt t="94991" x="5378450" y="4416425"/>
          <p14:tracePt t="94998" x="5378450" y="4422775"/>
          <p14:tracePt t="95006" x="5378450" y="4430713"/>
          <p14:tracePt t="95014" x="5384800" y="4445000"/>
          <p14:tracePt t="95022" x="5392738" y="4459288"/>
          <p14:tracePt t="95030" x="5399088" y="4465638"/>
          <p14:tracePt t="95038" x="5413375" y="4479925"/>
          <p14:tracePt t="95046" x="5435600" y="4502150"/>
          <p14:tracePt t="95054" x="5464175" y="4508500"/>
          <p14:tracePt t="95062" x="5521325" y="4545013"/>
          <p14:tracePt t="95070" x="5535613" y="4545013"/>
          <p14:tracePt t="95335" x="5527675" y="4545013"/>
          <p14:tracePt t="95350" x="5521325" y="4551363"/>
          <p14:tracePt t="95366" x="5513388" y="4565650"/>
          <p14:tracePt t="95406" x="5513388" y="4572000"/>
          <p14:tracePt t="95414" x="5513388" y="4579938"/>
          <p14:tracePt t="95438" x="5507038" y="4586288"/>
          <p14:tracePt t="95462" x="5507038" y="4594225"/>
          <p14:tracePt t="95470" x="5507038" y="4600575"/>
          <p14:tracePt t="95494" x="5507038" y="4608513"/>
          <p14:tracePt t="95526" x="5507038" y="4614863"/>
          <p14:tracePt t="95662" x="5507038" y="4622800"/>
          <p14:tracePt t="96518" x="5484813" y="4629150"/>
          <p14:tracePt t="96526" x="5478463" y="4629150"/>
          <p14:tracePt t="96534" x="5470525" y="4629150"/>
          <p14:tracePt t="96542" x="5464175" y="4629150"/>
          <p14:tracePt t="96551" x="5441950" y="4629150"/>
          <p14:tracePt t="96558" x="5427663" y="4629150"/>
          <p14:tracePt t="96567" x="5413375" y="4629150"/>
          <p14:tracePt t="96574" x="5407025" y="4629150"/>
          <p14:tracePt t="96583" x="5392738" y="4629150"/>
          <p14:tracePt t="96590" x="5370513" y="4629150"/>
          <p14:tracePt t="96598" x="5364163" y="4629150"/>
          <p14:tracePt t="96606" x="5341938" y="4629150"/>
          <p14:tracePt t="96614" x="5321300" y="4629150"/>
          <p14:tracePt t="96622" x="5299075" y="4629150"/>
          <p14:tracePt t="96630" x="5278438" y="4629150"/>
          <p14:tracePt t="96638" x="5256213" y="4629150"/>
          <p14:tracePt t="96646" x="5249863" y="4629150"/>
          <p14:tracePt t="96654" x="5227638" y="4629150"/>
          <p14:tracePt t="96662" x="5213350" y="4629150"/>
          <p14:tracePt t="96670" x="5207000" y="4629150"/>
          <p14:tracePt t="96678" x="5184775" y="4622800"/>
          <p14:tracePt t="96686" x="5170488" y="4622800"/>
          <p14:tracePt t="96694" x="5149850" y="4622800"/>
          <p14:tracePt t="96702" x="5135563" y="4622800"/>
          <p14:tracePt t="96710" x="5127625" y="4622800"/>
          <p14:tracePt t="96718" x="5106988" y="4622800"/>
          <p14:tracePt t="96726" x="5092700" y="4614863"/>
          <p14:tracePt t="96734" x="5072063" y="4614863"/>
          <p14:tracePt t="96742" x="5057775" y="4608513"/>
          <p14:tracePt t="96751" x="5049838" y="4608513"/>
          <p14:tracePt t="96758" x="5035550" y="4608513"/>
          <p14:tracePt t="96767" x="5029200" y="4608513"/>
          <p14:tracePt t="96774" x="5006975" y="4608513"/>
          <p14:tracePt t="96783" x="5000625" y="4608513"/>
          <p14:tracePt t="96790" x="4978400" y="4608513"/>
          <p14:tracePt t="96798" x="4972050" y="4608513"/>
          <p14:tracePt t="96806" x="4957763" y="4608513"/>
          <p14:tracePt t="96814" x="4943475" y="4608513"/>
          <p14:tracePt t="96822" x="4929188" y="4608513"/>
          <p14:tracePt t="96830" x="4921250" y="4608513"/>
          <p14:tracePt t="96838" x="4906963" y="4608513"/>
          <p14:tracePt t="96846" x="4900613" y="4608513"/>
          <p14:tracePt t="96854" x="4878388" y="4608513"/>
          <p14:tracePt t="96862" x="4872038" y="4600575"/>
          <p14:tracePt t="96870" x="4864100" y="4594225"/>
          <p14:tracePt t="96878" x="4857750" y="4594225"/>
          <p14:tracePt t="96886" x="4849813" y="4594225"/>
          <p14:tracePt t="96901" x="4843463" y="4594225"/>
          <p14:tracePt t="96910" x="4835525" y="4594225"/>
          <p14:tracePt t="96918" x="4829175" y="4594225"/>
          <p14:tracePt t="96942" x="4821238" y="4594225"/>
          <p14:tracePt t="96951" x="4814888" y="4594225"/>
          <p14:tracePt t="96967" x="4800600" y="4594225"/>
          <p14:tracePt t="96974" x="4786313" y="4594225"/>
          <p14:tracePt t="96982" x="4778375" y="4586288"/>
          <p14:tracePt t="96990" x="4772025" y="4586288"/>
          <p14:tracePt t="96998" x="4757738" y="4586288"/>
          <p14:tracePt t="97006" x="4743450" y="4586288"/>
          <p14:tracePt t="97014" x="4735513" y="4586288"/>
          <p14:tracePt t="97022" x="4721225" y="4586288"/>
          <p14:tracePt t="97030" x="4706938" y="4572000"/>
          <p14:tracePt t="97038" x="4692650" y="4572000"/>
          <p14:tracePt t="97046" x="4686300" y="4572000"/>
          <p14:tracePt t="97054" x="4672013" y="4572000"/>
          <p14:tracePt t="97062" x="4649788" y="4565650"/>
          <p14:tracePt t="97070" x="4635500" y="4565650"/>
          <p14:tracePt t="97078" x="4606925" y="4565650"/>
          <p14:tracePt t="97086" x="4572000" y="4565650"/>
          <p14:tracePt t="97094" x="4543425" y="4565650"/>
          <p14:tracePt t="97102" x="4508500" y="4559300"/>
          <p14:tracePt t="97110" x="4479925" y="4545013"/>
          <p14:tracePt t="97118" x="4443413" y="4545013"/>
          <p14:tracePt t="97126" x="4422775" y="4537075"/>
          <p14:tracePt t="97134" x="4400550" y="4537075"/>
          <p14:tracePt t="97142" x="4379913" y="4537075"/>
          <p14:tracePt t="97150" x="4351338" y="4530725"/>
          <p14:tracePt t="97158" x="4343400" y="4530725"/>
          <p14:tracePt t="97167" x="4322763" y="4530725"/>
          <p14:tracePt t="97174" x="4300538" y="4530725"/>
          <p14:tracePt t="97182" x="4286250" y="4530725"/>
          <p14:tracePt t="97190" x="4271963" y="4530725"/>
          <p14:tracePt t="97198" x="4251325" y="4530725"/>
          <p14:tracePt t="97206" x="4243388" y="4530725"/>
          <p14:tracePt t="97214" x="4222750" y="4530725"/>
          <p14:tracePt t="97222" x="4214813" y="4530725"/>
          <p14:tracePt t="97230" x="4194175" y="4530725"/>
          <p14:tracePt t="97238" x="4186238" y="4530725"/>
          <p14:tracePt t="97246" x="4165600" y="4537075"/>
          <p14:tracePt t="97254" x="4157663" y="4545013"/>
          <p14:tracePt t="97262" x="4143375" y="4551363"/>
          <p14:tracePt t="97270" x="4122738" y="4565650"/>
          <p14:tracePt t="97278" x="4114800" y="4572000"/>
          <p14:tracePt t="97286" x="4100513" y="4586288"/>
          <p14:tracePt t="97294" x="4079875" y="4600575"/>
          <p14:tracePt t="97302" x="4065588" y="4614863"/>
          <p14:tracePt t="97310" x="4059238" y="4622800"/>
          <p14:tracePt t="97318" x="4044950" y="4651375"/>
          <p14:tracePt t="97326" x="4037013" y="4657725"/>
          <p14:tracePt t="97334" x="4037013" y="4665663"/>
          <p14:tracePt t="97342" x="4030663" y="4679950"/>
          <p14:tracePt t="97351" x="4022725" y="4694238"/>
          <p14:tracePt t="97358" x="4016375" y="4708525"/>
          <p14:tracePt t="97367" x="4016375" y="4714875"/>
          <p14:tracePt t="97374" x="4016375" y="4729163"/>
          <p14:tracePt t="97382" x="4008438" y="4743450"/>
          <p14:tracePt t="97390" x="4008438" y="4751388"/>
          <p14:tracePt t="97398" x="4002088" y="4772025"/>
          <p14:tracePt t="97406" x="4002088" y="4786313"/>
          <p14:tracePt t="97414" x="4002088" y="4794250"/>
          <p14:tracePt t="97422" x="4002088" y="4800600"/>
          <p14:tracePt t="97430" x="4002088" y="4814888"/>
          <p14:tracePt t="97438" x="4002088" y="4829175"/>
          <p14:tracePt t="97446" x="4002088" y="4837113"/>
          <p14:tracePt t="97454" x="4002088" y="4843463"/>
          <p14:tracePt t="97462" x="4002088" y="4851400"/>
          <p14:tracePt t="97470" x="4002088" y="4865688"/>
          <p14:tracePt t="97486" x="4002088" y="4872038"/>
          <p14:tracePt t="97494" x="4002088" y="4886325"/>
          <p14:tracePt t="97502" x="4002088" y="4894263"/>
          <p14:tracePt t="97510" x="4002088" y="4900613"/>
          <p14:tracePt t="97518" x="4002088" y="4908550"/>
          <p14:tracePt t="97527" x="4002088" y="4914900"/>
          <p14:tracePt t="97534" x="4002088" y="4922838"/>
          <p14:tracePt t="97542" x="4002088" y="4929188"/>
          <p14:tracePt t="97551" x="4002088" y="4937125"/>
          <p14:tracePt t="97558" x="4002088" y="4943475"/>
          <p14:tracePt t="97567" x="4008438" y="4957763"/>
          <p14:tracePt t="97606" x="4008438" y="4972050"/>
          <p14:tracePt t="97646" x="4008438" y="4979988"/>
          <p14:tracePt t="97694" x="4008438" y="4986338"/>
          <p14:tracePt t="97734" x="4008438" y="4994275"/>
          <p14:tracePt t="97918" x="4016375" y="5000625"/>
          <p14:tracePt t="98079" x="4016375" y="5008563"/>
          <p14:tracePt t="98318" x="4016375" y="5014913"/>
          <p14:tracePt t="98334" x="4008438" y="5014913"/>
          <p14:tracePt t="98342" x="3994150" y="5014913"/>
          <p14:tracePt t="98350" x="3987800" y="5014913"/>
          <p14:tracePt t="98358" x="3951288" y="5008563"/>
          <p14:tracePt t="98374" x="3922713" y="5008563"/>
          <p14:tracePt t="98383" x="3887788" y="4994275"/>
          <p14:tracePt t="98390" x="3865563" y="4994275"/>
          <p14:tracePt t="98398" x="3816350" y="4986338"/>
          <p14:tracePt t="98406" x="3779838" y="4986338"/>
          <p14:tracePt t="98414" x="3736975" y="4979988"/>
          <p14:tracePt t="98422" x="3702050" y="4972050"/>
          <p14:tracePt t="98430" x="3651250" y="4957763"/>
          <p14:tracePt t="98438" x="3594100" y="4951413"/>
          <p14:tracePt t="98446" x="3530600" y="4943475"/>
          <p14:tracePt t="98454" x="3481388" y="4937125"/>
          <p14:tracePt t="98462" x="3416300" y="4922838"/>
          <p14:tracePt t="98470" x="3338513" y="4914900"/>
          <p14:tracePt t="98478" x="3273425" y="4908550"/>
          <p14:tracePt t="98486" x="3195638" y="4908550"/>
          <p14:tracePt t="98494" x="3144838" y="4900613"/>
          <p14:tracePt t="98502" x="3081338" y="4900613"/>
          <p14:tracePt t="98510" x="3024188" y="4886325"/>
          <p14:tracePt t="98518" x="2967038" y="4886325"/>
          <p14:tracePt t="98526" x="2909888" y="4886325"/>
          <p14:tracePt t="98534" x="2860675" y="4886325"/>
          <p14:tracePt t="98542" x="2803525" y="4886325"/>
          <p14:tracePt t="98551" x="2752725" y="4886325"/>
          <p14:tracePt t="98558" x="2703513" y="4886325"/>
          <p14:tracePt t="98567" x="2660650" y="4886325"/>
          <p14:tracePt t="98574" x="2603500" y="4886325"/>
          <p14:tracePt t="98582" x="2546350" y="4886325"/>
          <p14:tracePt t="98590" x="2489200" y="4886325"/>
          <p14:tracePt t="98599" x="2446338" y="4886325"/>
          <p14:tracePt t="98606" x="2389188" y="4879975"/>
          <p14:tracePt t="98614" x="2339975" y="4879975"/>
          <p14:tracePt t="98622" x="2303463" y="4879975"/>
          <p14:tracePt t="98630" x="2254250" y="4879975"/>
          <p14:tracePt t="98638" x="2203450" y="4872038"/>
          <p14:tracePt t="98646" x="2168525" y="4865688"/>
          <p14:tracePt t="98654" x="2132013" y="4865688"/>
          <p14:tracePt t="98662" x="2082800" y="4851400"/>
          <p14:tracePt t="98670" x="2046288" y="4843463"/>
          <p14:tracePt t="98678" x="2019300" y="4843463"/>
          <p14:tracePt t="98686" x="1976438" y="4837113"/>
          <p14:tracePt t="98694" x="1947863" y="4829175"/>
          <p14:tracePt t="98702" x="1925638" y="4829175"/>
          <p14:tracePt t="98710" x="1897063" y="4814888"/>
          <p14:tracePt t="98718" x="1876425" y="4814888"/>
          <p14:tracePt t="98726" x="1854200" y="4814888"/>
          <p14:tracePt t="98734" x="1833563" y="4814888"/>
          <p14:tracePt t="98742" x="1819275" y="4808538"/>
          <p14:tracePt t="98758" x="1804988" y="4800600"/>
          <p14:tracePt t="98790" x="1804988" y="4794250"/>
          <p14:tracePt t="98798" x="1804988" y="4786313"/>
          <p14:tracePt t="98806" x="1804988" y="4779963"/>
          <p14:tracePt t="98814" x="1804988" y="4772025"/>
          <p14:tracePt t="98822" x="1804988" y="4765675"/>
          <p14:tracePt t="98838" x="1811338" y="4757738"/>
          <p14:tracePt t="98846" x="1819275" y="4751388"/>
          <p14:tracePt t="98854" x="1833563" y="4743450"/>
          <p14:tracePt t="98862" x="1847850" y="4737100"/>
          <p14:tracePt t="98870" x="1868488" y="4737100"/>
          <p14:tracePt t="98878" x="1897063" y="4722813"/>
          <p14:tracePt t="98900" x="1997075" y="4714875"/>
          <p14:tracePt t="98902" x="2060575" y="4714875"/>
          <p14:tracePt t="98910" x="2146300" y="4714875"/>
          <p14:tracePt t="98918" x="2232025" y="4714875"/>
          <p14:tracePt t="98926" x="2332038" y="4714875"/>
          <p14:tracePt t="98934" x="2432050" y="4714875"/>
          <p14:tracePt t="98942" x="2532063" y="4714875"/>
          <p14:tracePt t="98951" x="2660650" y="4714875"/>
          <p14:tracePt t="98958" x="2738438" y="4722813"/>
          <p14:tracePt t="98966" x="2838450" y="4737100"/>
          <p14:tracePt t="98974" x="2938463" y="4737100"/>
          <p14:tracePt t="98982" x="3032125" y="4737100"/>
          <p14:tracePt t="98990" x="3130550" y="4737100"/>
          <p14:tracePt t="98998" x="3201988" y="4743450"/>
          <p14:tracePt t="99006" x="3281363" y="4743450"/>
          <p14:tracePt t="99014" x="3338513" y="4743450"/>
          <p14:tracePt t="99022" x="3395663" y="4743450"/>
          <p14:tracePt t="99030" x="3444875" y="4743450"/>
          <p14:tracePt t="99038" x="3502025" y="4743450"/>
          <p14:tracePt t="99046" x="3544888" y="4743450"/>
          <p14:tracePt t="99054" x="3594100" y="4743450"/>
          <p14:tracePt t="99062" x="3636963" y="4743450"/>
          <p14:tracePt t="99070" x="3673475" y="4743450"/>
          <p14:tracePt t="99078" x="3702050" y="4743450"/>
          <p14:tracePt t="99086" x="3744913" y="4743450"/>
          <p14:tracePt t="99094" x="3787775" y="4743450"/>
          <p14:tracePt t="99102" x="3830638" y="4743450"/>
          <p14:tracePt t="99111" x="3865563" y="4743450"/>
          <p14:tracePt t="99118" x="3894138" y="4743450"/>
          <p14:tracePt t="99126" x="3937000" y="4743450"/>
          <p14:tracePt t="99134" x="3994150" y="4743450"/>
          <p14:tracePt t="99142" x="4037013" y="4743450"/>
          <p14:tracePt t="99150" x="4086225" y="4743450"/>
          <p14:tracePt t="99158" x="4137025" y="4743450"/>
          <p14:tracePt t="99167" x="4171950" y="4743450"/>
          <p14:tracePt t="99174" x="4222750" y="4743450"/>
          <p14:tracePt t="99182" x="4257675" y="4743450"/>
          <p14:tracePt t="99190" x="4300538" y="4743450"/>
          <p14:tracePt t="99198" x="4337050" y="4743450"/>
          <p14:tracePt t="99206" x="4386263" y="4743450"/>
          <p14:tracePt t="99214" x="4437063" y="4743450"/>
          <p14:tracePt t="99222" x="4465638" y="4743450"/>
          <p14:tracePt t="99230" x="4500563" y="4743450"/>
          <p14:tracePt t="99238" x="4551363" y="4743450"/>
          <p14:tracePt t="99246" x="4578350" y="4743450"/>
          <p14:tracePt t="99254" x="4606925" y="4743450"/>
          <p14:tracePt t="99262" x="4629150" y="4743450"/>
          <p14:tracePt t="99270" x="4657725" y="4751388"/>
          <p14:tracePt t="99278" x="4678363" y="4751388"/>
          <p14:tracePt t="99286" x="4700588" y="4757738"/>
          <p14:tracePt t="99294" x="4729163" y="4765675"/>
          <p14:tracePt t="99302" x="4749800" y="4765675"/>
          <p14:tracePt t="99310" x="4778375" y="4772025"/>
          <p14:tracePt t="99318" x="4792663" y="4772025"/>
          <p14:tracePt t="99326" x="4821238" y="4786313"/>
          <p14:tracePt t="99334" x="4843463" y="4786313"/>
          <p14:tracePt t="99342" x="4864100" y="4786313"/>
          <p14:tracePt t="99351" x="4872038" y="4786313"/>
          <p14:tracePt t="99358" x="4886325" y="4786313"/>
          <p14:tracePt t="99367" x="4892675" y="4786313"/>
          <p14:tracePt t="99374" x="4900613" y="4786313"/>
          <p14:tracePt t="99390" x="4906963" y="4786313"/>
          <p14:tracePt t="99414" x="4914900" y="4794250"/>
          <p14:tracePt t="99422" x="4921250" y="4800600"/>
          <p14:tracePt t="99430" x="4929188" y="4808538"/>
          <p14:tracePt t="99438" x="4935538" y="4808538"/>
          <p14:tracePt t="99454" x="4943475" y="4814888"/>
          <p14:tracePt t="99462" x="4949825" y="4822825"/>
          <p14:tracePt t="99486" x="4957763" y="4822825"/>
          <p14:tracePt t="99502" x="4957763" y="4829175"/>
          <p14:tracePt t="99518" x="4957763" y="4837113"/>
          <p14:tracePt t="99526" x="4957763" y="4843463"/>
          <p14:tracePt t="99607" x="4957763" y="4851400"/>
          <p14:tracePt t="99622" x="4957763" y="4857750"/>
          <p14:tracePt t="99646" x="4957763" y="4865688"/>
          <p14:tracePt t="99654" x="4957763" y="4872038"/>
          <p14:tracePt t="99662" x="4949825" y="4879975"/>
          <p14:tracePt t="99670" x="4921250" y="4886325"/>
          <p14:tracePt t="99678" x="4892675" y="4900613"/>
          <p14:tracePt t="99686" x="4843463" y="4900613"/>
          <p14:tracePt t="99694" x="4792663" y="4908550"/>
          <p14:tracePt t="99702" x="4757738" y="4914900"/>
          <p14:tracePt t="99710" x="4686300" y="4914900"/>
          <p14:tracePt t="99718" x="4621213" y="4922838"/>
          <p14:tracePt t="99726" x="4572000" y="4937125"/>
          <p14:tracePt t="99734" x="4500563" y="4943475"/>
          <p14:tracePt t="99742" x="4437063" y="4943475"/>
          <p14:tracePt t="99751" x="4365625" y="4957763"/>
          <p14:tracePt t="99758" x="4322763" y="4957763"/>
          <p14:tracePt t="99767" x="4251325" y="4972050"/>
          <p14:tracePt t="99774" x="4186238" y="4972050"/>
          <p14:tracePt t="99782" x="4114800" y="4972050"/>
          <p14:tracePt t="99790" x="4051300" y="4972050"/>
          <p14:tracePt t="99798" x="3987800" y="4972050"/>
          <p14:tracePt t="99806" x="3916363" y="4972050"/>
          <p14:tracePt t="99814" x="3851275" y="4972050"/>
          <p14:tracePt t="99822" x="3787775" y="4972050"/>
          <p14:tracePt t="99830" x="3702050" y="4972050"/>
          <p14:tracePt t="99838" x="3644900" y="4972050"/>
          <p14:tracePt t="99846" x="3565525" y="4972050"/>
          <p14:tracePt t="99854" x="3495675" y="4972050"/>
          <p14:tracePt t="99862" x="3416300" y="4972050"/>
          <p14:tracePt t="99870" x="3338513" y="4972050"/>
          <p14:tracePt t="99878" x="3252788" y="4972050"/>
          <p14:tracePt t="99886" x="3173413" y="4972050"/>
          <p14:tracePt t="99894" x="3087688" y="4972050"/>
          <p14:tracePt t="99902" x="3009900" y="4972050"/>
          <p14:tracePt t="99918" x="2860675" y="4972050"/>
          <p14:tracePt t="99926" x="2781300" y="4972050"/>
          <p14:tracePt t="99934" x="2695575" y="4965700"/>
          <p14:tracePt t="99942" x="2617788" y="4957763"/>
          <p14:tracePt t="99951" x="2540000" y="4943475"/>
          <p14:tracePt t="99958" x="2468563" y="4922838"/>
          <p14:tracePt t="99967" x="2389188" y="4914900"/>
          <p14:tracePt t="99974" x="2311400" y="4900613"/>
          <p14:tracePt t="99982" x="2232025" y="4894263"/>
          <p14:tracePt t="99990" x="2168525" y="4879975"/>
          <p14:tracePt t="99998" x="2103438" y="4865688"/>
          <p14:tracePt t="100006" x="2046288" y="4857750"/>
          <p14:tracePt t="100014" x="2011363" y="4851400"/>
          <p14:tracePt t="100022" x="1962150" y="4843463"/>
          <p14:tracePt t="100030" x="1947863" y="4829175"/>
          <p14:tracePt t="100038" x="1919288" y="4829175"/>
          <p14:tracePt t="100046" x="1897063" y="4814888"/>
          <p14:tracePt t="100054" x="1890713" y="4808538"/>
          <p14:tracePt t="100062" x="1882775" y="4800600"/>
          <p14:tracePt t="100070" x="1882775" y="4794250"/>
          <p14:tracePt t="100086" x="1882775" y="4779963"/>
          <p14:tracePt t="100094" x="1882775" y="4772025"/>
          <p14:tracePt t="100102" x="1882775" y="4751388"/>
          <p14:tracePt t="100110" x="1882775" y="4737100"/>
          <p14:tracePt t="100126" x="1882775" y="4729163"/>
          <p14:tracePt t="100134" x="1890713" y="4708525"/>
          <p14:tracePt t="100142" x="1897063" y="4700588"/>
          <p14:tracePt t="100151" x="1911350" y="4700588"/>
          <p14:tracePt t="100158" x="1925638" y="4694238"/>
          <p14:tracePt t="100166" x="1954213" y="4679950"/>
          <p14:tracePt t="100174" x="1982788" y="4672013"/>
          <p14:tracePt t="100182" x="2011363" y="4665663"/>
          <p14:tracePt t="100190" x="2074863" y="4651375"/>
          <p14:tracePt t="100198" x="2132013" y="4643438"/>
          <p14:tracePt t="100206" x="2189163" y="4643438"/>
          <p14:tracePt t="100214" x="2260600" y="4643438"/>
          <p14:tracePt t="100222" x="2346325" y="4643438"/>
          <p14:tracePt t="100230" x="2432050" y="4643438"/>
          <p14:tracePt t="100238" x="2540000" y="4643438"/>
          <p14:tracePt t="100246" x="2632075" y="4643438"/>
          <p14:tracePt t="100254" x="2746375" y="4643438"/>
          <p14:tracePt t="100262" x="2852738" y="4643438"/>
          <p14:tracePt t="100270" x="2967038" y="4643438"/>
          <p14:tracePt t="100278" x="3101975" y="4643438"/>
          <p14:tracePt t="100286" x="3224213" y="4643438"/>
          <p14:tracePt t="100294" x="3338513" y="4643438"/>
          <p14:tracePt t="100302" x="3459163" y="4643438"/>
          <p14:tracePt t="100310" x="3544888" y="4643438"/>
          <p14:tracePt t="100318" x="3644900" y="4643438"/>
          <p14:tracePt t="100326" x="3730625" y="4643438"/>
          <p14:tracePt t="100334" x="3808413" y="4643438"/>
          <p14:tracePt t="100342" x="3879850" y="4643438"/>
          <p14:tracePt t="100351" x="3951288" y="4643438"/>
          <p14:tracePt t="100358" x="4008438" y="4643438"/>
          <p14:tracePt t="100367" x="4079875" y="4637088"/>
          <p14:tracePt t="100374" x="4137025" y="4637088"/>
          <p14:tracePt t="100382" x="4186238" y="4629150"/>
          <p14:tracePt t="100390" x="4237038" y="4608513"/>
          <p14:tracePt t="100398" x="4286250" y="4594225"/>
          <p14:tracePt t="100406" x="4329113" y="4594225"/>
          <p14:tracePt t="100414" x="4357688" y="4594225"/>
          <p14:tracePt t="100422" x="4408488" y="4594225"/>
          <p14:tracePt t="100430" x="4451350" y="4594225"/>
          <p14:tracePt t="100438" x="4494213" y="4579938"/>
          <p14:tracePt t="100446" x="4551363" y="4579938"/>
          <p14:tracePt t="100454" x="4600575" y="4579938"/>
          <p14:tracePt t="100462" x="4657725" y="4579938"/>
          <p14:tracePt t="100470" x="4714875" y="4579938"/>
          <p14:tracePt t="100478" x="4772025" y="4579938"/>
          <p14:tracePt t="100486" x="4829175" y="4579938"/>
          <p14:tracePt t="100494" x="4886325" y="4579938"/>
          <p14:tracePt t="100502" x="4935538" y="4579938"/>
          <p14:tracePt t="100510" x="4978400" y="4579938"/>
          <p14:tracePt t="100518" x="5021263" y="4579938"/>
          <p14:tracePt t="100526" x="5072063" y="4579938"/>
          <p14:tracePt t="100534" x="5106988" y="4579938"/>
          <p14:tracePt t="100542" x="5135563" y="4579938"/>
          <p14:tracePt t="100551" x="5164138" y="4579938"/>
          <p14:tracePt t="100558" x="5207000" y="4579938"/>
          <p14:tracePt t="100567" x="5235575" y="4579938"/>
          <p14:tracePt t="100574" x="5270500" y="4579938"/>
          <p14:tracePt t="100582" x="5299075" y="4579938"/>
          <p14:tracePt t="100590" x="5335588" y="4579938"/>
          <p14:tracePt t="100598" x="5392738" y="4579938"/>
          <p14:tracePt t="100606" x="5421313" y="4579938"/>
          <p14:tracePt t="100614" x="5456238" y="4579938"/>
          <p14:tracePt t="100622" x="5499100" y="4579938"/>
          <p14:tracePt t="100630" x="5541963" y="4579938"/>
          <p14:tracePt t="100638" x="5584825" y="4579938"/>
          <p14:tracePt t="100646" x="5613400" y="4579938"/>
          <p14:tracePt t="100654" x="5648325" y="4579938"/>
          <p14:tracePt t="100662" x="5676900" y="4579938"/>
          <p14:tracePt t="100670" x="5705475" y="4579938"/>
          <p14:tracePt t="100679" x="5741988" y="4579938"/>
          <p14:tracePt t="100686" x="5770563" y="4579938"/>
          <p14:tracePt t="100694" x="5799138" y="4579938"/>
          <p14:tracePt t="100702" x="5834063" y="4579938"/>
          <p14:tracePt t="100710" x="5856288" y="4579938"/>
          <p14:tracePt t="100718" x="5884863" y="4579938"/>
          <p14:tracePt t="100726" x="5913438" y="4579938"/>
          <p14:tracePt t="100734" x="5934075" y="4579938"/>
          <p14:tracePt t="100742" x="5956300" y="4579938"/>
          <p14:tracePt t="100751" x="5976938" y="4579938"/>
          <p14:tracePt t="100758" x="5999163" y="4579938"/>
          <p14:tracePt t="100767" x="6027738" y="4579938"/>
          <p14:tracePt t="100774" x="6048375" y="4579938"/>
          <p14:tracePt t="100782" x="6070600" y="4586288"/>
          <p14:tracePt t="100790" x="6084888" y="4594225"/>
          <p14:tracePt t="100798" x="6105525" y="4600575"/>
          <p14:tracePt t="100806" x="6111875" y="4600575"/>
          <p14:tracePt t="100814" x="6126163" y="4608513"/>
          <p14:tracePt t="100830" x="6126163" y="4614863"/>
          <p14:tracePt t="100838" x="6134100" y="4622800"/>
          <p14:tracePt t="100862" x="6134100" y="4629150"/>
          <p14:tracePt t="100870" x="6134100" y="4637088"/>
          <p14:tracePt t="100878" x="6134100" y="4643438"/>
          <p14:tracePt t="100894" x="6134100" y="4651375"/>
          <p14:tracePt t="100902" x="6134100" y="4657725"/>
          <p14:tracePt t="100910" x="6134100" y="4665663"/>
          <p14:tracePt t="100918" x="6134100" y="4672013"/>
          <p14:tracePt t="100926" x="6134100" y="4679950"/>
          <p14:tracePt t="100934" x="6134100" y="4686300"/>
          <p14:tracePt t="100942" x="6126163" y="4708525"/>
          <p14:tracePt t="100958" x="6119813" y="4714875"/>
          <p14:tracePt t="100966" x="6105525" y="4722813"/>
          <p14:tracePt t="100974" x="6091238" y="4737100"/>
          <p14:tracePt t="100982" x="6084888" y="4737100"/>
          <p14:tracePt t="100990" x="6062663" y="4751388"/>
          <p14:tracePt t="100998" x="6042025" y="4757738"/>
          <p14:tracePt t="101006" x="6027738" y="4765675"/>
          <p14:tracePt t="101014" x="5999163" y="4779963"/>
          <p14:tracePt t="101022" x="5970588" y="4786313"/>
          <p14:tracePt t="101030" x="5927725" y="4794250"/>
          <p14:tracePt t="101038" x="5899150" y="4800600"/>
          <p14:tracePt t="101046" x="5862638" y="4808538"/>
          <p14:tracePt t="101054" x="5819775" y="4829175"/>
          <p14:tracePt t="101062" x="5791200" y="4829175"/>
          <p14:tracePt t="101070" x="5748338" y="4837113"/>
          <p14:tracePt t="101078" x="5713413" y="4837113"/>
          <p14:tracePt t="101086" x="5676900" y="4843463"/>
          <p14:tracePt t="101094" x="5648325" y="4857750"/>
          <p14:tracePt t="101102" x="5613400" y="4857750"/>
          <p14:tracePt t="101110" x="5578475" y="4865688"/>
          <p14:tracePt t="101118" x="5541963" y="4865688"/>
          <p14:tracePt t="101126" x="5499100" y="4872038"/>
          <p14:tracePt t="101134" x="5464175" y="4872038"/>
          <p14:tracePt t="101142" x="5413375" y="4872038"/>
          <p14:tracePt t="101150" x="5370513" y="4886325"/>
          <p14:tracePt t="101158" x="5327650" y="4894263"/>
          <p14:tracePt t="101166" x="5284788" y="4900613"/>
          <p14:tracePt t="101174" x="5241925" y="4908550"/>
          <p14:tracePt t="101182" x="5213350" y="4908550"/>
          <p14:tracePt t="101191" x="5170488" y="4922838"/>
          <p14:tracePt t="101198" x="5127625" y="4929188"/>
          <p14:tracePt t="101206" x="5084763" y="4929188"/>
          <p14:tracePt t="101214" x="5043488" y="4937125"/>
          <p14:tracePt t="101222" x="5006975" y="4937125"/>
          <p14:tracePt t="101230" x="4949825" y="4943475"/>
          <p14:tracePt t="101238" x="4886325" y="4943475"/>
          <p14:tracePt t="101246" x="4829175" y="4943475"/>
          <p14:tracePt t="101254" x="4786313" y="4943475"/>
          <p14:tracePt t="101262" x="4714875" y="4943475"/>
          <p14:tracePt t="101270" x="4678363" y="4943475"/>
          <p14:tracePt t="101278" x="4606925" y="4957763"/>
          <p14:tracePt t="101286" x="4572000" y="4957763"/>
          <p14:tracePt t="101294" x="4514850" y="4957763"/>
          <p14:tracePt t="101302" x="4479925" y="4957763"/>
          <p14:tracePt t="101310" x="4437063" y="4957763"/>
          <p14:tracePt t="101318" x="4379913" y="4957763"/>
          <p14:tracePt t="101326" x="4343400" y="4957763"/>
          <p14:tracePt t="101334" x="4300538" y="4957763"/>
          <p14:tracePt t="101342" x="4265613" y="4957763"/>
          <p14:tracePt t="101351" x="4222750" y="4957763"/>
          <p14:tracePt t="101358" x="4179888" y="4957763"/>
          <p14:tracePt t="101367" x="4137025" y="4957763"/>
          <p14:tracePt t="101374" x="4094163" y="4957763"/>
          <p14:tracePt t="101382" x="4051300" y="4957763"/>
          <p14:tracePt t="101390" x="4002088" y="4957763"/>
          <p14:tracePt t="101398" x="3944938" y="4957763"/>
          <p14:tracePt t="101406" x="3902075" y="4957763"/>
          <p14:tracePt t="101414" x="3844925" y="4957763"/>
          <p14:tracePt t="101422" x="3794125" y="4957763"/>
          <p14:tracePt t="101430" x="3736975" y="4957763"/>
          <p14:tracePt t="101438" x="3687763" y="4957763"/>
          <p14:tracePt t="101446" x="3630613" y="4957763"/>
          <p14:tracePt t="101454" x="3602038" y="4957763"/>
          <p14:tracePt t="101462" x="3565525" y="4957763"/>
          <p14:tracePt t="101470" x="3530600" y="4965700"/>
          <p14:tracePt t="101478" x="3502025" y="4972050"/>
          <p14:tracePt t="101486" x="3481388" y="4972050"/>
          <p14:tracePt t="101494" x="3452813" y="4972050"/>
          <p14:tracePt t="101502" x="3424238" y="4972050"/>
          <p14:tracePt t="101510" x="3402013" y="4972050"/>
          <p14:tracePt t="101518" x="3373438" y="4972050"/>
          <p14:tracePt t="101526" x="3330575" y="4972050"/>
          <p14:tracePt t="101534" x="3295650" y="4972050"/>
          <p14:tracePt t="101542" x="3238500" y="4972050"/>
          <p14:tracePt t="101551" x="3181350" y="4972050"/>
          <p14:tracePt t="101558" x="3116263" y="4972050"/>
          <p14:tracePt t="101567" x="3046413" y="4972050"/>
          <p14:tracePt t="101574" x="2981325" y="4972050"/>
          <p14:tracePt t="101582" x="2924175" y="4965700"/>
          <p14:tracePt t="101590" x="2852738" y="4957763"/>
          <p14:tracePt t="101598" x="2789238" y="4951413"/>
          <p14:tracePt t="101606" x="2717800" y="4929188"/>
          <p14:tracePt t="101614" x="2667000" y="4914900"/>
          <p14:tracePt t="101622" x="2595563" y="4886325"/>
          <p14:tracePt t="101630" x="2546350" y="4872038"/>
          <p14:tracePt t="101638" x="2489200" y="4851400"/>
          <p14:tracePt t="101646" x="2446338" y="4843463"/>
          <p14:tracePt t="101654" x="2417763" y="4837113"/>
          <p14:tracePt t="101662" x="2403475" y="4837113"/>
          <p14:tracePt t="101670" x="2389188" y="4822825"/>
          <p14:tracePt t="101678" x="2374900" y="4814888"/>
          <p14:tracePt t="101694" x="2368550" y="4814888"/>
          <p14:tracePt t="101710" x="2368550" y="4808538"/>
          <p14:tracePt t="101758" x="2368550" y="4800600"/>
          <p14:tracePt t="101782" x="2368550" y="4794250"/>
          <p14:tracePt t="101790" x="2368550" y="4779963"/>
          <p14:tracePt t="101798" x="2374900" y="4772025"/>
          <p14:tracePt t="101806" x="2382838" y="4772025"/>
          <p14:tracePt t="101814" x="2397125" y="4772025"/>
          <p14:tracePt t="101822" x="2411413" y="4765675"/>
          <p14:tracePt t="101830" x="2432050" y="4751388"/>
          <p14:tracePt t="101838" x="2454275" y="4751388"/>
          <p14:tracePt t="101846" x="2468563" y="4751388"/>
          <p14:tracePt t="101854" x="2482850" y="4743450"/>
          <p14:tracePt t="101862" x="2503488" y="4737100"/>
          <p14:tracePt t="101870" x="2532063" y="4737100"/>
          <p14:tracePt t="101878" x="2574925" y="4729163"/>
          <p14:tracePt t="101886" x="2609850" y="4722813"/>
          <p14:tracePt t="101894" x="2667000" y="4722813"/>
          <p14:tracePt t="101902" x="2724150" y="4722813"/>
          <p14:tracePt t="101910" x="2803525" y="4722813"/>
          <p14:tracePt t="101918" x="2881313" y="4722813"/>
          <p14:tracePt t="101926" x="2967038" y="4722813"/>
          <p14:tracePt t="101934" x="3046413" y="4722813"/>
          <p14:tracePt t="101942" x="3130550" y="4722813"/>
          <p14:tracePt t="101950" x="3238500" y="4722813"/>
          <p14:tracePt t="101958" x="3324225" y="4722813"/>
          <p14:tracePt t="101966" x="3409950" y="4722813"/>
          <p14:tracePt t="101974" x="3502025" y="4722813"/>
          <p14:tracePt t="101982" x="3587750" y="4722813"/>
          <p14:tracePt t="101990" x="3665538" y="4722813"/>
          <p14:tracePt t="101998" x="3744913" y="4722813"/>
          <p14:tracePt t="102006" x="3822700" y="4722813"/>
          <p14:tracePt t="102014" x="3902075" y="4722813"/>
          <p14:tracePt t="102022" x="3965575" y="4722813"/>
          <p14:tracePt t="102030" x="4030663" y="4722813"/>
          <p14:tracePt t="102038" x="4086225" y="4722813"/>
          <p14:tracePt t="102046" x="4157663" y="4722813"/>
          <p14:tracePt t="102054" x="4222750" y="4722813"/>
          <p14:tracePt t="102062" x="4271963" y="4722813"/>
          <p14:tracePt t="102070" x="4329113" y="4722813"/>
          <p14:tracePt t="102078" x="4379913" y="4722813"/>
          <p14:tracePt t="102086" x="4437063" y="4722813"/>
          <p14:tracePt t="102094" x="4471988" y="4722813"/>
          <p14:tracePt t="102102" x="4529138" y="4722813"/>
          <p14:tracePt t="102110" x="4586288" y="4722813"/>
          <p14:tracePt t="102118" x="4649788" y="4722813"/>
          <p14:tracePt t="102126" x="4706938" y="4722813"/>
          <p14:tracePt t="102134" x="4764088" y="4722813"/>
          <p14:tracePt t="102142" x="4835525" y="4722813"/>
          <p14:tracePt t="102151" x="4900613" y="4722813"/>
          <p14:tracePt t="102158" x="4957763" y="4722813"/>
          <p14:tracePt t="102166" x="5021263" y="4722813"/>
          <p14:tracePt t="102174" x="5092700" y="4722813"/>
          <p14:tracePt t="102182" x="5156200" y="4722813"/>
          <p14:tracePt t="102190" x="5207000" y="4722813"/>
          <p14:tracePt t="102198" x="5256213" y="4722813"/>
          <p14:tracePt t="102206" x="5292725" y="4722813"/>
          <p14:tracePt t="102214" x="5327650" y="4722813"/>
          <p14:tracePt t="102222" x="5370513" y="4722813"/>
          <p14:tracePt t="102230" x="5399088" y="4722813"/>
          <p14:tracePt t="102238" x="5449888" y="4722813"/>
          <p14:tracePt t="102246" x="5484813" y="4722813"/>
          <p14:tracePt t="102254" x="5521325" y="4722813"/>
          <p14:tracePt t="102262" x="5564188" y="4722813"/>
          <p14:tracePt t="102270" x="5599113" y="4722813"/>
          <p14:tracePt t="102278" x="5619750" y="4722813"/>
          <p14:tracePt t="102286" x="5641975" y="4722813"/>
          <p14:tracePt t="102294" x="5662613" y="4722813"/>
          <p14:tracePt t="102302" x="5670550" y="4722813"/>
          <p14:tracePt t="102310" x="5684838" y="4722813"/>
          <p14:tracePt t="102382" x="5699125" y="4722813"/>
          <p14:tracePt t="102534" x="5705475" y="4722813"/>
          <p14:tracePt t="102542" x="5705475" y="4714875"/>
          <p14:tracePt t="102702" x="5713413" y="4714875"/>
          <p14:tracePt t="102726" x="5719763" y="4708525"/>
          <p14:tracePt t="102758" x="5727700" y="4708525"/>
          <p14:tracePt t="102782" x="5734050" y="4708525"/>
          <p14:tracePt t="102798" x="5741988" y="4708525"/>
          <p14:tracePt t="102806" x="5748338" y="4708525"/>
          <p14:tracePt t="102822" x="5756275" y="4708525"/>
          <p14:tracePt t="102846" x="5770563" y="4708525"/>
          <p14:tracePt t="102870" x="5776913" y="4708525"/>
          <p14:tracePt t="102910" x="5791200" y="4708525"/>
          <p14:tracePt t="102926" x="5799138" y="4708525"/>
          <p14:tracePt t="102958" x="5813425" y="4708525"/>
          <p14:tracePt t="103006" x="5819775" y="4708525"/>
          <p14:tracePt t="103022" x="5827713" y="4708525"/>
          <p14:tracePt t="103030" x="5834063" y="4708525"/>
          <p14:tracePt t="103038" x="5842000" y="4708525"/>
          <p14:tracePt t="103054" x="5848350" y="4708525"/>
          <p14:tracePt t="103070" x="5848350" y="4700588"/>
          <p14:tracePt t="103078" x="5856288" y="4700588"/>
          <p14:tracePt t="103102" x="5862638" y="4700588"/>
          <p14:tracePt t="103118" x="5870575" y="4700588"/>
          <p14:tracePt t="103126" x="5876925" y="4700588"/>
          <p14:tracePt t="103150" x="5884863" y="4700588"/>
          <p14:tracePt t="103167" x="5899150" y="4700588"/>
          <p14:tracePt t="103198" x="5905500" y="4700588"/>
          <p14:tracePt t="103222" x="5919788" y="4700588"/>
          <p14:tracePt t="103230" x="5927725" y="4700588"/>
          <p14:tracePt t="103247" x="5942013" y="4708525"/>
          <p14:tracePt t="103262" x="5956300" y="4708525"/>
          <p14:tracePt t="103270" x="5970588" y="4708525"/>
          <p14:tracePt t="103302" x="5976938" y="4708525"/>
          <p14:tracePt t="103310" x="5984875" y="4708525"/>
          <p14:tracePt t="103318" x="5991225" y="4708525"/>
          <p14:tracePt t="103326" x="5991225" y="4714875"/>
          <p14:tracePt t="103334" x="5999163" y="4722813"/>
          <p14:tracePt t="103351" x="6005513" y="4722813"/>
          <p14:tracePt t="103358" x="6013450" y="4722813"/>
          <p14:tracePt t="103374" x="6019800" y="4722813"/>
          <p14:tracePt t="103390" x="6027738" y="4722813"/>
          <p14:tracePt t="103398" x="6034088" y="4722813"/>
          <p14:tracePt t="103414" x="6042025" y="4722813"/>
          <p14:tracePt t="103422" x="6048375" y="4722813"/>
          <p14:tracePt t="103430" x="6048375" y="4729163"/>
          <p14:tracePt t="103446" x="6056313" y="4729163"/>
          <p14:tracePt t="103470" x="6062663" y="4729163"/>
          <p14:tracePt t="103510" x="6070600" y="4729163"/>
          <p14:tracePt t="103590" x="6076950" y="4729163"/>
          <p14:tracePt t="103838" x="6084888" y="4729163"/>
          <p14:tracePt t="103870" x="6091238" y="4729163"/>
          <p14:tracePt t="105206" x="6097588" y="4729163"/>
          <p14:tracePt t="105974" x="6097588" y="4722813"/>
          <p14:tracePt t="109086" x="6111875" y="4722813"/>
          <p14:tracePt t="109094" x="6119813" y="4722813"/>
          <p14:tracePt t="109102" x="6140450" y="4722813"/>
          <p14:tracePt t="109110" x="6148388" y="4722813"/>
          <p14:tracePt t="109118" x="6176963" y="4722813"/>
          <p14:tracePt t="109126" x="6205538" y="4722813"/>
          <p14:tracePt t="109134" x="6240463" y="4722813"/>
          <p14:tracePt t="109142" x="6269038" y="4722813"/>
          <p14:tracePt t="109150" x="6291263" y="4722813"/>
          <p14:tracePt t="109158" x="6319838" y="4722813"/>
          <p14:tracePt t="109167" x="6340475" y="4722813"/>
          <p14:tracePt t="109174" x="6362700" y="4722813"/>
          <p14:tracePt t="109182" x="6391275" y="4722813"/>
          <p14:tracePt t="109190" x="6405563" y="4722813"/>
          <p14:tracePt t="109198" x="6411913" y="4714875"/>
          <p14:tracePt t="109206" x="6419850" y="4714875"/>
          <p14:tracePt t="109214" x="6440488" y="4700588"/>
          <p14:tracePt t="109310" x="6448425" y="4700588"/>
          <p14:tracePt t="109614" x="6440488" y="4700588"/>
          <p14:tracePt t="109630" x="6434138" y="4700588"/>
          <p14:tracePt t="109638" x="6426200" y="4700588"/>
          <p14:tracePt t="109678" x="6419850" y="4700588"/>
          <p14:tracePt t="109694" x="6411913" y="4700588"/>
          <p14:tracePt t="109750" x="6405563" y="4700588"/>
          <p14:tracePt t="109782" x="6397625" y="4700588"/>
          <p14:tracePt t="109830" x="6383338" y="4700588"/>
          <p14:tracePt t="109854" x="6376988" y="4708525"/>
          <p14:tracePt t="109894" x="6369050" y="4714875"/>
          <p14:tracePt t="109910" x="6362700" y="4722813"/>
          <p14:tracePt t="109926" x="6354763" y="4729163"/>
          <p14:tracePt t="109951" x="6348413" y="4729163"/>
          <p14:tracePt t="109974" x="6340475" y="4743450"/>
          <p14:tracePt t="110006" x="6334125" y="4751388"/>
          <p14:tracePt t="110030" x="6326188" y="4757738"/>
          <p14:tracePt t="110046" x="6319838" y="4765675"/>
          <p14:tracePt t="110070" x="6311900" y="4772025"/>
          <p14:tracePt t="110078" x="6311900" y="4779963"/>
          <p14:tracePt t="110102" x="6311900" y="4786313"/>
          <p14:tracePt t="110134" x="6305550" y="4794250"/>
          <p14:tracePt t="110158" x="6305550" y="4800600"/>
          <p14:tracePt t="110166" x="6305550" y="4808538"/>
          <p14:tracePt t="110174" x="6297613" y="4808538"/>
          <p14:tracePt t="110206" x="6297613" y="4814888"/>
          <p14:tracePt t="110246" x="6297613" y="4822825"/>
          <p14:tracePt t="110262" x="6297613" y="4829175"/>
          <p14:tracePt t="110270" x="6291263" y="4829175"/>
          <p14:tracePt t="110286" x="6291263" y="4837113"/>
          <p14:tracePt t="110318" x="6291263" y="4843463"/>
          <p14:tracePt t="110334" x="6291263" y="4851400"/>
          <p14:tracePt t="110350" x="6291263" y="4857750"/>
          <p14:tracePt t="110374" x="6291263" y="4865688"/>
          <p14:tracePt t="110390" x="6291263" y="4872038"/>
          <p14:tracePt t="110398" x="6291263" y="4879975"/>
          <p14:tracePt t="110414" x="6291263" y="4886325"/>
          <p14:tracePt t="110438" x="6291263" y="4894263"/>
          <p14:tracePt t="110446" x="6291263" y="4900613"/>
          <p14:tracePt t="110454" x="6291263" y="4908550"/>
          <p14:tracePt t="110470" x="6291263" y="4914900"/>
          <p14:tracePt t="110494" x="6291263" y="4929188"/>
          <p14:tracePt t="110518" x="6291263" y="4937125"/>
          <p14:tracePt t="110534" x="6291263" y="4943475"/>
          <p14:tracePt t="110550" x="6291263" y="4951413"/>
          <p14:tracePt t="110558" x="6297613" y="4951413"/>
          <p14:tracePt t="110566" x="6297613" y="4957763"/>
          <p14:tracePt t="110590" x="6305550" y="4965700"/>
          <p14:tracePt t="110606" x="6311900" y="4979988"/>
          <p14:tracePt t="110630" x="6319838" y="4979988"/>
          <p14:tracePt t="110654" x="6326188" y="4979988"/>
          <p14:tracePt t="110662" x="6334125" y="4979988"/>
          <p14:tracePt t="110670" x="6340475" y="4979988"/>
          <p14:tracePt t="110678" x="6348413" y="4986338"/>
          <p14:tracePt t="110686" x="6354763" y="4994275"/>
          <p14:tracePt t="110694" x="6362700" y="4994275"/>
          <p14:tracePt t="110710" x="6362700" y="5000625"/>
          <p14:tracePt t="110718" x="6376988" y="5000625"/>
          <p14:tracePt t="110742" x="6383338" y="5000625"/>
          <p14:tracePt t="110766" x="6397625" y="5000625"/>
          <p14:tracePt t="110782" x="6405563" y="5008563"/>
          <p14:tracePt t="110790" x="6419850" y="5008563"/>
          <p14:tracePt t="110798" x="6426200" y="5014913"/>
          <p14:tracePt t="110814" x="6434138" y="5014913"/>
          <p14:tracePt t="110822" x="6440488" y="5014913"/>
          <p14:tracePt t="110854" x="6448425" y="5014913"/>
          <p14:tracePt t="110878" x="6462713" y="5014913"/>
          <p14:tracePt t="110894" x="6469063" y="5014913"/>
          <p14:tracePt t="110918" x="6483350" y="5014913"/>
          <p14:tracePt t="110926" x="6491288" y="5014913"/>
          <p14:tracePt t="110950" x="6505575" y="5014913"/>
          <p14:tracePt t="110966" x="6511925" y="5014913"/>
          <p14:tracePt t="110982" x="6519863" y="5014913"/>
          <p14:tracePt t="110991" x="6526213" y="5014913"/>
          <p14:tracePt t="111014" x="6534150" y="5014913"/>
          <p14:tracePt t="111022" x="6540500" y="5014913"/>
          <p14:tracePt t="111038" x="6554788" y="5008563"/>
          <p14:tracePt t="111054" x="6569075" y="5000625"/>
          <p14:tracePt t="111070" x="6577013" y="5000625"/>
          <p14:tracePt t="111078" x="6597650" y="4994275"/>
          <p14:tracePt t="111110" x="6604000" y="4994275"/>
          <p14:tracePt t="111118" x="6611938" y="4986338"/>
          <p14:tracePt t="111126" x="6618288" y="4986338"/>
          <p14:tracePt t="111134" x="6618288" y="4979988"/>
          <p14:tracePt t="111142" x="6626225" y="4979988"/>
          <p14:tracePt t="111150" x="6626225" y="4965700"/>
          <p14:tracePt t="111158" x="6632575" y="4957763"/>
          <p14:tracePt t="111167" x="6640513" y="4951413"/>
          <p14:tracePt t="111182" x="6646863" y="4943475"/>
          <p14:tracePt t="111190" x="6646863" y="4922838"/>
          <p14:tracePt t="111198" x="6646863" y="4914900"/>
          <p14:tracePt t="111207" x="6646863" y="4908550"/>
          <p14:tracePt t="111214" x="6661150" y="4894263"/>
          <p14:tracePt t="111222" x="6661150" y="4879975"/>
          <p14:tracePt t="111230" x="6661150" y="4857750"/>
          <p14:tracePt t="111238" x="6669088" y="4843463"/>
          <p14:tracePt t="111246" x="6669088" y="4829175"/>
          <p14:tracePt t="111254" x="6669088" y="4814888"/>
          <p14:tracePt t="111262" x="6669088" y="4800600"/>
          <p14:tracePt t="111270" x="6669088" y="4786313"/>
          <p14:tracePt t="111278" x="6669088" y="4772025"/>
          <p14:tracePt t="111286" x="6669088" y="4765675"/>
          <p14:tracePt t="111294" x="6669088" y="4757738"/>
          <p14:tracePt t="111302" x="6669088" y="4751388"/>
          <p14:tracePt t="112510" x="6661150" y="4751388"/>
          <p14:tracePt t="112550" x="6661150" y="4743450"/>
          <p14:tracePt t="112566" x="6654800" y="4737100"/>
          <p14:tracePt t="112574" x="6646863" y="4737100"/>
          <p14:tracePt t="112583" x="6632575" y="4729163"/>
          <p14:tracePt t="112590" x="6618288" y="4729163"/>
          <p14:tracePt t="112598" x="6611938" y="4729163"/>
          <p14:tracePt t="112606" x="6583363" y="4708525"/>
          <p14:tracePt t="112614" x="6577013" y="4708525"/>
          <p14:tracePt t="112622" x="6569075" y="4708525"/>
          <p14:tracePt t="112631" x="6554788" y="4700588"/>
          <p14:tracePt t="112638" x="6534150" y="4686300"/>
          <p14:tracePt t="112646" x="6526213" y="4686300"/>
          <p14:tracePt t="112654" x="6519863" y="4686300"/>
          <p14:tracePt t="112662" x="6511925" y="4679950"/>
          <p14:tracePt t="112670" x="6497638" y="4672013"/>
          <p14:tracePt t="112686" x="6477000" y="4665663"/>
          <p14:tracePt t="112694" x="6462713" y="4665663"/>
          <p14:tracePt t="112702" x="6448425" y="4657725"/>
          <p14:tracePt t="112710" x="6440488" y="4657725"/>
          <p14:tracePt t="112718" x="6426200" y="4657725"/>
          <p14:tracePt t="112726" x="6405563" y="4651375"/>
          <p14:tracePt t="112734" x="6391275" y="4643438"/>
          <p14:tracePt t="112742" x="6369050" y="4637088"/>
          <p14:tracePt t="112751" x="6362700" y="4637088"/>
          <p14:tracePt t="112758" x="6354763" y="4637088"/>
          <p14:tracePt t="112767" x="6334125" y="4629150"/>
          <p14:tracePt t="112774" x="6326188" y="4629150"/>
          <p14:tracePt t="112782" x="6319838" y="4622800"/>
          <p14:tracePt t="112790" x="6311900" y="4622800"/>
          <p14:tracePt t="112798" x="6305550" y="4622800"/>
          <p14:tracePt t="112806" x="6297613" y="4614863"/>
          <p14:tracePt t="112814" x="6283325" y="4614863"/>
          <p14:tracePt t="112822" x="6269038" y="4608513"/>
          <p14:tracePt t="112830" x="6248400" y="4600575"/>
          <p14:tracePt t="112838" x="6240463" y="4600575"/>
          <p14:tracePt t="112846" x="6226175" y="4600575"/>
          <p14:tracePt t="112854" x="6219825" y="4600575"/>
          <p14:tracePt t="112862" x="6205538" y="4586288"/>
          <p14:tracePt t="112870" x="6197600" y="4586288"/>
          <p14:tracePt t="112886" x="6191250" y="4586288"/>
          <p14:tracePt t="112902" x="6176963" y="4586288"/>
          <p14:tracePt t="112918" x="6176963" y="4579938"/>
          <p14:tracePt t="112942" x="6169025" y="4579938"/>
          <p14:tracePt t="112951" x="6162675" y="4579938"/>
          <p14:tracePt t="113463" x="6154738" y="4572000"/>
          <p14:tracePt t="113478" x="6148388" y="4572000"/>
          <p14:tracePt t="113510" x="6140450" y="4565650"/>
          <p14:tracePt t="113534" x="6140450" y="4559300"/>
          <p14:tracePt t="113542" x="6134100" y="4559300"/>
          <p14:tracePt t="113550" x="6126163" y="4559300"/>
          <p14:tracePt t="113558" x="6111875" y="4559300"/>
          <p14:tracePt t="113638" x="6105525" y="4545013"/>
          <p14:tracePt t="113662" x="6091238" y="4537075"/>
          <p14:tracePt t="113678" x="6091238" y="4530725"/>
          <p14:tracePt t="113686" x="6084888" y="4522788"/>
          <p14:tracePt t="113734" x="6070600" y="4516438"/>
          <p14:tracePt t="113782" x="6070600" y="4502150"/>
          <p14:tracePt t="114086" x="6070600" y="4494213"/>
          <p14:tracePt t="114110" x="6070600" y="4487863"/>
          <p14:tracePt t="114142" x="6070600" y="4479925"/>
          <p14:tracePt t="114174" x="6062663" y="4479925"/>
          <p14:tracePt t="114222" x="6062663" y="4473575"/>
          <p14:tracePt t="114262" x="6062663" y="4465638"/>
          <p14:tracePt t="114318" x="6062663" y="4459288"/>
          <p14:tracePt t="114406" x="6062663" y="4451350"/>
          <p14:tracePt t="114430" x="6062663" y="4445000"/>
          <p14:tracePt t="114478" x="6062663" y="4437063"/>
          <p14:tracePt t="114719" x="6062663" y="4430713"/>
          <p14:tracePt t="114750" x="6070600" y="4430713"/>
          <p14:tracePt t="114758" x="6076950" y="4430713"/>
          <p14:tracePt t="114766" x="6084888" y="4416425"/>
          <p14:tracePt t="114774" x="6097588" y="4416425"/>
          <p14:tracePt t="114782" x="6111875" y="4416425"/>
          <p14:tracePt t="114790" x="6126163" y="4408488"/>
          <p14:tracePt t="114798" x="6148388" y="4402138"/>
          <p14:tracePt t="114806" x="6176963" y="4394200"/>
          <p14:tracePt t="114814" x="6197600" y="4387850"/>
          <p14:tracePt t="114822" x="6219825" y="4379913"/>
          <p14:tracePt t="114830" x="6254750" y="4373563"/>
          <p14:tracePt t="114838" x="6276975" y="4365625"/>
          <p14:tracePt t="114846" x="6305550" y="4351338"/>
          <p14:tracePt t="114854" x="6326188" y="4351338"/>
          <p14:tracePt t="114862" x="6362700" y="4344988"/>
          <p14:tracePt t="114870" x="6391275" y="4337050"/>
          <p14:tracePt t="114878" x="6411913" y="4322763"/>
          <p14:tracePt t="114886" x="6440488" y="4322763"/>
          <p14:tracePt t="114900" x="6477000" y="4316413"/>
          <p14:tracePt t="114902" x="6505575" y="4316413"/>
          <p14:tracePt t="114910" x="6526213" y="4316413"/>
          <p14:tracePt t="114918" x="6540500" y="4308475"/>
          <p14:tracePt t="114926" x="6554788" y="4294188"/>
          <p14:tracePt t="114934" x="6569075" y="4294188"/>
          <p14:tracePt t="114942" x="6591300" y="4294188"/>
          <p14:tracePt t="114951" x="6604000" y="4294188"/>
          <p14:tracePt t="114958" x="6626225" y="4294188"/>
          <p14:tracePt t="114967" x="6632575" y="4294188"/>
          <p14:tracePt t="114974" x="6646863" y="4287838"/>
          <p14:tracePt t="114982" x="6654800" y="4287838"/>
          <p14:tracePt t="114990" x="6661150" y="4287838"/>
          <p14:tracePt t="114998" x="6675438" y="4279900"/>
          <p14:tracePt t="115006" x="6683375" y="4279900"/>
          <p14:tracePt t="115014" x="6697663" y="4273550"/>
          <p14:tracePt t="115022" x="6704013" y="4273550"/>
          <p14:tracePt t="115030" x="6711950" y="4265613"/>
          <p14:tracePt t="115038" x="6726238" y="4265613"/>
          <p14:tracePt t="115046" x="6732588" y="4265613"/>
          <p14:tracePt t="115054" x="6746875" y="4265613"/>
          <p14:tracePt t="115062" x="6754813" y="4251325"/>
          <p14:tracePt t="115078" x="6761163" y="4251325"/>
          <p14:tracePt t="115094" x="6769100" y="4251325"/>
          <p14:tracePt t="115166" x="6775450" y="4251325"/>
          <p14:tracePt t="115446" x="6769100" y="4244975"/>
          <p14:tracePt t="115502" x="6754813" y="4230688"/>
          <p14:tracePt t="115534" x="6746875" y="4222750"/>
          <p14:tracePt t="115574" x="6746875" y="4216400"/>
          <p14:tracePt t="115590" x="6746875" y="4208463"/>
          <p14:tracePt t="115622" x="6746875" y="4202113"/>
          <p14:tracePt t="115646" x="6746875" y="4194175"/>
          <p14:tracePt t="115686" x="6754813" y="4194175"/>
          <p14:tracePt t="115694" x="6761163" y="4194175"/>
          <p14:tracePt t="115718" x="6769100" y="4194175"/>
          <p14:tracePt t="115734" x="6775450" y="4194175"/>
          <p14:tracePt t="115742" x="6783388" y="4194175"/>
          <p14:tracePt t="115750" x="6797675" y="4194175"/>
          <p14:tracePt t="115758" x="6797675" y="4202113"/>
          <p14:tracePt t="115768" x="6804025" y="4208463"/>
          <p14:tracePt t="115774" x="6818313" y="4216400"/>
          <p14:tracePt t="115790" x="6818313" y="4222750"/>
          <p14:tracePt t="115798" x="6826250" y="4222750"/>
          <p14:tracePt t="115822" x="6826250" y="4230688"/>
          <p14:tracePt t="115854" x="6826250" y="4237038"/>
          <p14:tracePt t="115870" x="6826250" y="4244975"/>
          <p14:tracePt t="115878" x="6826250" y="4251325"/>
          <p14:tracePt t="115902" x="6826250" y="4259263"/>
          <p14:tracePt t="115910" x="6826250" y="4265613"/>
          <p14:tracePt t="115950" x="6818313" y="4273550"/>
          <p14:tracePt t="116006" x="6818313" y="4279900"/>
          <p14:tracePt t="116382" x="6811963" y="4279900"/>
          <p14:tracePt t="116390" x="6804025" y="4279900"/>
          <p14:tracePt t="116406" x="6797675" y="4287838"/>
          <p14:tracePt t="116422" x="6789738" y="4294188"/>
          <p14:tracePt t="116430" x="6789738" y="4302125"/>
          <p14:tracePt t="116438" x="6783388" y="4302125"/>
          <p14:tracePt t="116446" x="6775450" y="4302125"/>
          <p14:tracePt t="116454" x="6775450" y="4308475"/>
          <p14:tracePt t="116718" x="6775450" y="4316413"/>
          <p14:tracePt t="116734" x="6761163" y="4337050"/>
          <p14:tracePt t="116742" x="6754813" y="4344988"/>
          <p14:tracePt t="116750" x="6746875" y="4359275"/>
          <p14:tracePt t="116758" x="6726238" y="4379913"/>
          <p14:tracePt t="116767" x="6718300" y="4394200"/>
          <p14:tracePt t="116774" x="6689725" y="4408488"/>
          <p14:tracePt t="116782" x="6675438" y="4422775"/>
          <p14:tracePt t="116790" x="6669088" y="4430713"/>
          <p14:tracePt t="116798" x="6646863" y="4451350"/>
          <p14:tracePt t="116806" x="6640513" y="4459288"/>
          <p14:tracePt t="116814" x="6618288" y="4473575"/>
          <p14:tracePt t="116822" x="6611938" y="4479925"/>
          <p14:tracePt t="116830" x="6604000" y="4487863"/>
          <p14:tracePt t="116838" x="6591300" y="4494213"/>
          <p14:tracePt t="116846" x="6583363" y="4502150"/>
          <p14:tracePt t="116854" x="6577013" y="4502150"/>
          <p14:tracePt t="116862" x="6569075" y="4508500"/>
          <p14:tracePt t="116870" x="6554788" y="4516438"/>
          <p14:tracePt t="116878" x="6554788" y="4522788"/>
          <p14:tracePt t="116886" x="6540500" y="4530725"/>
          <p14:tracePt t="116902" x="6540500" y="4545013"/>
          <p14:tracePt t="116910" x="6534150" y="4545013"/>
          <p14:tracePt t="116918" x="6526213" y="4551363"/>
          <p14:tracePt t="116926" x="6519863" y="4559300"/>
          <p14:tracePt t="116934" x="6519863" y="4565650"/>
          <p14:tracePt t="116942" x="6511925" y="4565650"/>
          <p14:tracePt t="116958" x="6505575" y="4572000"/>
          <p14:tracePt t="116967" x="6505575" y="4579938"/>
          <p14:tracePt t="116974" x="6497638" y="4586288"/>
          <p14:tracePt t="117006" x="6491288" y="4594225"/>
          <p14:tracePt t="117014" x="6491288" y="4600575"/>
          <p14:tracePt t="117022" x="6483350" y="4608513"/>
          <p14:tracePt t="117038" x="6477000" y="4614863"/>
          <p14:tracePt t="117070" x="6477000" y="4622800"/>
          <p14:tracePt t="117094" x="6469063" y="4622800"/>
          <p14:tracePt t="117134" x="6469063" y="4629150"/>
          <p14:tracePt t="117142" x="6462713" y="4637088"/>
          <p14:tracePt t="117166" x="6454775" y="4637088"/>
          <p14:tracePt t="117198" x="6448425" y="4643438"/>
          <p14:tracePt t="117222" x="6440488" y="4643438"/>
          <p14:tracePt t="117230" x="6434138" y="4643438"/>
          <p14:tracePt t="117254" x="6426200" y="4643438"/>
          <p14:tracePt t="117270" x="6419850" y="4643438"/>
          <p14:tracePt t="117294" x="6411913" y="4643438"/>
          <p14:tracePt t="117318" x="6405563" y="4643438"/>
          <p14:tracePt t="117334" x="6397625" y="4643438"/>
          <p14:tracePt t="117358" x="6391275" y="4643438"/>
          <p14:tracePt t="117398" x="6383338" y="4643438"/>
          <p14:tracePt t="117422" x="6376988" y="4643438"/>
          <p14:tracePt t="117478" x="6369050" y="4643438"/>
          <p14:tracePt t="117566" x="6354763" y="4643438"/>
          <p14:tracePt t="117582" x="6354763" y="4637088"/>
          <p14:tracePt t="117686" x="6348413" y="4629150"/>
          <p14:tracePt t="119119" x="6354763" y="4637088"/>
          <p14:tracePt t="119310" x="6362700" y="4637088"/>
          <p14:tracePt t="119502" x="6362700" y="4629150"/>
          <p14:tracePt t="119566" x="6369050" y="4629150"/>
          <p14:tracePt t="119590" x="6376988" y="4629150"/>
          <p14:tracePt t="119606" x="6383338" y="4629150"/>
          <p14:tracePt t="119622" x="6391275" y="4622800"/>
          <p14:tracePt t="119646" x="6405563" y="4614863"/>
          <p14:tracePt t="119670" x="6411913" y="4614863"/>
          <p14:tracePt t="119678" x="6419850" y="4608513"/>
          <p14:tracePt t="119686" x="6426200" y="4608513"/>
          <p14:tracePt t="119694" x="6434138" y="4600575"/>
          <p14:tracePt t="119702" x="6440488" y="4600575"/>
          <p14:tracePt t="119710" x="6448425" y="4600575"/>
          <p14:tracePt t="119718" x="6454775" y="4600575"/>
          <p14:tracePt t="119726" x="6462713" y="4600575"/>
          <p14:tracePt t="119742" x="6469063" y="4600575"/>
          <p14:tracePt t="119751" x="6477000" y="4600575"/>
          <p14:tracePt t="119758" x="6483350" y="4600575"/>
          <p14:tracePt t="119767" x="6491288" y="4600575"/>
          <p14:tracePt t="119774" x="6497638" y="4600575"/>
          <p14:tracePt t="119782" x="6511925" y="4600575"/>
          <p14:tracePt t="119798" x="6519863" y="4600575"/>
          <p14:tracePt t="119806" x="6526213" y="4600575"/>
          <p14:tracePt t="119822" x="6534150" y="4600575"/>
          <p14:tracePt t="120302" x="6511925" y="4600575"/>
          <p14:tracePt t="120310" x="6497638" y="4600575"/>
          <p14:tracePt t="120318" x="6462713" y="4600575"/>
          <p14:tracePt t="120326" x="6440488" y="4600575"/>
          <p14:tracePt t="120334" x="6411913" y="4600575"/>
          <p14:tracePt t="120342" x="6391275" y="4600575"/>
          <p14:tracePt t="120350" x="6362700" y="4600575"/>
          <p14:tracePt t="120358" x="6348413" y="4600575"/>
          <p14:tracePt t="120367" x="6334125" y="4600575"/>
          <p14:tracePt t="120374" x="6311900" y="4600575"/>
          <p14:tracePt t="120382" x="6305550" y="4600575"/>
          <p14:tracePt t="120390" x="6297613" y="4600575"/>
          <p14:tracePt t="120398" x="6283325" y="4600575"/>
          <p14:tracePt t="120406" x="6262688" y="4600575"/>
          <p14:tracePt t="120414" x="6254750" y="4600575"/>
          <p14:tracePt t="120422" x="6248400" y="4600575"/>
          <p14:tracePt t="120430" x="6234113" y="4608513"/>
          <p14:tracePt t="120438" x="6211888" y="4614863"/>
          <p14:tracePt t="120446" x="6191250" y="4614863"/>
          <p14:tracePt t="120454" x="6183313" y="4622800"/>
          <p14:tracePt t="120462" x="6176963" y="4629150"/>
          <p14:tracePt t="120470" x="6176963" y="4637088"/>
          <p14:tracePt t="120486" x="6176963" y="4643438"/>
          <p14:tracePt t="120710" x="6162675" y="4643438"/>
          <p14:tracePt t="120718" x="6134100" y="4643438"/>
          <p14:tracePt t="120726" x="6126163" y="4643438"/>
          <p14:tracePt t="120734" x="6105525" y="4637088"/>
          <p14:tracePt t="120742" x="6097588" y="4629150"/>
          <p14:tracePt t="120751" x="6091238" y="4629150"/>
          <p14:tracePt t="120758" x="6076950" y="4614863"/>
          <p14:tracePt t="120767" x="6070600" y="4614863"/>
          <p14:tracePt t="120807" x="6062663" y="4600575"/>
          <p14:tracePt t="120822" x="6056313" y="4600575"/>
          <p14:tracePt t="120830" x="6048375" y="4594225"/>
          <p14:tracePt t="120838" x="6042025" y="4586288"/>
          <p14:tracePt t="120846" x="6034088" y="4586288"/>
          <p14:tracePt t="120854" x="6019800" y="4586288"/>
          <p14:tracePt t="120862" x="6019800" y="4579938"/>
          <p14:tracePt t="120870" x="6005513" y="4579938"/>
          <p14:tracePt t="120878" x="5991225" y="4565650"/>
          <p14:tracePt t="120900" x="5976938" y="4551363"/>
          <p14:tracePt t="120902" x="5970588" y="4551363"/>
          <p14:tracePt t="120910" x="5956300" y="4545013"/>
          <p14:tracePt t="120918" x="5956300" y="4537075"/>
          <p14:tracePt t="120926" x="5948363" y="4537075"/>
          <p14:tracePt t="120950" x="5934075" y="4530725"/>
          <p14:tracePt t="121302" x="5948363" y="4522788"/>
          <p14:tracePt t="121310" x="5970588" y="4508500"/>
          <p14:tracePt t="121326" x="5984875" y="4508500"/>
          <p14:tracePt t="121334" x="5991225" y="4502150"/>
          <p14:tracePt t="121350" x="5999163" y="4502150"/>
          <p14:tracePt t="121358" x="6005513" y="4494213"/>
          <p14:tracePt t="121382" x="6013450" y="4487863"/>
          <p14:tracePt t="121398" x="6019800" y="4487863"/>
          <p14:tracePt t="121414" x="6019800" y="4479925"/>
          <p14:tracePt t="121422" x="6027738" y="4473575"/>
          <p14:tracePt t="121438" x="6034088" y="4465638"/>
          <p14:tracePt t="121454" x="6042025" y="4465638"/>
          <p14:tracePt t="121462" x="6048375" y="4465638"/>
          <p14:tracePt t="121470" x="6056313" y="4459288"/>
          <p14:tracePt t="121478" x="6062663" y="4459288"/>
          <p14:tracePt t="121486" x="6076950" y="4451350"/>
          <p14:tracePt t="121494" x="6097588" y="4445000"/>
          <p14:tracePt t="121502" x="6111875" y="4437063"/>
          <p14:tracePt t="121510" x="6134100" y="4437063"/>
          <p14:tracePt t="121518" x="6148388" y="4437063"/>
          <p14:tracePt t="121526" x="6169025" y="4422775"/>
          <p14:tracePt t="121534" x="6191250" y="4422775"/>
          <p14:tracePt t="121542" x="6219825" y="4416425"/>
          <p14:tracePt t="121551" x="6240463" y="4416425"/>
          <p14:tracePt t="121558" x="6269038" y="4416425"/>
          <p14:tracePt t="121567" x="6291263" y="4416425"/>
          <p14:tracePt t="121574" x="6319838" y="4416425"/>
          <p14:tracePt t="121582" x="6348413" y="4416425"/>
          <p14:tracePt t="121590" x="6362700" y="4416425"/>
          <p14:tracePt t="121598" x="6391275" y="4416425"/>
          <p14:tracePt t="121606" x="6440488" y="4408488"/>
          <p14:tracePt t="121614" x="6469063" y="4402138"/>
          <p14:tracePt t="121622" x="6511925" y="4402138"/>
          <p14:tracePt t="121630" x="6548438" y="4402138"/>
          <p14:tracePt t="121638" x="6591300" y="4387850"/>
          <p14:tracePt t="121646" x="6618288" y="4387850"/>
          <p14:tracePt t="121654" x="6646863" y="4387850"/>
          <p14:tracePt t="121662" x="6661150" y="4379913"/>
          <p14:tracePt t="121670" x="6683375" y="4379913"/>
          <p14:tracePt t="121678" x="6697663" y="4379913"/>
          <p14:tracePt t="121686" x="6711950" y="4379913"/>
          <p14:tracePt t="121694" x="6718300" y="4373563"/>
          <p14:tracePt t="121702" x="6732588" y="4373563"/>
          <p14:tracePt t="121710" x="6740525" y="4373563"/>
          <p14:tracePt t="121718" x="6746875" y="4373563"/>
          <p14:tracePt t="121726" x="6754813" y="4373563"/>
          <p14:tracePt t="121734" x="6754813" y="4365625"/>
          <p14:tracePt t="121742" x="6761163" y="4365625"/>
          <p14:tracePt t="121767" x="6769100" y="4365625"/>
          <p14:tracePt t="122414" x="6761163" y="4365625"/>
          <p14:tracePt t="122582" x="6761163" y="4373563"/>
          <p14:tracePt t="122726" x="6761163" y="4379913"/>
          <p14:tracePt t="122782" x="6761163" y="4387850"/>
          <p14:tracePt t="122790" x="6761163" y="4394200"/>
          <p14:tracePt t="122878" x="6769100" y="4402138"/>
          <p14:tracePt t="122886" x="6783388" y="4408488"/>
          <p14:tracePt t="122902" x="6789738" y="4408488"/>
          <p14:tracePt t="122910" x="6804025" y="4408488"/>
          <p14:tracePt t="122926" x="6811963" y="4408488"/>
          <p14:tracePt t="122934" x="6832600" y="4416425"/>
          <p14:tracePt t="122950" x="6840538" y="4416425"/>
          <p14:tracePt t="122958" x="6854825" y="4416425"/>
          <p14:tracePt t="122974" x="6861175" y="4416425"/>
          <p14:tracePt t="122982" x="6875463" y="4416425"/>
          <p14:tracePt t="122998" x="6883400" y="4416425"/>
          <p14:tracePt t="123006" x="6889750" y="4416425"/>
          <p14:tracePt t="123014" x="6897688" y="4416425"/>
          <p14:tracePt t="123030" x="6904038" y="4416425"/>
          <p14:tracePt t="123038" x="6911975" y="4416425"/>
          <p14:tracePt t="123054" x="6918325" y="4416425"/>
          <p14:tracePt t="123070" x="6926263" y="4416425"/>
          <p14:tracePt t="123086" x="6932613" y="4416425"/>
          <p14:tracePt t="123126" x="6932613" y="4402138"/>
          <p14:tracePt t="123134" x="6940550" y="4402138"/>
          <p14:tracePt t="123142" x="6946900" y="4387850"/>
          <p14:tracePt t="123150" x="6946900" y="4379913"/>
          <p14:tracePt t="123166" x="6946900" y="4365625"/>
          <p14:tracePt t="123174" x="6946900" y="4359275"/>
          <p14:tracePt t="123198" x="6946900" y="4351338"/>
          <p14:tracePt t="123206" x="6946900" y="4337050"/>
          <p14:tracePt t="123214" x="6946900" y="4330700"/>
          <p14:tracePt t="123222" x="6946900" y="4322763"/>
          <p14:tracePt t="123230" x="6946900" y="4308475"/>
          <p14:tracePt t="123238" x="6946900" y="4294188"/>
          <p14:tracePt t="123246" x="6946900" y="4279900"/>
          <p14:tracePt t="123254" x="6940550" y="4279900"/>
          <p14:tracePt t="123262" x="6940550" y="4265613"/>
          <p14:tracePt t="123270" x="6926263" y="4251325"/>
          <p14:tracePt t="123278" x="6918325" y="4244975"/>
          <p14:tracePt t="123286" x="6911975" y="4237038"/>
          <p14:tracePt t="123302" x="6911975" y="4230688"/>
          <p14:tracePt t="123326" x="6897688" y="4230688"/>
          <p14:tracePt t="123334" x="6897688" y="4222750"/>
          <p14:tracePt t="123342" x="6889750" y="4222750"/>
          <p14:tracePt t="123358" x="6883400" y="4216400"/>
          <p14:tracePt t="123368" x="6875463" y="4216400"/>
          <p14:tracePt t="123374" x="6869113" y="4216400"/>
          <p14:tracePt t="123382" x="6854825" y="4208463"/>
          <p14:tracePt t="123390" x="6846888" y="4208463"/>
          <p14:tracePt t="123398" x="6840538" y="4202113"/>
          <p14:tracePt t="123414" x="6832600" y="4194175"/>
          <p14:tracePt t="123422" x="6826250" y="4194175"/>
          <p14:tracePt t="123430" x="6818313" y="4194175"/>
          <p14:tracePt t="123438" x="6804025" y="4194175"/>
          <p14:tracePt t="123454" x="6797675" y="4194175"/>
          <p14:tracePt t="123462" x="6783388" y="4194175"/>
          <p14:tracePt t="123470" x="6769100" y="4194175"/>
          <p14:tracePt t="123478" x="6754813" y="4194175"/>
          <p14:tracePt t="123494" x="6740525" y="4194175"/>
          <p14:tracePt t="123502" x="6726238" y="4194175"/>
          <p14:tracePt t="123518" x="6711950" y="4194175"/>
          <p14:tracePt t="123526" x="6704013" y="4194175"/>
          <p14:tracePt t="123542" x="6689725" y="4194175"/>
          <p14:tracePt t="123551" x="6683375" y="4194175"/>
          <p14:tracePt t="123567" x="6675438" y="4194175"/>
          <p14:tracePt t="123574" x="6661150" y="4194175"/>
          <p14:tracePt t="123590" x="6646863" y="4194175"/>
          <p14:tracePt t="123598" x="6640513" y="4194175"/>
          <p14:tracePt t="123606" x="6632575" y="4202113"/>
          <p14:tracePt t="123614" x="6626225" y="4202113"/>
          <p14:tracePt t="123630" x="6618288" y="4208463"/>
          <p14:tracePt t="123638" x="6611938" y="4216400"/>
          <p14:tracePt t="123646" x="6604000" y="4216400"/>
          <p14:tracePt t="123654" x="6597650" y="4230688"/>
          <p14:tracePt t="123670" x="6591300" y="4237038"/>
          <p14:tracePt t="123678" x="6591300" y="4244975"/>
          <p14:tracePt t="123686" x="6577013" y="4251325"/>
          <p14:tracePt t="123694" x="6577013" y="4259263"/>
          <p14:tracePt t="123702" x="6577013" y="4265613"/>
          <p14:tracePt t="123718" x="6577013" y="4273550"/>
          <p14:tracePt t="123726" x="6577013" y="4279900"/>
          <p14:tracePt t="123734" x="6577013" y="4287838"/>
          <p14:tracePt t="123742" x="6577013" y="4294188"/>
          <p14:tracePt t="123751" x="6577013" y="4302125"/>
          <p14:tracePt t="123758" x="6577013" y="4308475"/>
          <p14:tracePt t="123774" x="6577013" y="4316413"/>
          <p14:tracePt t="123782" x="6577013" y="4322763"/>
          <p14:tracePt t="123790" x="6577013" y="4330700"/>
          <p14:tracePt t="123798" x="6577013" y="4337050"/>
          <p14:tracePt t="123814" x="6583363" y="4351338"/>
          <p14:tracePt t="123830" x="6591300" y="4359275"/>
          <p14:tracePt t="123854" x="6597650" y="4365625"/>
          <p14:tracePt t="123878" x="6604000" y="4373563"/>
          <p14:tracePt t="123886" x="6611938" y="4379913"/>
          <p14:tracePt t="123911" x="6618288" y="4387850"/>
          <p14:tracePt t="123918" x="6626225" y="4387850"/>
          <p14:tracePt t="123926" x="6626225" y="4394200"/>
          <p14:tracePt t="123934" x="6632575" y="4394200"/>
          <p14:tracePt t="123942" x="6640513" y="4394200"/>
          <p14:tracePt t="123958" x="6646863" y="4394200"/>
          <p14:tracePt t="123967" x="6654800" y="4394200"/>
          <p14:tracePt t="123974" x="6661150" y="4394200"/>
          <p14:tracePt t="123982" x="6675438" y="4394200"/>
          <p14:tracePt t="123990" x="6683375" y="4394200"/>
          <p14:tracePt t="123998" x="6697663" y="4394200"/>
          <p14:tracePt t="124006" x="6704013" y="4394200"/>
          <p14:tracePt t="124014" x="6718300" y="4394200"/>
          <p14:tracePt t="124022" x="6732588" y="4394200"/>
          <p14:tracePt t="124030" x="6746875" y="4394200"/>
          <p14:tracePt t="124038" x="6754813" y="4394200"/>
          <p14:tracePt t="124046" x="6769100" y="4394200"/>
          <p14:tracePt t="124054" x="6775450" y="4394200"/>
          <p14:tracePt t="124062" x="6789738" y="4394200"/>
          <p14:tracePt t="124070" x="6804025" y="4394200"/>
          <p14:tracePt t="124078" x="6818313" y="4394200"/>
          <p14:tracePt t="124094" x="6832600" y="4394200"/>
          <p14:tracePt t="124102" x="6846888" y="4394200"/>
          <p14:tracePt t="124118" x="6861175" y="4394200"/>
          <p14:tracePt t="124126" x="6875463" y="4387850"/>
          <p14:tracePt t="124142" x="6889750" y="4379913"/>
          <p14:tracePt t="124150" x="6897688" y="4373563"/>
          <p14:tracePt t="124158" x="6904038" y="4365625"/>
          <p14:tracePt t="124167" x="6911975" y="4365625"/>
          <p14:tracePt t="124174" x="6911975" y="4359275"/>
          <p14:tracePt t="124182" x="6918325" y="4351338"/>
          <p14:tracePt t="124190" x="6926263" y="4337050"/>
          <p14:tracePt t="124198" x="6926263" y="4322763"/>
          <p14:tracePt t="124206" x="6926263" y="4316413"/>
          <p14:tracePt t="124214" x="6926263" y="4302125"/>
          <p14:tracePt t="124222" x="6926263" y="4279900"/>
          <p14:tracePt t="124230" x="6926263" y="4273550"/>
          <p14:tracePt t="124238" x="6911975" y="4244975"/>
          <p14:tracePt t="124254" x="6904038" y="4237038"/>
          <p14:tracePt t="124262" x="6897688" y="4237038"/>
          <p14:tracePt t="124270" x="6889750" y="4230688"/>
          <p14:tracePt t="124286" x="6883400" y="4222750"/>
          <p14:tracePt t="124366" x="6875463" y="4216400"/>
          <p14:tracePt t="124439" x="6869113" y="4216400"/>
          <p14:tracePt t="124454" x="6854825" y="4216400"/>
          <p14:tracePt t="124462" x="6846888" y="4216400"/>
          <p14:tracePt t="124470" x="6832600" y="4216400"/>
          <p14:tracePt t="124478" x="6818313" y="4216400"/>
          <p14:tracePt t="124486" x="6811963" y="4222750"/>
          <p14:tracePt t="124494" x="6804025" y="4230688"/>
          <p14:tracePt t="124502" x="6783388" y="4230688"/>
          <p14:tracePt t="124510" x="6775450" y="4230688"/>
          <p14:tracePt t="124518" x="6769100" y="4230688"/>
          <p14:tracePt t="124526" x="6761163" y="4230688"/>
          <p14:tracePt t="124534" x="6746875" y="4230688"/>
          <p14:tracePt t="124542" x="6740525" y="4230688"/>
          <p14:tracePt t="124550" x="6732588" y="4230688"/>
          <p14:tracePt t="124558" x="6726238" y="4237038"/>
          <p14:tracePt t="124567" x="6718300" y="4237038"/>
          <p14:tracePt t="124574" x="6711950" y="4237038"/>
          <p14:tracePt t="124590" x="6704013" y="4237038"/>
          <p14:tracePt t="124598" x="6697663" y="4244975"/>
          <p14:tracePt t="124606" x="6689725" y="4244975"/>
          <p14:tracePt t="124614" x="6669088" y="4244975"/>
          <p14:tracePt t="124622" x="6654800" y="4251325"/>
          <p14:tracePt t="124630" x="6632575" y="4251325"/>
          <p14:tracePt t="124638" x="6604000" y="4251325"/>
          <p14:tracePt t="124646" x="6569075" y="4251325"/>
          <p14:tracePt t="124654" x="6540500" y="4251325"/>
          <p14:tracePt t="124662" x="6505575" y="4259263"/>
          <p14:tracePt t="124670" x="6477000" y="4259263"/>
          <p14:tracePt t="124678" x="6448425" y="4259263"/>
          <p14:tracePt t="124686" x="6426200" y="4259263"/>
          <p14:tracePt t="124694" x="6397625" y="4259263"/>
          <p14:tracePt t="124702" x="6362700" y="4259263"/>
          <p14:tracePt t="124710" x="6340475" y="4259263"/>
          <p14:tracePt t="124718" x="6311900" y="4259263"/>
          <p14:tracePt t="124726" x="6276975" y="4273550"/>
          <p14:tracePt t="124734" x="6248400" y="4287838"/>
          <p14:tracePt t="124742" x="6211888" y="4294188"/>
          <p14:tracePt t="124751" x="6176963" y="4316413"/>
          <p14:tracePt t="124758" x="6140450" y="4322763"/>
          <p14:tracePt t="124767" x="6097588" y="4344988"/>
          <p14:tracePt t="124774" x="6048375" y="4359275"/>
          <p14:tracePt t="124782" x="5999163" y="4373563"/>
          <p14:tracePt t="124790" x="5948363" y="4387850"/>
          <p14:tracePt t="124798" x="5891213" y="4402138"/>
          <p14:tracePt t="124806" x="5827713" y="4422775"/>
          <p14:tracePt t="124814" x="5748338" y="4437063"/>
          <p14:tracePt t="124822" x="5670550" y="4459288"/>
          <p14:tracePt t="124830" x="5584825" y="4473575"/>
          <p14:tracePt t="124838" x="5499100" y="4494213"/>
          <p14:tracePt t="124846" x="5441950" y="4502150"/>
          <p14:tracePt t="124854" x="5413375" y="4502150"/>
          <p14:tracePt t="124862" x="5407025" y="4502150"/>
          <p14:tracePt t="124878" x="5399088" y="4516438"/>
          <p14:tracePt t="124900" x="5399088" y="4522788"/>
          <p14:tracePt t="125158" x="5399088" y="4516438"/>
          <p14:tracePt t="125166" x="5399088" y="4508500"/>
          <p14:tracePt t="125182" x="5399088" y="4502150"/>
          <p14:tracePt t="125478" x="5399088" y="4494213"/>
          <p14:tracePt t="125486" x="5392738" y="4494213"/>
          <p14:tracePt t="125558" x="5384800" y="4487863"/>
          <p14:tracePt t="125606" x="5384800" y="4479925"/>
          <p14:tracePt t="125694" x="5378450" y="4473575"/>
          <p14:tracePt t="125710" x="5370513" y="4473575"/>
          <p14:tracePt t="125718" x="5364163" y="4465638"/>
          <p14:tracePt t="125726" x="5356225" y="4459288"/>
          <p14:tracePt t="125734" x="5349875" y="4459288"/>
          <p14:tracePt t="125742" x="5341938" y="4459288"/>
          <p14:tracePt t="125751" x="5335588" y="4451350"/>
          <p14:tracePt t="125758" x="5321300" y="4451350"/>
          <p14:tracePt t="125774" x="5307013" y="4451350"/>
          <p14:tracePt t="125782" x="5292725" y="4437063"/>
          <p14:tracePt t="125790" x="5270500" y="4430713"/>
          <p14:tracePt t="125798" x="5249863" y="4430713"/>
          <p14:tracePt t="125806" x="5221288" y="4422775"/>
          <p14:tracePt t="125814" x="5178425" y="4408488"/>
          <p14:tracePt t="125822" x="5127625" y="4394200"/>
          <p14:tracePt t="125831" x="5072063" y="4394200"/>
          <p14:tracePt t="125838" x="5021263" y="4373563"/>
          <p14:tracePt t="125846" x="4949825" y="4365625"/>
          <p14:tracePt t="125854" x="4872038" y="4351338"/>
          <p14:tracePt t="125862" x="4800600" y="4330700"/>
          <p14:tracePt t="125870" x="4714875" y="4322763"/>
          <p14:tracePt t="125878" x="4635500" y="4316413"/>
          <p14:tracePt t="125886" x="4537075" y="4294188"/>
          <p14:tracePt t="125902" x="4365625" y="4251325"/>
          <p14:tracePt t="125910" x="4300538" y="4244975"/>
          <p14:tracePt t="125918" x="4229100" y="4230688"/>
          <p14:tracePt t="125926" x="4151313" y="4216400"/>
          <p14:tracePt t="125934" x="4086225" y="4208463"/>
          <p14:tracePt t="125942" x="4016375" y="4202113"/>
          <p14:tracePt t="125951" x="3951288" y="4194175"/>
          <p14:tracePt t="125958" x="3873500" y="4179888"/>
          <p14:tracePt t="125967" x="3808413" y="4173538"/>
          <p14:tracePt t="125974" x="3736975" y="4165600"/>
          <p14:tracePt t="125982" x="3687763" y="4165600"/>
          <p14:tracePt t="125990" x="3630613" y="4159250"/>
          <p14:tracePt t="125998" x="3587750" y="4159250"/>
          <p14:tracePt t="126006" x="3538538" y="4159250"/>
          <p14:tracePt t="126014" x="3487738" y="4159250"/>
          <p14:tracePt t="126022" x="3438525" y="4159250"/>
          <p14:tracePt t="126030" x="3395663" y="4159250"/>
          <p14:tracePt t="126038" x="3344863" y="4159250"/>
          <p14:tracePt t="126046" x="3287713" y="4159250"/>
          <p14:tracePt t="126054" x="3238500" y="4159250"/>
          <p14:tracePt t="126062" x="3181350" y="4159250"/>
          <p14:tracePt t="126070" x="3130550" y="4159250"/>
          <p14:tracePt t="126078" x="3073400" y="4159250"/>
          <p14:tracePt t="126086" x="3032125" y="4159250"/>
          <p14:tracePt t="126094" x="2974975" y="4159250"/>
          <p14:tracePt t="126102" x="2924175" y="4159250"/>
          <p14:tracePt t="126110" x="2867025" y="4159250"/>
          <p14:tracePt t="126118" x="2824163" y="4159250"/>
          <p14:tracePt t="126126" x="2781300" y="4159250"/>
          <p14:tracePt t="126134" x="2724150" y="4159250"/>
          <p14:tracePt t="126143" x="2652713" y="4159250"/>
          <p14:tracePt t="126150" x="2595563" y="4179888"/>
          <p14:tracePt t="126159" x="2525713" y="4194175"/>
          <p14:tracePt t="126167" x="2460625" y="4216400"/>
          <p14:tracePt t="126174" x="2389188" y="4230688"/>
          <p14:tracePt t="126182" x="2332038" y="4251325"/>
          <p14:tracePt t="126190" x="2260600" y="4273550"/>
          <p14:tracePt t="126198" x="2189163" y="4294188"/>
          <p14:tracePt t="126206" x="2132013" y="4308475"/>
          <p14:tracePt t="126214" x="2074863" y="4322763"/>
          <p14:tracePt t="126222" x="2032000" y="4330700"/>
          <p14:tracePt t="126230" x="1968500" y="4344988"/>
          <p14:tracePt t="126238" x="1933575" y="4359275"/>
          <p14:tracePt t="126246" x="1890713" y="4373563"/>
          <p14:tracePt t="126254" x="1868488" y="4379913"/>
          <p14:tracePt t="126262" x="1862138" y="4394200"/>
          <p14:tracePt t="126270" x="1839913" y="4402138"/>
          <p14:tracePt t="126278" x="1839913" y="4408488"/>
          <p14:tracePt t="126286" x="1833563" y="4408488"/>
          <p14:tracePt t="126294" x="1833563" y="4416425"/>
          <p14:tracePt t="126302" x="1833563" y="4422775"/>
          <p14:tracePt t="126310" x="1833563" y="4430713"/>
          <p14:tracePt t="126318" x="1833563" y="4437063"/>
          <p14:tracePt t="126326" x="1833563" y="4451350"/>
          <p14:tracePt t="126334" x="1833563" y="4459288"/>
          <p14:tracePt t="126342" x="1833563" y="4465638"/>
          <p14:tracePt t="126351" x="1833563" y="4479925"/>
          <p14:tracePt t="126367" x="1839913" y="4494213"/>
          <p14:tracePt t="126374" x="1847850" y="4508500"/>
          <p14:tracePt t="126382" x="1854200" y="4530725"/>
          <p14:tracePt t="126398" x="1862138" y="4545013"/>
          <p14:tracePt t="126406" x="1876425" y="4551363"/>
          <p14:tracePt t="126414" x="1890713" y="4565650"/>
          <p14:tracePt t="126422" x="1911350" y="4586288"/>
          <p14:tracePt t="126430" x="1933575" y="4594225"/>
          <p14:tracePt t="126438" x="1962150" y="4614863"/>
          <p14:tracePt t="126446" x="1997075" y="4629150"/>
          <p14:tracePt t="126454" x="2032000" y="4643438"/>
          <p14:tracePt t="126462" x="2068513" y="4657725"/>
          <p14:tracePt t="126470" x="2111375" y="4679950"/>
          <p14:tracePt t="126478" x="2160588" y="4700588"/>
          <p14:tracePt t="126486" x="2225675" y="4714875"/>
          <p14:tracePt t="126494" x="2274888" y="4729163"/>
          <p14:tracePt t="126502" x="2354263" y="4751388"/>
          <p14:tracePt t="126510" x="2417763" y="4757738"/>
          <p14:tracePt t="126518" x="2482850" y="4765675"/>
          <p14:tracePt t="126526" x="2546350" y="4772025"/>
          <p14:tracePt t="126534" x="2603500" y="4786313"/>
          <p14:tracePt t="126542" x="2652713" y="4794250"/>
          <p14:tracePt t="126551" x="2717800" y="4800600"/>
          <p14:tracePt t="126558" x="2767013" y="4808538"/>
          <p14:tracePt t="126567" x="2817813" y="4808538"/>
          <p14:tracePt t="126574" x="2867025" y="4822825"/>
          <p14:tracePt t="126582" x="2924175" y="4822825"/>
          <p14:tracePt t="126590" x="2974975" y="4829175"/>
          <p14:tracePt t="126598" x="3032125" y="4829175"/>
          <p14:tracePt t="126606" x="3095625" y="4829175"/>
          <p14:tracePt t="126614" x="3144838" y="4837113"/>
          <p14:tracePt t="126622" x="3209925" y="4837113"/>
          <p14:tracePt t="126630" x="3267075" y="4837113"/>
          <p14:tracePt t="126638" x="3324225" y="4837113"/>
          <p14:tracePt t="126646" x="3387725" y="4843463"/>
          <p14:tracePt t="126654" x="3430588" y="4843463"/>
          <p14:tracePt t="126662" x="3502025" y="4857750"/>
          <p14:tracePt t="126670" x="3565525" y="4865688"/>
          <p14:tracePt t="126678" x="3622675" y="4879975"/>
          <p14:tracePt t="126686" x="3702050" y="4879975"/>
          <p14:tracePt t="126694" x="3787775" y="4886325"/>
          <p14:tracePt t="126702" x="3873500" y="4908550"/>
          <p14:tracePt t="126710" x="3959225" y="4908550"/>
          <p14:tracePt t="126718" x="4044950" y="4908550"/>
          <p14:tracePt t="126726" x="4122738" y="4908550"/>
          <p14:tracePt t="126734" x="4194175" y="4908550"/>
          <p14:tracePt t="126742" x="4271963" y="4908550"/>
          <p14:tracePt t="126751" x="4337050" y="4908550"/>
          <p14:tracePt t="126758" x="4408488" y="4908550"/>
          <p14:tracePt t="126767" x="4451350" y="4908550"/>
          <p14:tracePt t="126774" x="4494213" y="4908550"/>
          <p14:tracePt t="126782" x="4522788" y="4908550"/>
          <p14:tracePt t="126790" x="4572000" y="4908550"/>
          <p14:tracePt t="126798" x="4600575" y="4900613"/>
          <p14:tracePt t="126806" x="4643438" y="4886325"/>
          <p14:tracePt t="126814" x="4672013" y="4886325"/>
          <p14:tracePt t="126822" x="4706938" y="4872038"/>
          <p14:tracePt t="126830" x="4735513" y="4865688"/>
          <p14:tracePt t="126838" x="4764088" y="4865688"/>
          <p14:tracePt t="126846" x="4806950" y="4865688"/>
          <p14:tracePt t="126854" x="4835525" y="4857750"/>
          <p14:tracePt t="126862" x="4872038" y="4843463"/>
          <p14:tracePt t="126870" x="4906963" y="4829175"/>
          <p14:tracePt t="126878" x="4943475" y="4822825"/>
          <p14:tracePt t="126886" x="4972050" y="4800600"/>
          <p14:tracePt t="126902" x="5035550" y="4779963"/>
          <p14:tracePt t="126910" x="5072063" y="4765675"/>
          <p14:tracePt t="126918" x="5106988" y="4743450"/>
          <p14:tracePt t="126926" x="5121275" y="4737100"/>
          <p14:tracePt t="126934" x="5149850" y="4729163"/>
          <p14:tracePt t="126942" x="5156200" y="4722813"/>
          <p14:tracePt t="126951" x="5184775" y="4700588"/>
          <p14:tracePt t="126967" x="5192713" y="4694238"/>
          <p14:tracePt t="126974" x="5199063" y="4679950"/>
          <p14:tracePt t="126982" x="5213350" y="4657725"/>
          <p14:tracePt t="126990" x="5213350" y="4643438"/>
          <p14:tracePt t="126998" x="5221288" y="4629150"/>
          <p14:tracePt t="127006" x="5221288" y="4614863"/>
          <p14:tracePt t="127014" x="5221288" y="4600575"/>
          <p14:tracePt t="127022" x="5227638" y="4586288"/>
          <p14:tracePt t="127030" x="5227638" y="4579938"/>
          <p14:tracePt t="127038" x="5227638" y="4565650"/>
          <p14:tracePt t="127046" x="5227638" y="4551363"/>
          <p14:tracePt t="127054" x="5227638" y="4545013"/>
          <p14:tracePt t="127062" x="5227638" y="4537075"/>
          <p14:tracePt t="127070" x="5227638" y="4522788"/>
          <p14:tracePt t="127078" x="5227638" y="4516438"/>
          <p14:tracePt t="127086" x="5227638" y="4508500"/>
          <p14:tracePt t="127094" x="5227638" y="4502150"/>
          <p14:tracePt t="127102" x="5227638" y="4494213"/>
          <p14:tracePt t="127134" x="5221288" y="4487863"/>
          <p14:tracePt t="127150" x="5207000" y="4479925"/>
          <p14:tracePt t="127158" x="5192713" y="4473575"/>
          <p14:tracePt t="127167" x="5184775" y="4465638"/>
          <p14:tracePt t="127174" x="5164138" y="4459288"/>
          <p14:tracePt t="127182" x="5141913" y="4459288"/>
          <p14:tracePt t="127190" x="5121275" y="4451350"/>
          <p14:tracePt t="127198" x="5092700" y="4445000"/>
          <p14:tracePt t="127206" x="5072063" y="4445000"/>
          <p14:tracePt t="127214" x="5049838" y="4437063"/>
          <p14:tracePt t="127222" x="5043488" y="4437063"/>
          <p14:tracePt t="127230" x="5014913" y="4430713"/>
          <p14:tracePt t="127238" x="5006975" y="4430713"/>
          <p14:tracePt t="127246" x="4986338" y="4430713"/>
          <p14:tracePt t="127254" x="4964113" y="4430713"/>
          <p14:tracePt t="127262" x="4943475" y="4430713"/>
          <p14:tracePt t="127270" x="4921250" y="4430713"/>
          <p14:tracePt t="127278" x="4892675" y="4430713"/>
          <p14:tracePt t="127286" x="4864100" y="4430713"/>
          <p14:tracePt t="127294" x="4829175" y="4430713"/>
          <p14:tracePt t="127302" x="4778375" y="4430713"/>
          <p14:tracePt t="127310" x="4721225" y="4430713"/>
          <p14:tracePt t="127318" x="4657725" y="4430713"/>
          <p14:tracePt t="127326" x="4600575" y="4430713"/>
          <p14:tracePt t="127334" x="4522788" y="4422775"/>
          <p14:tracePt t="127342" x="4443413" y="4422775"/>
          <p14:tracePt t="127351" x="4379913" y="4422775"/>
          <p14:tracePt t="127358" x="4322763" y="4422775"/>
          <p14:tracePt t="127367" x="4265613" y="4422775"/>
          <p14:tracePt t="127374" x="4208463" y="4422775"/>
          <p14:tracePt t="127382" x="4157663" y="4422775"/>
          <p14:tracePt t="127390" x="4100513" y="4422775"/>
          <p14:tracePt t="127398" x="4059238" y="4422775"/>
          <p14:tracePt t="127406" x="4008438" y="4422775"/>
          <p14:tracePt t="127414" x="3959225" y="4422775"/>
          <p14:tracePt t="127422" x="3894138" y="4422775"/>
          <p14:tracePt t="127430" x="3844925" y="4422775"/>
          <p14:tracePt t="127438" x="3765550" y="4422775"/>
          <p14:tracePt t="127446" x="3694113" y="4422775"/>
          <p14:tracePt t="127454" x="3608388" y="4422775"/>
          <p14:tracePt t="127462" x="3530600" y="4422775"/>
          <p14:tracePt t="127470" x="3444875" y="4422775"/>
          <p14:tracePt t="127478" x="3373438" y="4422775"/>
          <p14:tracePt t="127486" x="3295650" y="4422775"/>
          <p14:tracePt t="127494" x="3209925" y="4422775"/>
          <p14:tracePt t="127502" x="3138488" y="4422775"/>
          <p14:tracePt t="127510" x="3067050" y="4422775"/>
          <p14:tracePt t="127518" x="3003550" y="4422775"/>
          <p14:tracePt t="127526" x="2946400" y="4422775"/>
          <p14:tracePt t="127534" x="2889250" y="4422775"/>
          <p14:tracePt t="127542" x="2838450" y="4422775"/>
          <p14:tracePt t="127551" x="2781300" y="4422775"/>
          <p14:tracePt t="127558" x="2746375" y="4422775"/>
          <p14:tracePt t="127567" x="2717800" y="4422775"/>
          <p14:tracePt t="127574" x="2674938" y="4422775"/>
          <p14:tracePt t="127582" x="2638425" y="4422775"/>
          <p14:tracePt t="127590" x="2609850" y="4422775"/>
          <p14:tracePt t="127598" x="2560638" y="4422775"/>
          <p14:tracePt t="127606" x="2532063" y="4422775"/>
          <p14:tracePt t="127614" x="2503488" y="4422775"/>
          <p14:tracePt t="127622" x="2460625" y="4422775"/>
          <p14:tracePt t="127630" x="2425700" y="4422775"/>
          <p14:tracePt t="127638" x="2382838" y="4430713"/>
          <p14:tracePt t="127646" x="2346325" y="4445000"/>
          <p14:tracePt t="127654" x="2317750" y="4451350"/>
          <p14:tracePt t="127662" x="2282825" y="4465638"/>
          <p14:tracePt t="127670" x="2260600" y="4479925"/>
          <p14:tracePt t="127678" x="2239963" y="4494213"/>
          <p14:tracePt t="127687" x="2225675" y="4502150"/>
          <p14:tracePt t="127694" x="2211388" y="4516438"/>
          <p14:tracePt t="127702" x="2203450" y="4530725"/>
          <p14:tracePt t="127710" x="2197100" y="4530725"/>
          <p14:tracePt t="127719" x="2182813" y="4551363"/>
          <p14:tracePt t="127726" x="2174875" y="4559300"/>
          <p14:tracePt t="127734" x="2168525" y="4579938"/>
          <p14:tracePt t="127742" x="2160588" y="4586288"/>
          <p14:tracePt t="127751" x="2154238" y="4600575"/>
          <p14:tracePt t="127768" x="2146300" y="4608513"/>
          <p14:tracePt t="127774" x="2146300" y="4622800"/>
          <p14:tracePt t="127790" x="2146300" y="4637088"/>
          <p14:tracePt t="127798" x="2146300" y="4651375"/>
          <p14:tracePt t="127814" x="2146300" y="4657725"/>
          <p14:tracePt t="127822" x="2146300" y="4665663"/>
          <p14:tracePt t="127838" x="2146300" y="4672013"/>
          <p14:tracePt t="127846" x="2146300" y="4679950"/>
          <p14:tracePt t="127854" x="2146300" y="4686300"/>
          <p14:tracePt t="127870" x="2146300" y="4694238"/>
          <p14:tracePt t="127878" x="2146300" y="4700588"/>
          <p14:tracePt t="127886" x="2146300" y="4708525"/>
          <p14:tracePt t="127901" x="2154238" y="4714875"/>
          <p14:tracePt t="127902" x="2174875" y="4722813"/>
          <p14:tracePt t="127910" x="2182813" y="4729163"/>
          <p14:tracePt t="127918" x="2197100" y="4737100"/>
          <p14:tracePt t="127926" x="2211388" y="4743450"/>
          <p14:tracePt t="127934" x="2239963" y="4757738"/>
          <p14:tracePt t="127942" x="2268538" y="4765675"/>
          <p14:tracePt t="127951" x="2311400" y="4772025"/>
          <p14:tracePt t="127958" x="2368550" y="4794250"/>
          <p14:tracePt t="127966" x="2439988" y="4800600"/>
          <p14:tracePt t="127974" x="2503488" y="4808538"/>
          <p14:tracePt t="127982" x="2574925" y="4808538"/>
          <p14:tracePt t="127990" x="2652713" y="4837113"/>
          <p14:tracePt t="127998" x="2717800" y="4843463"/>
          <p14:tracePt t="128006" x="2738438" y="4843463"/>
          <p14:tracePt t="128014" x="2795588" y="4851400"/>
          <p14:tracePt t="128022" x="2860675" y="4857750"/>
          <p14:tracePt t="128030" x="2924175" y="4872038"/>
          <p14:tracePt t="128038" x="3003550" y="4886325"/>
          <p14:tracePt t="128046" x="3059113" y="4886325"/>
          <p14:tracePt t="128054" x="3124200" y="4894263"/>
          <p14:tracePt t="128062" x="3201988" y="4894263"/>
          <p14:tracePt t="128070" x="3267075" y="4894263"/>
          <p14:tracePt t="128078" x="3344863" y="4894263"/>
          <p14:tracePt t="128086" x="3424238" y="4894263"/>
          <p14:tracePt t="128094" x="3495675" y="4894263"/>
          <p14:tracePt t="128102" x="3579813" y="4894263"/>
          <p14:tracePt t="128110" x="3665538" y="4894263"/>
          <p14:tracePt t="128118" x="3744913" y="4894263"/>
          <p14:tracePt t="128126" x="3802063" y="4894263"/>
          <p14:tracePt t="128134" x="3894138" y="4894263"/>
          <p14:tracePt t="128142" x="3987800" y="4894263"/>
          <p14:tracePt t="128150" x="4065588" y="4894263"/>
          <p14:tracePt t="128158" x="4143375" y="4894263"/>
          <p14:tracePt t="128166" x="4214813" y="4894263"/>
          <p14:tracePt t="128174" x="4294188" y="4894263"/>
          <p14:tracePt t="128182" x="4357688" y="4894263"/>
          <p14:tracePt t="128190" x="4422775" y="4894263"/>
          <p14:tracePt t="128198" x="4471988" y="4894263"/>
          <p14:tracePt t="128206" x="4514850" y="4894263"/>
          <p14:tracePt t="128214" x="4543425" y="4894263"/>
          <p14:tracePt t="128222" x="4565650" y="4894263"/>
          <p14:tracePt t="128230" x="4592638" y="4894263"/>
          <p14:tracePt t="128238" x="4606925" y="4894263"/>
          <p14:tracePt t="128246" x="4621213" y="4886325"/>
          <p14:tracePt t="128262" x="4629150" y="4886325"/>
          <p14:tracePt t="128270" x="4635500" y="4879975"/>
          <p14:tracePt t="128310" x="4643438" y="4879975"/>
          <p14:tracePt t="128702" x="4629150" y="4879975"/>
          <p14:tracePt t="128710" x="4592638" y="4872038"/>
          <p14:tracePt t="128718" x="4551363" y="4872038"/>
          <p14:tracePt t="128726" x="4494213" y="4872038"/>
          <p14:tracePt t="128734" x="4429125" y="4872038"/>
          <p14:tracePt t="128742" x="4351338" y="4857750"/>
          <p14:tracePt t="128751" x="4286250" y="4857750"/>
          <p14:tracePt t="128758" x="4208463" y="4857750"/>
          <p14:tracePt t="128766" x="4122738" y="4857750"/>
          <p14:tracePt t="128774" x="4059238" y="4857750"/>
          <p14:tracePt t="128783" x="3979863" y="4857750"/>
          <p14:tracePt t="128790" x="3916363" y="4857750"/>
          <p14:tracePt t="128798" x="3859213" y="4865688"/>
          <p14:tracePt t="128806" x="3787775" y="4886325"/>
          <p14:tracePt t="128814" x="3759200" y="4894263"/>
          <p14:tracePt t="128822" x="3694113" y="4908550"/>
          <p14:tracePt t="128830" x="3659188" y="4908550"/>
          <p14:tracePt t="128838" x="3622675" y="4922838"/>
          <p14:tracePt t="128846" x="3587750" y="4937125"/>
          <p14:tracePt t="128854" x="3544888" y="4937125"/>
          <p14:tracePt t="128862" x="3509963" y="4943475"/>
          <p14:tracePt t="128870" x="3467100" y="4943475"/>
          <p14:tracePt t="128878" x="3438525" y="4951413"/>
          <p14:tracePt t="128900" x="3344863" y="4957763"/>
          <p14:tracePt t="128902" x="3302000" y="4957763"/>
          <p14:tracePt t="128910" x="3252788" y="4957763"/>
          <p14:tracePt t="128918" x="3224213" y="4957763"/>
          <p14:tracePt t="128926" x="3195638" y="4957763"/>
          <p14:tracePt t="128934" x="3167063" y="4957763"/>
          <p14:tracePt t="128942" x="3144838" y="4957763"/>
          <p14:tracePt t="128951" x="3130550" y="4957763"/>
          <p14:tracePt t="128966" x="3124200" y="4957763"/>
          <p14:tracePt t="133646" x="3124200" y="4965700"/>
          <p14:tracePt t="133662" x="3124200" y="4972050"/>
          <p14:tracePt t="133670" x="3124200" y="4979988"/>
          <p14:tracePt t="133678" x="3116263" y="4986338"/>
          <p14:tracePt t="133686" x="3116263" y="4994275"/>
          <p14:tracePt t="133694" x="3109913" y="5000625"/>
          <p14:tracePt t="133710" x="3101975" y="5008563"/>
          <p14:tracePt t="133718" x="3101975" y="5014913"/>
          <p14:tracePt t="133726" x="3095625" y="5022850"/>
          <p14:tracePt t="133742" x="3081338" y="5029200"/>
          <p14:tracePt t="133767" x="3067050" y="5029200"/>
          <p14:tracePt t="133774" x="3059113" y="5029200"/>
          <p14:tracePt t="133782" x="3052763" y="5029200"/>
          <p14:tracePt t="133790" x="3032125" y="5029200"/>
          <p14:tracePt t="133798" x="3024188" y="5029200"/>
          <p14:tracePt t="133806" x="3003550" y="5029200"/>
          <p14:tracePt t="133814" x="2995613" y="5029200"/>
          <p14:tracePt t="133822" x="2974975" y="5029200"/>
          <p14:tracePt t="133830" x="2960688" y="5029200"/>
          <p14:tracePt t="133846" x="2952750" y="5029200"/>
          <p14:tracePt t="133878" x="2938463" y="5029200"/>
          <p14:tracePt t="133910" x="2932113" y="5029200"/>
          <p14:tracePt t="133918" x="2917825" y="5029200"/>
          <p14:tracePt t="133926" x="2909888" y="5029200"/>
          <p14:tracePt t="133934" x="2895600" y="5029200"/>
          <p14:tracePt t="133942" x="2881313" y="5029200"/>
          <p14:tracePt t="133950" x="2867025" y="5029200"/>
          <p14:tracePt t="133958" x="2860675" y="5029200"/>
          <p14:tracePt t="133967" x="2846388" y="5029200"/>
          <p14:tracePt t="133974" x="2832100" y="5022850"/>
          <p14:tracePt t="133982" x="2817813" y="5022850"/>
          <p14:tracePt t="133990" x="2795588" y="5014913"/>
          <p14:tracePt t="133998" x="2760663" y="5000625"/>
          <p14:tracePt t="134006" x="2746375" y="4994275"/>
          <p14:tracePt t="134014" x="2717800" y="4986338"/>
          <p14:tracePt t="134022" x="2703513" y="4986338"/>
          <p14:tracePt t="134030" x="2681288" y="4986338"/>
          <p14:tracePt t="134038" x="2660650" y="4972050"/>
          <p14:tracePt t="134054" x="2652713" y="4972050"/>
          <p14:tracePt t="134062" x="2652713" y="4965700"/>
          <p14:tracePt t="134078" x="2646363" y="4957763"/>
          <p14:tracePt t="134086" x="2638425" y="4951413"/>
          <p14:tracePt t="134094" x="2624138" y="4943475"/>
          <p14:tracePt t="134102" x="2617788" y="4937125"/>
          <p14:tracePt t="134110" x="2609850" y="4929188"/>
          <p14:tracePt t="134118" x="2595563" y="4929188"/>
          <p14:tracePt t="134126" x="2581275" y="4922838"/>
          <p14:tracePt t="134134" x="2574925" y="4914900"/>
          <p14:tracePt t="134142" x="2566988" y="4914900"/>
          <p14:tracePt t="134150" x="2552700" y="4914900"/>
          <p14:tracePt t="134158" x="2546350" y="4908550"/>
          <p14:tracePt t="134167" x="2525713" y="4908550"/>
          <p14:tracePt t="134174" x="2517775" y="4900613"/>
          <p14:tracePt t="134190" x="2503488" y="4894263"/>
          <p14:tracePt t="134247" x="2489200" y="4886325"/>
          <p14:tracePt t="134270" x="2482850" y="4879975"/>
          <p14:tracePt t="134286" x="2474913" y="4872038"/>
          <p14:tracePt t="134334" x="2468563" y="4872038"/>
          <p14:tracePt t="135150" x="2474913" y="4872038"/>
          <p14:tracePt t="135158" x="2482850" y="4872038"/>
          <p14:tracePt t="135166" x="2497138" y="4872038"/>
          <p14:tracePt t="135183" x="2503488" y="4872038"/>
          <p14:tracePt t="135215" x="2511425" y="4872038"/>
          <p14:tracePt t="135222" x="2517775" y="4872038"/>
          <p14:tracePt t="135238" x="2525713" y="4872038"/>
          <p14:tracePt t="135414" x="2532063" y="4872038"/>
          <p14:tracePt t="135422" x="2540000" y="4872038"/>
          <p14:tracePt t="135430" x="2546350" y="4872038"/>
          <p14:tracePt t="135446" x="2560638" y="4872038"/>
          <p14:tracePt t="135454" x="2566988" y="4872038"/>
          <p14:tracePt t="135470" x="2581275" y="4872038"/>
          <p14:tracePt t="135478" x="2603500" y="4872038"/>
          <p14:tracePt t="135486" x="2617788" y="4872038"/>
          <p14:tracePt t="135494" x="2638425" y="4872038"/>
          <p14:tracePt t="135502" x="2660650" y="4872038"/>
          <p14:tracePt t="135510" x="2689225" y="4872038"/>
          <p14:tracePt t="135518" x="2717800" y="4872038"/>
          <p14:tracePt t="135526" x="2738438" y="4872038"/>
          <p14:tracePt t="135534" x="2767013" y="4872038"/>
          <p14:tracePt t="135542" x="2795588" y="4872038"/>
          <p14:tracePt t="135551" x="2832100" y="4872038"/>
          <p14:tracePt t="135558" x="2846388" y="4872038"/>
          <p14:tracePt t="135567" x="2874963" y="4872038"/>
          <p14:tracePt t="135574" x="2903538" y="4872038"/>
          <p14:tracePt t="135582" x="2924175" y="4872038"/>
          <p14:tracePt t="135590" x="2946400" y="4872038"/>
          <p14:tracePt t="135598" x="2967038" y="4872038"/>
          <p14:tracePt t="135606" x="2981325" y="4872038"/>
          <p14:tracePt t="135614" x="2995613" y="4872038"/>
          <p14:tracePt t="135622" x="3009900" y="4872038"/>
          <p14:tracePt t="135630" x="3024188" y="4872038"/>
          <p14:tracePt t="135638" x="3038475" y="4872038"/>
          <p14:tracePt t="135647" x="3059113" y="4872038"/>
          <p14:tracePt t="135654" x="3073400" y="4872038"/>
          <p14:tracePt t="135662" x="3095625" y="4872038"/>
          <p14:tracePt t="135670" x="3109913" y="4872038"/>
          <p14:tracePt t="135678" x="3124200" y="4872038"/>
          <p14:tracePt t="135686" x="3144838" y="4872038"/>
          <p14:tracePt t="135694" x="3152775" y="4872038"/>
          <p14:tracePt t="135702" x="3167063" y="4872038"/>
          <p14:tracePt t="135710" x="3181350" y="4872038"/>
          <p14:tracePt t="135718" x="3187700" y="4872038"/>
          <p14:tracePt t="135726" x="3195638" y="4872038"/>
          <p14:tracePt t="135774" x="3201988" y="4872038"/>
          <p14:tracePt t="135798" x="3216275" y="4872038"/>
          <p14:tracePt t="135814" x="3224213" y="4872038"/>
          <p14:tracePt t="135830" x="3230563" y="4872038"/>
          <p14:tracePt t="135838" x="3238500" y="4872038"/>
          <p14:tracePt t="135846" x="3244850" y="4872038"/>
          <p14:tracePt t="135854" x="3259138" y="4872038"/>
          <p14:tracePt t="135862" x="3267075" y="4872038"/>
          <p14:tracePt t="135878" x="3281363" y="4872038"/>
          <p14:tracePt t="135886" x="3287713" y="4872038"/>
          <p14:tracePt t="135894" x="3302000" y="4872038"/>
          <p14:tracePt t="135902" x="3309938" y="4872038"/>
          <p14:tracePt t="135918" x="3316288" y="4872038"/>
          <p14:tracePt t="135926" x="3324225" y="4872038"/>
          <p14:tracePt t="136014" x="3330575" y="4872038"/>
          <p14:tracePt t="136031" x="3338513" y="4872038"/>
          <p14:tracePt t="136054" x="3344863" y="4872038"/>
          <p14:tracePt t="136086" x="3352800" y="4872038"/>
          <p14:tracePt t="136095" x="3359150" y="4872038"/>
          <p14:tracePt t="136102" x="3367088" y="4872038"/>
          <p14:tracePt t="136127" x="3373438" y="4872038"/>
          <p14:tracePt t="136166" x="3387725" y="4872038"/>
          <p14:tracePt t="136735" x="3395663" y="4872038"/>
          <p14:tracePt t="136750" x="3409950" y="4872038"/>
          <p14:tracePt t="136758" x="3416300" y="4872038"/>
          <p14:tracePt t="136766" x="3430588" y="4872038"/>
          <p14:tracePt t="136774" x="3438525" y="4872038"/>
          <p14:tracePt t="136783" x="3459163" y="4872038"/>
          <p14:tracePt t="136790" x="3473450" y="4872038"/>
          <p14:tracePt t="136798" x="3495675" y="4872038"/>
          <p14:tracePt t="136806" x="3516313" y="4872038"/>
          <p14:tracePt t="136814" x="3530600" y="4872038"/>
          <p14:tracePt t="136822" x="3552825" y="4872038"/>
          <p14:tracePt t="136830" x="3573463" y="4872038"/>
          <p14:tracePt t="136838" x="3602038" y="4872038"/>
          <p14:tracePt t="136846" x="3630613" y="4872038"/>
          <p14:tracePt t="136854" x="3651250" y="4872038"/>
          <p14:tracePt t="136862" x="3679825" y="4872038"/>
          <p14:tracePt t="136870" x="3702050" y="4872038"/>
          <p14:tracePt t="136878" x="3730625" y="4872038"/>
          <p14:tracePt t="136901" x="3773488" y="4872038"/>
          <p14:tracePt t="136902" x="3802063" y="4865688"/>
          <p14:tracePt t="136910" x="3830638" y="4865688"/>
          <p14:tracePt t="136918" x="3859213" y="4851400"/>
          <p14:tracePt t="136926" x="3887788" y="4851400"/>
          <p14:tracePt t="136934" x="3908425" y="4851400"/>
          <p14:tracePt t="136942" x="3937000" y="4843463"/>
          <p14:tracePt t="136951" x="3959225" y="4843463"/>
          <p14:tracePt t="136958" x="3973513" y="4843463"/>
          <p14:tracePt t="136967" x="3987800" y="4843463"/>
          <p14:tracePt t="136974" x="3994150" y="4843463"/>
          <p14:tracePt t="136982" x="4016375" y="4837113"/>
          <p14:tracePt t="136990" x="4022725" y="4837113"/>
          <p14:tracePt t="136998" x="4037013" y="4837113"/>
          <p14:tracePt t="137006" x="4044950" y="4822825"/>
          <p14:tracePt t="137014" x="4065588" y="4822825"/>
          <p14:tracePt t="137022" x="4071938" y="4822825"/>
          <p14:tracePt t="137030" x="4094163" y="4822825"/>
          <p14:tracePt t="137038" x="4114800" y="4822825"/>
          <p14:tracePt t="137054" x="4137025" y="4822825"/>
          <p14:tracePt t="137062" x="4143375" y="4822825"/>
          <p14:tracePt t="137070" x="4157663" y="4822825"/>
          <p14:tracePt t="137078" x="4165600" y="4822825"/>
          <p14:tracePt t="137094" x="4179888" y="4822825"/>
          <p14:tracePt t="137102" x="4186238" y="4822825"/>
          <p14:tracePt t="137110" x="4200525" y="4814888"/>
          <p14:tracePt t="137118" x="4214813" y="4814888"/>
          <p14:tracePt t="137126" x="4229100" y="4808538"/>
          <p14:tracePt t="137134" x="4237038" y="4808538"/>
          <p14:tracePt t="137142" x="4243388" y="4808538"/>
          <p14:tracePt t="137151" x="4257675" y="4808538"/>
          <p14:tracePt t="137166" x="4271963" y="4808538"/>
          <p14:tracePt t="137174" x="4279900" y="4808538"/>
          <p14:tracePt t="137190" x="4294188" y="4808538"/>
          <p14:tracePt t="137198" x="4300538" y="4808538"/>
          <p14:tracePt t="137206" x="4322763" y="4808538"/>
          <p14:tracePt t="137222" x="4329113" y="4808538"/>
          <p14:tracePt t="137230" x="4343400" y="4808538"/>
          <p14:tracePt t="137487" x="4351338" y="4808538"/>
          <p14:tracePt t="137518" x="4365625" y="4808538"/>
          <p14:tracePt t="137534" x="4371975" y="4808538"/>
          <p14:tracePt t="137550" x="4386263" y="4808538"/>
          <p14:tracePt t="137558" x="4394200" y="4808538"/>
          <p14:tracePt t="137582" x="4408488" y="4808538"/>
          <p14:tracePt t="137646" x="4414838" y="4808538"/>
          <p14:tracePt t="138014" x="4422775" y="4808538"/>
          <p14:tracePt t="138062" x="4429125" y="4808538"/>
          <p14:tracePt t="138070" x="4437063" y="4808538"/>
          <p14:tracePt t="138086" x="4443413" y="4800600"/>
          <p14:tracePt t="138102" x="4451350" y="4800600"/>
          <p14:tracePt t="138110" x="4457700" y="4800600"/>
          <p14:tracePt t="138126" x="4465638" y="4800600"/>
          <p14:tracePt t="138134" x="4479925" y="4800600"/>
          <p14:tracePt t="138150" x="4486275" y="4800600"/>
          <p14:tracePt t="138158" x="4508500" y="4800600"/>
          <p14:tracePt t="138167" x="4514850" y="4800600"/>
          <p14:tracePt t="138182" x="4529138" y="4800600"/>
          <p14:tracePt t="138190" x="4551363" y="4800600"/>
          <p14:tracePt t="138198" x="4565650" y="4800600"/>
          <p14:tracePt t="138206" x="4578350" y="4800600"/>
          <p14:tracePt t="138214" x="4600575" y="4800600"/>
          <p14:tracePt t="138222" x="4621213" y="4794250"/>
          <p14:tracePt t="138230" x="4643438" y="4794250"/>
          <p14:tracePt t="138238" x="4649788" y="4794250"/>
          <p14:tracePt t="138246" x="4672013" y="4794250"/>
          <p14:tracePt t="138254" x="4692650" y="4786313"/>
          <p14:tracePt t="138262" x="4706938" y="4786313"/>
          <p14:tracePt t="138270" x="4721225" y="4786313"/>
          <p14:tracePt t="138278" x="4729163" y="4786313"/>
          <p14:tracePt t="138286" x="4743450" y="4786313"/>
          <p14:tracePt t="138294" x="4757738" y="4786313"/>
          <p14:tracePt t="138302" x="4778375" y="4786313"/>
          <p14:tracePt t="138310" x="4800600" y="4786313"/>
          <p14:tracePt t="138318" x="4821238" y="4786313"/>
          <p14:tracePt t="138326" x="4849813" y="4786313"/>
          <p14:tracePt t="138334" x="4864100" y="4786313"/>
          <p14:tracePt t="138342" x="4900613" y="4772025"/>
          <p14:tracePt t="138351" x="4914900" y="4772025"/>
          <p14:tracePt t="138358" x="4935538" y="4765675"/>
          <p14:tracePt t="138367" x="4949825" y="4765675"/>
          <p14:tracePt t="138374" x="4972050" y="4765675"/>
          <p14:tracePt t="138382" x="4986338" y="4765675"/>
          <p14:tracePt t="138390" x="5000625" y="4765675"/>
          <p14:tracePt t="138398" x="5014913" y="4765675"/>
          <p14:tracePt t="138406" x="5035550" y="4765675"/>
          <p14:tracePt t="138414" x="5049838" y="4757738"/>
          <p14:tracePt t="138422" x="5072063" y="4757738"/>
          <p14:tracePt t="138430" x="5084763" y="4743450"/>
          <p14:tracePt t="138438" x="5092700" y="4743450"/>
          <p14:tracePt t="138446" x="5113338" y="4743450"/>
          <p14:tracePt t="138454" x="5121275" y="4737100"/>
          <p14:tracePt t="138470" x="5135563" y="4737100"/>
          <p14:tracePt t="138478" x="5149850" y="4729163"/>
          <p14:tracePt t="138494" x="5164138" y="4722813"/>
          <p14:tracePt t="138502" x="5178425" y="4722813"/>
          <p14:tracePt t="138510" x="5192713" y="4722813"/>
          <p14:tracePt t="138518" x="5199063" y="4714875"/>
          <p14:tracePt t="138526" x="5207000" y="4714875"/>
          <p14:tracePt t="138534" x="5221288" y="4714875"/>
          <p14:tracePt t="138551" x="5227638" y="4714875"/>
          <p14:tracePt t="138558" x="5235575" y="4714875"/>
          <p14:tracePt t="138766" x="5241925" y="4714875"/>
          <p14:tracePt t="138782" x="5256213" y="4714875"/>
          <p14:tracePt t="138791" x="5264150" y="4714875"/>
          <p14:tracePt t="138798" x="5278438" y="4714875"/>
          <p14:tracePt t="138807" x="5284788" y="4714875"/>
          <p14:tracePt t="138822" x="5299075" y="4714875"/>
          <p14:tracePt t="138854" x="5307013" y="4714875"/>
          <p14:tracePt t="138862" x="5313363" y="4714875"/>
          <p14:tracePt t="138870" x="5321300" y="4714875"/>
          <p14:tracePt t="138878" x="5327650" y="4722813"/>
          <p14:tracePt t="138886" x="5341938" y="4722813"/>
          <p14:tracePt t="138894" x="5356225" y="4722813"/>
          <p14:tracePt t="138902" x="5370513" y="4722813"/>
          <p14:tracePt t="138910" x="5378450" y="4729163"/>
          <p14:tracePt t="138918" x="5392738" y="4729163"/>
          <p14:tracePt t="138934" x="5399088" y="4729163"/>
          <p14:tracePt t="141807" x="5413375" y="4729163"/>
          <p14:tracePt t="141822" x="5421313" y="4729163"/>
          <p14:tracePt t="141838" x="5427663" y="4722813"/>
          <p14:tracePt t="141846" x="5441950" y="4708525"/>
          <p14:tracePt t="141862" x="5464175" y="4694238"/>
          <p14:tracePt t="141870" x="5470525" y="4686300"/>
          <p14:tracePt t="141886" x="5492750" y="4665663"/>
          <p14:tracePt t="141894" x="5507038" y="4657725"/>
          <p14:tracePt t="141903" x="5513388" y="4643438"/>
          <p14:tracePt t="141910" x="5527675" y="4629150"/>
          <p14:tracePt t="141918" x="5535613" y="4614863"/>
          <p14:tracePt t="141926" x="5549900" y="4608513"/>
          <p14:tracePt t="141934" x="5556250" y="4586288"/>
          <p14:tracePt t="141942" x="5564188" y="4586288"/>
          <p14:tracePt t="141950" x="5570538" y="4579938"/>
          <p14:tracePt t="141958" x="5570538" y="4572000"/>
          <p14:tracePt t="141967" x="5584825" y="4565650"/>
          <p14:tracePt t="141974" x="5591175" y="4545013"/>
          <p14:tracePt t="141982" x="5619750" y="4530725"/>
          <p14:tracePt t="141990" x="5648325" y="4502150"/>
          <p14:tracePt t="141998" x="5676900" y="4479925"/>
          <p14:tracePt t="142006" x="5713413" y="4465638"/>
          <p14:tracePt t="142014" x="5734050" y="4437063"/>
          <p14:tracePt t="142022" x="5756275" y="4416425"/>
          <p14:tracePt t="142030" x="5784850" y="4379913"/>
          <p14:tracePt t="142038" x="5799138" y="4344988"/>
          <p14:tracePt t="142046" x="5819775" y="4302125"/>
          <p14:tracePt t="142054" x="5848350" y="4265613"/>
          <p14:tracePt t="142062" x="5876925" y="4237038"/>
          <p14:tracePt t="142070" x="5913438" y="4216400"/>
          <p14:tracePt t="142078" x="5948363" y="4202113"/>
          <p14:tracePt t="142086" x="6019800" y="4202113"/>
          <p14:tracePt t="142094" x="6105525" y="4202113"/>
          <p14:tracePt t="142102" x="6197600" y="4202113"/>
          <p14:tracePt t="142110" x="6297613" y="4202113"/>
          <p14:tracePt t="142118" x="6397625" y="4202113"/>
          <p14:tracePt t="142126" x="6469063" y="4202113"/>
          <p14:tracePt t="142134" x="6548438" y="4202113"/>
          <p14:tracePt t="142142" x="6604000" y="4202113"/>
          <p14:tracePt t="142150" x="6654800" y="4202113"/>
          <p14:tracePt t="142158" x="6683375" y="4202113"/>
          <p14:tracePt t="142167" x="6704013" y="4202113"/>
          <p14:tracePt t="142174" x="6718300" y="4202113"/>
          <p14:tracePt t="142182" x="6726238" y="4202113"/>
          <p14:tracePt t="142190" x="6740525" y="4194175"/>
          <p14:tracePt t="142198" x="6761163" y="4187825"/>
          <p14:tracePt t="142206" x="6789738" y="4179888"/>
          <p14:tracePt t="142214" x="6818313" y="4173538"/>
          <p14:tracePt t="142222" x="6846888" y="4173538"/>
          <p14:tracePt t="142230" x="6889750" y="4173538"/>
          <p14:tracePt t="142238" x="6911975" y="4173538"/>
          <p14:tracePt t="142246" x="6932613" y="4173538"/>
          <p14:tracePt t="142254" x="6946900" y="4173538"/>
          <p14:tracePt t="142262" x="6954838" y="4173538"/>
          <p14:tracePt t="142294" x="6961188" y="4165600"/>
          <p14:tracePt t="142326" x="6961188" y="4159250"/>
          <p14:tracePt t="142342" x="6946900" y="4159250"/>
          <p14:tracePt t="142350" x="6926263" y="4159250"/>
          <p14:tracePt t="142358" x="6911975" y="4159250"/>
          <p14:tracePt t="142366" x="6883400" y="4159250"/>
          <p14:tracePt t="142374" x="6854825" y="4159250"/>
          <p14:tracePt t="142382" x="6826250" y="4159250"/>
          <p14:tracePt t="142390" x="6797675" y="4159250"/>
          <p14:tracePt t="142398" x="6783388" y="4159250"/>
          <p14:tracePt t="142406" x="6761163" y="4159250"/>
          <p14:tracePt t="142414" x="6740525" y="4159250"/>
          <p14:tracePt t="142422" x="6726238" y="4159250"/>
          <p14:tracePt t="142430" x="6718300" y="4165600"/>
          <p14:tracePt t="142438" x="6704013" y="4165600"/>
          <p14:tracePt t="142446" x="6697663" y="4179888"/>
          <p14:tracePt t="142462" x="6689725" y="4187825"/>
          <p14:tracePt t="142470" x="6683375" y="4194175"/>
          <p14:tracePt t="142478" x="6683375" y="4202113"/>
          <p14:tracePt t="142486" x="6683375" y="4208463"/>
          <p14:tracePt t="142502" x="6683375" y="4222750"/>
          <p14:tracePt t="142510" x="6683375" y="4230688"/>
          <p14:tracePt t="142518" x="6683375" y="4244975"/>
          <p14:tracePt t="142526" x="6689725" y="4259263"/>
          <p14:tracePt t="142534" x="6697663" y="4265613"/>
          <p14:tracePt t="142542" x="6704013" y="4273550"/>
          <p14:tracePt t="142551" x="6711950" y="4279900"/>
          <p14:tracePt t="142558" x="6740525" y="4294188"/>
          <p14:tracePt t="142567" x="6746875" y="4302125"/>
          <p14:tracePt t="142574" x="6754813" y="4308475"/>
          <p14:tracePt t="142582" x="6761163" y="4308475"/>
          <p14:tracePt t="142590" x="6783388" y="4308475"/>
          <p14:tracePt t="142598" x="6783388" y="4316413"/>
          <p14:tracePt t="142606" x="6789738" y="4322763"/>
          <p14:tracePt t="142614" x="6804025" y="4322763"/>
          <p14:tracePt t="142622" x="6811963" y="4322763"/>
          <p14:tracePt t="142630" x="6826250" y="4322763"/>
          <p14:tracePt t="142638" x="6832600" y="4322763"/>
          <p14:tracePt t="142646" x="6854825" y="4322763"/>
          <p14:tracePt t="142654" x="6883400" y="4322763"/>
          <p14:tracePt t="142662" x="6904038" y="4322763"/>
          <p14:tracePt t="142670" x="6926263" y="4322763"/>
          <p14:tracePt t="142678" x="6954838" y="4322763"/>
          <p14:tracePt t="142686" x="6975475" y="4316413"/>
          <p14:tracePt t="142694" x="7004050" y="4294188"/>
          <p14:tracePt t="142702" x="7026275" y="4279900"/>
          <p14:tracePt t="142710" x="7054850" y="4251325"/>
          <p14:tracePt t="142718" x="7061200" y="4244975"/>
          <p14:tracePt t="142726" x="7069138" y="4230688"/>
          <p14:tracePt t="142734" x="7075488" y="4208463"/>
          <p14:tracePt t="142742" x="7075488" y="4187825"/>
          <p14:tracePt t="142751" x="7075488" y="4165600"/>
          <p14:tracePt t="142758" x="7075488" y="4159250"/>
          <p14:tracePt t="142767" x="7075488" y="4151313"/>
          <p14:tracePt t="142774" x="7061200" y="4122738"/>
          <p14:tracePt t="142790" x="7040563" y="4122738"/>
          <p14:tracePt t="142798" x="7004050" y="4108450"/>
          <p14:tracePt t="142806" x="6997700" y="4102100"/>
          <p14:tracePt t="142814" x="6975475" y="4102100"/>
          <p14:tracePt t="142822" x="6946900" y="4102100"/>
          <p14:tracePt t="142831" x="6932613" y="4102100"/>
          <p14:tracePt t="142838" x="6918325" y="4102100"/>
          <p14:tracePt t="142846" x="6904038" y="4102100"/>
          <p14:tracePt t="142854" x="6897688" y="4102100"/>
          <p14:tracePt t="142862" x="6889750" y="4102100"/>
          <p14:tracePt t="142870" x="6883400" y="4102100"/>
          <p14:tracePt t="143310" x="6883400" y="4116388"/>
          <p14:tracePt t="143318" x="6875463" y="4116388"/>
          <p14:tracePt t="143334" x="6875463" y="4122738"/>
          <p14:tracePt t="143342" x="6875463" y="4144963"/>
          <p14:tracePt t="143358" x="6875463" y="4151313"/>
          <p14:tracePt t="144622" x="6854825" y="4151313"/>
          <p14:tracePt t="144630" x="6840538" y="4151313"/>
          <p14:tracePt t="144638" x="6832600" y="4151313"/>
          <p14:tracePt t="144646" x="6826250" y="4151313"/>
          <p14:tracePt t="144766" x="6818313" y="4151313"/>
          <p14:tracePt t="144782" x="6804025" y="4151313"/>
          <p14:tracePt t="144798" x="6797675" y="4151313"/>
          <p14:tracePt t="144806" x="6783388" y="4151313"/>
          <p14:tracePt t="144814" x="6761163" y="4151313"/>
          <p14:tracePt t="144822" x="6746875" y="4151313"/>
          <p14:tracePt t="144830" x="6726238" y="4151313"/>
          <p14:tracePt t="144838" x="6697663" y="4165600"/>
          <p14:tracePt t="144846" x="6675438" y="4165600"/>
          <p14:tracePt t="144854" x="6654800" y="4165600"/>
          <p14:tracePt t="144862" x="6626225" y="4165600"/>
          <p14:tracePt t="144870" x="6604000" y="4165600"/>
          <p14:tracePt t="144878" x="6577013" y="4165600"/>
          <p14:tracePt t="144886" x="6548438" y="4165600"/>
          <p14:tracePt t="144901" x="6511925" y="4165600"/>
          <p14:tracePt t="144902" x="6477000" y="4165600"/>
          <p14:tracePt t="144910" x="6440488" y="4165600"/>
          <p14:tracePt t="144918" x="6405563" y="4165600"/>
          <p14:tracePt t="144926" x="6354763" y="4165600"/>
          <p14:tracePt t="144934" x="6305550" y="4165600"/>
          <p14:tracePt t="144942" x="6240463" y="4165600"/>
          <p14:tracePt t="144951" x="6183313" y="4165600"/>
          <p14:tracePt t="144958" x="6126163" y="4165600"/>
          <p14:tracePt t="144967" x="6084888" y="4165600"/>
          <p14:tracePt t="144974" x="6042025" y="4165600"/>
          <p14:tracePt t="144982" x="5999163" y="4165600"/>
          <p14:tracePt t="144990" x="5962650" y="4165600"/>
          <p14:tracePt t="144998" x="5919788" y="4165600"/>
          <p14:tracePt t="145006" x="5891213" y="4173538"/>
          <p14:tracePt t="145014" x="5842000" y="4173538"/>
          <p14:tracePt t="145022" x="5827713" y="4179888"/>
          <p14:tracePt t="145030" x="5805488" y="4179888"/>
          <p14:tracePt t="145038" x="5784850" y="4187825"/>
          <p14:tracePt t="145046" x="5756275" y="4187825"/>
          <p14:tracePt t="145054" x="5734050" y="4194175"/>
          <p14:tracePt t="145062" x="5691188" y="4194175"/>
          <p14:tracePt t="145070" x="5670550" y="4202113"/>
          <p14:tracePt t="145078" x="5641975" y="4202113"/>
          <p14:tracePt t="145086" x="5613400" y="4208463"/>
          <p14:tracePt t="145094" x="5591175" y="4208463"/>
          <p14:tracePt t="145102" x="5570538" y="4216400"/>
          <p14:tracePt t="145126" x="5564188" y="4216400"/>
          <p14:tracePt t="145679" x="5556250" y="4216400"/>
          <p14:tracePt t="145686" x="5556250" y="4222750"/>
          <p14:tracePt t="145718" x="5570538" y="4237038"/>
          <p14:tracePt t="145726" x="5613400" y="4265613"/>
          <p14:tracePt t="145734" x="5676900" y="4287838"/>
          <p14:tracePt t="145742" x="5713413" y="4294188"/>
          <p14:tracePt t="145974" x="5719763" y="4294188"/>
          <p14:tracePt t="145998" x="5719763" y="4287838"/>
          <p14:tracePt t="146014" x="5719763" y="4279900"/>
          <p14:tracePt t="146030" x="5719763" y="4273550"/>
          <p14:tracePt t="146990" x="5719763" y="4265613"/>
          <p14:tracePt t="147014" x="5713413" y="4265613"/>
          <p14:tracePt t="147022" x="5705475" y="4265613"/>
          <p14:tracePt t="147030" x="5699125" y="4265613"/>
          <p14:tracePt t="147054" x="5691188" y="4265613"/>
          <p14:tracePt t="147070" x="5684838" y="4265613"/>
          <p14:tracePt t="147118" x="5670550" y="4265613"/>
          <p14:tracePt t="147142" x="5662613" y="4273550"/>
          <p14:tracePt t="147175" x="5656263" y="4273550"/>
          <p14:tracePt t="147198" x="5656263" y="4279900"/>
          <p14:tracePt t="147214" x="5648325" y="4279900"/>
          <p14:tracePt t="147254" x="5641975" y="4279900"/>
          <p14:tracePt t="147278" x="5634038" y="4279900"/>
          <p14:tracePt t="147294" x="5627688" y="4294188"/>
          <p14:tracePt t="147366" x="5619750" y="4302125"/>
          <p14:tracePt t="147390" x="5613400" y="4302125"/>
          <p14:tracePt t="147414" x="5613400" y="4308475"/>
          <p14:tracePt t="147422" x="5605463" y="4308475"/>
          <p14:tracePt t="147470" x="5599113" y="4308475"/>
          <p14:tracePt t="147478" x="5591175" y="4316413"/>
          <p14:tracePt t="147510" x="5584825" y="4316413"/>
          <p14:tracePt t="147518" x="5584825" y="4322763"/>
          <p14:tracePt t="147526" x="5578475" y="4322763"/>
          <p14:tracePt t="147534" x="5570538" y="4322763"/>
          <p14:tracePt t="147550" x="5564188" y="4322763"/>
          <p14:tracePt t="147558" x="5556250" y="4322763"/>
          <p14:tracePt t="147567" x="5549900" y="4337050"/>
          <p14:tracePt t="147582" x="5535613" y="4337050"/>
          <p14:tracePt t="147590" x="5527675" y="4337050"/>
          <p14:tracePt t="147598" x="5521325" y="4337050"/>
          <p14:tracePt t="147606" x="5521325" y="4344988"/>
          <p14:tracePt t="147614" x="5513388" y="4344988"/>
          <p14:tracePt t="147622" x="5507038" y="4344988"/>
          <p14:tracePt t="147654" x="5499100" y="4344988"/>
          <p14:tracePt t="147662" x="5492750" y="4344988"/>
          <p14:tracePt t="147670" x="5484813" y="4344988"/>
          <p14:tracePt t="147678" x="5478463" y="4351338"/>
          <p14:tracePt t="147694" x="5464175" y="4351338"/>
          <p14:tracePt t="147702" x="5441950" y="4351338"/>
          <p14:tracePt t="147710" x="5427663" y="4359275"/>
          <p14:tracePt t="147726" x="5421313" y="4365625"/>
          <p14:tracePt t="147734" x="5407025" y="4365625"/>
          <p14:tracePt t="147742" x="5399088" y="4365625"/>
          <p14:tracePt t="147751" x="5392738" y="4365625"/>
          <p14:tracePt t="147758" x="5384800" y="4373563"/>
          <p14:tracePt t="147767" x="5378450" y="4379913"/>
          <p14:tracePt t="147774" x="5378450" y="4387850"/>
          <p14:tracePt t="147782" x="5370513" y="4387850"/>
          <p14:tracePt t="147790" x="5370513" y="4394200"/>
          <p14:tracePt t="147798" x="5356225" y="4402138"/>
          <p14:tracePt t="147806" x="5356225" y="4408488"/>
          <p14:tracePt t="147814" x="5349875" y="4416425"/>
          <p14:tracePt t="147822" x="5341938" y="4422775"/>
          <p14:tracePt t="147830" x="5335588" y="4437063"/>
          <p14:tracePt t="147838" x="5335588" y="4445000"/>
          <p14:tracePt t="147846" x="5335588" y="4451350"/>
          <p14:tracePt t="147854" x="5321300" y="4459288"/>
          <p14:tracePt t="147862" x="5321300" y="4465638"/>
          <p14:tracePt t="147870" x="5321300" y="4473575"/>
          <p14:tracePt t="147910" x="5321300" y="4487863"/>
          <p14:tracePt t="147926" x="5321300" y="4494213"/>
          <p14:tracePt t="147934" x="5321300" y="4502150"/>
          <p14:tracePt t="147942" x="5321300" y="4508500"/>
          <p14:tracePt t="147951" x="5321300" y="4516438"/>
          <p14:tracePt t="147958" x="5313363" y="4516438"/>
          <p14:tracePt t="147990" x="5313363" y="4522788"/>
          <p14:tracePt t="148038" x="5313363" y="4530725"/>
          <p14:tracePt t="148062" x="5313363" y="4537075"/>
          <p14:tracePt t="148086" x="5313363" y="4545013"/>
          <p14:tracePt t="148102" x="5313363" y="4551363"/>
          <p14:tracePt t="148126" x="5313363" y="4559300"/>
          <p14:tracePt t="148766" x="5313363" y="4551363"/>
          <p14:tracePt t="148774" x="5307013" y="4551363"/>
          <p14:tracePt t="148790" x="5299075" y="4545013"/>
          <p14:tracePt t="148846" x="5292725" y="4537075"/>
          <p14:tracePt t="148894" x="5278438" y="4522788"/>
          <p14:tracePt t="148918" x="5270500" y="4516438"/>
          <p14:tracePt t="148942" x="5264150" y="4516438"/>
          <p14:tracePt t="148950" x="5256213" y="4516438"/>
          <p14:tracePt t="148966" x="5249863" y="4516438"/>
          <p14:tracePt t="148974" x="5241925" y="4516438"/>
          <p14:tracePt t="148982" x="5235575" y="4516438"/>
          <p14:tracePt t="148998" x="5227638" y="4516438"/>
          <p14:tracePt t="149006" x="5221288" y="4516438"/>
          <p14:tracePt t="149014" x="5213350" y="4516438"/>
          <p14:tracePt t="149022" x="5207000" y="4508500"/>
          <p14:tracePt t="149030" x="5199063" y="4508500"/>
          <p14:tracePt t="149038" x="5192713" y="4508500"/>
          <p14:tracePt t="149046" x="5184775" y="4508500"/>
          <p14:tracePt t="149054" x="5178425" y="4508500"/>
          <p14:tracePt t="149062" x="5170488" y="4508500"/>
          <p14:tracePt t="149118" x="5164138" y="4508500"/>
          <p14:tracePt t="149350" x="5156200" y="4508500"/>
          <p14:tracePt t="149510" x="5149850" y="4502150"/>
          <p14:tracePt t="149622" x="5149850" y="4494213"/>
          <p14:tracePt t="149790" x="5149850" y="4487863"/>
          <p14:tracePt t="149798" x="5156200" y="4479925"/>
          <p14:tracePt t="149974" x="5149850" y="4479925"/>
          <p14:tracePt t="149982" x="5141913" y="4465638"/>
          <p14:tracePt t="149990" x="5127625" y="4459288"/>
          <p14:tracePt t="149998" x="5121275" y="4451350"/>
          <p14:tracePt t="150006" x="5113338" y="4430713"/>
          <p14:tracePt t="150022" x="5113338" y="4422775"/>
          <p14:tracePt t="150030" x="5092700" y="4387850"/>
          <p14:tracePt t="150038" x="5084763" y="4379913"/>
          <p14:tracePt t="150046" x="5072063" y="4351338"/>
          <p14:tracePt t="150054" x="5043488" y="4294188"/>
          <p14:tracePt t="150062" x="4992688" y="4251325"/>
          <p14:tracePt t="150070" x="4949825" y="4202113"/>
          <p14:tracePt t="150078" x="4892675" y="4130675"/>
          <p14:tracePt t="150086" x="4829175" y="4059238"/>
          <p14:tracePt t="150094" x="4778375" y="3995738"/>
          <p14:tracePt t="150102" x="4714875" y="3924300"/>
          <p14:tracePt t="150110" x="4657725" y="3867150"/>
          <p14:tracePt t="150118" x="4586288" y="3795713"/>
          <p14:tracePt t="150126" x="4537075" y="3752850"/>
          <p14:tracePt t="150134" x="4500563" y="3716338"/>
          <p14:tracePt t="150142" x="4479925" y="3702050"/>
          <p14:tracePt t="150150" x="4451350" y="3681413"/>
          <p14:tracePt t="150158" x="4443413" y="3673475"/>
          <p14:tracePt t="150167" x="4437063" y="3667125"/>
          <p14:tracePt t="150174" x="4429125" y="3652838"/>
          <p14:tracePt t="150182" x="4422775" y="3652838"/>
          <p14:tracePt t="150190" x="4408488" y="3638550"/>
          <p14:tracePt t="150198" x="4400550" y="3638550"/>
          <p14:tracePt t="150206" x="4394200" y="3630613"/>
          <p14:tracePt t="150214" x="4386263" y="3616325"/>
          <p14:tracePt t="150222" x="4371975" y="3609975"/>
          <p14:tracePt t="150230" x="4357688" y="3587750"/>
          <p14:tracePt t="150238" x="4343400" y="3573463"/>
          <p14:tracePt t="150246" x="4329113" y="3552825"/>
          <p14:tracePt t="150254" x="4294188" y="3530600"/>
          <p14:tracePt t="150262" x="4279900" y="3516313"/>
          <p14:tracePt t="150270" x="4243388" y="3495675"/>
          <p14:tracePt t="150278" x="4214813" y="3481388"/>
          <p14:tracePt t="150286" x="4186238" y="3452813"/>
          <p14:tracePt t="150294" x="4151313" y="3438525"/>
          <p14:tracePt t="150302" x="4122738" y="3417888"/>
          <p14:tracePt t="150310" x="4086225" y="3395663"/>
          <p14:tracePt t="150318" x="4051300" y="3367088"/>
          <p14:tracePt t="150326" x="4008438" y="3338513"/>
          <p14:tracePt t="150334" x="3973513" y="3303588"/>
          <p14:tracePt t="150342" x="3937000" y="3275013"/>
          <p14:tracePt t="150351" x="3908425" y="3252788"/>
          <p14:tracePt t="150358" x="3887788" y="3224213"/>
          <p14:tracePt t="150367" x="3851275" y="3189288"/>
          <p14:tracePt t="150374" x="3822700" y="3175000"/>
          <p14:tracePt t="150382" x="3802063" y="3146425"/>
          <p14:tracePt t="150390" x="3787775" y="3138488"/>
          <p14:tracePt t="150398" x="3765550" y="3109913"/>
          <p14:tracePt t="150406" x="3751263" y="3095625"/>
          <p14:tracePt t="150414" x="3730625" y="3074988"/>
          <p14:tracePt t="150422" x="3716338" y="3052763"/>
          <p14:tracePt t="150430" x="3702050" y="3038475"/>
          <p14:tracePt t="150438" x="3687763" y="3009900"/>
          <p14:tracePt t="150446" x="3673475" y="2995613"/>
          <p14:tracePt t="150454" x="3659188" y="2960688"/>
          <p14:tracePt t="150462" x="3651250" y="2932113"/>
          <p14:tracePt t="150470" x="3644900" y="2895600"/>
          <p14:tracePt t="150478" x="3630613" y="2867025"/>
          <p14:tracePt t="150486" x="3630613" y="2846388"/>
          <p14:tracePt t="150494" x="3630613" y="2817813"/>
          <p14:tracePt t="150502" x="3630613" y="2803525"/>
          <p14:tracePt t="150510" x="3630613" y="2774950"/>
          <p14:tracePt t="150518" x="3636963" y="2754313"/>
          <p14:tracePt t="150526" x="3644900" y="2711450"/>
          <p14:tracePt t="150534" x="3659188" y="2660650"/>
          <p14:tracePt t="150542" x="3665538" y="2617788"/>
          <p14:tracePt t="150551" x="3673475" y="2582863"/>
          <p14:tracePt t="150558" x="3679825" y="2540000"/>
          <p14:tracePt t="150567" x="3694113" y="2517775"/>
          <p14:tracePt t="150574" x="3702050" y="2482850"/>
          <p14:tracePt t="150582" x="3722688" y="2439988"/>
          <p14:tracePt t="150590" x="3736975" y="2417763"/>
          <p14:tracePt t="150598" x="3759200" y="2382838"/>
          <p14:tracePt t="150606" x="3779838" y="2354263"/>
          <p14:tracePt t="150614" x="3808413" y="2325688"/>
          <p14:tracePt t="150622" x="3836988" y="2289175"/>
          <p14:tracePt t="150630" x="3859213" y="2276475"/>
          <p14:tracePt t="150638" x="3902075" y="2247900"/>
          <p14:tracePt t="150646" x="3944938" y="2225675"/>
          <p14:tracePt t="150654" x="3973513" y="2211388"/>
          <p14:tracePt t="150662" x="4037013" y="2190750"/>
          <p14:tracePt t="150670" x="4094163" y="2182813"/>
          <p14:tracePt t="150678" x="4151313" y="2176463"/>
          <p14:tracePt t="150686" x="4229100" y="2162175"/>
          <p14:tracePt t="150694" x="4308475" y="2147888"/>
          <p14:tracePt t="150702" x="4379913" y="2139950"/>
          <p14:tracePt t="150710" x="4451350" y="2133600"/>
          <p14:tracePt t="150718" x="4514850" y="2125663"/>
          <p14:tracePt t="150726" x="4557713" y="2125663"/>
          <p14:tracePt t="150734" x="4614863" y="2105025"/>
          <p14:tracePt t="150742" x="4657725" y="2105025"/>
          <p14:tracePt t="150750" x="4686300" y="2105025"/>
          <p14:tracePt t="150758" x="4714875" y="2105025"/>
          <p14:tracePt t="150767" x="4743450" y="2105025"/>
          <p14:tracePt t="150774" x="4764088" y="2105025"/>
          <p14:tracePt t="150782" x="4792663" y="2105025"/>
          <p14:tracePt t="150790" x="4821238" y="2105025"/>
          <p14:tracePt t="150798" x="4849813" y="2105025"/>
          <p14:tracePt t="150806" x="4892675" y="2105025"/>
          <p14:tracePt t="150814" x="4929188" y="2105025"/>
          <p14:tracePt t="150822" x="4972050" y="2105025"/>
          <p14:tracePt t="150830" x="5021263" y="2111375"/>
          <p14:tracePt t="150838" x="5049838" y="2119313"/>
          <p14:tracePt t="150846" x="5092700" y="2133600"/>
          <p14:tracePt t="150854" x="5106988" y="2139950"/>
          <p14:tracePt t="150862" x="5121275" y="2139950"/>
          <p14:tracePt t="150870" x="5135563" y="2147888"/>
          <p14:tracePt t="150884" x="5149850" y="2154238"/>
          <p14:tracePt t="150894" x="5156200" y="2162175"/>
          <p14:tracePt t="150902" x="5170488" y="2168525"/>
          <p14:tracePt t="150918" x="5184775" y="2176463"/>
          <p14:tracePt t="150942" x="5192713" y="2182813"/>
          <p14:tracePt t="150958" x="5199063" y="2197100"/>
          <p14:tracePt t="150966" x="5199063" y="2211388"/>
          <p14:tracePt t="150974" x="5207000" y="2225675"/>
          <p14:tracePt t="150982" x="5221288" y="2239963"/>
          <p14:tracePt t="150990" x="5227638" y="2262188"/>
          <p14:tracePt t="150998" x="5249863" y="2282825"/>
          <p14:tracePt t="151006" x="5256213" y="2297113"/>
          <p14:tracePt t="151014" x="5270500" y="2311400"/>
          <p14:tracePt t="151022" x="5292725" y="2332038"/>
          <p14:tracePt t="151030" x="5307013" y="2339975"/>
          <p14:tracePt t="151038" x="5321300" y="2354263"/>
          <p14:tracePt t="151047" x="5349875" y="2360613"/>
          <p14:tracePt t="151054" x="5392738" y="2368550"/>
          <p14:tracePt t="151063" x="5413375" y="2382838"/>
          <p14:tracePt t="151070" x="5435600" y="2382838"/>
          <p14:tracePt t="151078" x="5470525" y="2397125"/>
          <p14:tracePt t="151086" x="5484813" y="2397125"/>
          <p14:tracePt t="151094" x="5507038" y="2403475"/>
          <p14:tracePt t="151102" x="5527675" y="2411413"/>
          <p14:tracePt t="151110" x="5535613" y="2417763"/>
          <p14:tracePt t="151118" x="5556250" y="2417763"/>
          <p14:tracePt t="151126" x="5564188" y="2425700"/>
          <p14:tracePt t="151134" x="5564188" y="2432050"/>
          <p14:tracePt t="151143" x="5570538" y="2432050"/>
          <p14:tracePt t="151150" x="5578475" y="2432050"/>
          <p14:tracePt t="151174" x="5584825" y="2432050"/>
          <p14:tracePt t="151182" x="5591175" y="2432050"/>
          <p14:tracePt t="151206" x="5599113" y="2432050"/>
          <p14:tracePt t="151222" x="5605463" y="2432050"/>
          <p14:tracePt t="151270" x="5613400" y="2432050"/>
          <p14:tracePt t="151294" x="5613400" y="2425700"/>
          <p14:tracePt t="151318" x="5613400" y="2417763"/>
          <p14:tracePt t="151326" x="5613400" y="2411413"/>
          <p14:tracePt t="151342" x="5613400" y="2397125"/>
          <p14:tracePt t="151350" x="5605463" y="2389188"/>
          <p14:tracePt t="151358" x="5591175" y="2374900"/>
          <p14:tracePt t="151368" x="5584825" y="2368550"/>
          <p14:tracePt t="151374" x="5570538" y="2346325"/>
          <p14:tracePt t="151390" x="5556250" y="2339975"/>
          <p14:tracePt t="151398" x="5556250" y="2332038"/>
          <p14:tracePt t="151438" x="5541963" y="2332038"/>
          <p14:tracePt t="151470" x="5527675" y="2325688"/>
          <p14:tracePt t="151478" x="5521325" y="2325688"/>
          <p14:tracePt t="151494" x="5507038" y="2325688"/>
          <p14:tracePt t="151502" x="5499100" y="2325688"/>
          <p14:tracePt t="151510" x="5484813" y="2325688"/>
          <p14:tracePt t="151526" x="5478463" y="2325688"/>
          <p14:tracePt t="151542" x="5470525" y="2325688"/>
          <p14:tracePt t="151558" x="5464175" y="2325688"/>
          <p14:tracePt t="151567" x="5456238" y="2325688"/>
          <p14:tracePt t="151590" x="5449888" y="2325688"/>
          <p14:tracePt t="151598" x="5441950" y="2325688"/>
          <p14:tracePt t="151606" x="5435600" y="2325688"/>
          <p14:tracePt t="151622" x="5427663" y="2332038"/>
          <p14:tracePt t="151638" x="5421313" y="2339975"/>
          <p14:tracePt t="151646" x="5421313" y="2346325"/>
          <p14:tracePt t="151662" x="5413375" y="2354263"/>
          <p14:tracePt t="151670" x="5413375" y="2360613"/>
          <p14:tracePt t="151678" x="5413375" y="2368550"/>
          <p14:tracePt t="151686" x="5413375" y="2374900"/>
          <p14:tracePt t="151702" x="5413375" y="2389188"/>
          <p14:tracePt t="151710" x="5413375" y="2397125"/>
          <p14:tracePt t="151726" x="5413375" y="2403475"/>
          <p14:tracePt t="151734" x="5413375" y="2411413"/>
          <p14:tracePt t="151751" x="5413375" y="2417763"/>
          <p14:tracePt t="151767" x="5413375" y="2425700"/>
          <p14:tracePt t="151774" x="5413375" y="2432050"/>
          <p14:tracePt t="151782" x="5413375" y="2439988"/>
          <p14:tracePt t="151814" x="5413375" y="2446338"/>
          <p14:tracePt t="151838" x="5413375" y="2454275"/>
          <p14:tracePt t="151846" x="5421313" y="2454275"/>
          <p14:tracePt t="151870" x="5421313" y="2460625"/>
          <p14:tracePt t="151902" x="5435600" y="2460625"/>
          <p14:tracePt t="151918" x="5441950" y="2460625"/>
          <p14:tracePt t="151926" x="5441950" y="2468563"/>
          <p14:tracePt t="151934" x="5449888" y="2468563"/>
          <p14:tracePt t="151942" x="5464175" y="2468563"/>
          <p14:tracePt t="151966" x="5478463" y="2468563"/>
          <p14:tracePt t="151974" x="5484813" y="2482850"/>
          <p14:tracePt t="151983" x="5492750" y="2482850"/>
          <p14:tracePt t="151990" x="5499100" y="2482850"/>
          <p14:tracePt t="151998" x="5507038" y="2482850"/>
          <p14:tracePt t="152006" x="5513388" y="2482850"/>
          <p14:tracePt t="152014" x="5527675" y="2482850"/>
          <p14:tracePt t="152022" x="5535613" y="2482850"/>
          <p14:tracePt t="152031" x="5549900" y="2482850"/>
          <p14:tracePt t="152038" x="5556250" y="2482850"/>
          <p14:tracePt t="152046" x="5564188" y="2482850"/>
          <p14:tracePt t="152054" x="5570538" y="2482850"/>
          <p14:tracePt t="152062" x="5578475" y="2482850"/>
          <p14:tracePt t="152150" x="5584825" y="2482850"/>
          <p14:tracePt t="152166" x="5591175" y="2482850"/>
          <p14:tracePt t="152174" x="5599113" y="2482850"/>
          <p14:tracePt t="152190" x="5605463" y="2482850"/>
          <p14:tracePt t="152198" x="5613400" y="2482850"/>
          <p14:tracePt t="152222" x="5619750" y="2482850"/>
          <p14:tracePt t="152230" x="5627688" y="2482850"/>
          <p14:tracePt t="152238" x="5641975" y="2482850"/>
          <p14:tracePt t="152254" x="5648325" y="2482850"/>
          <p14:tracePt t="152262" x="5656263" y="2482850"/>
          <p14:tracePt t="152278" x="5662613" y="2482850"/>
          <p14:tracePt t="152286" x="5676900" y="2482850"/>
          <p14:tracePt t="152294" x="5684838" y="2482850"/>
          <p14:tracePt t="152302" x="5691188" y="2482850"/>
          <p14:tracePt t="152310" x="5705475" y="2482850"/>
          <p14:tracePt t="152318" x="5719763" y="2482850"/>
          <p14:tracePt t="152334" x="5734050" y="2482850"/>
          <p14:tracePt t="152342" x="5748338" y="2482850"/>
          <p14:tracePt t="152351" x="5756275" y="2482850"/>
          <p14:tracePt t="152358" x="5770563" y="2482850"/>
          <p14:tracePt t="152367" x="5776913" y="2482850"/>
          <p14:tracePt t="152374" x="5799138" y="2474913"/>
          <p14:tracePt t="152382" x="5805488" y="2474913"/>
          <p14:tracePt t="152390" x="5827713" y="2468563"/>
          <p14:tracePt t="152398" x="5842000" y="2454275"/>
          <p14:tracePt t="152406" x="5856288" y="2454275"/>
          <p14:tracePt t="152414" x="5884863" y="2454275"/>
          <p14:tracePt t="152422" x="5905500" y="2454275"/>
          <p14:tracePt t="152430" x="5934075" y="2454275"/>
          <p14:tracePt t="152438" x="5970588" y="2454275"/>
          <p14:tracePt t="152446" x="5999163" y="2454275"/>
          <p14:tracePt t="152454" x="6034088" y="2454275"/>
          <p14:tracePt t="152462" x="6062663" y="2454275"/>
          <p14:tracePt t="152470" x="6119813" y="2446338"/>
          <p14:tracePt t="152478" x="6162675" y="2446338"/>
          <p14:tracePt t="152486" x="6197600" y="2446338"/>
          <p14:tracePt t="152494" x="6248400" y="2446338"/>
          <p14:tracePt t="152502" x="6283325" y="2446338"/>
          <p14:tracePt t="152510" x="6326188" y="2446338"/>
          <p14:tracePt t="152518" x="6354763" y="2446338"/>
          <p14:tracePt t="152526" x="6391275" y="2446338"/>
          <p14:tracePt t="152534" x="6419850" y="2446338"/>
          <p14:tracePt t="152542" x="6454775" y="2446338"/>
          <p14:tracePt t="152551" x="6483350" y="2446338"/>
          <p14:tracePt t="152558" x="6511925" y="2439988"/>
          <p14:tracePt t="152567" x="6540500" y="2439988"/>
          <p14:tracePt t="152574" x="6583363" y="2432050"/>
          <p14:tracePt t="152582" x="6604000" y="2432050"/>
          <p14:tracePt t="152590" x="6618288" y="2425700"/>
          <p14:tracePt t="152598" x="6646863" y="2425700"/>
          <p14:tracePt t="152606" x="6654800" y="2425700"/>
          <p14:tracePt t="152614" x="6675438" y="2425700"/>
          <p14:tracePt t="152622" x="6683375" y="2425700"/>
          <p14:tracePt t="152630" x="6689725" y="2425700"/>
          <p14:tracePt t="152638" x="6697663" y="2425700"/>
          <p14:tracePt t="152646" x="6704013" y="2425700"/>
          <p14:tracePt t="152654" x="6711950" y="2425700"/>
          <p14:tracePt t="152662" x="6718300" y="2425700"/>
          <p14:tracePt t="152670" x="6726238" y="2425700"/>
          <p14:tracePt t="152678" x="6740525" y="2425700"/>
          <p14:tracePt t="152686" x="6746875" y="2432050"/>
          <p14:tracePt t="152694" x="6754813" y="2432050"/>
          <p14:tracePt t="152702" x="6775450" y="2446338"/>
          <p14:tracePt t="152710" x="6783388" y="2446338"/>
          <p14:tracePt t="152718" x="6789738" y="2446338"/>
          <p14:tracePt t="152726" x="6804025" y="2460625"/>
          <p14:tracePt t="152734" x="6811963" y="2460625"/>
          <p14:tracePt t="152742" x="6811963" y="2468563"/>
          <p14:tracePt t="152758" x="6826250" y="2474913"/>
          <p14:tracePt t="152774" x="6832600" y="2497138"/>
          <p14:tracePt t="152784" x="6846888" y="2511425"/>
          <p14:tracePt t="152798" x="6846888" y="2525713"/>
          <p14:tracePt t="152830" x="6846888" y="2532063"/>
          <p14:tracePt t="152838" x="6846888" y="2540000"/>
          <p14:tracePt t="152846" x="6846888" y="2546350"/>
          <p14:tracePt t="152854" x="6846888" y="2554288"/>
          <p14:tracePt t="152870" x="6846888" y="2560638"/>
          <p14:tracePt t="152886" x="6846888" y="2568575"/>
          <p14:tracePt t="152901" x="6846888" y="2574925"/>
          <p14:tracePt t="152910" x="6846888" y="2582863"/>
          <p14:tracePt t="152934" x="6846888" y="2597150"/>
          <p14:tracePt t="152942" x="6832600" y="2597150"/>
          <p14:tracePt t="152951" x="6826250" y="2611438"/>
          <p14:tracePt t="152958" x="6811963" y="2611438"/>
          <p14:tracePt t="152967" x="6789738" y="2611438"/>
          <p14:tracePt t="152974" x="6769100" y="2617788"/>
          <p14:tracePt t="152982" x="6754813" y="2632075"/>
          <p14:tracePt t="152990" x="6740525" y="2632075"/>
          <p14:tracePt t="152998" x="6718300" y="2632075"/>
          <p14:tracePt t="153006" x="6711950" y="2632075"/>
          <p14:tracePt t="153014" x="6704013" y="2632075"/>
          <p14:tracePt t="153022" x="6689725" y="2632075"/>
          <p14:tracePt t="153054" x="6683375" y="2632075"/>
          <p14:tracePt t="153063" x="6675438" y="2632075"/>
          <p14:tracePt t="153070" x="6669088" y="2632075"/>
          <p14:tracePt t="153094" x="6654800" y="2632075"/>
          <p14:tracePt t="153126" x="6646863" y="2632075"/>
          <p14:tracePt t="154902" x="6626225" y="2632075"/>
          <p14:tracePt t="154910" x="6583363" y="2640013"/>
          <p14:tracePt t="154918" x="6505575" y="2668588"/>
          <p14:tracePt t="154926" x="6454775" y="2689225"/>
          <p14:tracePt t="154934" x="6369050" y="2703513"/>
          <p14:tracePt t="154942" x="6269038" y="2725738"/>
          <p14:tracePt t="154950" x="6154738" y="2732088"/>
          <p14:tracePt t="154958" x="5962650" y="2732088"/>
          <p14:tracePt t="154967" x="5727700" y="2732088"/>
          <p14:tracePt t="154974" x="5456238" y="2732088"/>
          <p14:tracePt t="154982" x="5184775" y="2732088"/>
          <p14:tracePt t="154990" x="4892675" y="2732088"/>
          <p14:tracePt t="154998" x="4621213" y="2732088"/>
          <p14:tracePt t="155006" x="4314825" y="2732088"/>
          <p14:tracePt t="155014" x="3987800" y="2732088"/>
          <p14:tracePt t="155022" x="3679825" y="2732088"/>
          <p14:tracePt t="155030" x="3344863" y="2732088"/>
          <p14:tracePt t="155038" x="3059113" y="2732088"/>
          <p14:tracePt t="155046" x="2767013" y="2732088"/>
          <p14:tracePt t="155054" x="2525713" y="2754313"/>
          <p14:tracePt t="155062" x="2417763" y="2768600"/>
          <p14:tracePt t="155070" x="2317750" y="2782888"/>
          <p14:tracePt t="155078" x="2225675" y="2797175"/>
          <p14:tracePt t="155086" x="2182813" y="2803525"/>
          <p14:tracePt t="155094" x="2146300" y="2817813"/>
          <p14:tracePt t="155102" x="2139950" y="2817813"/>
          <p14:tracePt t="155118" x="2139950" y="2825750"/>
          <p14:tracePt t="155134" x="2139950" y="2840038"/>
          <p14:tracePt t="155142" x="2154238" y="2846388"/>
          <p14:tracePt t="155150" x="2182813" y="2874963"/>
          <p14:tracePt t="155158" x="2203450" y="2874963"/>
          <p14:tracePt t="155167" x="2211388" y="2874963"/>
          <p14:tracePt t="155446" x="2225675" y="2874963"/>
          <p14:tracePt t="155454" x="2232025" y="2874963"/>
          <p14:tracePt t="155494" x="2246313" y="2874963"/>
          <p14:tracePt t="155502" x="2254250" y="2874963"/>
          <p14:tracePt t="155510" x="2268538" y="2874963"/>
          <p14:tracePt t="155518" x="2282825" y="2874963"/>
          <p14:tracePt t="155526" x="2297113" y="2874963"/>
          <p14:tracePt t="155534" x="2325688" y="2874963"/>
          <p14:tracePt t="155542" x="2354263" y="2874963"/>
          <p14:tracePt t="155551" x="2382838" y="2874963"/>
          <p14:tracePt t="155558" x="2403475" y="2874963"/>
          <p14:tracePt t="155567" x="2432050" y="2874963"/>
          <p14:tracePt t="155574" x="2460625" y="2881313"/>
          <p14:tracePt t="155582" x="2482850" y="2881313"/>
          <p14:tracePt t="155590" x="2511425" y="2881313"/>
          <p14:tracePt t="155598" x="2532063" y="2881313"/>
          <p14:tracePt t="155606" x="2546350" y="2881313"/>
          <p14:tracePt t="155622" x="2552700" y="2889250"/>
          <p14:tracePt t="155734" x="2552700" y="2895600"/>
          <p14:tracePt t="155742" x="2552700" y="2903538"/>
          <p14:tracePt t="155934" x="2546350" y="2903538"/>
          <p14:tracePt t="155950" x="2532063" y="2903538"/>
          <p14:tracePt t="155982" x="2517775" y="2903538"/>
          <p14:tracePt t="155990" x="2511425" y="2903538"/>
          <p14:tracePt t="156014" x="2497138" y="2895600"/>
          <p14:tracePt t="156030" x="2489200" y="2895600"/>
          <p14:tracePt t="156038" x="2468563" y="2881313"/>
          <p14:tracePt t="156046" x="2460625" y="2881313"/>
          <p14:tracePt t="156054" x="2439988" y="2874963"/>
          <p14:tracePt t="156062" x="2425700" y="2867025"/>
          <p14:tracePt t="156070" x="2397125" y="2854325"/>
          <p14:tracePt t="156078" x="2382838" y="2846388"/>
          <p14:tracePt t="156086" x="2360613" y="2840038"/>
          <p14:tracePt t="156094" x="2325688" y="2817813"/>
          <p14:tracePt t="156102" x="2297113" y="2817813"/>
          <p14:tracePt t="156110" x="2254250" y="2811463"/>
          <p14:tracePt t="156118" x="2225675" y="2797175"/>
          <p14:tracePt t="156126" x="2189163" y="2782888"/>
          <p14:tracePt t="156134" x="2168525" y="2782888"/>
          <p14:tracePt t="156142" x="2160588" y="2774950"/>
          <p14:tracePt t="156158" x="2154238" y="2774950"/>
          <p14:tracePt t="156167" x="2146300" y="2774950"/>
          <p14:tracePt t="156184" x="2139950" y="2768600"/>
          <p14:tracePt t="156206" x="2139950" y="2760663"/>
          <p14:tracePt t="156222" x="2132013" y="2760663"/>
          <p14:tracePt t="156230" x="2125663" y="2760663"/>
          <p14:tracePt t="156254" x="2117725" y="2760663"/>
          <p14:tracePt t="157902" x="2103438" y="2760663"/>
          <p14:tracePt t="157926" x="2097088" y="2760663"/>
          <p14:tracePt t="157966" x="2082800" y="2754313"/>
          <p14:tracePt t="157982" x="2074863" y="2746375"/>
          <p14:tracePt t="157990" x="2068513" y="2740025"/>
          <p14:tracePt t="157998" x="2060575" y="2740025"/>
          <p14:tracePt t="158006" x="2054225" y="2732088"/>
          <p14:tracePt t="158022" x="2039938" y="2725738"/>
          <p14:tracePt t="158166" x="2032000" y="2717800"/>
          <p14:tracePt t="158174" x="2046288" y="2711450"/>
          <p14:tracePt t="158182" x="2132013" y="2689225"/>
          <p14:tracePt t="158190" x="2254250" y="2674938"/>
          <p14:tracePt t="158198" x="2346325" y="2668588"/>
          <p14:tracePt t="158207" x="2439988" y="2646363"/>
          <p14:tracePt t="158214" x="2532063" y="2632075"/>
          <p14:tracePt t="158222" x="2617788" y="2625725"/>
          <p14:tracePt t="158230" x="2703513" y="2611438"/>
          <p14:tracePt t="158238" x="2746375" y="2611438"/>
          <p14:tracePt t="158246" x="2838450" y="2603500"/>
          <p14:tracePt t="158254" x="2924175" y="2603500"/>
          <p14:tracePt t="158262" x="3009900" y="2589213"/>
          <p14:tracePt t="158270" x="3087688" y="2568575"/>
          <p14:tracePt t="158278" x="3173413" y="2560638"/>
          <p14:tracePt t="158286" x="3252788" y="2554288"/>
          <p14:tracePt t="158294" x="3338513" y="2532063"/>
          <p14:tracePt t="158302" x="3424238" y="2525713"/>
          <p14:tracePt t="158310" x="3502025" y="2511425"/>
          <p14:tracePt t="158318" x="3579813" y="2482850"/>
          <p14:tracePt t="158326" x="3651250" y="2468563"/>
          <p14:tracePt t="158334" x="3730625" y="2446338"/>
          <p14:tracePt t="158342" x="3808413" y="2432050"/>
          <p14:tracePt t="158350" x="3873500" y="2411413"/>
          <p14:tracePt t="158358" x="3944938" y="2389188"/>
          <p14:tracePt t="158367" x="4016375" y="2368550"/>
          <p14:tracePt t="158374" x="4094163" y="2354263"/>
          <p14:tracePt t="158382" x="4179888" y="2325688"/>
          <p14:tracePt t="158390" x="4265613" y="2289175"/>
          <p14:tracePt t="158398" x="4437063" y="2254250"/>
          <p14:tracePt t="158407" x="4629150" y="2197100"/>
          <p14:tracePt t="158414" x="4843463" y="2133600"/>
          <p14:tracePt t="158422" x="5084763" y="2097088"/>
          <p14:tracePt t="158430" x="5221288" y="2068513"/>
          <p14:tracePt t="158438" x="5321300" y="2062163"/>
          <p14:tracePt t="158446" x="5413375" y="2062163"/>
          <p14:tracePt t="158454" x="5456238" y="2062163"/>
          <p14:tracePt t="158462" x="5478463" y="2062163"/>
          <p14:tracePt t="158478" x="5484813" y="2062163"/>
          <p14:tracePt t="158486" x="5484813" y="2068513"/>
          <p14:tracePt t="158678" x="5478463" y="2068513"/>
          <p14:tracePt t="158686" x="5464175" y="2068513"/>
          <p14:tracePt t="158742" x="5464175" y="2062163"/>
          <p14:tracePt t="158758" x="5484813" y="2062163"/>
          <p14:tracePt t="158766" x="5492750" y="2047875"/>
          <p14:tracePt t="158782" x="5499100" y="2047875"/>
          <p14:tracePt t="158790" x="5507038" y="2039938"/>
          <p14:tracePt t="159022" x="5507038" y="2033588"/>
          <p14:tracePt t="159462" x="5470525" y="2025650"/>
          <p14:tracePt t="159470" x="5456238" y="2025650"/>
          <p14:tracePt t="159478" x="5427663" y="2019300"/>
          <p14:tracePt t="159486" x="5413375" y="2019300"/>
          <p14:tracePt t="159494" x="5392738" y="2011363"/>
          <p14:tracePt t="159502" x="5384800" y="2011363"/>
          <p14:tracePt t="159510" x="5378450" y="2011363"/>
          <p14:tracePt t="160046" x="5370513" y="2011363"/>
          <p14:tracePt t="160254" x="5370513" y="2005013"/>
          <p14:tracePt t="160974" x="5370513" y="1997075"/>
          <p14:tracePt t="160990" x="5370513" y="1990725"/>
          <p14:tracePt t="160998" x="5370513" y="1976438"/>
          <p14:tracePt t="161006" x="5356225" y="1962150"/>
          <p14:tracePt t="161014" x="5341938" y="1919288"/>
          <p14:tracePt t="161022" x="5335588" y="1890713"/>
          <p14:tracePt t="161030" x="5335588" y="1882775"/>
          <p14:tracePt t="162502" x="5364163" y="1868488"/>
          <p14:tracePt t="162510" x="5407025" y="1854200"/>
          <p14:tracePt t="162518" x="5441950" y="1839913"/>
          <p14:tracePt t="162526" x="5484813" y="1819275"/>
          <p14:tracePt t="162534" x="5521325" y="1819275"/>
          <p14:tracePt t="162542" x="5541963" y="1811338"/>
          <p14:tracePt t="162551" x="5556250" y="1811338"/>
          <p14:tracePt t="162567" x="5564188" y="1811338"/>
          <p14:tracePt t="162574" x="5564188" y="1819275"/>
          <p14:tracePt t="162582" x="5564188" y="1847850"/>
          <p14:tracePt t="162590" x="5564188" y="1868488"/>
          <p14:tracePt t="162598" x="5564188" y="1905000"/>
          <p14:tracePt t="162606" x="5564188" y="1939925"/>
          <p14:tracePt t="163094" x="5564188" y="1933575"/>
          <p14:tracePt t="163110" x="5556250" y="1933575"/>
          <p14:tracePt t="163311" x="5556250" y="1925638"/>
          <p14:tracePt t="163318" x="5556250" y="1919288"/>
          <p14:tracePt t="163334" x="5556250" y="1911350"/>
          <p14:tracePt t="163470" x="5541963" y="1911350"/>
          <p14:tracePt t="163478" x="5456238" y="1911350"/>
          <p14:tracePt t="163486" x="5335588" y="1919288"/>
          <p14:tracePt t="163494" x="5141913" y="1919288"/>
          <p14:tracePt t="163502" x="4872038" y="1919288"/>
          <p14:tracePt t="163510" x="4557713" y="1919288"/>
          <p14:tracePt t="163518" x="4229100" y="1919288"/>
          <p14:tracePt t="163526" x="3902075" y="1919288"/>
          <p14:tracePt t="163534" x="3552825" y="1919288"/>
          <p14:tracePt t="163542" x="3244850" y="1919288"/>
          <p14:tracePt t="163550" x="2938463" y="1919288"/>
          <p14:tracePt t="163558" x="2667000" y="1919288"/>
          <p14:tracePt t="163567" x="2411413" y="1919288"/>
          <p14:tracePt t="163574" x="2197100" y="1919288"/>
          <p14:tracePt t="163583" x="2089150" y="1939925"/>
          <p14:tracePt t="163590" x="2011363" y="1962150"/>
          <p14:tracePt t="163598" x="1997075" y="1968500"/>
          <p14:tracePt t="163606" x="1997075" y="1990725"/>
          <p14:tracePt t="163614" x="2019300" y="2005013"/>
          <p14:tracePt t="163806" x="1997075" y="2019300"/>
          <p14:tracePt t="163814" x="1968500" y="2025650"/>
          <p14:tracePt t="163822" x="1939925" y="2047875"/>
          <p14:tracePt t="163830" x="1919288" y="2062163"/>
          <p14:tracePt t="163838" x="1897063" y="2062163"/>
          <p14:tracePt t="163846" x="1876425" y="2097088"/>
          <p14:tracePt t="163854" x="1854200" y="2125663"/>
          <p14:tracePt t="163862" x="1833563" y="2168525"/>
          <p14:tracePt t="163870" x="1804988" y="2211388"/>
          <p14:tracePt t="163878" x="1776413" y="2233613"/>
          <p14:tracePt t="163886" x="1762125" y="2268538"/>
          <p14:tracePt t="163902" x="1747838" y="2297113"/>
          <p14:tracePt t="163910" x="1739900" y="2311400"/>
          <p14:tracePt t="163918" x="1733550" y="2325688"/>
          <p14:tracePt t="163926" x="1733550" y="2332038"/>
          <p14:tracePt t="163934" x="1725613" y="2346325"/>
          <p14:tracePt t="163942" x="1719263" y="2360613"/>
          <p14:tracePt t="163951" x="1719263" y="2374900"/>
          <p14:tracePt t="163958" x="1704975" y="2397125"/>
          <p14:tracePt t="163967" x="1704975" y="2403475"/>
          <p14:tracePt t="163982" x="1704975" y="2411413"/>
          <p14:tracePt t="164094" x="1697038" y="2411413"/>
          <p14:tracePt t="164102" x="1690688" y="2411413"/>
          <p14:tracePt t="164110" x="1682750" y="2403475"/>
          <p14:tracePt t="164118" x="1676400" y="2397125"/>
          <p14:tracePt t="164126" x="1662113" y="2389188"/>
          <p14:tracePt t="164134" x="1647825" y="2382838"/>
          <p14:tracePt t="164143" x="1633538" y="2382838"/>
          <p14:tracePt t="164151" x="1625600" y="2382838"/>
          <p14:tracePt t="164158" x="1625600" y="2374900"/>
          <p14:tracePt t="164167" x="1619250" y="2374900"/>
          <p14:tracePt t="164190" x="1604963" y="2368550"/>
          <p14:tracePt t="164326" x="1604963" y="2360613"/>
          <p14:tracePt t="164334" x="1611313" y="2360613"/>
          <p14:tracePt t="164342" x="1625600" y="2354263"/>
          <p14:tracePt t="164350" x="1654175" y="2339975"/>
          <p14:tracePt t="164358" x="1676400" y="2332038"/>
          <p14:tracePt t="164368" x="1725613" y="2325688"/>
          <p14:tracePt t="164374" x="1768475" y="2317750"/>
          <p14:tracePt t="164382" x="1804988" y="2303463"/>
          <p14:tracePt t="164390" x="1882775" y="2303463"/>
          <p14:tracePt t="164398" x="1990725" y="2297113"/>
          <p14:tracePt t="164406" x="2146300" y="2282825"/>
          <p14:tracePt t="164414" x="2446338" y="2254250"/>
          <p14:tracePt t="164422" x="2717800" y="2239963"/>
          <p14:tracePt t="164430" x="3024188" y="2190750"/>
          <p14:tracePt t="164438" x="3324225" y="2147888"/>
          <p14:tracePt t="164446" x="3622675" y="2111375"/>
          <p14:tracePt t="164454" x="3944938" y="2062163"/>
          <p14:tracePt t="164462" x="4200525" y="2019300"/>
          <p14:tracePt t="164470" x="4465638" y="1982788"/>
          <p14:tracePt t="164478" x="4729163" y="1933575"/>
          <p14:tracePt t="164486" x="4972050" y="1911350"/>
          <p14:tracePt t="164494" x="5270500" y="1868488"/>
          <p14:tracePt t="164502" x="5535613" y="1833563"/>
          <p14:tracePt t="164510" x="5776913" y="1797050"/>
          <p14:tracePt t="164518" x="6027738" y="1733550"/>
          <p14:tracePt t="164526" x="6234113" y="1684338"/>
          <p14:tracePt t="164534" x="6405563" y="1641475"/>
          <p14:tracePt t="164542" x="6562725" y="1604963"/>
          <p14:tracePt t="164551" x="6718300" y="1562100"/>
          <p14:tracePt t="164558" x="6804025" y="1555750"/>
          <p14:tracePt t="164567" x="6889750" y="1541463"/>
          <p14:tracePt t="164574" x="6975475" y="1541463"/>
          <p14:tracePt t="164582" x="7069138" y="1541463"/>
          <p14:tracePt t="164590" x="7153275" y="1541463"/>
          <p14:tracePt t="164598" x="7253288" y="1541463"/>
          <p14:tracePt t="164606" x="7339013" y="1541463"/>
          <p14:tracePt t="164615" x="7410450" y="1541463"/>
          <p14:tracePt t="164622" x="7475538" y="1541463"/>
          <p14:tracePt t="164630" x="7510463" y="1533525"/>
          <p14:tracePt t="164638" x="7539038" y="1527175"/>
          <p14:tracePt t="164654" x="7539038" y="1519238"/>
          <p14:tracePt t="164678" x="7539038" y="1504950"/>
          <p14:tracePt t="164686" x="7532688" y="1504950"/>
          <p14:tracePt t="164694" x="7518400" y="1504950"/>
          <p14:tracePt t="164702" x="7496175" y="1498600"/>
          <p14:tracePt t="164718" x="7481888" y="1498600"/>
          <p14:tracePt t="164726" x="7461250" y="1498600"/>
          <p14:tracePt t="164735" x="7446963" y="1498600"/>
          <p14:tracePt t="164742" x="7418388" y="1498600"/>
          <p14:tracePt t="164751" x="7375525" y="1498600"/>
          <p14:tracePt t="164758" x="7310438" y="1498600"/>
          <p14:tracePt t="164767" x="7239000" y="1498600"/>
          <p14:tracePt t="164774" x="7167563" y="1498600"/>
          <p14:tracePt t="164782" x="7097713" y="1498600"/>
          <p14:tracePt t="164790" x="7054850" y="1498600"/>
          <p14:tracePt t="164798" x="7011988" y="1498600"/>
          <p14:tracePt t="164806" x="6989763" y="1527175"/>
          <p14:tracePt t="164814" x="6983413" y="1527175"/>
          <p14:tracePt t="164830" x="6983413" y="1533525"/>
          <p14:tracePt t="164838" x="6983413" y="1541463"/>
          <p14:tracePt t="164846" x="6989763" y="1547813"/>
          <p14:tracePt t="164854" x="7011988" y="1555750"/>
          <p14:tracePt t="164862" x="7026275" y="1576388"/>
          <p14:tracePt t="164870" x="7054850" y="1584325"/>
          <p14:tracePt t="164878" x="7075488" y="1612900"/>
          <p14:tracePt t="164886" x="7083425" y="1612900"/>
          <p14:tracePt t="164900" x="7097713" y="1633538"/>
          <p14:tracePt t="164902" x="7104063" y="1647825"/>
          <p14:tracePt t="164910" x="7112000" y="1670050"/>
          <p14:tracePt t="164918" x="7112000" y="1684338"/>
          <p14:tracePt t="164926" x="7112000" y="1698625"/>
          <p14:tracePt t="164934" x="7112000" y="1704975"/>
          <p14:tracePt t="164942" x="7112000" y="1712913"/>
          <p14:tracePt t="164974" x="7118350" y="1719263"/>
          <p14:tracePt t="164998" x="7132638" y="1719263"/>
          <p14:tracePt t="165006" x="7138988" y="1725613"/>
          <p14:tracePt t="165014" x="7153275" y="1725613"/>
          <p14:tracePt t="165022" x="7175500" y="1725613"/>
          <p14:tracePt t="165030" x="7196138" y="1725613"/>
          <p14:tracePt t="165038" x="7224713" y="1725613"/>
          <p14:tracePt t="165046" x="7253288" y="1725613"/>
          <p14:tracePt t="165054" x="7281863" y="1725613"/>
          <p14:tracePt t="165062" x="7310438" y="1725613"/>
          <p14:tracePt t="165070" x="7346950" y="1725613"/>
          <p14:tracePt t="165078" x="7353300" y="1725613"/>
          <p14:tracePt t="165086" x="7367588" y="1725613"/>
          <p14:tracePt t="165094" x="7375525" y="1725613"/>
          <p14:tracePt t="165230" x="7367588" y="1725613"/>
          <p14:tracePt t="165254" x="7361238" y="1725613"/>
          <p14:tracePt t="165270" x="7353300" y="1725613"/>
          <p14:tracePt t="165278" x="7346950" y="1725613"/>
          <p14:tracePt t="165286" x="7332663" y="1725613"/>
          <p14:tracePt t="165294" x="7310438" y="1719263"/>
          <p14:tracePt t="165302" x="7281863" y="1719263"/>
          <p14:tracePt t="165310" x="7239000" y="1712913"/>
          <p14:tracePt t="165318" x="7210425" y="1712913"/>
          <p14:tracePt t="165326" x="7167563" y="1704975"/>
          <p14:tracePt t="165334" x="7138988" y="1698625"/>
          <p14:tracePt t="165342" x="7118350" y="1698625"/>
          <p14:tracePt t="165351" x="7097713" y="1698625"/>
          <p14:tracePt t="165358" x="7075488" y="1690688"/>
          <p14:tracePt t="165367" x="7069138" y="1690688"/>
          <p14:tracePt t="165382" x="7061200" y="1690688"/>
          <p14:tracePt t="165398" x="7046913" y="1690688"/>
          <p14:tracePt t="165414" x="7040563" y="1690688"/>
          <p14:tracePt t="165422" x="7026275" y="1690688"/>
          <p14:tracePt t="165430" x="7018338" y="1690688"/>
          <p14:tracePt t="165438" x="7011988" y="1690688"/>
          <p14:tracePt t="165446" x="6997700" y="1690688"/>
          <p14:tracePt t="165454" x="6989763" y="1690688"/>
          <p14:tracePt t="165462" x="6983413" y="1690688"/>
          <p14:tracePt t="165470" x="6975475" y="1690688"/>
          <p14:tracePt t="165478" x="6954838" y="1690688"/>
          <p14:tracePt t="165486" x="6932613" y="1690688"/>
          <p14:tracePt t="165494" x="6897688" y="1690688"/>
          <p14:tracePt t="165502" x="6883400" y="1690688"/>
          <p14:tracePt t="165510" x="6840538" y="1698625"/>
          <p14:tracePt t="165518" x="6826250" y="1698625"/>
          <p14:tracePt t="165526" x="6811963" y="1704975"/>
          <p14:tracePt t="165534" x="6797675" y="1712913"/>
          <p14:tracePt t="165542" x="6789738" y="1712913"/>
          <p14:tracePt t="165551" x="6783388" y="1712913"/>
          <p14:tracePt t="165574" x="6775450" y="1712913"/>
          <p14:tracePt t="165582" x="6761163" y="1712913"/>
          <p14:tracePt t="165590" x="6740525" y="1719263"/>
          <p14:tracePt t="165598" x="6697663" y="1733550"/>
          <p14:tracePt t="165606" x="6646863" y="1754188"/>
          <p14:tracePt t="165614" x="6562725" y="1768475"/>
          <p14:tracePt t="165622" x="6454775" y="1797050"/>
          <p14:tracePt t="165630" x="6305550" y="1819275"/>
          <p14:tracePt t="165638" x="6097588" y="1862138"/>
          <p14:tracePt t="165646" x="5776913" y="1905000"/>
          <p14:tracePt t="165654" x="5441950" y="1939925"/>
          <p14:tracePt t="165662" x="5049838" y="1997075"/>
          <p14:tracePt t="165670" x="4606925" y="2076450"/>
          <p14:tracePt t="165678" x="4194175" y="2133600"/>
          <p14:tracePt t="165686" x="3759200" y="2219325"/>
          <p14:tracePt t="165694" x="3359150" y="2276475"/>
          <p14:tracePt t="165702" x="2967038" y="2332038"/>
          <p14:tracePt t="165710" x="2624138" y="2397125"/>
          <p14:tracePt t="165718" x="2368550" y="2425700"/>
          <p14:tracePt t="165726" x="2117725" y="2460625"/>
          <p14:tracePt t="165734" x="2011363" y="2474913"/>
          <p14:tracePt t="165742" x="1939925" y="2474913"/>
          <p14:tracePt t="165751" x="1890713" y="2474913"/>
          <p14:tracePt t="165758" x="1839913" y="2474913"/>
          <p14:tracePt t="165767" x="1804988" y="2474913"/>
          <p14:tracePt t="165774" x="1762125" y="2482850"/>
          <p14:tracePt t="165782" x="1733550" y="2497138"/>
          <p14:tracePt t="165790" x="1711325" y="2497138"/>
          <p14:tracePt t="165798" x="1697038" y="2503488"/>
          <p14:tracePt t="165806" x="1676400" y="2511425"/>
          <p14:tracePt t="165814" x="1654175" y="2511425"/>
          <p14:tracePt t="165822" x="1633538" y="2511425"/>
          <p14:tracePt t="165830" x="1619250" y="2525713"/>
          <p14:tracePt t="165838" x="1604963" y="2532063"/>
          <p14:tracePt t="165846" x="1590675" y="2532063"/>
          <p14:tracePt t="165854" x="1582738" y="2532063"/>
          <p14:tracePt t="165910" x="1576388" y="2532063"/>
          <p14:tracePt t="165926" x="1568450" y="2532063"/>
          <p14:tracePt t="165934" x="1554163" y="2540000"/>
          <p14:tracePt t="165942" x="1525588" y="2540000"/>
          <p14:tracePt t="165950" x="1504950" y="2540000"/>
          <p14:tracePt t="165958" x="1484313" y="2540000"/>
          <p14:tracePt t="165966" x="1470025" y="2540000"/>
          <p14:tracePt t="166022" x="1462088" y="2540000"/>
          <p14:tracePt t="166086" x="1462088" y="2532063"/>
          <p14:tracePt t="168430" x="1462088" y="2517775"/>
          <p14:tracePt t="168438" x="1462088" y="2511425"/>
          <p14:tracePt t="168446" x="1455738" y="2497138"/>
          <p14:tracePt t="168454" x="1455738" y="2489200"/>
          <p14:tracePt t="168462" x="1455738" y="2482850"/>
          <p14:tracePt t="168470" x="1447800" y="2474913"/>
          <p14:tracePt t="168478" x="1447800" y="2468563"/>
          <p14:tracePt t="168494" x="1447800" y="2460625"/>
          <p14:tracePt t="168526" x="1447800" y="2446338"/>
          <p14:tracePt t="168566" x="1441450" y="2432050"/>
          <p14:tracePt t="168590" x="1441450" y="2425700"/>
          <p14:tracePt t="168598" x="1433513" y="2425700"/>
          <p14:tracePt t="168606" x="1433513" y="2417763"/>
          <p14:tracePt t="168630" x="1427163" y="2411413"/>
          <p14:tracePt t="168638" x="1427163" y="2403475"/>
          <p14:tracePt t="168662" x="1419225" y="2389188"/>
          <p14:tracePt t="168678" x="1412875" y="2382838"/>
          <p14:tracePt t="168694" x="1412875" y="2374900"/>
          <p14:tracePt t="168702" x="1404938" y="2368550"/>
          <p14:tracePt t="168710" x="1398588" y="2360613"/>
          <p14:tracePt t="168726" x="1398588" y="2354263"/>
          <p14:tracePt t="168742" x="1384300" y="2339975"/>
          <p14:tracePt t="168751" x="1376363" y="2325688"/>
          <p14:tracePt t="168767" x="1370013" y="2317750"/>
          <p14:tracePt t="168798" x="1355725" y="2311400"/>
          <p14:tracePt t="170246" x="1347788" y="2311400"/>
          <p14:tracePt t="170254" x="1341438" y="2311400"/>
          <p14:tracePt t="170262" x="1333500" y="2311400"/>
          <p14:tracePt t="170286" x="1327150" y="2303463"/>
          <p14:tracePt t="170302" x="1319213" y="2303463"/>
          <p14:tracePt t="170318" x="1312863" y="2303463"/>
          <p14:tracePt t="170390" x="1304925" y="2303463"/>
          <p14:tracePt t="170438" x="1298575" y="2303463"/>
          <p14:tracePt t="170470" x="1290638" y="2303463"/>
          <p14:tracePt t="170486" x="1284288" y="2303463"/>
          <p14:tracePt t="170494" x="1276350" y="2303463"/>
          <p14:tracePt t="170534" x="1270000" y="2303463"/>
          <p14:tracePt t="170550" x="1262063" y="2303463"/>
          <p14:tracePt t="170566" x="1255713" y="2303463"/>
          <p14:tracePt t="170590" x="1247775" y="2303463"/>
          <p14:tracePt t="170598" x="1241425" y="2303463"/>
          <p14:tracePt t="170606" x="1233488" y="2303463"/>
          <p14:tracePt t="170630" x="1227138" y="2303463"/>
          <p14:tracePt t="170638" x="1219200" y="2303463"/>
          <p14:tracePt t="170670" x="1204913" y="2303463"/>
          <p14:tracePt t="170678" x="1198563" y="2303463"/>
          <p14:tracePt t="170686" x="1190625" y="2303463"/>
          <p14:tracePt t="170710" x="1184275" y="2303463"/>
          <p14:tracePt t="170718" x="1169988" y="2303463"/>
          <p14:tracePt t="170742" x="1162050" y="2303463"/>
          <p14:tracePt t="170750" x="1155700" y="2303463"/>
          <p14:tracePt t="170758" x="1147763" y="2303463"/>
          <p14:tracePt t="170774" x="1141413" y="2311400"/>
          <p14:tracePt t="170782" x="1133475" y="2311400"/>
          <p14:tracePt t="170798" x="1127125" y="2317750"/>
          <p14:tracePt t="170806" x="1119188" y="2317750"/>
          <p14:tracePt t="170814" x="1112838" y="2325688"/>
          <p14:tracePt t="170822" x="1112838" y="2332038"/>
          <p14:tracePt t="170838" x="1098550" y="2332038"/>
          <p14:tracePt t="170846" x="1084263" y="2346325"/>
          <p14:tracePt t="170870" x="1076325" y="2354263"/>
          <p14:tracePt t="170878" x="1069975" y="2360613"/>
          <p14:tracePt t="170886" x="1062038" y="2368550"/>
          <p14:tracePt t="170910" x="1055688" y="2374900"/>
          <p14:tracePt t="170918" x="1055688" y="2382838"/>
          <p14:tracePt t="170926" x="1047750" y="2382838"/>
          <p14:tracePt t="170934" x="1041400" y="2389188"/>
          <p14:tracePt t="170942" x="1033463" y="2397125"/>
          <p14:tracePt t="170951" x="1027113" y="2403475"/>
          <p14:tracePt t="170967" x="1027113" y="2411413"/>
          <p14:tracePt t="170974" x="1019175" y="2417763"/>
          <p14:tracePt t="170982" x="1012825" y="2425700"/>
          <p14:tracePt t="170990" x="1006475" y="2432050"/>
          <p14:tracePt t="171006" x="1006475" y="2439988"/>
          <p14:tracePt t="171014" x="998538" y="2446338"/>
          <p14:tracePt t="171022" x="992188" y="2454275"/>
          <p14:tracePt t="171030" x="984250" y="2454275"/>
          <p14:tracePt t="171046" x="977900" y="2468563"/>
          <p14:tracePt t="171054" x="969963" y="2474913"/>
          <p14:tracePt t="171062" x="969963" y="2482850"/>
          <p14:tracePt t="171070" x="969963" y="2497138"/>
          <p14:tracePt t="171078" x="963613" y="2497138"/>
          <p14:tracePt t="171086" x="955675" y="2503488"/>
          <p14:tracePt t="171094" x="955675" y="2517775"/>
          <p14:tracePt t="171102" x="949325" y="2517775"/>
          <p14:tracePt t="171110" x="949325" y="2525713"/>
          <p14:tracePt t="171126" x="941388" y="2540000"/>
          <p14:tracePt t="171150" x="935038" y="2554288"/>
          <p14:tracePt t="171158" x="935038" y="2560638"/>
          <p14:tracePt t="171167" x="927100" y="2560638"/>
          <p14:tracePt t="171182" x="927100" y="2574925"/>
          <p14:tracePt t="171190" x="927100" y="2582863"/>
          <p14:tracePt t="171206" x="927100" y="2589213"/>
          <p14:tracePt t="171214" x="927100" y="2597150"/>
          <p14:tracePt t="171222" x="927100" y="2603500"/>
          <p14:tracePt t="171246" x="927100" y="2611438"/>
          <p14:tracePt t="171262" x="927100" y="2617788"/>
          <p14:tracePt t="171270" x="927100" y="2625725"/>
          <p14:tracePt t="171286" x="927100" y="2632075"/>
          <p14:tracePt t="171310" x="927100" y="2646363"/>
          <p14:tracePt t="171326" x="927100" y="2654300"/>
          <p14:tracePt t="171342" x="927100" y="2660650"/>
          <p14:tracePt t="171351" x="927100" y="2668588"/>
          <p14:tracePt t="171375" x="935038" y="2674938"/>
          <p14:tracePt t="171422" x="941388" y="2674938"/>
          <p14:tracePt t="171454" x="949325" y="2682875"/>
          <p14:tracePt t="171470" x="955675" y="2689225"/>
          <p14:tracePt t="171494" x="963613" y="2697163"/>
          <p14:tracePt t="171518" x="969963" y="2697163"/>
          <p14:tracePt t="171526" x="977900" y="2703513"/>
          <p14:tracePt t="171550" x="984250" y="2717800"/>
          <p14:tracePt t="171558" x="992188" y="2717800"/>
          <p14:tracePt t="171574" x="998538" y="2717800"/>
          <p14:tracePt t="171582" x="1006475" y="2717800"/>
          <p14:tracePt t="171590" x="1019175" y="2725738"/>
          <p14:tracePt t="171614" x="1033463" y="2725738"/>
          <p14:tracePt t="171622" x="1041400" y="2725738"/>
          <p14:tracePt t="171630" x="1062038" y="2732088"/>
          <p14:tracePt t="171638" x="1069975" y="2740025"/>
          <p14:tracePt t="171646" x="1098550" y="2740025"/>
          <p14:tracePt t="171654" x="1112838" y="2740025"/>
          <p14:tracePt t="171662" x="1119188" y="2740025"/>
          <p14:tracePt t="171670" x="1141413" y="2746375"/>
          <p14:tracePt t="171678" x="1147763" y="2746375"/>
          <p14:tracePt t="171686" x="1162050" y="2754313"/>
          <p14:tracePt t="171702" x="1176338" y="2754313"/>
          <p14:tracePt t="171710" x="1184275" y="2754313"/>
          <p14:tracePt t="171718" x="1204913" y="2760663"/>
          <p14:tracePt t="171726" x="1219200" y="2760663"/>
          <p14:tracePt t="171734" x="1233488" y="2760663"/>
          <p14:tracePt t="171742" x="1255713" y="2760663"/>
          <p14:tracePt t="171751" x="1270000" y="2760663"/>
          <p14:tracePt t="171758" x="1290638" y="2760663"/>
          <p14:tracePt t="171767" x="1312863" y="2760663"/>
          <p14:tracePt t="171774" x="1333500" y="2760663"/>
          <p14:tracePt t="171783" x="1347788" y="2760663"/>
          <p14:tracePt t="171790" x="1376363" y="2760663"/>
          <p14:tracePt t="171798" x="1398588" y="2760663"/>
          <p14:tracePt t="171806" x="1433513" y="2760663"/>
          <p14:tracePt t="171814" x="1462088" y="2760663"/>
          <p14:tracePt t="171822" x="1490663" y="2760663"/>
          <p14:tracePt t="171830" x="1539875" y="2760663"/>
          <p14:tracePt t="171838" x="1582738" y="2760663"/>
          <p14:tracePt t="171846" x="1611313" y="2760663"/>
          <p14:tracePt t="171854" x="1647825" y="2760663"/>
          <p14:tracePt t="171862" x="1690688" y="2760663"/>
          <p14:tracePt t="171870" x="1719263" y="2760663"/>
          <p14:tracePt t="171878" x="1747838" y="2760663"/>
          <p14:tracePt t="171901" x="1804988" y="2760663"/>
          <p14:tracePt t="171903" x="1825625" y="2760663"/>
          <p14:tracePt t="171910" x="1854200" y="2760663"/>
          <p14:tracePt t="171918" x="1890713" y="2760663"/>
          <p14:tracePt t="171926" x="1911350" y="2760663"/>
          <p14:tracePt t="171934" x="1954213" y="2760663"/>
          <p14:tracePt t="171942" x="1976438" y="2754313"/>
          <p14:tracePt t="171951" x="1997075" y="2746375"/>
          <p14:tracePt t="171958" x="2005013" y="2740025"/>
          <p14:tracePt t="171966" x="2025650" y="2732088"/>
          <p14:tracePt t="171974" x="2025650" y="2725738"/>
          <p14:tracePt t="171982" x="2032000" y="2717800"/>
          <p14:tracePt t="171990" x="2032000" y="2711450"/>
          <p14:tracePt t="171998" x="2046288" y="2703513"/>
          <p14:tracePt t="172014" x="2046288" y="2689225"/>
          <p14:tracePt t="172022" x="2054225" y="2689225"/>
          <p14:tracePt t="172030" x="2054225" y="2674938"/>
          <p14:tracePt t="172038" x="2054225" y="2668588"/>
          <p14:tracePt t="172046" x="2060575" y="2646363"/>
          <p14:tracePt t="172054" x="2060575" y="2640013"/>
          <p14:tracePt t="172062" x="2060575" y="2617788"/>
          <p14:tracePt t="172070" x="2060575" y="2597150"/>
          <p14:tracePt t="172078" x="2060575" y="2589213"/>
          <p14:tracePt t="172086" x="2060575" y="2574925"/>
          <p14:tracePt t="172094" x="2060575" y="2560638"/>
          <p14:tracePt t="172102" x="2060575" y="2540000"/>
          <p14:tracePt t="172126" x="2060575" y="2532063"/>
          <p14:tracePt t="172134" x="2060575" y="2517775"/>
          <p14:tracePt t="172150" x="2060575" y="2503488"/>
          <p14:tracePt t="172158" x="2046288" y="2489200"/>
          <p14:tracePt t="172167" x="2046288" y="2474913"/>
          <p14:tracePt t="172183" x="2039938" y="2454275"/>
          <p14:tracePt t="172198" x="2039938" y="2446338"/>
          <p14:tracePt t="172206" x="2032000" y="2432050"/>
          <p14:tracePt t="172214" x="2025650" y="2417763"/>
          <p14:tracePt t="172222" x="2019300" y="2403475"/>
          <p14:tracePt t="172230" x="2011363" y="2397125"/>
          <p14:tracePt t="172238" x="2005013" y="2397125"/>
          <p14:tracePt t="172246" x="2005013" y="2389188"/>
          <p14:tracePt t="172254" x="1997075" y="2389188"/>
          <p14:tracePt t="172262" x="1997075" y="2382838"/>
          <p14:tracePt t="172270" x="1990725" y="2382838"/>
          <p14:tracePt t="172278" x="1982788" y="2368550"/>
          <p14:tracePt t="172286" x="1976438" y="2368550"/>
          <p14:tracePt t="172302" x="1976438" y="2360613"/>
          <p14:tracePt t="172310" x="1968500" y="2360613"/>
          <p14:tracePt t="172334" x="1962150" y="2346325"/>
          <p14:tracePt t="172358" x="1954213" y="2346325"/>
          <p14:tracePt t="172374" x="1954213" y="2339975"/>
          <p14:tracePt t="172390" x="1947863" y="2339975"/>
          <p14:tracePt t="172406" x="1939925" y="2325688"/>
          <p14:tracePt t="172422" x="1933575" y="2325688"/>
          <p14:tracePt t="172430" x="1933575" y="2317750"/>
          <p14:tracePt t="172438" x="1925638" y="2317750"/>
          <p14:tracePt t="172446" x="1925638" y="2311400"/>
          <p14:tracePt t="172454" x="1919288" y="2311400"/>
          <p14:tracePt t="172462" x="1919288" y="2303463"/>
          <p14:tracePt t="172510" x="1911350" y="2303463"/>
          <p14:tracePt t="172622" x="1911350" y="2297113"/>
          <p14:tracePt t="173422" x="1897063" y="2282825"/>
          <p14:tracePt t="173430" x="1890713" y="2276475"/>
          <p14:tracePt t="173438" x="1890713" y="2268538"/>
          <p14:tracePt t="173446" x="1876425" y="2268538"/>
          <p14:tracePt t="173454" x="1876425" y="2262188"/>
          <p14:tracePt t="173462" x="1868488" y="2262188"/>
          <p14:tracePt t="173470" x="1854200" y="2254250"/>
          <p14:tracePt t="173478" x="1847850" y="2247900"/>
          <p14:tracePt t="173486" x="1839913" y="2247900"/>
          <p14:tracePt t="173494" x="1825625" y="2239963"/>
          <p14:tracePt t="173518" x="1811338" y="2239963"/>
          <p14:tracePt t="173526" x="1797050" y="2225675"/>
          <p14:tracePt t="173542" x="1776413" y="2225675"/>
          <p14:tracePt t="173550" x="1754188" y="2225675"/>
          <p14:tracePt t="173558" x="1739900" y="2219325"/>
          <p14:tracePt t="173567" x="1725613" y="2219325"/>
          <p14:tracePt t="173574" x="1704975" y="2219325"/>
          <p14:tracePt t="173582" x="1697038" y="2219325"/>
          <p14:tracePt t="173590" x="1676400" y="2219325"/>
          <p14:tracePt t="173598" x="1654175" y="2219325"/>
          <p14:tracePt t="173606" x="1639888" y="2219325"/>
          <p14:tracePt t="173614" x="1619250" y="2219325"/>
          <p14:tracePt t="173622" x="1590675" y="2219325"/>
          <p14:tracePt t="173630" x="1568450" y="2219325"/>
          <p14:tracePt t="173638" x="1547813" y="2219325"/>
          <p14:tracePt t="173646" x="1519238" y="2219325"/>
          <p14:tracePt t="173654" x="1490663" y="2219325"/>
          <p14:tracePt t="173662" x="1470025" y="2219325"/>
          <p14:tracePt t="173670" x="1441450" y="2219325"/>
          <p14:tracePt t="173678" x="1419225" y="2219325"/>
          <p14:tracePt t="173686" x="1398588" y="2219325"/>
          <p14:tracePt t="173694" x="1376363" y="2219325"/>
          <p14:tracePt t="173702" x="1347788" y="2219325"/>
          <p14:tracePt t="173710" x="1333500" y="2225675"/>
          <p14:tracePt t="173718" x="1319213" y="2233613"/>
          <p14:tracePt t="173726" x="1304925" y="2239963"/>
          <p14:tracePt t="173734" x="1276350" y="2247900"/>
          <p14:tracePt t="173742" x="1276350" y="2254250"/>
          <p14:tracePt t="173751" x="1262063" y="2262188"/>
          <p14:tracePt t="173758" x="1247775" y="2276475"/>
          <p14:tracePt t="173767" x="1241425" y="2297113"/>
          <p14:tracePt t="173774" x="1227138" y="2311400"/>
          <p14:tracePt t="173782" x="1219200" y="2332038"/>
          <p14:tracePt t="173790" x="1219200" y="2339975"/>
          <p14:tracePt t="173798" x="1219200" y="2360613"/>
          <p14:tracePt t="173806" x="1212850" y="2382838"/>
          <p14:tracePt t="173814" x="1212850" y="2403475"/>
          <p14:tracePt t="173822" x="1212850" y="2425700"/>
          <p14:tracePt t="173830" x="1204913" y="2446338"/>
          <p14:tracePt t="173838" x="1204913" y="2468563"/>
          <p14:tracePt t="173846" x="1204913" y="2482850"/>
          <p14:tracePt t="173854" x="1204913" y="2489200"/>
          <p14:tracePt t="173862" x="1204913" y="2511425"/>
          <p14:tracePt t="173870" x="1204913" y="2517775"/>
          <p14:tracePt t="173900" x="1204913" y="2532063"/>
          <p14:tracePt t="173902" x="1204913" y="2546350"/>
          <p14:tracePt t="173918" x="1212850" y="2560638"/>
          <p14:tracePt t="173934" x="1219200" y="2560638"/>
          <p14:tracePt t="173950" x="1227138" y="2574925"/>
          <p14:tracePt t="177775" x="1233488" y="2574925"/>
          <p14:tracePt t="177782" x="1233488" y="2582863"/>
          <p14:tracePt t="177790" x="1241425" y="2582863"/>
          <p14:tracePt t="177798" x="1247775" y="2589213"/>
          <p14:tracePt t="177806" x="1255713" y="2597150"/>
          <p14:tracePt t="177814" x="1276350" y="2597150"/>
          <p14:tracePt t="177822" x="1276350" y="2603500"/>
          <p14:tracePt t="177830" x="1284288" y="2603500"/>
          <p14:tracePt t="177846" x="1290638" y="2611438"/>
          <p14:tracePt t="177862" x="1298575" y="2611438"/>
          <p14:tracePt t="177870" x="1298575" y="2617788"/>
          <p14:tracePt t="177894" x="1304925" y="2617788"/>
          <p14:tracePt t="177918" x="1304925" y="2625725"/>
          <p14:tracePt t="177934" x="1312863" y="2625725"/>
          <p14:tracePt t="177958" x="1312863" y="2632075"/>
          <p14:tracePt t="177966" x="1319213" y="2632075"/>
          <p14:tracePt t="178030" x="1327150" y="2640013"/>
          <p14:tracePt t="178038" x="1333500" y="2646363"/>
          <p14:tracePt t="178742" x="1333500" y="2654300"/>
          <p14:tracePt t="178774" x="1333500" y="2660650"/>
          <p14:tracePt t="178798" x="1333500" y="2668588"/>
          <p14:tracePt t="178830" x="1333500" y="2674938"/>
          <p14:tracePt t="178902" x="1327150" y="2674938"/>
          <p14:tracePt t="178926" x="1319213" y="2674938"/>
          <p14:tracePt t="178934" x="1319213" y="2682875"/>
          <p14:tracePt t="178966" x="1312863" y="2682875"/>
          <p14:tracePt t="178982" x="1304925" y="2689225"/>
          <p14:tracePt t="178990" x="1304925" y="2697163"/>
          <p14:tracePt t="178998" x="1298575" y="2697163"/>
          <p14:tracePt t="179014" x="1298575" y="2703513"/>
          <p14:tracePt t="179030" x="1290638" y="2711450"/>
          <p14:tracePt t="179054" x="1290638" y="2717800"/>
          <p14:tracePt t="179062" x="1290638" y="2725738"/>
          <p14:tracePt t="179086" x="1284288" y="2732088"/>
          <p14:tracePt t="179094" x="1276350" y="2732088"/>
          <p14:tracePt t="179174" x="1276350" y="2746375"/>
          <p14:tracePt t="179254" x="1276350" y="2754313"/>
          <p14:tracePt t="179390" x="1276350" y="2760663"/>
          <p14:tracePt t="179422" x="1276350" y="2768600"/>
          <p14:tracePt t="179486" x="1276350" y="2774950"/>
          <p14:tracePt t="179558" x="1276350" y="2789238"/>
          <p14:tracePt t="179638" x="1276350" y="2797175"/>
          <p14:tracePt t="179998" x="1270000" y="2797175"/>
          <p14:tracePt t="180014" x="1270000" y="2789238"/>
          <p14:tracePt t="180030" x="1270000" y="2774950"/>
          <p14:tracePt t="180054" x="1255713" y="2768600"/>
          <p14:tracePt t="180134" x="1255713" y="2760663"/>
          <p14:tracePt t="180206" x="1247775" y="2760663"/>
          <p14:tracePt t="180414" x="1262063" y="2782888"/>
          <p14:tracePt t="180422" x="1290638" y="2825750"/>
          <p14:tracePt t="180430" x="1327150" y="2867025"/>
          <p14:tracePt t="180438" x="1355725" y="2903538"/>
          <p14:tracePt t="180446" x="1384300" y="2946400"/>
          <p14:tracePt t="180454" x="1390650" y="2960688"/>
          <p14:tracePt t="180462" x="1427163" y="2995613"/>
          <p14:tracePt t="180470" x="1462088" y="3046413"/>
          <p14:tracePt t="180478" x="1490663" y="3103563"/>
          <p14:tracePt t="180486" x="1512888" y="3124200"/>
          <p14:tracePt t="180494" x="1547813" y="3167063"/>
          <p14:tracePt t="180502" x="1576388" y="3203575"/>
          <p14:tracePt t="180510" x="1604963" y="3232150"/>
          <p14:tracePt t="180518" x="1619250" y="3252788"/>
          <p14:tracePt t="180526" x="1647825" y="3275013"/>
          <p14:tracePt t="180534" x="1662113" y="3295650"/>
          <p14:tracePt t="180542" x="1676400" y="3317875"/>
          <p14:tracePt t="180551" x="1690688" y="3338513"/>
          <p14:tracePt t="180558" x="1704975" y="3367088"/>
          <p14:tracePt t="180566" x="1725613" y="3395663"/>
          <p14:tracePt t="180574" x="1733550" y="3417888"/>
          <p14:tracePt t="180582" x="1754188" y="3430588"/>
          <p14:tracePt t="180590" x="1762125" y="3459163"/>
          <p14:tracePt t="180598" x="1790700" y="3481388"/>
          <p14:tracePt t="180606" x="1811338" y="3509963"/>
          <p14:tracePt t="180614" x="1847850" y="3530600"/>
          <p14:tracePt t="180622" x="1890713" y="3567113"/>
          <p14:tracePt t="180630" x="1919288" y="3581400"/>
          <p14:tracePt t="180638" x="1947863" y="3609975"/>
          <p14:tracePt t="180646" x="1997075" y="3638550"/>
          <p14:tracePt t="180654" x="2019300" y="3652838"/>
          <p14:tracePt t="180662" x="2039938" y="3673475"/>
          <p14:tracePt t="180670" x="2068513" y="3695700"/>
          <p14:tracePt t="180678" x="2074863" y="3695700"/>
          <p14:tracePt t="180686" x="2097088" y="3709988"/>
          <p14:tracePt t="180694" x="2125663" y="3724275"/>
          <p14:tracePt t="180702" x="2139950" y="3730625"/>
          <p14:tracePt t="180710" x="2168525" y="3744913"/>
          <p14:tracePt t="180718" x="2182813" y="3744913"/>
          <p14:tracePt t="180726" x="2211388" y="3759200"/>
          <p14:tracePt t="180734" x="2225675" y="3767138"/>
          <p14:tracePt t="180742" x="2254250" y="3781425"/>
          <p14:tracePt t="180750" x="2274888" y="3787775"/>
          <p14:tracePt t="180758" x="2311400" y="3802063"/>
          <p14:tracePt t="180767" x="2354263" y="3824288"/>
          <p14:tracePt t="180774" x="2382838" y="3830638"/>
          <p14:tracePt t="180782" x="2432050" y="3859213"/>
          <p14:tracePt t="180790" x="2468563" y="3867150"/>
          <p14:tracePt t="180798" x="2497138" y="3887788"/>
          <p14:tracePt t="180806" x="2532063" y="3902075"/>
          <p14:tracePt t="180814" x="2540000" y="3902075"/>
          <p14:tracePt t="180822" x="2566988" y="3916363"/>
          <p14:tracePt t="180830" x="2574925" y="3916363"/>
          <p14:tracePt t="180838" x="2581275" y="3924300"/>
          <p14:tracePt t="180846" x="2589213" y="3924300"/>
          <p14:tracePt t="180854" x="2595563" y="3924300"/>
          <p14:tracePt t="180862" x="2609850" y="3924300"/>
          <p14:tracePt t="180870" x="2617788" y="3924300"/>
          <p14:tracePt t="180878" x="2638425" y="3930650"/>
          <p14:tracePt t="180886" x="2660650" y="3930650"/>
          <p14:tracePt t="180894" x="2695575" y="3944938"/>
          <p14:tracePt t="180902" x="2703513" y="3944938"/>
          <p14:tracePt t="180910" x="2717800" y="3944938"/>
          <p14:tracePt t="180918" x="2724150" y="3944938"/>
          <p14:tracePt t="180926" x="2746375" y="3944938"/>
          <p14:tracePt t="180942" x="2752725" y="3944938"/>
          <p14:tracePt t="180951" x="2760663" y="3944938"/>
          <p14:tracePt t="180967" x="2774950" y="3944938"/>
          <p14:tracePt t="180974" x="2789238" y="3944938"/>
          <p14:tracePt t="180990" x="2803525" y="3944938"/>
          <p14:tracePt t="180998" x="2817813" y="3944938"/>
          <p14:tracePt t="181014" x="2832100" y="3944938"/>
          <p14:tracePt t="181022" x="2838450" y="3938588"/>
          <p14:tracePt t="181038" x="2838450" y="3930650"/>
          <p14:tracePt t="181046" x="2846388" y="3924300"/>
          <p14:tracePt t="181062" x="2852738" y="3902075"/>
          <p14:tracePt t="181070" x="2852738" y="3895725"/>
          <p14:tracePt t="181078" x="2852738" y="3881438"/>
          <p14:tracePt t="181086" x="2852738" y="3873500"/>
          <p14:tracePt t="181094" x="2852738" y="3852863"/>
          <p14:tracePt t="181102" x="2852738" y="3830638"/>
          <p14:tracePt t="181110" x="2852738" y="3824288"/>
          <p14:tracePt t="181118" x="2852738" y="3810000"/>
          <p14:tracePt t="181134" x="2852738" y="3802063"/>
          <p14:tracePt t="181150" x="2846388" y="3781425"/>
          <p14:tracePt t="181166" x="2838450" y="3773488"/>
          <p14:tracePt t="181174" x="2832100" y="3767138"/>
          <p14:tracePt t="181182" x="2832100" y="3759200"/>
          <p14:tracePt t="181190" x="2824163" y="3752850"/>
          <p14:tracePt t="181198" x="2817813" y="3744913"/>
          <p14:tracePt t="181206" x="2809875" y="3744913"/>
          <p14:tracePt t="181214" x="2809875" y="3738563"/>
          <p14:tracePt t="181222" x="2803525" y="3730625"/>
          <p14:tracePt t="181238" x="2795588" y="3716338"/>
          <p14:tracePt t="181254" x="2795588" y="3709988"/>
          <p14:tracePt t="181262" x="2789238" y="3702050"/>
          <p14:tracePt t="181270" x="2781300" y="3702050"/>
          <p14:tracePt t="181278" x="2767013" y="3687763"/>
          <p14:tracePt t="181294" x="2752725" y="3673475"/>
          <p14:tracePt t="181302" x="2746375" y="3667125"/>
          <p14:tracePt t="181310" x="2738438" y="3659188"/>
          <p14:tracePt t="181326" x="2717800" y="3644900"/>
          <p14:tracePt t="181334" x="2709863" y="3638550"/>
          <p14:tracePt t="181342" x="2703513" y="3630613"/>
          <p14:tracePt t="181351" x="2689225" y="3630613"/>
          <p14:tracePt t="181358" x="2681288" y="3616325"/>
          <p14:tracePt t="181367" x="2674938" y="3616325"/>
          <p14:tracePt t="181374" x="2667000" y="3609975"/>
          <p14:tracePt t="181382" x="2652713" y="3602038"/>
          <p14:tracePt t="181390" x="2632075" y="3587750"/>
          <p14:tracePt t="181398" x="2624138" y="3587750"/>
          <p14:tracePt t="181406" x="2617788" y="3581400"/>
          <p14:tracePt t="181422" x="2603500" y="3581400"/>
          <p14:tracePt t="181430" x="2589213" y="3567113"/>
          <p14:tracePt t="181438" x="2581275" y="3567113"/>
          <p14:tracePt t="181446" x="2566988" y="3567113"/>
          <p14:tracePt t="181462" x="2560638" y="3567113"/>
          <p14:tracePt t="181470" x="2546350" y="3567113"/>
          <p14:tracePt t="181478" x="2532063" y="3559175"/>
          <p14:tracePt t="181486" x="2525713" y="3559175"/>
          <p14:tracePt t="181494" x="2517775" y="3559175"/>
          <p14:tracePt t="181502" x="2503488" y="3559175"/>
          <p14:tracePt t="181518" x="2489200" y="3559175"/>
          <p14:tracePt t="181526" x="2482850" y="3559175"/>
          <p14:tracePt t="181534" x="2474913" y="3559175"/>
          <p14:tracePt t="181542" x="2460625" y="3559175"/>
          <p14:tracePt t="181551" x="2454275" y="3559175"/>
          <p14:tracePt t="181558" x="2432050" y="3559175"/>
          <p14:tracePt t="181567" x="2425700" y="3559175"/>
          <p14:tracePt t="181574" x="2411413" y="3559175"/>
          <p14:tracePt t="181590" x="2397125" y="3559175"/>
          <p14:tracePt t="181598" x="2389188" y="3559175"/>
          <p14:tracePt t="181615" x="2382838" y="3559175"/>
          <p14:tracePt t="181622" x="2368550" y="3567113"/>
          <p14:tracePt t="181638" x="2354263" y="3573463"/>
          <p14:tracePt t="181646" x="2346325" y="3581400"/>
          <p14:tracePt t="181654" x="2339975" y="3587750"/>
          <p14:tracePt t="181662" x="2332038" y="3595688"/>
          <p14:tracePt t="181678" x="2325688" y="3609975"/>
          <p14:tracePt t="181686" x="2325688" y="3616325"/>
          <p14:tracePt t="181694" x="2317750" y="3624263"/>
          <p14:tracePt t="181702" x="2311400" y="3630613"/>
          <p14:tracePt t="181719" x="2311400" y="3638550"/>
          <p14:tracePt t="181726" x="2311400" y="3644900"/>
          <p14:tracePt t="181734" x="2297113" y="3659188"/>
          <p14:tracePt t="181742" x="2297113" y="3673475"/>
          <p14:tracePt t="181751" x="2297113" y="3681413"/>
          <p14:tracePt t="181758" x="2297113" y="3695700"/>
          <p14:tracePt t="181767" x="2289175" y="3702050"/>
          <p14:tracePt t="181774" x="2289175" y="3709988"/>
          <p14:tracePt t="181782" x="2289175" y="3724275"/>
          <p14:tracePt t="181790" x="2289175" y="3730625"/>
          <p14:tracePt t="181806" x="2289175" y="3744913"/>
          <p14:tracePt t="181822" x="2282825" y="3752850"/>
          <p14:tracePt t="181838" x="2282825" y="3767138"/>
          <p14:tracePt t="181846" x="2282825" y="3773488"/>
          <p14:tracePt t="181862" x="2282825" y="3787775"/>
          <p14:tracePt t="181870" x="2282825" y="3802063"/>
          <p14:tracePt t="181878" x="2282825" y="3816350"/>
          <p14:tracePt t="181886" x="2282825" y="3824288"/>
          <p14:tracePt t="181894" x="2282825" y="3838575"/>
          <p14:tracePt t="181902" x="2282825" y="3859213"/>
          <p14:tracePt t="181910" x="2282825" y="3867150"/>
          <p14:tracePt t="181918" x="2282825" y="3881438"/>
          <p14:tracePt t="181926" x="2282825" y="3895725"/>
          <p14:tracePt t="181942" x="2282825" y="3910013"/>
          <p14:tracePt t="181951" x="2297113" y="3930650"/>
          <p14:tracePt t="181958" x="2303463" y="3930650"/>
          <p14:tracePt t="181966" x="2311400" y="3938588"/>
          <p14:tracePt t="181974" x="2325688" y="3944938"/>
          <p14:tracePt t="181990" x="2325688" y="3952875"/>
          <p14:tracePt t="182262" x="2325688" y="3944938"/>
          <p14:tracePt t="182630" x="2325688" y="3959225"/>
          <p14:tracePt t="182686" x="2332038" y="3959225"/>
          <p14:tracePt t="182710" x="2339975" y="3967163"/>
          <p14:tracePt t="183846" x="2346325" y="3967163"/>
          <p14:tracePt t="183854" x="2354263" y="3967163"/>
          <p14:tracePt t="183862" x="2360613" y="3967163"/>
          <p14:tracePt t="183870" x="2368550" y="3967163"/>
          <p14:tracePt t="183878" x="2389188" y="3967163"/>
          <p14:tracePt t="183886" x="2403475" y="3959225"/>
          <p14:tracePt t="183902" x="2425700" y="3959225"/>
          <p14:tracePt t="183910" x="2439988" y="3959225"/>
          <p14:tracePt t="183918" x="2454275" y="3959225"/>
          <p14:tracePt t="183926" x="2460625" y="3952875"/>
          <p14:tracePt t="183934" x="2468563" y="3952875"/>
          <p14:tracePt t="183942" x="2482850" y="3952875"/>
          <p14:tracePt t="183951" x="2489200" y="3952875"/>
          <p14:tracePt t="183958" x="2511425" y="3952875"/>
          <p14:tracePt t="183966" x="2525713" y="3944938"/>
          <p14:tracePt t="183974" x="2540000" y="3944938"/>
          <p14:tracePt t="183982" x="2560638" y="3938588"/>
          <p14:tracePt t="183990" x="2581275" y="3938588"/>
          <p14:tracePt t="183998" x="2595563" y="3930650"/>
          <p14:tracePt t="184006" x="2617788" y="3930650"/>
          <p14:tracePt t="184015" x="2638425" y="3930650"/>
          <p14:tracePt t="184022" x="2652713" y="3924300"/>
          <p14:tracePt t="184030" x="2674938" y="3924300"/>
          <p14:tracePt t="184038" x="2695575" y="3924300"/>
          <p14:tracePt t="184046" x="2717800" y="3924300"/>
          <p14:tracePt t="184054" x="2732088" y="3924300"/>
          <p14:tracePt t="184062" x="2746375" y="3924300"/>
          <p14:tracePt t="184070" x="2767013" y="3924300"/>
          <p14:tracePt t="184078" x="2774950" y="3924300"/>
          <p14:tracePt t="184086" x="2789238" y="3924300"/>
          <p14:tracePt t="184094" x="2803525" y="3924300"/>
          <p14:tracePt t="184102" x="2809875" y="3924300"/>
          <p14:tracePt t="184198" x="2824163" y="3916363"/>
          <p14:tracePt t="184214" x="2824163" y="3910013"/>
          <p14:tracePt t="184230" x="2824163" y="3895725"/>
          <p14:tracePt t="184238" x="2824163" y="3887788"/>
          <p14:tracePt t="184246" x="2824163" y="3881438"/>
          <p14:tracePt t="184254" x="2824163" y="3859213"/>
          <p14:tracePt t="184270" x="2824163" y="3838575"/>
          <p14:tracePt t="184278" x="2824163" y="3816350"/>
          <p14:tracePt t="184286" x="2824163" y="3810000"/>
          <p14:tracePt t="184294" x="2817813" y="3787775"/>
          <p14:tracePt t="184310" x="2817813" y="3781425"/>
          <p14:tracePt t="184318" x="2817813" y="3773488"/>
          <p14:tracePt t="184326" x="2817813" y="3767138"/>
          <p14:tracePt t="184334" x="2817813" y="3759200"/>
          <p14:tracePt t="184350" x="2817813" y="3744913"/>
          <p14:tracePt t="184398" x="2817813" y="3738563"/>
          <p14:tracePt t="184478" x="2817813" y="3730625"/>
          <p14:tracePt t="184502" x="2817813" y="3724275"/>
          <p14:tracePt t="184526" x="2817813" y="3716338"/>
          <p14:tracePt t="184534" x="2817813" y="3709988"/>
          <p14:tracePt t="184542" x="2817813" y="3702050"/>
          <p14:tracePt t="184558" x="2817813" y="3695700"/>
          <p14:tracePt t="184574" x="2817813" y="3687763"/>
          <p14:tracePt t="184990" x="2817813" y="3681413"/>
          <p14:tracePt t="185063" x="2832100" y="3681413"/>
          <p14:tracePt t="185118" x="2838450" y="3681413"/>
          <p14:tracePt t="185166" x="2846388" y="3681413"/>
          <p14:tracePt t="185230" x="2852738" y="3681413"/>
          <p14:tracePt t="185254" x="2860675" y="3687763"/>
          <p14:tracePt t="185294" x="2867025" y="3687763"/>
          <p14:tracePt t="185318" x="2874963" y="3687763"/>
          <p14:tracePt t="185366" x="2881313" y="3687763"/>
          <p14:tracePt t="185398" x="2889250" y="3687763"/>
          <p14:tracePt t="185414" x="2895600" y="3687763"/>
          <p14:tracePt t="185454" x="2903538" y="3687763"/>
          <p14:tracePt t="185510" x="2909888" y="3687763"/>
          <p14:tracePt t="185566" x="2917825" y="3687763"/>
          <p14:tracePt t="188198" x="2924175" y="3687763"/>
          <p14:tracePt t="188206" x="2932113" y="3687763"/>
          <p14:tracePt t="188214" x="2938463" y="3687763"/>
          <p14:tracePt t="188222" x="2946400" y="3687763"/>
          <p14:tracePt t="188230" x="2960688" y="3687763"/>
          <p14:tracePt t="188238" x="2981325" y="3687763"/>
          <p14:tracePt t="188246" x="3009900" y="3687763"/>
          <p14:tracePt t="188254" x="3046413" y="3687763"/>
          <p14:tracePt t="188262" x="3087688" y="3687763"/>
          <p14:tracePt t="188270" x="3130550" y="3687763"/>
          <p14:tracePt t="188278" x="3187700" y="3687763"/>
          <p14:tracePt t="188286" x="3259138" y="3687763"/>
          <p14:tracePt t="188294" x="3344863" y="3687763"/>
          <p14:tracePt t="188302" x="3467100" y="3702050"/>
          <p14:tracePt t="188310" x="3630613" y="3730625"/>
          <p14:tracePt t="188318" x="3802063" y="3752850"/>
          <p14:tracePt t="188326" x="4100513" y="3795713"/>
          <p14:tracePt t="188334" x="4337050" y="3816350"/>
          <p14:tracePt t="188342" x="4600575" y="3867150"/>
          <p14:tracePt t="188350" x="4864100" y="3910013"/>
          <p14:tracePt t="188358" x="5064125" y="3930650"/>
          <p14:tracePt t="188367" x="5270500" y="3959225"/>
          <p14:tracePt t="188374" x="5378450" y="3973513"/>
          <p14:tracePt t="188382" x="5507038" y="3973513"/>
          <p14:tracePt t="188390" x="5591175" y="3973513"/>
          <p14:tracePt t="188398" x="5684838" y="3973513"/>
          <p14:tracePt t="188406" x="5770563" y="3973513"/>
          <p14:tracePt t="188414" x="5848350" y="3973513"/>
          <p14:tracePt t="188422" x="5934075" y="3973513"/>
          <p14:tracePt t="188430" x="6019800" y="3973513"/>
          <p14:tracePt t="188438" x="6119813" y="3973513"/>
          <p14:tracePt t="188446" x="6211888" y="3973513"/>
          <p14:tracePt t="188454" x="6319838" y="3973513"/>
          <p14:tracePt t="188462" x="6405563" y="3973513"/>
          <p14:tracePt t="188470" x="6505575" y="3973513"/>
          <p14:tracePt t="188478" x="6591300" y="3973513"/>
          <p14:tracePt t="188486" x="6661150" y="3973513"/>
          <p14:tracePt t="188494" x="6718300" y="3973513"/>
          <p14:tracePt t="188502" x="6761163" y="3973513"/>
          <p14:tracePt t="188510" x="6789738" y="3973513"/>
          <p14:tracePt t="188518" x="6826250" y="3973513"/>
          <p14:tracePt t="188526" x="6840538" y="3973513"/>
          <p14:tracePt t="188534" x="6861175" y="3973513"/>
          <p14:tracePt t="188542" x="6875463" y="3973513"/>
          <p14:tracePt t="188551" x="6889750" y="3973513"/>
          <p14:tracePt t="188558" x="6904038" y="3967163"/>
          <p14:tracePt t="188574" x="6918325" y="3967163"/>
          <p14:tracePt t="188582" x="6926263" y="3967163"/>
          <p14:tracePt t="188590" x="6932613" y="3967163"/>
          <p14:tracePt t="188598" x="6946900" y="3967163"/>
          <p14:tracePt t="188606" x="6961188" y="3967163"/>
          <p14:tracePt t="188614" x="6975475" y="3967163"/>
          <p14:tracePt t="188622" x="6997700" y="3967163"/>
          <p14:tracePt t="188630" x="7026275" y="3967163"/>
          <p14:tracePt t="188638" x="7046913" y="3967163"/>
          <p14:tracePt t="188646" x="7069138" y="3967163"/>
          <p14:tracePt t="188654" x="7089775" y="3967163"/>
          <p14:tracePt t="188662" x="7112000" y="3967163"/>
          <p14:tracePt t="188670" x="7124700" y="3967163"/>
          <p14:tracePt t="188678" x="7146925" y="3967163"/>
          <p14:tracePt t="188686" x="7161213" y="3967163"/>
          <p14:tracePt t="188702" x="7167563" y="3967163"/>
          <p14:tracePt t="188710" x="7175500" y="3967163"/>
          <p14:tracePt t="188846" x="7167563" y="3967163"/>
          <p14:tracePt t="188862" x="7161213" y="3967163"/>
          <p14:tracePt t="188870" x="7153275" y="3967163"/>
          <p14:tracePt t="188878" x="7146925" y="3967163"/>
          <p14:tracePt t="188894" x="7132638" y="3967163"/>
          <p14:tracePt t="188902" x="7124700" y="3967163"/>
          <p14:tracePt t="188910" x="7118350" y="3967163"/>
          <p14:tracePt t="188926" x="7104063" y="3973513"/>
          <p14:tracePt t="189142" x="7097713" y="3973513"/>
          <p14:tracePt t="189182" x="7089775" y="3967163"/>
          <p14:tracePt t="189198" x="7083425" y="3959225"/>
          <p14:tracePt t="189214" x="7083425" y="3944938"/>
          <p14:tracePt t="189319" x="7069138" y="3944938"/>
          <p14:tracePt t="189326" x="7061200" y="3944938"/>
          <p14:tracePt t="189334" x="7054850" y="3944938"/>
          <p14:tracePt t="189358" x="7046913" y="3944938"/>
          <p14:tracePt t="189390" x="7040563" y="3944938"/>
          <p14:tracePt t="189414" x="7040563" y="3952875"/>
          <p14:tracePt t="189454" x="7032625" y="3959225"/>
          <p14:tracePt t="189478" x="7032625" y="3967163"/>
          <p14:tracePt t="189502" x="7026275" y="3967163"/>
          <p14:tracePt t="189582" x="7026275" y="3973513"/>
          <p14:tracePt t="189623" x="7026275" y="3981450"/>
          <p14:tracePt t="189662" x="7026275" y="3987800"/>
          <p14:tracePt t="190606" x="7026275" y="3995738"/>
          <p14:tracePt t="190622" x="7026275" y="4002088"/>
          <p14:tracePt t="190646" x="7026275" y="4008438"/>
          <p14:tracePt t="190662" x="7032625" y="4016375"/>
          <p14:tracePt t="190694" x="7040563" y="4030663"/>
          <p14:tracePt t="190710" x="7046913" y="4030663"/>
          <p14:tracePt t="190718" x="7054850" y="4037013"/>
          <p14:tracePt t="190750" x="7061200" y="4044950"/>
          <p14:tracePt t="190758" x="7069138" y="4044950"/>
          <p14:tracePt t="190766" x="7069138" y="4051300"/>
          <p14:tracePt t="190774" x="7075488" y="4051300"/>
          <p14:tracePt t="190782" x="7075488" y="4059238"/>
          <p14:tracePt t="190798" x="7083425" y="4059238"/>
          <p14:tracePt t="190806" x="7083425" y="4065588"/>
          <p14:tracePt t="190830" x="7089775" y="4073525"/>
          <p14:tracePt t="190838" x="7097713" y="4079875"/>
          <p14:tracePt t="190846" x="7097713" y="4087813"/>
          <p14:tracePt t="190854" x="7104063" y="4094163"/>
          <p14:tracePt t="190862" x="7104063" y="4102100"/>
          <p14:tracePt t="190870" x="7112000" y="4102100"/>
          <p14:tracePt t="190886" x="7118350" y="4116388"/>
          <p14:tracePt t="190901" x="7124700" y="4116388"/>
          <p14:tracePt t="190926" x="7124700" y="4122738"/>
          <p14:tracePt t="190950" x="7132638" y="4122738"/>
          <p14:tracePt t="191142" x="7138988" y="4122738"/>
          <p14:tracePt t="191150" x="7146925" y="4122738"/>
          <p14:tracePt t="191166" x="7153275" y="4122738"/>
          <p14:tracePt t="191174" x="7167563" y="4122738"/>
          <p14:tracePt t="191182" x="7189788" y="4122738"/>
          <p14:tracePt t="191190" x="7218363" y="4122738"/>
          <p14:tracePt t="191198" x="7261225" y="4122738"/>
          <p14:tracePt t="191206" x="7332663" y="4137025"/>
          <p14:tracePt t="191214" x="7418388" y="4159250"/>
          <p14:tracePt t="191222" x="7496175" y="4159250"/>
          <p14:tracePt t="191230" x="7589838" y="4165600"/>
          <p14:tracePt t="191238" x="7673975" y="4165600"/>
          <p14:tracePt t="191246" x="7759700" y="4165600"/>
          <p14:tracePt t="191254" x="7831138" y="4165600"/>
          <p14:tracePt t="191262" x="7888288" y="4165600"/>
          <p14:tracePt t="191270" x="7945438" y="4165600"/>
          <p14:tracePt t="191278" x="8002588" y="4179888"/>
          <p14:tracePt t="191286" x="8039100" y="4187825"/>
          <p14:tracePt t="191294" x="8067675" y="4187825"/>
          <p14:tracePt t="191302" x="8096250" y="4187825"/>
          <p14:tracePt t="191310" x="8116888" y="4187825"/>
          <p14:tracePt t="191318" x="8137525" y="4187825"/>
          <p14:tracePt t="191326" x="8151813" y="4187825"/>
          <p14:tracePt t="191334" x="8174038" y="4187825"/>
          <p14:tracePt t="191342" x="8180388" y="4187825"/>
          <p14:tracePt t="191351" x="8188325" y="4179888"/>
          <p14:tracePt t="191367" x="8194675" y="4173538"/>
          <p14:tracePt t="191374" x="8202613" y="4165600"/>
          <p14:tracePt t="191382" x="8208963" y="4151313"/>
          <p14:tracePt t="191390" x="8208963" y="4144963"/>
          <p14:tracePt t="191398" x="8223250" y="4137025"/>
          <p14:tracePt t="191406" x="8231188" y="4116388"/>
          <p14:tracePt t="191414" x="8231188" y="4102100"/>
          <p14:tracePt t="191422" x="8237538" y="4087813"/>
          <p14:tracePt t="191438" x="8245475" y="4065588"/>
          <p14:tracePt t="191446" x="8251825" y="4051300"/>
          <p14:tracePt t="191454" x="8251825" y="4030663"/>
          <p14:tracePt t="191462" x="8259763" y="4008438"/>
          <p14:tracePt t="191470" x="8266113" y="3987800"/>
          <p14:tracePt t="191478" x="8266113" y="3973513"/>
          <p14:tracePt t="191486" x="8274050" y="3959225"/>
          <p14:tracePt t="191494" x="8280400" y="3952875"/>
          <p14:tracePt t="191502" x="8288338" y="3938588"/>
          <p14:tracePt t="191510" x="8288338" y="3924300"/>
          <p14:tracePt t="191518" x="8294688" y="3910013"/>
          <p14:tracePt t="191526" x="8302625" y="3895725"/>
          <p14:tracePt t="191534" x="8302625" y="3887788"/>
          <p14:tracePt t="191542" x="8308975" y="3873500"/>
          <p14:tracePt t="191551" x="8316913" y="3859213"/>
          <p14:tracePt t="191558" x="8316913" y="3852863"/>
          <p14:tracePt t="191567" x="8316913" y="3838575"/>
          <p14:tracePt t="191574" x="8316913" y="3830638"/>
          <p14:tracePt t="191590" x="8316913" y="3824288"/>
          <p14:tracePt t="191614" x="8316913" y="3816350"/>
          <p14:tracePt t="191630" x="8316913" y="3810000"/>
          <p14:tracePt t="191646" x="8316913" y="3802063"/>
          <p14:tracePt t="191654" x="8316913" y="3787775"/>
          <p14:tracePt t="191662" x="8308975" y="3787775"/>
          <p14:tracePt t="191670" x="8302625" y="3787775"/>
          <p14:tracePt t="191686" x="8294688" y="3781425"/>
          <p14:tracePt t="191694" x="8280400" y="3773488"/>
          <p14:tracePt t="191710" x="8259763" y="3767138"/>
          <p14:tracePt t="191734" x="8251825" y="3767138"/>
          <p14:tracePt t="191742" x="8245475" y="3759200"/>
          <p14:tracePt t="191758" x="8237538" y="3759200"/>
          <p14:tracePt t="191767" x="8223250" y="3759200"/>
          <p14:tracePt t="191774" x="8216900" y="3759200"/>
          <p14:tracePt t="191783" x="8208963" y="3759200"/>
          <p14:tracePt t="191790" x="8194675" y="3759200"/>
          <p14:tracePt t="191798" x="8188325" y="3759200"/>
          <p14:tracePt t="191806" x="8174038" y="3759200"/>
          <p14:tracePt t="191814" x="8166100" y="3759200"/>
          <p14:tracePt t="191822" x="8145463" y="3759200"/>
          <p14:tracePt t="191830" x="8124825" y="3759200"/>
          <p14:tracePt t="191838" x="8110538" y="3759200"/>
          <p14:tracePt t="191846" x="8096250" y="3759200"/>
          <p14:tracePt t="191854" x="8074025" y="3759200"/>
          <p14:tracePt t="191862" x="8067675" y="3759200"/>
          <p14:tracePt t="191870" x="8053388" y="3759200"/>
          <p14:tracePt t="191878" x="8045450" y="3759200"/>
          <p14:tracePt t="191886" x="8039100" y="3759200"/>
          <p14:tracePt t="191902" x="8016875" y="3759200"/>
          <p14:tracePt t="191910" x="8002588" y="3759200"/>
          <p14:tracePt t="191918" x="7996238" y="3759200"/>
          <p14:tracePt t="191926" x="7981950" y="3759200"/>
          <p14:tracePt t="191934" x="7974013" y="3759200"/>
          <p14:tracePt t="191942" x="7967663" y="3767138"/>
          <p14:tracePt t="191951" x="7959725" y="3767138"/>
          <p14:tracePt t="191958" x="7953375" y="3773488"/>
          <p14:tracePt t="191974" x="7939088" y="3787775"/>
          <p14:tracePt t="191990" x="7931150" y="3795713"/>
          <p14:tracePt t="191998" x="7924800" y="3802063"/>
          <p14:tracePt t="192014" x="7916863" y="3816350"/>
          <p14:tracePt t="192022" x="7910513" y="3830638"/>
          <p14:tracePt t="192038" x="7902575" y="3838575"/>
          <p14:tracePt t="192046" x="7902575" y="3844925"/>
          <p14:tracePt t="192054" x="7902575" y="3852863"/>
          <p14:tracePt t="192062" x="7902575" y="3859213"/>
          <p14:tracePt t="192070" x="7896225" y="3873500"/>
          <p14:tracePt t="192086" x="7896225" y="3887788"/>
          <p14:tracePt t="192094" x="7896225" y="3902075"/>
          <p14:tracePt t="192102" x="7888288" y="3910013"/>
          <p14:tracePt t="192110" x="7888288" y="3916363"/>
          <p14:tracePt t="192118" x="7888288" y="3924300"/>
          <p14:tracePt t="192126" x="7888288" y="3930650"/>
          <p14:tracePt t="192134" x="7888288" y="3938588"/>
          <p14:tracePt t="192142" x="7888288" y="3944938"/>
          <p14:tracePt t="192150" x="7888288" y="3952875"/>
          <p14:tracePt t="192158" x="7888288" y="3967163"/>
          <p14:tracePt t="192174" x="7888288" y="3973513"/>
          <p14:tracePt t="192182" x="7888288" y="3987800"/>
          <p14:tracePt t="192190" x="7888288" y="3995738"/>
          <p14:tracePt t="192206" x="7888288" y="4008438"/>
          <p14:tracePt t="192214" x="7888288" y="4016375"/>
          <p14:tracePt t="192222" x="7888288" y="4030663"/>
          <p14:tracePt t="192230" x="7888288" y="4044950"/>
          <p14:tracePt t="192246" x="7902575" y="4059238"/>
          <p14:tracePt t="192254" x="7902575" y="4065588"/>
          <p14:tracePt t="192262" x="7910513" y="4079875"/>
          <p14:tracePt t="192270" x="7916863" y="4087813"/>
          <p14:tracePt t="192278" x="7916863" y="4094163"/>
          <p14:tracePt t="192286" x="7931150" y="4108450"/>
          <p14:tracePt t="192294" x="7939088" y="4116388"/>
          <p14:tracePt t="192302" x="7945438" y="4122738"/>
          <p14:tracePt t="192310" x="7953375" y="4130675"/>
          <p14:tracePt t="192318" x="7959725" y="4137025"/>
          <p14:tracePt t="192326" x="7981950" y="4144963"/>
          <p14:tracePt t="192334" x="7996238" y="4159250"/>
          <p14:tracePt t="192342" x="8010525" y="4165600"/>
          <p14:tracePt t="192351" x="8039100" y="4173538"/>
          <p14:tracePt t="192358" x="8074025" y="4187825"/>
          <p14:tracePt t="192367" x="8088313" y="4187825"/>
          <p14:tracePt t="192374" x="8102600" y="4194175"/>
          <p14:tracePt t="192382" x="8110538" y="4194175"/>
          <p14:tracePt t="192390" x="8124825" y="4194175"/>
          <p14:tracePt t="192398" x="8131175" y="4194175"/>
          <p14:tracePt t="192406" x="8137525" y="4194175"/>
          <p14:tracePt t="192854" x="8145463" y="4194175"/>
          <p14:tracePt t="192910" x="8145463" y="4187825"/>
          <p14:tracePt t="192958" x="8151813" y="4187825"/>
          <p14:tracePt t="193534" x="8151813" y="4179888"/>
          <p14:tracePt t="193542" x="8151813" y="4173538"/>
          <p14:tracePt t="193558" x="8145463" y="4173538"/>
          <p14:tracePt t="193582" x="8137525" y="4165600"/>
          <p14:tracePt t="193606" x="8131175" y="4165600"/>
          <p14:tracePt t="193622" x="8124825" y="4165600"/>
          <p14:tracePt t="193638" x="8116888" y="4165600"/>
          <p14:tracePt t="193662" x="8110538" y="4159250"/>
          <p14:tracePt t="193670" x="8102600" y="4159250"/>
          <p14:tracePt t="193686" x="8102600" y="4151313"/>
          <p14:tracePt t="193694" x="8088313" y="4151313"/>
          <p14:tracePt t="193702" x="8081963" y="4144963"/>
          <p14:tracePt t="193710" x="8074025" y="4144963"/>
          <p14:tracePt t="193726" x="8053388" y="4130675"/>
          <p14:tracePt t="193750" x="8045450" y="4122738"/>
          <p14:tracePt t="193774" x="8031163" y="4122738"/>
          <p14:tracePt t="193806" x="8024813" y="4116388"/>
          <p14:tracePt t="193846" x="8031163" y="4102100"/>
          <p14:tracePt t="193854" x="8110538" y="4094163"/>
          <p14:tracePt t="193862" x="8166100" y="4073525"/>
          <p14:tracePt t="193942" x="8151813" y="4073525"/>
          <p14:tracePt t="193950" x="8145463" y="4073525"/>
          <p14:tracePt t="193958" x="8124825" y="4073525"/>
          <p14:tracePt t="193966" x="8102600" y="4073525"/>
          <p14:tracePt t="193974" x="8096250" y="4073525"/>
          <p14:tracePt t="193982" x="8088313" y="4073525"/>
          <p14:tracePt t="193990" x="8081963" y="4073525"/>
          <p14:tracePt t="193998" x="8067675" y="4073525"/>
          <p14:tracePt t="194006" x="8053388" y="4073525"/>
          <p14:tracePt t="194014" x="8031163" y="4065588"/>
          <p14:tracePt t="194022" x="8024813" y="4065588"/>
          <p14:tracePt t="194030" x="7996238" y="4059238"/>
          <p14:tracePt t="194038" x="7953375" y="4059238"/>
          <p14:tracePt t="194047" x="7896225" y="4059238"/>
          <p14:tracePt t="194054" x="7831138" y="4059238"/>
          <p14:tracePt t="194062" x="7739063" y="4059238"/>
          <p14:tracePt t="194070" x="7631113" y="4059238"/>
          <p14:tracePt t="194078" x="7518400" y="4059238"/>
          <p14:tracePt t="194086" x="7361238" y="4051300"/>
          <p14:tracePt t="194094" x="7175500" y="4030663"/>
          <p14:tracePt t="194102" x="6918325" y="4016375"/>
          <p14:tracePt t="194110" x="6604000" y="4002088"/>
          <p14:tracePt t="194118" x="6276975" y="3995738"/>
          <p14:tracePt t="194126" x="5927725" y="3995738"/>
          <p14:tracePt t="194134" x="5521325" y="3967163"/>
          <p14:tracePt t="194142" x="5113338" y="3967163"/>
          <p14:tracePt t="194150" x="4686300" y="3967163"/>
          <p14:tracePt t="194158" x="4329113" y="3924300"/>
          <p14:tracePt t="194167" x="3994150" y="3867150"/>
          <p14:tracePt t="194174" x="3630613" y="3810000"/>
          <p14:tracePt t="194182" x="3338513" y="3787775"/>
          <p14:tracePt t="194190" x="3073400" y="3738563"/>
          <p14:tracePt t="194198" x="2881313" y="3702050"/>
          <p14:tracePt t="194206" x="2760663" y="3687763"/>
          <p14:tracePt t="194214" x="2617788" y="3644900"/>
          <p14:tracePt t="194222" x="2517775" y="3609975"/>
          <p14:tracePt t="194230" x="2432050" y="3587750"/>
          <p14:tracePt t="194238" x="2382838" y="3573463"/>
          <p14:tracePt t="194246" x="2339975" y="3559175"/>
          <p14:tracePt t="194254" x="2303463" y="3544888"/>
          <p14:tracePt t="194262" x="2274888" y="3538538"/>
          <p14:tracePt t="194270" x="2260600" y="3530600"/>
          <p14:tracePt t="194278" x="2254250" y="3524250"/>
          <p14:tracePt t="194294" x="2232025" y="3516313"/>
          <p14:tracePt t="194318" x="2217738" y="3509963"/>
          <p14:tracePt t="194326" x="2211388" y="3509963"/>
          <p14:tracePt t="194334" x="2189163" y="3502025"/>
          <p14:tracePt t="194342" x="2160588" y="3502025"/>
          <p14:tracePt t="194351" x="2125663" y="3495675"/>
          <p14:tracePt t="194358" x="2089150" y="3481388"/>
          <p14:tracePt t="194367" x="2060575" y="3467100"/>
          <p14:tracePt t="194374" x="2046288" y="3467100"/>
          <p14:tracePt t="194382" x="2032000" y="3459163"/>
          <p14:tracePt t="194390" x="2025650" y="3459163"/>
          <p14:tracePt t="194414" x="2032000" y="3452813"/>
          <p14:tracePt t="194422" x="2089150" y="3452813"/>
          <p14:tracePt t="194430" x="2111375" y="3452813"/>
          <p14:tracePt t="194438" x="2117725" y="3452813"/>
          <p14:tracePt t="194598" x="2111375" y="3430588"/>
          <p14:tracePt t="194606" x="2082800" y="3417888"/>
          <p14:tracePt t="194614" x="2046288" y="3389313"/>
          <p14:tracePt t="194622" x="2011363" y="3346450"/>
          <p14:tracePt t="194630" x="1976438" y="3289300"/>
          <p14:tracePt t="194638" x="1933575" y="3238500"/>
          <p14:tracePt t="194646" x="1919288" y="3209925"/>
          <p14:tracePt t="194654" x="1897063" y="3167063"/>
          <p14:tracePt t="194662" x="1876425" y="3138488"/>
          <p14:tracePt t="194670" x="1833563" y="3081338"/>
          <p14:tracePt t="194678" x="1804988" y="3038475"/>
          <p14:tracePt t="194686" x="1768475" y="3003550"/>
          <p14:tracePt t="194694" x="1747838" y="2989263"/>
          <p14:tracePt t="194702" x="1704975" y="2952750"/>
          <p14:tracePt t="194710" x="1697038" y="2946400"/>
          <p14:tracePt t="194718" x="1662113" y="2924175"/>
          <p14:tracePt t="194726" x="1639888" y="2909888"/>
          <p14:tracePt t="194734" x="1619250" y="2903538"/>
          <p14:tracePt t="194742" x="1576388" y="2881313"/>
          <p14:tracePt t="194751" x="1562100" y="2867025"/>
          <p14:tracePt t="194758" x="1533525" y="2860675"/>
          <p14:tracePt t="194767" x="1504950" y="2854325"/>
          <p14:tracePt t="194774" x="1490663" y="2846388"/>
          <p14:tracePt t="194782" x="1470025" y="2840038"/>
          <p14:tracePt t="194790" x="1462088" y="2840038"/>
          <p14:tracePt t="194798" x="1447800" y="2840038"/>
          <p14:tracePt t="194806" x="1433513" y="2840038"/>
          <p14:tracePt t="194814" x="1427163" y="2840038"/>
          <p14:tracePt t="194822" x="1419225" y="2840038"/>
          <p14:tracePt t="194830" x="1412875" y="2840038"/>
          <p14:tracePt t="194846" x="1404938" y="2840038"/>
          <p14:tracePt t="194918" x="1398588" y="2840038"/>
          <p14:tracePt t="194926" x="1390650" y="2840038"/>
          <p14:tracePt t="194950" x="1384300" y="2840038"/>
          <p14:tracePt t="194974" x="1376363" y="2840038"/>
          <p14:tracePt t="195142" x="1370013" y="2840038"/>
          <p14:tracePt t="195150" x="1362075" y="2840038"/>
          <p14:tracePt t="195174" x="1355725" y="2840038"/>
          <p14:tracePt t="195182" x="1355725" y="2846388"/>
          <p14:tracePt t="195246" x="1341438" y="2854325"/>
          <p14:tracePt t="195294" x="1333500" y="2854325"/>
          <p14:tracePt t="196950" x="1341438" y="2860675"/>
          <p14:tracePt t="196958" x="1347788" y="2860675"/>
          <p14:tracePt t="196966" x="1355725" y="2867025"/>
          <p14:tracePt t="197038" x="1362075" y="2874963"/>
          <p14:tracePt t="197070" x="1370013" y="2874963"/>
          <p14:tracePt t="197110" x="1376363" y="2874963"/>
          <p14:tracePt t="197671" x="1390650" y="2881313"/>
          <p14:tracePt t="197694" x="1398588" y="2881313"/>
          <p14:tracePt t="197702" x="1398588" y="2889250"/>
          <p14:tracePt t="197734" x="1404938" y="2889250"/>
          <p14:tracePt t="197750" x="1412875" y="2889250"/>
          <p14:tracePt t="197774" x="1419225" y="2889250"/>
          <p14:tracePt t="197806" x="1427163" y="2889250"/>
          <p14:tracePt t="197814" x="1433513" y="2889250"/>
          <p14:tracePt t="197830" x="1441450" y="2889250"/>
          <p14:tracePt t="198582" x="1462088" y="2895600"/>
          <p14:tracePt t="198598" x="1476375" y="2903538"/>
          <p14:tracePt t="198614" x="1490663" y="2909888"/>
          <p14:tracePt t="198622" x="1512888" y="2917825"/>
          <p14:tracePt t="198630" x="1547813" y="2938463"/>
          <p14:tracePt t="198638" x="1562100" y="2938463"/>
          <p14:tracePt t="198646" x="1576388" y="2946400"/>
          <p14:tracePt t="198654" x="1611313" y="2967038"/>
          <p14:tracePt t="198662" x="1633538" y="2967038"/>
          <p14:tracePt t="198670" x="1668463" y="2981325"/>
          <p14:tracePt t="198678" x="1697038" y="3003550"/>
          <p14:tracePt t="198686" x="1719263" y="3003550"/>
          <p14:tracePt t="198694" x="1754188" y="3017838"/>
          <p14:tracePt t="198702" x="1790700" y="3032125"/>
          <p14:tracePt t="198710" x="1854200" y="3060700"/>
          <p14:tracePt t="198718" x="1911350" y="3074988"/>
          <p14:tracePt t="198726" x="1990725" y="3109913"/>
          <p14:tracePt t="198734" x="2074863" y="3152775"/>
          <p14:tracePt t="198742" x="2160588" y="3181350"/>
          <p14:tracePt t="198750" x="2246313" y="3209925"/>
          <p14:tracePt t="198758" x="2317750" y="3238500"/>
          <p14:tracePt t="198767" x="2368550" y="3267075"/>
          <p14:tracePt t="198774" x="2411413" y="3281363"/>
          <p14:tracePt t="198782" x="2446338" y="3303588"/>
          <p14:tracePt t="198790" x="2468563" y="3317875"/>
          <p14:tracePt t="198798" x="2497138" y="3332163"/>
          <p14:tracePt t="198806" x="2503488" y="3338513"/>
          <p14:tracePt t="198814" x="2517775" y="3352800"/>
          <p14:tracePt t="198822" x="2532063" y="3367088"/>
          <p14:tracePt t="198830" x="2552700" y="3381375"/>
          <p14:tracePt t="198838" x="2560638" y="3389313"/>
          <p14:tracePt t="198846" x="2581275" y="3409950"/>
          <p14:tracePt t="198854" x="2603500" y="3424238"/>
          <p14:tracePt t="198862" x="2624138" y="3438525"/>
          <p14:tracePt t="198870" x="2638425" y="3444875"/>
          <p14:tracePt t="198878" x="2652713" y="3452813"/>
          <p14:tracePt t="198886" x="2667000" y="3467100"/>
          <p14:tracePt t="198902" x="2674938" y="3473450"/>
          <p14:tracePt t="198926" x="2689225" y="3487738"/>
          <p14:tracePt t="198942" x="2689225" y="3502025"/>
          <p14:tracePt t="198951" x="2689225" y="3516313"/>
          <p14:tracePt t="198967" x="2695575" y="3530600"/>
          <p14:tracePt t="198982" x="2703513" y="3538538"/>
          <p14:tracePt t="199006" x="2709863" y="3538538"/>
          <p14:tracePt t="199014" x="2724150" y="3538538"/>
          <p14:tracePt t="199030" x="2738438" y="3538538"/>
          <p14:tracePt t="199038" x="2746375" y="3538538"/>
          <p14:tracePt t="199054" x="2752725" y="3538538"/>
          <p14:tracePt t="199062" x="2760663" y="3538538"/>
          <p14:tracePt t="199078" x="2767013" y="3538538"/>
          <p14:tracePt t="199095" x="2774950" y="3538538"/>
          <p14:tracePt t="199118" x="2789238" y="3538538"/>
          <p14:tracePt t="199134" x="2795588" y="3538538"/>
          <p14:tracePt t="199182" x="2809875" y="3530600"/>
          <p14:tracePt t="199207" x="2817813" y="3524250"/>
          <p14:tracePt t="199214" x="2817813" y="3516313"/>
          <p14:tracePt t="199230" x="2817813" y="3509963"/>
          <p14:tracePt t="199238" x="2817813" y="3502025"/>
          <p14:tracePt t="199254" x="2817813" y="3495675"/>
          <p14:tracePt t="199262" x="2817813" y="3481388"/>
          <p14:tracePt t="199270" x="2817813" y="3473450"/>
          <p14:tracePt t="199302" x="2817813" y="3467100"/>
          <p14:tracePt t="199310" x="2817813" y="3452813"/>
          <p14:tracePt t="199342" x="2817813" y="3444875"/>
          <p14:tracePt t="199350" x="2809875" y="3438525"/>
          <p14:tracePt t="199366" x="2803525" y="3430588"/>
          <p14:tracePt t="199390" x="2795588" y="3424238"/>
          <p14:tracePt t="199438" x="2789238" y="3417888"/>
          <p14:tracePt t="199446" x="2781300" y="3417888"/>
          <p14:tracePt t="199462" x="2781300" y="3409950"/>
          <p14:tracePt t="199470" x="2774950" y="3409950"/>
          <p14:tracePt t="199478" x="2774950" y="3403600"/>
          <p14:tracePt t="199486" x="2767013" y="3403600"/>
          <p14:tracePt t="199494" x="2760663" y="3395663"/>
          <p14:tracePt t="199502" x="2752725" y="3395663"/>
          <p14:tracePt t="199510" x="2752725" y="3389313"/>
          <p14:tracePt t="199526" x="2746375" y="3389313"/>
          <p14:tracePt t="199542" x="2732088" y="3381375"/>
          <p14:tracePt t="199574" x="2724150" y="3381375"/>
          <p14:tracePt t="199590" x="2717800" y="3381375"/>
          <p14:tracePt t="199598" x="2709863" y="3381375"/>
          <p14:tracePt t="199622" x="2703513" y="3381375"/>
          <p14:tracePt t="199638" x="2695575" y="3367088"/>
          <p14:tracePt t="199646" x="2689225" y="3367088"/>
          <p14:tracePt t="199670" x="2681288" y="3367088"/>
          <p14:tracePt t="199678" x="2674938" y="3367088"/>
          <p14:tracePt t="199686" x="2667000" y="3367088"/>
          <p14:tracePt t="199702" x="2660650" y="3367088"/>
          <p14:tracePt t="199710" x="2652713" y="3367088"/>
          <p14:tracePt t="199726" x="2646363" y="3367088"/>
          <p14:tracePt t="199734" x="2638425" y="3367088"/>
          <p14:tracePt t="199742" x="2632075" y="3367088"/>
          <p14:tracePt t="199751" x="2624138" y="3367088"/>
          <p14:tracePt t="199758" x="2617788" y="3367088"/>
          <p14:tracePt t="199767" x="2609850" y="3367088"/>
          <p14:tracePt t="199782" x="2595563" y="3367088"/>
          <p14:tracePt t="199790" x="2589213" y="3367088"/>
          <p14:tracePt t="199798" x="2581275" y="3367088"/>
          <p14:tracePt t="199806" x="2566988" y="3367088"/>
          <p14:tracePt t="199814" x="2560638" y="3367088"/>
          <p14:tracePt t="199822" x="2552700" y="3367088"/>
          <p14:tracePt t="199830" x="2546350" y="3367088"/>
          <p14:tracePt t="199838" x="2540000" y="3367088"/>
          <p14:tracePt t="199846" x="2532063" y="3367088"/>
          <p14:tracePt t="199854" x="2517775" y="3367088"/>
          <p14:tracePt t="199862" x="2511425" y="3367088"/>
          <p14:tracePt t="199870" x="2511425" y="3375025"/>
          <p14:tracePt t="199878" x="2497138" y="3375025"/>
          <p14:tracePt t="199886" x="2474913" y="3389313"/>
          <p14:tracePt t="199902" x="2460625" y="3395663"/>
          <p14:tracePt t="199910" x="2446338" y="3395663"/>
          <p14:tracePt t="199918" x="2439988" y="3403600"/>
          <p14:tracePt t="199926" x="2425700" y="3409950"/>
          <p14:tracePt t="199934" x="2417763" y="3409950"/>
          <p14:tracePt t="199942" x="2411413" y="3417888"/>
          <p14:tracePt t="199951" x="2403475" y="3417888"/>
          <p14:tracePt t="199958" x="2397125" y="3417888"/>
          <p14:tracePt t="199967" x="2397125" y="3424238"/>
          <p14:tracePt t="199974" x="2382838" y="3430588"/>
          <p14:tracePt t="199990" x="2374900" y="3444875"/>
          <p14:tracePt t="199998" x="2368550" y="3444875"/>
          <p14:tracePt t="200006" x="2368550" y="3452813"/>
          <p14:tracePt t="200022" x="2360613" y="3467100"/>
          <p14:tracePt t="200030" x="2354263" y="3473450"/>
          <p14:tracePt t="200038" x="2346325" y="3487738"/>
          <p14:tracePt t="200047" x="2339975" y="3487738"/>
          <p14:tracePt t="200054" x="2339975" y="3502025"/>
          <p14:tracePt t="200062" x="2325688" y="3516313"/>
          <p14:tracePt t="200070" x="2325688" y="3524250"/>
          <p14:tracePt t="200078" x="2325688" y="3530600"/>
          <p14:tracePt t="200086" x="2317750" y="3544888"/>
          <p14:tracePt t="200094" x="2317750" y="3559175"/>
          <p14:tracePt t="200102" x="2317750" y="3573463"/>
          <p14:tracePt t="200110" x="2311400" y="3587750"/>
          <p14:tracePt t="200118" x="2303463" y="3602038"/>
          <p14:tracePt t="200126" x="2297113" y="3609975"/>
          <p14:tracePt t="200134" x="2297113" y="3624263"/>
          <p14:tracePt t="200142" x="2289175" y="3638550"/>
          <p14:tracePt t="200150" x="2289175" y="3644900"/>
          <p14:tracePt t="200158" x="2289175" y="3659188"/>
          <p14:tracePt t="200174" x="2282825" y="3673475"/>
          <p14:tracePt t="200182" x="2282825" y="3681413"/>
          <p14:tracePt t="200190" x="2282825" y="3695700"/>
          <p14:tracePt t="200198" x="2282825" y="3702050"/>
          <p14:tracePt t="200206" x="2282825" y="3709988"/>
          <p14:tracePt t="200214" x="2282825" y="3716338"/>
          <p14:tracePt t="200222" x="2282825" y="3730625"/>
          <p14:tracePt t="200230" x="2282825" y="3744913"/>
          <p14:tracePt t="200246" x="2282825" y="3759200"/>
          <p14:tracePt t="200254" x="2282825" y="3773488"/>
          <p14:tracePt t="200262" x="2282825" y="3787775"/>
          <p14:tracePt t="200270" x="2282825" y="3816350"/>
          <p14:tracePt t="200286" x="2282825" y="3830638"/>
          <p14:tracePt t="200294" x="2282825" y="3844925"/>
          <p14:tracePt t="200310" x="2282825" y="3859213"/>
          <p14:tracePt t="200318" x="2282825" y="3867150"/>
          <p14:tracePt t="200326" x="2282825" y="3873500"/>
          <p14:tracePt t="200334" x="2282825" y="3887788"/>
          <p14:tracePt t="200351" x="2282825" y="3895725"/>
          <p14:tracePt t="200358" x="2282825" y="3910013"/>
          <p14:tracePt t="200367" x="2282825" y="3916363"/>
          <p14:tracePt t="200382" x="2282825" y="3930650"/>
          <p14:tracePt t="200390" x="2282825" y="3938588"/>
          <p14:tracePt t="200398" x="2289175" y="3944938"/>
          <p14:tracePt t="200406" x="2303463" y="3959225"/>
          <p14:tracePt t="200414" x="2317750" y="3973513"/>
          <p14:tracePt t="200422" x="2325688" y="3981450"/>
          <p14:tracePt t="200430" x="2332038" y="3987800"/>
          <p14:tracePt t="200438" x="2346325" y="4008438"/>
          <p14:tracePt t="200446" x="2354263" y="4008438"/>
          <p14:tracePt t="200454" x="2374900" y="4016375"/>
          <p14:tracePt t="200462" x="2382838" y="4016375"/>
          <p14:tracePt t="200470" x="2389188" y="4016375"/>
          <p14:tracePt t="200478" x="2397125" y="4022725"/>
          <p14:tracePt t="200486" x="2417763" y="4022725"/>
          <p14:tracePt t="200494" x="2425700" y="4022725"/>
          <p14:tracePt t="200510" x="2439988" y="4022725"/>
          <p14:tracePt t="200518" x="2454275" y="4022725"/>
          <p14:tracePt t="200526" x="2468563" y="4030663"/>
          <p14:tracePt t="200542" x="2474913" y="4030663"/>
          <p14:tracePt t="200551" x="2482850" y="4030663"/>
          <p14:tracePt t="200558" x="2497138" y="4030663"/>
          <p14:tracePt t="200582" x="2511425" y="4030663"/>
          <p14:tracePt t="200590" x="2517775" y="4030663"/>
          <p14:tracePt t="200598" x="2517775" y="4022725"/>
          <p14:tracePt t="200606" x="2525713" y="4016375"/>
          <p14:tracePt t="200614" x="2532063" y="4016375"/>
          <p14:tracePt t="200630" x="2540000" y="4016375"/>
          <p14:tracePt t="200647" x="2552700" y="4008438"/>
          <p14:tracePt t="200654" x="2560638" y="4002088"/>
          <p14:tracePt t="200670" x="2566988" y="4002088"/>
          <p14:tracePt t="200678" x="2566988" y="3987800"/>
          <p14:tracePt t="200686" x="2581275" y="3981450"/>
          <p14:tracePt t="200694" x="2581275" y="3967163"/>
          <p14:tracePt t="200702" x="2589213" y="3952875"/>
          <p14:tracePt t="200710" x="2595563" y="3938588"/>
          <p14:tracePt t="200718" x="2603500" y="3924300"/>
          <p14:tracePt t="200726" x="2609850" y="3916363"/>
          <p14:tracePt t="200734" x="2609850" y="3910013"/>
          <p14:tracePt t="200742" x="2617788" y="3902075"/>
          <p14:tracePt t="200758" x="2617788" y="3895725"/>
          <p14:tracePt t="200774" x="2617788" y="3887788"/>
          <p14:tracePt t="200790" x="2617788" y="3881438"/>
          <p14:tracePt t="200798" x="2624138" y="3873500"/>
          <p14:tracePt t="200806" x="2632075" y="3867150"/>
          <p14:tracePt t="200822" x="2638425" y="3852863"/>
          <p14:tracePt t="200830" x="2638425" y="3838575"/>
          <p14:tracePt t="200838" x="2638425" y="3830638"/>
          <p14:tracePt t="200846" x="2652713" y="3824288"/>
          <p14:tracePt t="200862" x="2660650" y="3802063"/>
          <p14:tracePt t="200894" x="2660650" y="3795713"/>
          <p14:tracePt t="200918" x="2660650" y="3773488"/>
          <p14:tracePt t="200934" x="2660650" y="3759200"/>
          <p14:tracePt t="200942" x="2660650" y="3752850"/>
          <p14:tracePt t="200950" x="2660650" y="3744913"/>
          <p14:tracePt t="200958" x="2660650" y="3738563"/>
          <p14:tracePt t="200974" x="2660650" y="3730625"/>
          <p14:tracePt t="200998" x="2660650" y="3724275"/>
          <p14:tracePt t="201006" x="2660650" y="3716338"/>
          <p14:tracePt t="201022" x="2660650" y="3709988"/>
          <p14:tracePt t="201038" x="2660650" y="3702050"/>
          <p14:tracePt t="201046" x="2660650" y="3695700"/>
          <p14:tracePt t="201054" x="2660650" y="3687763"/>
          <p14:tracePt t="201062" x="2660650" y="3681413"/>
          <p14:tracePt t="201070" x="2660650" y="3667125"/>
          <p14:tracePt t="201078" x="2660650" y="3659188"/>
          <p14:tracePt t="201086" x="2660650" y="3652838"/>
          <p14:tracePt t="201094" x="2660650" y="3644900"/>
          <p14:tracePt t="201110" x="2660650" y="3638550"/>
          <p14:tracePt t="201118" x="2660650" y="3630613"/>
          <p14:tracePt t="201126" x="2660650" y="3624263"/>
          <p14:tracePt t="201142" x="2660650" y="3616325"/>
          <p14:tracePt t="201150" x="2652713" y="3602038"/>
          <p14:tracePt t="201158" x="2652713" y="3587750"/>
          <p14:tracePt t="201174" x="2652713" y="3581400"/>
          <p14:tracePt t="201182" x="2646363" y="3567113"/>
          <p14:tracePt t="201190" x="2646363" y="3559175"/>
          <p14:tracePt t="201198" x="2632075" y="3552825"/>
          <p14:tracePt t="201214" x="2632075" y="3538538"/>
          <p14:tracePt t="201222" x="2632075" y="3530600"/>
          <p14:tracePt t="201230" x="2624138" y="3524250"/>
          <p14:tracePt t="201238" x="2617788" y="3509963"/>
          <p14:tracePt t="201246" x="2617788" y="3502025"/>
          <p14:tracePt t="201254" x="2603500" y="3487738"/>
          <p14:tracePt t="201270" x="2595563" y="3473450"/>
          <p14:tracePt t="201278" x="2595563" y="3467100"/>
          <p14:tracePt t="201286" x="2589213" y="3467100"/>
          <p14:tracePt t="201294" x="2581275" y="3459163"/>
          <p14:tracePt t="201318" x="2574925" y="3452813"/>
          <p14:tracePt t="201326" x="2574925" y="3438525"/>
          <p14:tracePt t="201342" x="2560638" y="3430588"/>
          <p14:tracePt t="201390" x="2546350" y="3430588"/>
          <p14:tracePt t="201398" x="2546350" y="3424238"/>
          <p14:tracePt t="201414" x="2540000" y="3424238"/>
          <p14:tracePt t="201430" x="2525713" y="3424238"/>
          <p14:tracePt t="201438" x="2517775" y="3424238"/>
          <p14:tracePt t="201462" x="2503488" y="3424238"/>
          <p14:tracePt t="201478" x="2497138" y="3424238"/>
          <p14:tracePt t="201494" x="2489200" y="3424238"/>
          <p14:tracePt t="201502" x="2482850" y="3424238"/>
          <p14:tracePt t="201518" x="2474913" y="3424238"/>
          <p14:tracePt t="201534" x="2468563" y="3424238"/>
          <p14:tracePt t="201542" x="2460625" y="3424238"/>
          <p14:tracePt t="201567" x="2454275" y="3424238"/>
          <p14:tracePt t="201582" x="2446338" y="3424238"/>
          <p14:tracePt t="201590" x="2439988" y="3424238"/>
          <p14:tracePt t="201606" x="2432050" y="3424238"/>
          <p14:tracePt t="201614" x="2425700" y="3430588"/>
          <p14:tracePt t="201630" x="2417763" y="3430588"/>
          <p14:tracePt t="201638" x="2417763" y="3438525"/>
          <p14:tracePt t="201654" x="2411413" y="3438525"/>
          <p14:tracePt t="201679" x="2411413" y="3444875"/>
          <p14:tracePt t="201710" x="2403475" y="3452813"/>
          <p14:tracePt t="201718" x="2397125" y="3452813"/>
          <p14:tracePt t="201734" x="2397125" y="3459163"/>
          <p14:tracePt t="201750" x="2397125" y="3467100"/>
          <p14:tracePt t="201758" x="2389188" y="3473450"/>
          <p14:tracePt t="201774" x="2389188" y="3481388"/>
          <p14:tracePt t="201782" x="2389188" y="3487738"/>
          <p14:tracePt t="201798" x="2389188" y="3495675"/>
          <p14:tracePt t="201806" x="2389188" y="3502025"/>
          <p14:tracePt t="201822" x="2389188" y="3509963"/>
          <p14:tracePt t="201830" x="2389188" y="3516313"/>
          <p14:tracePt t="201838" x="2389188" y="3524250"/>
          <p14:tracePt t="201854" x="2389188" y="3538538"/>
          <p14:tracePt t="201862" x="2389188" y="3544888"/>
          <p14:tracePt t="201878" x="2382838" y="3567113"/>
          <p14:tracePt t="201886" x="2374900" y="3567113"/>
          <p14:tracePt t="201901" x="2374900" y="3581400"/>
          <p14:tracePt t="201902" x="2374900" y="3595688"/>
          <p14:tracePt t="201910" x="2368550" y="3609975"/>
          <p14:tracePt t="201918" x="2368550" y="3616325"/>
          <p14:tracePt t="201926" x="2368550" y="3624263"/>
          <p14:tracePt t="201934" x="2368550" y="3638550"/>
          <p14:tracePt t="201942" x="2360613" y="3652838"/>
          <p14:tracePt t="201958" x="2360613" y="3659188"/>
          <p14:tracePt t="201966" x="2360613" y="3667125"/>
          <p14:tracePt t="201974" x="2360613" y="3681413"/>
          <p14:tracePt t="201998" x="2360613" y="3687763"/>
          <p14:tracePt t="202006" x="2360613" y="3702050"/>
          <p14:tracePt t="202022" x="2360613" y="3709988"/>
          <p14:tracePt t="202038" x="2360613" y="3716338"/>
          <p14:tracePt t="202054" x="2360613" y="3724275"/>
          <p14:tracePt t="202062" x="2360613" y="3730625"/>
          <p14:tracePt t="202070" x="2360613" y="3738563"/>
          <p14:tracePt t="202086" x="2368550" y="3752850"/>
          <p14:tracePt t="202118" x="2374900" y="3752850"/>
          <p14:tracePt t="202126" x="2374900" y="3759200"/>
          <p14:tracePt t="202166" x="2382838" y="3759200"/>
          <p14:tracePt t="202182" x="2382838" y="3767138"/>
          <p14:tracePt t="202198" x="2389188" y="3773488"/>
          <p14:tracePt t="202222" x="2397125" y="3773488"/>
          <p14:tracePt t="202238" x="2403475" y="3781425"/>
          <p14:tracePt t="202254" x="2417763" y="3787775"/>
          <p14:tracePt t="202278" x="2425700" y="3787775"/>
          <p14:tracePt t="202286" x="2432050" y="3795713"/>
          <p14:tracePt t="202302" x="2439988" y="3795713"/>
          <p14:tracePt t="202310" x="2446338" y="3795713"/>
          <p14:tracePt t="202318" x="2454275" y="3795713"/>
          <p14:tracePt t="202334" x="2460625" y="3795713"/>
          <p14:tracePt t="202342" x="2468563" y="3802063"/>
          <p14:tracePt t="202351" x="2482850" y="3810000"/>
          <p14:tracePt t="202367" x="2497138" y="3810000"/>
          <p14:tracePt t="202374" x="2511425" y="3810000"/>
          <p14:tracePt t="202382" x="2525713" y="3810000"/>
          <p14:tracePt t="202390" x="2532063" y="3810000"/>
          <p14:tracePt t="202398" x="2546350" y="3810000"/>
          <p14:tracePt t="202406" x="2552700" y="3810000"/>
          <p14:tracePt t="202414" x="2574925" y="3810000"/>
          <p14:tracePt t="202422" x="2581275" y="3810000"/>
          <p14:tracePt t="202438" x="2595563" y="3810000"/>
          <p14:tracePt t="202446" x="2603500" y="3810000"/>
          <p14:tracePt t="202462" x="2609850" y="3810000"/>
          <p14:tracePt t="202502" x="2617788" y="3810000"/>
          <p14:tracePt t="208359" x="2624138" y="3810000"/>
          <p14:tracePt t="208366" x="2646363" y="3810000"/>
          <p14:tracePt t="208374" x="2667000" y="3810000"/>
          <p14:tracePt t="208382" x="2681288" y="3810000"/>
          <p14:tracePt t="208390" x="2695575" y="3810000"/>
          <p14:tracePt t="208398" x="2709863" y="3810000"/>
          <p14:tracePt t="208406" x="2717800" y="3810000"/>
          <p14:tracePt t="208414" x="2724150" y="3810000"/>
          <p14:tracePt t="208422" x="2746375" y="3810000"/>
          <p14:tracePt t="208430" x="2752725" y="3810000"/>
          <p14:tracePt t="208438" x="2767013" y="3810000"/>
          <p14:tracePt t="208446" x="2774950" y="3810000"/>
          <p14:tracePt t="208454" x="2789238" y="3810000"/>
          <p14:tracePt t="208462" x="2795588" y="3810000"/>
          <p14:tracePt t="208478" x="2809875" y="3810000"/>
          <p14:tracePt t="208494" x="2817813" y="3810000"/>
          <p14:tracePt t="208510" x="2838450" y="3810000"/>
          <p14:tracePt t="208518" x="2852738" y="3810000"/>
          <p14:tracePt t="208526" x="2881313" y="3810000"/>
          <p14:tracePt t="208534" x="2909888" y="3810000"/>
          <p14:tracePt t="208542" x="2952750" y="3810000"/>
          <p14:tracePt t="208551" x="2989263" y="3810000"/>
          <p14:tracePt t="208558" x="3046413" y="3816350"/>
          <p14:tracePt t="208567" x="3087688" y="3816350"/>
          <p14:tracePt t="208574" x="3144838" y="3824288"/>
          <p14:tracePt t="208582" x="3195638" y="3824288"/>
          <p14:tracePt t="208590" x="3259138" y="3824288"/>
          <p14:tracePt t="208598" x="3316288" y="3824288"/>
          <p14:tracePt t="208606" x="3381375" y="3830638"/>
          <p14:tracePt t="208614" x="3452813" y="3830638"/>
          <p14:tracePt t="208622" x="3524250" y="3830638"/>
          <p14:tracePt t="208630" x="3602038" y="3830638"/>
          <p14:tracePt t="208638" x="3679825" y="3830638"/>
          <p14:tracePt t="208646" x="3765550" y="3830638"/>
          <p14:tracePt t="208654" x="3836988" y="3830638"/>
          <p14:tracePt t="208662" x="3916363" y="3830638"/>
          <p14:tracePt t="208670" x="3987800" y="3830638"/>
          <p14:tracePt t="208678" x="4059238" y="3824288"/>
          <p14:tracePt t="208686" x="4137025" y="3802063"/>
          <p14:tracePt t="208694" x="4208463" y="3802063"/>
          <p14:tracePt t="208702" x="4279900" y="3802063"/>
          <p14:tracePt t="208710" x="4365625" y="3802063"/>
          <p14:tracePt t="208718" x="4451350" y="3802063"/>
          <p14:tracePt t="208726" x="4537075" y="3802063"/>
          <p14:tracePt t="208734" x="4629150" y="3802063"/>
          <p14:tracePt t="208742" x="4721225" y="3802063"/>
          <p14:tracePt t="208751" x="4806950" y="3802063"/>
          <p14:tracePt t="208758" x="4864100" y="3802063"/>
          <p14:tracePt t="208767" x="4929188" y="3802063"/>
          <p14:tracePt t="208774" x="5014913" y="3802063"/>
          <p14:tracePt t="208782" x="5121275" y="3802063"/>
          <p14:tracePt t="208790" x="5184775" y="3802063"/>
          <p14:tracePt t="208798" x="5249863" y="3802063"/>
          <p14:tracePt t="208806" x="5327650" y="3816350"/>
          <p14:tracePt t="208814" x="5384800" y="3816350"/>
          <p14:tracePt t="208822" x="5441950" y="3816350"/>
          <p14:tracePt t="208830" x="5499100" y="3816350"/>
          <p14:tracePt t="208838" x="5527675" y="3816350"/>
          <p14:tracePt t="208846" x="5564188" y="3816350"/>
          <p14:tracePt t="208854" x="5584825" y="3816350"/>
          <p14:tracePt t="208862" x="5599113" y="3816350"/>
          <p14:tracePt t="208870" x="5605463" y="3816350"/>
          <p14:tracePt t="208886" x="5613400" y="3816350"/>
          <p14:tracePt t="208902" x="5619750" y="3816350"/>
          <p14:tracePt t="208910" x="5634038" y="3816350"/>
          <p14:tracePt t="208918" x="5641975" y="3810000"/>
          <p14:tracePt t="208926" x="5648325" y="3810000"/>
          <p14:tracePt t="208935" x="5662613" y="3810000"/>
          <p14:tracePt t="209055" x="5627688" y="3810000"/>
          <p14:tracePt t="209062" x="5578475" y="3810000"/>
          <p14:tracePt t="209070" x="5527675" y="3810000"/>
          <p14:tracePt t="209078" x="5470525" y="3810000"/>
          <p14:tracePt t="209086" x="5407025" y="3810000"/>
          <p14:tracePt t="209094" x="5341938" y="3810000"/>
          <p14:tracePt t="209102" x="5264150" y="3810000"/>
          <p14:tracePt t="209110" x="5192713" y="3810000"/>
          <p14:tracePt t="209118" x="5121275" y="3810000"/>
          <p14:tracePt t="209126" x="5049838" y="3810000"/>
          <p14:tracePt t="209152" x="4872038" y="3810000"/>
          <p14:tracePt t="209158" x="4835525" y="3810000"/>
          <p14:tracePt t="209167" x="4786313" y="3810000"/>
          <p14:tracePt t="209174" x="4757738" y="3810000"/>
          <p14:tracePt t="209182" x="4729163" y="3810000"/>
          <p14:tracePt t="209190" x="4672013" y="3810000"/>
          <p14:tracePt t="209198" x="4621213" y="3810000"/>
          <p14:tracePt t="209206" x="4578350" y="3810000"/>
          <p14:tracePt t="209214" x="4529138" y="3810000"/>
          <p14:tracePt t="209222" x="4479925" y="3810000"/>
          <p14:tracePt t="209230" x="4422775" y="3810000"/>
          <p14:tracePt t="209238" x="4386263" y="3810000"/>
          <p14:tracePt t="209246" x="4329113" y="3810000"/>
          <p14:tracePt t="209254" x="4286250" y="3810000"/>
          <p14:tracePt t="209262" x="4243388" y="3810000"/>
          <p14:tracePt t="209270" x="4194175" y="3810000"/>
          <p14:tracePt t="209278" x="4143375" y="3810000"/>
          <p14:tracePt t="209286" x="4094163" y="3810000"/>
          <p14:tracePt t="209294" x="4059238" y="3810000"/>
          <p14:tracePt t="209302" x="4022725" y="3810000"/>
          <p14:tracePt t="209310" x="3987800" y="3810000"/>
          <p14:tracePt t="209318" x="3951288" y="3810000"/>
          <p14:tracePt t="209326" x="3930650" y="3810000"/>
          <p14:tracePt t="209334" x="3879850" y="3810000"/>
          <p14:tracePt t="209342" x="3836988" y="3810000"/>
          <p14:tracePt t="209351" x="3808413" y="3810000"/>
          <p14:tracePt t="209358" x="3794125" y="3810000"/>
          <p14:tracePt t="209367" x="3779838" y="3810000"/>
          <p14:tracePt t="209374" x="3765550" y="3810000"/>
          <p14:tracePt t="209382" x="3759200" y="3810000"/>
          <p14:tracePt t="209678" x="3759200" y="3795713"/>
          <p14:tracePt t="209686" x="3765550" y="3795713"/>
          <p14:tracePt t="209694" x="3787775" y="3795713"/>
          <p14:tracePt t="209702" x="3836988" y="3787775"/>
          <p14:tracePt t="209710" x="3887788" y="3787775"/>
          <p14:tracePt t="209718" x="3951288" y="3787775"/>
          <p14:tracePt t="209726" x="4044950" y="3787775"/>
          <p14:tracePt t="209735" x="4165600" y="3787775"/>
          <p14:tracePt t="209742" x="4314825" y="3787775"/>
          <p14:tracePt t="209751" x="4494213" y="3787775"/>
          <p14:tracePt t="209758" x="4743450" y="3787775"/>
          <p14:tracePt t="209766" x="4921250" y="3787775"/>
          <p14:tracePt t="209775" x="5078413" y="3787775"/>
          <p14:tracePt t="209782" x="5249863" y="3787775"/>
          <p14:tracePt t="209790" x="5392738" y="3787775"/>
          <p14:tracePt t="209798" x="5564188" y="3787775"/>
          <p14:tracePt t="209806" x="5684838" y="3787775"/>
          <p14:tracePt t="209814" x="5819775" y="3787775"/>
          <p14:tracePt t="209822" x="5956300" y="3787775"/>
          <p14:tracePt t="209830" x="6062663" y="3787775"/>
          <p14:tracePt t="209838" x="6154738" y="3787775"/>
          <p14:tracePt t="209846" x="6240463" y="3787775"/>
          <p14:tracePt t="209854" x="6311900" y="3787775"/>
          <p14:tracePt t="209862" x="6391275" y="3787775"/>
          <p14:tracePt t="209870" x="6454775" y="3787775"/>
          <p14:tracePt t="209878" x="6519863" y="3767138"/>
          <p14:tracePt t="209900" x="6577013" y="3759200"/>
          <p14:tracePt t="209902" x="6583363" y="3759200"/>
          <p14:tracePt t="209910" x="6591300" y="3759200"/>
          <p14:tracePt t="209918" x="6597650" y="3752850"/>
          <p14:tracePt t="209926" x="6604000" y="3752850"/>
          <p14:tracePt t="210006" x="6591300" y="3752850"/>
          <p14:tracePt t="210014" x="6511925" y="3752850"/>
          <p14:tracePt t="210022" x="6411913" y="3752850"/>
          <p14:tracePt t="210030" x="6269038" y="3752850"/>
          <p14:tracePt t="210038" x="6091238" y="3752850"/>
          <p14:tracePt t="210046" x="5919788" y="3752850"/>
          <p14:tracePt t="210054" x="5719763" y="3752850"/>
          <p14:tracePt t="210062" x="5492750" y="3752850"/>
          <p14:tracePt t="210070" x="5292725" y="3752850"/>
          <p14:tracePt t="210078" x="5141913" y="3752850"/>
          <p14:tracePt t="210086" x="4986338" y="3752850"/>
          <p14:tracePt t="210094" x="4829175" y="3752850"/>
          <p14:tracePt t="210102" x="4706938" y="3752850"/>
          <p14:tracePt t="210110" x="4572000" y="3752850"/>
          <p14:tracePt t="210118" x="4471988" y="3752850"/>
          <p14:tracePt t="210126" x="4365625" y="3752850"/>
          <p14:tracePt t="210134" x="4279900" y="3752850"/>
          <p14:tracePt t="210142" x="4200525" y="3744913"/>
          <p14:tracePt t="210150" x="4129088" y="3744913"/>
          <p14:tracePt t="210158" x="4071938" y="3744913"/>
          <p14:tracePt t="210166" x="4022725" y="3744913"/>
          <p14:tracePt t="210174" x="3994150" y="3744913"/>
          <p14:tracePt t="210182" x="3973513" y="3744913"/>
          <p14:tracePt t="210190" x="3959225" y="3744913"/>
          <p14:tracePt t="210198" x="3951288" y="3744913"/>
          <p14:tracePt t="210286" x="3987800" y="3744913"/>
          <p14:tracePt t="210294" x="4051300" y="3744913"/>
          <p14:tracePt t="210302" x="4179888" y="3744913"/>
          <p14:tracePt t="210310" x="4337050" y="3744913"/>
          <p14:tracePt t="210318" x="4643438" y="3744913"/>
          <p14:tracePt t="210326" x="4878388" y="3744913"/>
          <p14:tracePt t="210334" x="5149850" y="3744913"/>
          <p14:tracePt t="210342" x="5441950" y="3744913"/>
          <p14:tracePt t="210351" x="5648325" y="3744913"/>
          <p14:tracePt t="210358" x="5848350" y="3744913"/>
          <p14:tracePt t="210367" x="6042025" y="3744913"/>
          <p14:tracePt t="210374" x="6154738" y="3744913"/>
          <p14:tracePt t="210382" x="6297613" y="3744913"/>
          <p14:tracePt t="210390" x="6391275" y="3744913"/>
          <p14:tracePt t="210398" x="6454775" y="3744913"/>
          <p14:tracePt t="210406" x="6483350" y="3744913"/>
          <p14:tracePt t="210414" x="6505575" y="3744913"/>
          <p14:tracePt t="210470" x="6483350" y="3744913"/>
          <p14:tracePt t="210478" x="6426200" y="3744913"/>
          <p14:tracePt t="210486" x="6334125" y="3744913"/>
          <p14:tracePt t="210494" x="6240463" y="3744913"/>
          <p14:tracePt t="210502" x="6111875" y="3744913"/>
          <p14:tracePt t="210510" x="5876925" y="3744913"/>
          <p14:tracePt t="210518" x="5584825" y="3744913"/>
          <p14:tracePt t="210526" x="5313363" y="3744913"/>
          <p14:tracePt t="210534" x="5029200" y="3744913"/>
          <p14:tracePt t="210542" x="4757738" y="3744913"/>
          <p14:tracePt t="210551" x="4522788" y="3744913"/>
          <p14:tracePt t="210558" x="4386263" y="3744913"/>
          <p14:tracePt t="210567" x="4308475" y="3744913"/>
          <p14:tracePt t="210574" x="4243388" y="3744913"/>
          <p14:tracePt t="210582" x="4208463" y="3744913"/>
          <p14:tracePt t="210590" x="4186238" y="3744913"/>
          <p14:tracePt t="210598" x="4179888" y="3744913"/>
          <p14:tracePt t="211406" x="4171950" y="3744913"/>
          <p14:tracePt t="211414" x="4165600" y="3744913"/>
          <p14:tracePt t="211430" x="4165600" y="3752850"/>
          <p14:tracePt t="211438" x="4165600" y="3759200"/>
          <p14:tracePt t="211462" x="4165600" y="3767138"/>
          <p14:tracePt t="211470" x="4165600" y="3781425"/>
          <p14:tracePt t="211478" x="4171950" y="3781425"/>
          <p14:tracePt t="211486" x="4179888" y="3781425"/>
          <p14:tracePt t="211502" x="4186238" y="3781425"/>
          <p14:tracePt t="211590" x="4237038" y="3781425"/>
          <p14:tracePt t="211598" x="4308475" y="3781425"/>
          <p14:tracePt t="211606" x="4422775" y="3781425"/>
          <p14:tracePt t="211614" x="4600575" y="3781425"/>
          <p14:tracePt t="211622" x="4849813" y="3781425"/>
          <p14:tracePt t="211630" x="5141913" y="3781425"/>
          <p14:tracePt t="211638" x="5413375" y="3781425"/>
          <p14:tracePt t="211646" x="5799138" y="3795713"/>
          <p14:tracePt t="211654" x="6134100" y="3795713"/>
          <p14:tracePt t="211662" x="6462713" y="3795713"/>
          <p14:tracePt t="211670" x="6804025" y="3795713"/>
          <p14:tracePt t="211678" x="7132638" y="3795713"/>
          <p14:tracePt t="211686" x="7539038" y="3795713"/>
          <p14:tracePt t="211694" x="7924800" y="3795713"/>
          <p14:tracePt t="211702" x="8331200" y="3795713"/>
          <p14:tracePt t="211710" x="8851900" y="3787775"/>
          <p14:tracePt t="214542" x="8651875" y="3417888"/>
          <p14:tracePt t="214550" x="8323263" y="3417888"/>
          <p14:tracePt t="214558" x="8031163" y="3424238"/>
          <p14:tracePt t="214567" x="7702550" y="3424238"/>
          <p14:tracePt t="214574" x="7432675" y="3424238"/>
          <p14:tracePt t="214582" x="7232650" y="3444875"/>
          <p14:tracePt t="214590" x="7104063" y="3459163"/>
          <p14:tracePt t="214598" x="6946900" y="3459163"/>
          <p14:tracePt t="214606" x="6832600" y="3459163"/>
          <p14:tracePt t="214614" x="6726238" y="3467100"/>
          <p14:tracePt t="214622" x="6626225" y="3473450"/>
          <p14:tracePt t="214630" x="6540500" y="3495675"/>
          <p14:tracePt t="214638" x="6440488" y="3502025"/>
          <p14:tracePt t="214646" x="6348413" y="3530600"/>
          <p14:tracePt t="214654" x="6269038" y="3538538"/>
          <p14:tracePt t="214662" x="6191250" y="3544888"/>
          <p14:tracePt t="214670" x="6126163" y="3552825"/>
          <p14:tracePt t="214678" x="6056313" y="3567113"/>
          <p14:tracePt t="214686" x="6005513" y="3573463"/>
          <p14:tracePt t="214694" x="5942013" y="3581400"/>
          <p14:tracePt t="214703" x="5899150" y="3587750"/>
          <p14:tracePt t="214710" x="5834063" y="3595688"/>
          <p14:tracePt t="214718" x="5805488" y="3602038"/>
          <p14:tracePt t="214726" x="5776913" y="3609975"/>
          <p14:tracePt t="214734" x="5762625" y="3609975"/>
          <p14:tracePt t="214742" x="5756275" y="3609975"/>
          <p14:tracePt t="214751" x="5748338" y="3609975"/>
          <p14:tracePt t="214806" x="5741988" y="3609975"/>
          <p14:tracePt t="214814" x="5734050" y="3609975"/>
          <p14:tracePt t="214822" x="5727700" y="3616325"/>
          <p14:tracePt t="214830" x="5719763" y="3616325"/>
          <p14:tracePt t="214838" x="5699125" y="3630613"/>
          <p14:tracePt t="214846" x="5691188" y="3630613"/>
          <p14:tracePt t="214854" x="5662613" y="3638550"/>
          <p14:tracePt t="214862" x="5627688" y="3644900"/>
          <p14:tracePt t="214870" x="5591175" y="3659188"/>
          <p14:tracePt t="214878" x="5556250" y="3659188"/>
          <p14:tracePt t="214886" x="5527675" y="3667125"/>
          <p14:tracePt t="214902" x="5492750" y="3667125"/>
          <p14:tracePt t="214910" x="5464175" y="3667125"/>
          <p14:tracePt t="214918" x="5441950" y="3673475"/>
          <p14:tracePt t="214926" x="5421313" y="3673475"/>
          <p14:tracePt t="214934" x="5407025" y="3681413"/>
          <p14:tracePt t="214942" x="5392738" y="3687763"/>
          <p14:tracePt t="214958" x="5384800" y="3687763"/>
          <p14:tracePt t="215102" x="5378450" y="3687763"/>
          <p14:tracePt t="215110" x="5370513" y="3687763"/>
          <p14:tracePt t="215118" x="5356225" y="3681413"/>
          <p14:tracePt t="215126" x="5349875" y="3667125"/>
          <p14:tracePt t="215134" x="5349875" y="3644900"/>
          <p14:tracePt t="215142" x="5349875" y="3638550"/>
          <p14:tracePt t="215342" x="5392738" y="3630613"/>
          <p14:tracePt t="215350" x="5435600" y="3624263"/>
          <p14:tracePt t="215358" x="5449888" y="3624263"/>
          <p14:tracePt t="215454" x="5441950" y="3624263"/>
          <p14:tracePt t="215462" x="5427663" y="3624263"/>
          <p14:tracePt t="215470" x="5407025" y="3624263"/>
          <p14:tracePt t="215478" x="5399088" y="3624263"/>
          <p14:tracePt t="215486" x="5392738" y="3624263"/>
          <p14:tracePt t="215510" x="5384800" y="3624263"/>
          <p14:tracePt t="215670" x="5378450" y="3624263"/>
          <p14:tracePt t="215678" x="5364163" y="3624263"/>
          <p14:tracePt t="215686" x="5356225" y="3624263"/>
          <p14:tracePt t="215694" x="5335588" y="3624263"/>
          <p14:tracePt t="215702" x="5321300" y="3624263"/>
          <p14:tracePt t="215710" x="5313363" y="3624263"/>
          <p14:tracePt t="215718" x="5307013" y="3624263"/>
          <p14:tracePt t="215734" x="5299075" y="3624263"/>
          <p14:tracePt t="215742" x="5292725" y="3624263"/>
          <p14:tracePt t="215758" x="5284788" y="3624263"/>
          <p14:tracePt t="215767" x="5270500" y="3624263"/>
          <p14:tracePt t="215774" x="5264150" y="3624263"/>
          <p14:tracePt t="215782" x="5241925" y="3630613"/>
          <p14:tracePt t="215790" x="5235575" y="3638550"/>
          <p14:tracePt t="215798" x="5221288" y="3638550"/>
          <p14:tracePt t="215806" x="5192713" y="3644900"/>
          <p14:tracePt t="215814" x="5178425" y="3652838"/>
          <p14:tracePt t="215822" x="5170488" y="3659188"/>
          <p14:tracePt t="215830" x="5156200" y="3659188"/>
          <p14:tracePt t="215838" x="5141913" y="3667125"/>
          <p14:tracePt t="215846" x="5135563" y="3673475"/>
          <p14:tracePt t="215854" x="5121275" y="3681413"/>
          <p14:tracePt t="215862" x="5113338" y="3681413"/>
          <p14:tracePt t="215870" x="5099050" y="3687763"/>
          <p14:tracePt t="215878" x="5084763" y="3687763"/>
          <p14:tracePt t="215886" x="5072063" y="3695700"/>
          <p14:tracePt t="215902" x="5043488" y="3709988"/>
          <p14:tracePt t="215910" x="5029200" y="3716338"/>
          <p14:tracePt t="215918" x="5014913" y="3716338"/>
          <p14:tracePt t="215926" x="5006975" y="3724275"/>
          <p14:tracePt t="215934" x="4978400" y="3730625"/>
          <p14:tracePt t="215942" x="4957763" y="3730625"/>
          <p14:tracePt t="215951" x="4949825" y="3738563"/>
          <p14:tracePt t="215958" x="4943475" y="3738563"/>
          <p14:tracePt t="215966" x="4929188" y="3744913"/>
          <p14:tracePt t="215974" x="4914900" y="3744913"/>
          <p14:tracePt t="215990" x="4906963" y="3744913"/>
          <p14:tracePt t="215998" x="4900613" y="3752850"/>
          <p14:tracePt t="216006" x="4892675" y="3752850"/>
          <p14:tracePt t="216014" x="4886325" y="3759200"/>
          <p14:tracePt t="216022" x="4878388" y="3767138"/>
          <p14:tracePt t="216030" x="4864100" y="3767138"/>
          <p14:tracePt t="216038" x="4864100" y="3773488"/>
          <p14:tracePt t="216046" x="4857750" y="3773488"/>
          <p14:tracePt t="216054" x="4857750" y="3781425"/>
          <p14:tracePt t="216062" x="4843463" y="3787775"/>
          <p14:tracePt t="216070" x="4835525" y="3787775"/>
          <p14:tracePt t="216078" x="4821238" y="3795713"/>
          <p14:tracePt t="216086" x="4806950" y="3802063"/>
          <p14:tracePt t="216102" x="4792663" y="3810000"/>
          <p14:tracePt t="216110" x="4792663" y="3816350"/>
          <p14:tracePt t="216119" x="4778375" y="3816350"/>
          <p14:tracePt t="216126" x="4772025" y="3830638"/>
          <p14:tracePt t="216142" x="4764088" y="3838575"/>
          <p14:tracePt t="216150" x="4749800" y="3838575"/>
          <p14:tracePt t="216166" x="4743450" y="3844925"/>
          <p14:tracePt t="216174" x="4735513" y="3852863"/>
          <p14:tracePt t="216182" x="4729163" y="3852863"/>
          <p14:tracePt t="216190" x="4721225" y="3859213"/>
          <p14:tracePt t="216214" x="4714875" y="3867150"/>
          <p14:tracePt t="216222" x="4706938" y="3867150"/>
          <p14:tracePt t="216238" x="4706938" y="3873500"/>
          <p14:tracePt t="216254" x="4700588" y="3873500"/>
          <p14:tracePt t="216270" x="4700588" y="3881438"/>
          <p14:tracePt t="216294" x="4686300" y="3887788"/>
          <p14:tracePt t="216326" x="4721225" y="3887788"/>
          <p14:tracePt t="219366" x="4706938" y="3873500"/>
          <p14:tracePt t="219382" x="4686300" y="3859213"/>
          <p14:tracePt t="219390" x="4672013" y="3852863"/>
          <p14:tracePt t="219398" x="4657725" y="3844925"/>
          <p14:tracePt t="219406" x="4635500" y="3838575"/>
          <p14:tracePt t="219414" x="4600575" y="3816350"/>
          <p14:tracePt t="219422" x="4586288" y="3810000"/>
          <p14:tracePt t="219430" x="4572000" y="3802063"/>
          <p14:tracePt t="219438" x="4551363" y="3787775"/>
          <p14:tracePt t="219446" x="4529138" y="3773488"/>
          <p14:tracePt t="219454" x="4508500" y="3759200"/>
          <p14:tracePt t="219462" x="4494213" y="3752850"/>
          <p14:tracePt t="219470" x="4479925" y="3744913"/>
          <p14:tracePt t="219478" x="4465638" y="3730625"/>
          <p14:tracePt t="219486" x="4451350" y="3724275"/>
          <p14:tracePt t="219494" x="4429125" y="3709988"/>
          <p14:tracePt t="219502" x="4422775" y="3702050"/>
          <p14:tracePt t="219510" x="4408488" y="3695700"/>
          <p14:tracePt t="219518" x="4394200" y="3681413"/>
          <p14:tracePt t="219526" x="4386263" y="3673475"/>
          <p14:tracePt t="219534" x="4371975" y="3652838"/>
          <p14:tracePt t="219542" x="4357688" y="3644900"/>
          <p14:tracePt t="219551" x="4343400" y="3624263"/>
          <p14:tracePt t="219558" x="4329113" y="3616325"/>
          <p14:tracePt t="219567" x="4308475" y="3595688"/>
          <p14:tracePt t="219574" x="4300538" y="3587750"/>
          <p14:tracePt t="219582" x="4279900" y="3573463"/>
          <p14:tracePt t="219590" x="4257675" y="3544888"/>
          <p14:tracePt t="219598" x="4237038" y="3530600"/>
          <p14:tracePt t="219606" x="4186238" y="3495675"/>
          <p14:tracePt t="219614" x="4143375" y="3467100"/>
          <p14:tracePt t="219622" x="4094163" y="3424238"/>
          <p14:tracePt t="219630" x="4022725" y="3360738"/>
          <p14:tracePt t="219638" x="3937000" y="3295650"/>
          <p14:tracePt t="219646" x="3865563" y="3232150"/>
          <p14:tracePt t="219654" x="3759200" y="3152775"/>
          <p14:tracePt t="219662" x="3587750" y="3060700"/>
          <p14:tracePt t="219670" x="3402013" y="2952750"/>
          <p14:tracePt t="219678" x="3195638" y="2846388"/>
          <p14:tracePt t="219686" x="2989263" y="2760663"/>
          <p14:tracePt t="219694" x="2709863" y="2640013"/>
          <p14:tracePt t="219702" x="2517775" y="2582863"/>
          <p14:tracePt t="219710" x="2360613" y="2532063"/>
          <p14:tracePt t="219718" x="2174875" y="2497138"/>
          <p14:tracePt t="219726" x="1990725" y="2489200"/>
          <p14:tracePt t="219734" x="1804988" y="2454275"/>
          <p14:tracePt t="219742" x="1682750" y="2446338"/>
          <p14:tracePt t="219751" x="1576388" y="2439988"/>
          <p14:tracePt t="219758" x="1470025" y="2425700"/>
          <p14:tracePt t="219767" x="1404938" y="2403475"/>
          <p14:tracePt t="219774" x="1333500" y="2397125"/>
          <p14:tracePt t="219782" x="1304925" y="2397125"/>
          <p14:tracePt t="219790" x="1284288" y="2397125"/>
          <p14:tracePt t="219798" x="1270000" y="2397125"/>
          <p14:tracePt t="219830" x="1255713" y="2397125"/>
          <p14:tracePt t="219838" x="1247775" y="2403475"/>
          <p14:tracePt t="219846" x="1241425" y="2411413"/>
          <p14:tracePt t="219854" x="1227138" y="2411413"/>
          <p14:tracePt t="219862" x="1219200" y="2411413"/>
          <p14:tracePt t="219870" x="1198563" y="2425700"/>
          <p14:tracePt t="219878" x="1184275" y="2425700"/>
          <p14:tracePt t="219886" x="1141413" y="2425700"/>
          <p14:tracePt t="219894" x="1112838" y="2425700"/>
          <p14:tracePt t="219902" x="1076325" y="2425700"/>
          <p14:tracePt t="219910" x="1019175" y="2425700"/>
          <p14:tracePt t="219918" x="969963" y="2425700"/>
          <p14:tracePt t="219926" x="935038" y="2425700"/>
          <p14:tracePt t="219934" x="884238" y="2425700"/>
          <p14:tracePt t="219942" x="869950" y="2425700"/>
          <p14:tracePt t="219951" x="855663" y="2425700"/>
          <p14:tracePt t="219958" x="849313" y="2425700"/>
          <p14:tracePt t="220046" x="863600" y="2425700"/>
          <p14:tracePt t="220054" x="884238" y="2425700"/>
          <p14:tracePt t="220062" x="892175" y="2425700"/>
          <p14:tracePt t="220070" x="898525" y="2425700"/>
          <p14:tracePt t="220078" x="906463" y="2425700"/>
          <p14:tracePt t="220086" x="920750" y="2425700"/>
          <p14:tracePt t="220094" x="927100" y="2425700"/>
          <p14:tracePt t="220102" x="935038" y="2425700"/>
          <p14:tracePt t="220110" x="941388" y="2432050"/>
          <p14:tracePt t="220134" x="949325" y="2432050"/>
          <p14:tracePt t="220142" x="963613" y="2432050"/>
          <p14:tracePt t="220150" x="969963" y="2432050"/>
          <p14:tracePt t="220158" x="977900" y="2439988"/>
          <p14:tracePt t="220174" x="984250" y="2439988"/>
          <p14:tracePt t="220190" x="992188" y="2439988"/>
          <p14:tracePt t="220206" x="998538" y="2446338"/>
          <p14:tracePt t="220238" x="1006475" y="2446338"/>
          <p14:tracePt t="220254" x="1012825" y="2446338"/>
          <p14:tracePt t="220262" x="1019175" y="2446338"/>
          <p14:tracePt t="220270" x="1027113" y="2446338"/>
          <p14:tracePt t="220294" x="1033463" y="2446338"/>
          <p14:tracePt t="220302" x="1041400" y="2446338"/>
          <p14:tracePt t="220310" x="1047750" y="2446338"/>
          <p14:tracePt t="220358" x="1055688" y="2446338"/>
          <p14:tracePt t="220374" x="1062038" y="2446338"/>
          <p14:tracePt t="220382" x="1069975" y="2446338"/>
          <p14:tracePt t="220406" x="1076325" y="2446338"/>
          <p14:tracePt t="221342" x="1076325" y="2454275"/>
          <p14:tracePt t="221350" x="1076325" y="2460625"/>
          <p14:tracePt t="221367" x="1076325" y="2468563"/>
          <p14:tracePt t="221382" x="1076325" y="2474913"/>
          <p14:tracePt t="221390" x="1084263" y="2482850"/>
          <p14:tracePt t="221422" x="1090613" y="2489200"/>
          <p14:tracePt t="221446" x="1098550" y="2497138"/>
          <p14:tracePt t="221486" x="1104900" y="2497138"/>
          <p14:tracePt t="221494" x="1112838" y="2511425"/>
          <p14:tracePt t="221502" x="1119188" y="2511425"/>
          <p14:tracePt t="221510" x="1119188" y="2517775"/>
          <p14:tracePt t="221518" x="1127125" y="2517775"/>
          <p14:tracePt t="221526" x="1133475" y="2525713"/>
          <p14:tracePt t="221534" x="1141413" y="2532063"/>
          <p14:tracePt t="221542" x="1155700" y="2540000"/>
          <p14:tracePt t="221558" x="1162050" y="2540000"/>
          <p14:tracePt t="221567" x="1176338" y="2546350"/>
          <p14:tracePt t="221582" x="1184275" y="2554288"/>
          <p14:tracePt t="221590" x="1190625" y="2560638"/>
          <p14:tracePt t="221598" x="1198563" y="2560638"/>
          <p14:tracePt t="221654" x="1204913" y="2568575"/>
          <p14:tracePt t="221718" x="1219200" y="2574925"/>
          <p14:tracePt t="221734" x="1227138" y="2574925"/>
          <p14:tracePt t="221758" x="1241425" y="2574925"/>
          <p14:tracePt t="221766" x="1247775" y="2574925"/>
          <p14:tracePt t="221774" x="1255713" y="2574925"/>
          <p14:tracePt t="221782" x="1262063" y="2582863"/>
          <p14:tracePt t="221806" x="1270000" y="2582863"/>
          <p14:tracePt t="221822" x="1276350" y="2582863"/>
          <p14:tracePt t="221838" x="1284288" y="2582863"/>
          <p14:tracePt t="221862" x="1290638" y="2582863"/>
          <p14:tracePt t="221894" x="1304925" y="2582863"/>
          <p14:tracePt t="221910" x="1312863" y="2582863"/>
          <p14:tracePt t="221934" x="1327150" y="2582863"/>
          <p14:tracePt t="221958" x="1341438" y="2582863"/>
          <p14:tracePt t="221974" x="1355725" y="2574925"/>
          <p14:tracePt t="221982" x="1355725" y="2568575"/>
          <p14:tracePt t="221990" x="1362075" y="2560638"/>
          <p14:tracePt t="222014" x="1362075" y="2554288"/>
          <p14:tracePt t="222518" x="1362075" y="2546350"/>
          <p14:tracePt t="222526" x="1362075" y="2540000"/>
          <p14:tracePt t="222534" x="1362075" y="2532063"/>
          <p14:tracePt t="222542" x="1370013" y="2525713"/>
          <p14:tracePt t="222559" x="1370013" y="2517775"/>
          <p14:tracePt t="222582" x="1370013" y="2503488"/>
          <p14:tracePt t="222598" x="1376363" y="2503488"/>
          <p14:tracePt t="222758" x="1376363" y="2497138"/>
          <p14:tracePt t="222782" x="1384300" y="2497138"/>
          <p14:tracePt t="222806" x="1390650" y="2489200"/>
          <p14:tracePt t="222886" x="1398588" y="2489200"/>
          <p14:tracePt t="222902" x="1404938" y="2489200"/>
          <p14:tracePt t="222910" x="1419225" y="2482850"/>
          <p14:tracePt t="222918" x="1419225" y="2474913"/>
          <p14:tracePt t="222934" x="1433513" y="2474913"/>
          <p14:tracePt t="222950" x="1441450" y="2474913"/>
          <p14:tracePt t="222998" x="1447800" y="2474913"/>
          <p14:tracePt t="223014" x="1455738" y="2474913"/>
          <p14:tracePt t="223030" x="1462088" y="2468563"/>
          <p14:tracePt t="223046" x="1470025" y="2460625"/>
          <p14:tracePt t="223166" x="1476375" y="2460625"/>
          <p14:tracePt t="223238" x="1476375" y="2454275"/>
          <p14:tracePt t="223270" x="1484313" y="2454275"/>
          <p14:tracePt t="223294" x="1490663" y="2454275"/>
          <p14:tracePt t="223302" x="1498600" y="2454275"/>
          <p14:tracePt t="223310" x="1504950" y="2454275"/>
          <p14:tracePt t="223326" x="1512888" y="2454275"/>
          <p14:tracePt t="223334" x="1525588" y="2454275"/>
          <p14:tracePt t="223342" x="1547813" y="2454275"/>
          <p14:tracePt t="223351" x="1547813" y="2446338"/>
          <p14:tracePt t="223358" x="1554163" y="2446338"/>
          <p14:tracePt t="223367" x="1568450" y="2446338"/>
          <p14:tracePt t="223382" x="1576388" y="2446338"/>
          <p14:tracePt t="223398" x="1590675" y="2446338"/>
          <p14:tracePt t="223406" x="1597025" y="2446338"/>
          <p14:tracePt t="223414" x="1611313" y="2446338"/>
          <p14:tracePt t="223422" x="1633538" y="2446338"/>
          <p14:tracePt t="223430" x="1654175" y="2446338"/>
          <p14:tracePt t="223438" x="1676400" y="2446338"/>
          <p14:tracePt t="223446" x="1704975" y="2446338"/>
          <p14:tracePt t="223454" x="1733550" y="2446338"/>
          <p14:tracePt t="223462" x="1762125" y="2446338"/>
          <p14:tracePt t="223470" x="1782763" y="2446338"/>
          <p14:tracePt t="223478" x="1811338" y="2446338"/>
          <p14:tracePt t="223486" x="1833563" y="2446338"/>
          <p14:tracePt t="223494" x="1847850" y="2446338"/>
          <p14:tracePt t="223502" x="1868488" y="2446338"/>
          <p14:tracePt t="223510" x="1882775" y="2446338"/>
          <p14:tracePt t="223518" x="1897063" y="2446338"/>
          <p14:tracePt t="223526" x="1911350" y="2446338"/>
          <p14:tracePt t="223534" x="1925638" y="2446338"/>
          <p14:tracePt t="223542" x="1933575" y="2446338"/>
          <p14:tracePt t="223567" x="1939925" y="2446338"/>
          <p14:tracePt t="223686" x="1947863" y="2446338"/>
          <p14:tracePt t="223694" x="1954213" y="2446338"/>
          <p14:tracePt t="223702" x="1968500" y="2454275"/>
          <p14:tracePt t="223710" x="1982788" y="2454275"/>
          <p14:tracePt t="223718" x="2005013" y="2454275"/>
          <p14:tracePt t="223726" x="2046288" y="2460625"/>
          <p14:tracePt t="223734" x="2097088" y="2468563"/>
          <p14:tracePt t="223742" x="2139950" y="2468563"/>
          <p14:tracePt t="223751" x="2203450" y="2482850"/>
          <p14:tracePt t="223758" x="2260600" y="2489200"/>
          <p14:tracePt t="223767" x="2311400" y="2497138"/>
          <p14:tracePt t="223774" x="2368550" y="2503488"/>
          <p14:tracePt t="223782" x="2425700" y="2511425"/>
          <p14:tracePt t="223790" x="2482850" y="2532063"/>
          <p14:tracePt t="223798" x="2532063" y="2540000"/>
          <p14:tracePt t="223806" x="2581275" y="2540000"/>
          <p14:tracePt t="223814" x="2632075" y="2546350"/>
          <p14:tracePt t="223822" x="2689225" y="2554288"/>
          <p14:tracePt t="223830" x="2732088" y="2560638"/>
          <p14:tracePt t="223838" x="2789238" y="2560638"/>
          <p14:tracePt t="223846" x="2824163" y="2568575"/>
          <p14:tracePt t="223854" x="2867025" y="2574925"/>
          <p14:tracePt t="223862" x="2895600" y="2574925"/>
          <p14:tracePt t="223870" x="2938463" y="2589213"/>
          <p14:tracePt t="223878" x="2960688" y="2597150"/>
          <p14:tracePt t="223886" x="2989263" y="2597150"/>
          <p14:tracePt t="223902" x="3038475" y="2603500"/>
          <p14:tracePt t="223910" x="3052763" y="2603500"/>
          <p14:tracePt t="223918" x="3081338" y="2611438"/>
          <p14:tracePt t="223926" x="3109913" y="2617788"/>
          <p14:tracePt t="223934" x="3130550" y="2617788"/>
          <p14:tracePt t="223942" x="3159125" y="2625725"/>
          <p14:tracePt t="223951" x="3187700" y="2625725"/>
          <p14:tracePt t="223958" x="3209925" y="2632075"/>
          <p14:tracePt t="223967" x="3238500" y="2632075"/>
          <p14:tracePt t="223974" x="3273425" y="2640013"/>
          <p14:tracePt t="223982" x="3302000" y="2640013"/>
          <p14:tracePt t="223990" x="3324225" y="2654300"/>
          <p14:tracePt t="223998" x="3352800" y="2654300"/>
          <p14:tracePt t="224006" x="3395663" y="2654300"/>
          <p14:tracePt t="224014" x="3424238" y="2654300"/>
          <p14:tracePt t="224022" x="3452813" y="2654300"/>
          <p14:tracePt t="224030" x="3481388" y="2654300"/>
          <p14:tracePt t="224038" x="3509963" y="2654300"/>
          <p14:tracePt t="224046" x="3544888" y="2654300"/>
          <p14:tracePt t="224054" x="3565525" y="2654300"/>
          <p14:tracePt t="224062" x="3587750" y="2660650"/>
          <p14:tracePt t="224070" x="3602038" y="2660650"/>
          <p14:tracePt t="224078" x="3622675" y="2660650"/>
          <p14:tracePt t="224086" x="3644900" y="2668588"/>
          <p14:tracePt t="224102" x="3659188" y="2668588"/>
          <p14:tracePt t="224110" x="3665538" y="2668588"/>
          <p14:tracePt t="224118" x="3673475" y="2668588"/>
          <p14:tracePt t="224126" x="3687763" y="2668588"/>
          <p14:tracePt t="224134" x="3730625" y="2682875"/>
          <p14:tracePt t="224142" x="3765550" y="2689225"/>
          <p14:tracePt t="224150" x="3836988" y="2703513"/>
          <p14:tracePt t="224158" x="3916363" y="2717800"/>
          <p14:tracePt t="224169" x="3987800" y="2725738"/>
          <p14:tracePt t="224174" x="4065588" y="2732088"/>
          <p14:tracePt t="224182" x="4143375" y="2740025"/>
          <p14:tracePt t="224190" x="4222750" y="2754313"/>
          <p14:tracePt t="224198" x="4271963" y="2760663"/>
          <p14:tracePt t="224206" x="4329113" y="2768600"/>
          <p14:tracePt t="224214" x="4365625" y="2774950"/>
          <p14:tracePt t="224222" x="4408488" y="2774950"/>
          <p14:tracePt t="224230" x="4465638" y="2789238"/>
          <p14:tracePt t="224238" x="4529138" y="2797175"/>
          <p14:tracePt t="224246" x="4606925" y="2811463"/>
          <p14:tracePt t="224254" x="4706938" y="2832100"/>
          <p14:tracePt t="224262" x="4806950" y="2840038"/>
          <p14:tracePt t="224270" x="4943475" y="2860675"/>
          <p14:tracePt t="224278" x="5035550" y="2860675"/>
          <p14:tracePt t="224286" x="5156200" y="2874963"/>
          <p14:tracePt t="224294" x="5235575" y="2874963"/>
          <p14:tracePt t="224302" x="5284788" y="2874963"/>
          <p14:tracePt t="224310" x="5327650" y="2874963"/>
          <p14:tracePt t="224318" x="5349875" y="2874963"/>
          <p14:tracePt t="224326" x="5356225" y="2874963"/>
          <p14:tracePt t="224342" x="5364163" y="2874963"/>
          <p14:tracePt t="224358" x="5370513" y="2874963"/>
          <p14:tracePt t="224367" x="5370513" y="2867025"/>
          <p14:tracePt t="224375" x="5370513" y="2860675"/>
          <p14:tracePt t="224382" x="5384800" y="2846388"/>
          <p14:tracePt t="224390" x="5392738" y="2832100"/>
          <p14:tracePt t="224398" x="5392738" y="2825750"/>
          <p14:tracePt t="224406" x="5407025" y="2811463"/>
          <p14:tracePt t="224414" x="5413375" y="2797175"/>
          <p14:tracePt t="224422" x="5427663" y="2782888"/>
          <p14:tracePt t="224430" x="5449888" y="2768600"/>
          <p14:tracePt t="224438" x="5499100" y="2746375"/>
          <p14:tracePt t="224446" x="5578475" y="2740025"/>
          <p14:tracePt t="224454" x="5662613" y="2732088"/>
          <p14:tracePt t="224462" x="5770563" y="2711450"/>
          <p14:tracePt t="224470" x="5862638" y="2697163"/>
          <p14:tracePt t="224478" x="5970588" y="2697163"/>
          <p14:tracePt t="224486" x="6042025" y="2697163"/>
          <p14:tracePt t="224494" x="6091238" y="2689225"/>
          <p14:tracePt t="224502" x="6134100" y="2674938"/>
          <p14:tracePt t="224510" x="6154738" y="2668588"/>
          <p14:tracePt t="224518" x="6169025" y="2668588"/>
          <p14:tracePt t="224534" x="6176963" y="2660650"/>
          <p14:tracePt t="224551" x="6176963" y="2654300"/>
          <p14:tracePt t="224558" x="6176963" y="2646363"/>
          <p14:tracePt t="224638" x="6176963" y="2632075"/>
          <p14:tracePt t="224646" x="6176963" y="2625725"/>
          <p14:tracePt t="224654" x="6176963" y="2617788"/>
          <p14:tracePt t="224662" x="6176963" y="2611438"/>
          <p14:tracePt t="224678" x="6169025" y="2597150"/>
          <p14:tracePt t="224694" x="6169025" y="2589213"/>
          <p14:tracePt t="224702" x="6169025" y="2582863"/>
          <p14:tracePt t="224710" x="6162675" y="2574925"/>
          <p14:tracePt t="224718" x="6162675" y="2560638"/>
          <p14:tracePt t="224734" x="6162675" y="2546350"/>
          <p14:tracePt t="224742" x="6162675" y="2540000"/>
          <p14:tracePt t="224751" x="6162675" y="2525713"/>
          <p14:tracePt t="224758" x="6162675" y="2503488"/>
          <p14:tracePt t="224767" x="6162675" y="2489200"/>
          <p14:tracePt t="224774" x="6162675" y="2482850"/>
          <p14:tracePt t="224782" x="6162675" y="2468563"/>
          <p14:tracePt t="224790" x="6162675" y="2446338"/>
          <p14:tracePt t="224798" x="6162675" y="2439988"/>
          <p14:tracePt t="224806" x="6162675" y="2432050"/>
          <p14:tracePt t="224814" x="6162675" y="2417763"/>
          <p14:tracePt t="224830" x="6162675" y="2411413"/>
          <p14:tracePt t="225014" x="6162675" y="2403475"/>
          <p14:tracePt t="225046" x="6162675" y="2397125"/>
          <p14:tracePt t="225070" x="6162675" y="2389188"/>
          <p14:tracePt t="225111" x="6162675" y="2382838"/>
          <p14:tracePt t="225158" x="6169025" y="2382838"/>
          <p14:tracePt t="225222" x="6176963" y="2382838"/>
          <p14:tracePt t="225246" x="6191250" y="2382838"/>
          <p14:tracePt t="225270" x="6197600" y="2382838"/>
          <p14:tracePt t="225278" x="6205538" y="2389188"/>
          <p14:tracePt t="225294" x="6219825" y="2397125"/>
          <p14:tracePt t="225326" x="6219825" y="2403475"/>
          <p14:tracePt t="225374" x="6226175" y="2403475"/>
          <p14:tracePt t="225422" x="6234113" y="2403475"/>
          <p14:tracePt t="225430" x="6240463" y="2403475"/>
          <p14:tracePt t="225454" x="6248400" y="2403475"/>
          <p14:tracePt t="225471" x="6254750" y="2403475"/>
          <p14:tracePt t="225486" x="6262688" y="2417763"/>
          <p14:tracePt t="225494" x="6262688" y="2425700"/>
          <p14:tracePt t="225502" x="6262688" y="2439988"/>
          <p14:tracePt t="225510" x="6262688" y="2460625"/>
          <p14:tracePt t="225518" x="6262688" y="2474913"/>
          <p14:tracePt t="225526" x="6262688" y="2497138"/>
          <p14:tracePt t="225534" x="6269038" y="2517775"/>
          <p14:tracePt t="225542" x="6276975" y="2540000"/>
          <p14:tracePt t="225551" x="6297613" y="2574925"/>
          <p14:tracePt t="225558" x="6326188" y="2625725"/>
          <p14:tracePt t="225567" x="6348413" y="2660650"/>
          <p14:tracePt t="225574" x="6369050" y="2689225"/>
          <p14:tracePt t="225582" x="6405563" y="2725738"/>
          <p14:tracePt t="225590" x="6440488" y="2740025"/>
          <p14:tracePt t="225598" x="6477000" y="2768600"/>
          <p14:tracePt t="225606" x="6534150" y="2797175"/>
          <p14:tracePt t="225614" x="6569075" y="2811463"/>
          <p14:tracePt t="225622" x="6597650" y="2825750"/>
          <p14:tracePt t="225630" x="6640513" y="2832100"/>
          <p14:tracePt t="225638" x="6661150" y="2840038"/>
          <p14:tracePt t="225646" x="6689725" y="2840038"/>
          <p14:tracePt t="225654" x="6732588" y="2846388"/>
          <p14:tracePt t="225662" x="6769100" y="2860675"/>
          <p14:tracePt t="225670" x="6826250" y="2860675"/>
          <p14:tracePt t="225678" x="6869113" y="2860675"/>
          <p14:tracePt t="225686" x="6904038" y="2860675"/>
          <p14:tracePt t="225694" x="6954838" y="2860675"/>
          <p14:tracePt t="225702" x="6983413" y="2860675"/>
          <p14:tracePt t="225710" x="6997700" y="2854325"/>
          <p14:tracePt t="225718" x="7026275" y="2846388"/>
          <p14:tracePt t="225726" x="7061200" y="2825750"/>
          <p14:tracePt t="225734" x="7089775" y="2803525"/>
          <p14:tracePt t="225742" x="7089775" y="2797175"/>
          <p14:tracePt t="225751" x="7112000" y="2760663"/>
          <p14:tracePt t="225758" x="7118350" y="2746375"/>
          <p14:tracePt t="225767" x="7118350" y="2717800"/>
          <p14:tracePt t="225774" x="7118350" y="2689225"/>
          <p14:tracePt t="225782" x="7118350" y="2668588"/>
          <p14:tracePt t="225790" x="7118350" y="2640013"/>
          <p14:tracePt t="225798" x="7118350" y="2597150"/>
          <p14:tracePt t="225806" x="7112000" y="2568575"/>
          <p14:tracePt t="225814" x="7083425" y="2525713"/>
          <p14:tracePt t="225822" x="7069138" y="2503488"/>
          <p14:tracePt t="225830" x="7040563" y="2460625"/>
          <p14:tracePt t="225838" x="7011988" y="2417763"/>
          <p14:tracePt t="225846" x="6997700" y="2389188"/>
          <p14:tracePt t="225854" x="6969125" y="2368550"/>
          <p14:tracePt t="225862" x="6932613" y="2332038"/>
          <p14:tracePt t="225870" x="6911975" y="2303463"/>
          <p14:tracePt t="225885" x="6883400" y="2282825"/>
          <p14:tracePt t="225886" x="6840538" y="2254250"/>
          <p14:tracePt t="225894" x="6811963" y="2254250"/>
          <p14:tracePt t="225902" x="6769100" y="2247900"/>
          <p14:tracePt t="225910" x="6718300" y="2247900"/>
          <p14:tracePt t="225918" x="6683375" y="2247900"/>
          <p14:tracePt t="225926" x="6646863" y="2247900"/>
          <p14:tracePt t="225934" x="6604000" y="2247900"/>
          <p14:tracePt t="225942" x="6548438" y="2247900"/>
          <p14:tracePt t="225951" x="6497638" y="2247900"/>
          <p14:tracePt t="225958" x="6448425" y="2262188"/>
          <p14:tracePt t="225967" x="6405563" y="2276475"/>
          <p14:tracePt t="225974" x="6376988" y="2297113"/>
          <p14:tracePt t="225982" x="6340475" y="2311400"/>
          <p14:tracePt t="225990" x="6326188" y="2332038"/>
          <p14:tracePt t="225998" x="6305550" y="2354263"/>
          <p14:tracePt t="226006" x="6276975" y="2397125"/>
          <p14:tracePt t="226014" x="6254750" y="2432050"/>
          <p14:tracePt t="226022" x="6240463" y="2454275"/>
          <p14:tracePt t="226030" x="6234113" y="2468563"/>
          <p14:tracePt t="226038" x="6226175" y="2482850"/>
          <p14:tracePt t="226046" x="6211888" y="2511425"/>
          <p14:tracePt t="226054" x="6211888" y="2517775"/>
          <p14:tracePt t="226062" x="6205538" y="2532063"/>
          <p14:tracePt t="226070" x="6205538" y="2540000"/>
          <p14:tracePt t="226078" x="6205538" y="2554288"/>
          <p14:tracePt t="226086" x="6205538" y="2560638"/>
          <p14:tracePt t="226102" x="6205538" y="2568575"/>
          <p14:tracePt t="226150" x="6205538" y="2574925"/>
          <p14:tracePt t="226782" x="6197600" y="2582863"/>
          <p14:tracePt t="226799" x="6191250" y="2582863"/>
          <p14:tracePt t="226822" x="6183313" y="2582863"/>
          <p14:tracePt t="226838" x="6176963" y="2574925"/>
          <p14:tracePt t="226846" x="6169025" y="2574925"/>
          <p14:tracePt t="226894" x="6162675" y="2568575"/>
          <p14:tracePt t="226902" x="6154738" y="2568575"/>
          <p14:tracePt t="226910" x="6148388" y="2560638"/>
          <p14:tracePt t="226934" x="6140450" y="2554288"/>
          <p14:tracePt t="227414" x="6154738" y="2568575"/>
          <p14:tracePt t="227422" x="6162675" y="2568575"/>
          <p14:tracePt t="227430" x="6169025" y="2568575"/>
          <p14:tracePt t="227462" x="6154738" y="2568575"/>
          <p14:tracePt t="227470" x="6134100" y="2568575"/>
          <p14:tracePt t="227478" x="6119813" y="2574925"/>
          <p14:tracePt t="227486" x="6076950" y="2582863"/>
          <p14:tracePt t="227494" x="6056313" y="2589213"/>
          <p14:tracePt t="227502" x="6005513" y="2597150"/>
          <p14:tracePt t="227510" x="5970588" y="2603500"/>
          <p14:tracePt t="227518" x="5919788" y="2611438"/>
          <p14:tracePt t="227526" x="5870575" y="2625725"/>
          <p14:tracePt t="227534" x="5813425" y="2632075"/>
          <p14:tracePt t="227542" x="5741988" y="2640013"/>
          <p14:tracePt t="227551" x="5676900" y="2646363"/>
          <p14:tracePt t="227558" x="5599113" y="2660650"/>
          <p14:tracePt t="227566" x="5507038" y="2668588"/>
          <p14:tracePt t="227574" x="5407025" y="2674938"/>
          <p14:tracePt t="227582" x="5284788" y="2703513"/>
          <p14:tracePt t="227590" x="5178425" y="2717800"/>
          <p14:tracePt t="227598" x="5029200" y="2746375"/>
          <p14:tracePt t="227606" x="4906963" y="2746375"/>
          <p14:tracePt t="227614" x="4778375" y="2768600"/>
          <p14:tracePt t="227622" x="4657725" y="2774950"/>
          <p14:tracePt t="227630" x="4543425" y="2803525"/>
          <p14:tracePt t="227638" x="4437063" y="2817813"/>
          <p14:tracePt t="227646" x="4322763" y="2846388"/>
          <p14:tracePt t="227654" x="4165600" y="2889250"/>
          <p14:tracePt t="227662" x="4071938" y="2909888"/>
          <p14:tracePt t="227670" x="3959225" y="2938463"/>
          <p14:tracePt t="227678" x="3859213" y="2967038"/>
          <p14:tracePt t="227686" x="3765550" y="2995613"/>
          <p14:tracePt t="227694" x="3665538" y="3024188"/>
          <p14:tracePt t="227702" x="3573463" y="3060700"/>
          <p14:tracePt t="227710" x="3487738" y="3095625"/>
          <p14:tracePt t="227718" x="3416300" y="3138488"/>
          <p14:tracePt t="227726" x="3344863" y="3175000"/>
          <p14:tracePt t="227734" x="3295650" y="3217863"/>
          <p14:tracePt t="227742" x="3252788" y="3246438"/>
          <p14:tracePt t="227751" x="3209925" y="3281363"/>
          <p14:tracePt t="227758" x="3195638" y="3295650"/>
          <p14:tracePt t="227767" x="3159125" y="3317875"/>
          <p14:tracePt t="227774" x="3144838" y="3324225"/>
          <p14:tracePt t="227782" x="3130550" y="3346450"/>
          <p14:tracePt t="227790" x="3109913" y="3367088"/>
          <p14:tracePt t="227798" x="3087688" y="3381375"/>
          <p14:tracePt t="227806" x="3073400" y="3403600"/>
          <p14:tracePt t="227814" x="3059113" y="3417888"/>
          <p14:tracePt t="227822" x="3046413" y="3430588"/>
          <p14:tracePt t="227830" x="3038475" y="3444875"/>
          <p14:tracePt t="227838" x="3032125" y="3452813"/>
          <p14:tracePt t="227846" x="3024188" y="3467100"/>
          <p14:tracePt t="227862" x="3017838" y="3467100"/>
          <p14:tracePt t="227870" x="3009900" y="3473450"/>
          <p14:tracePt t="227886" x="3009900" y="3481388"/>
          <p14:tracePt t="227902" x="2995613" y="3495675"/>
          <p14:tracePt t="227910" x="2995613" y="3502025"/>
          <p14:tracePt t="227919" x="2989263" y="3502025"/>
          <p14:tracePt t="228878" x="2989263" y="3495675"/>
          <p14:tracePt t="228886" x="2989263" y="3473450"/>
          <p14:tracePt t="228894" x="2995613" y="3467100"/>
          <p14:tracePt t="228902" x="3003550" y="3444875"/>
          <p14:tracePt t="228910" x="3009900" y="3424238"/>
          <p14:tracePt t="228918" x="3017838" y="3409950"/>
          <p14:tracePt t="228926" x="3024188" y="3375025"/>
          <p14:tracePt t="228934" x="3032125" y="3332163"/>
          <p14:tracePt t="228942" x="3052763" y="3275013"/>
          <p14:tracePt t="228951" x="3067050" y="3224213"/>
          <p14:tracePt t="228958" x="3095625" y="3181350"/>
          <p14:tracePt t="228966" x="3109913" y="3146425"/>
          <p14:tracePt t="228974" x="3130550" y="3109913"/>
          <p14:tracePt t="228982" x="3144838" y="3074988"/>
          <p14:tracePt t="228990" x="3167063" y="3046413"/>
          <p14:tracePt t="228998" x="3173413" y="3009900"/>
          <p14:tracePt t="229006" x="3209925" y="2967038"/>
          <p14:tracePt t="229014" x="3238500" y="2932113"/>
          <p14:tracePt t="229022" x="3267075" y="2895600"/>
          <p14:tracePt t="229030" x="3302000" y="2846388"/>
          <p14:tracePt t="229038" x="3330575" y="2811463"/>
          <p14:tracePt t="229046" x="3359150" y="2789238"/>
          <p14:tracePt t="229054" x="3373438" y="2768600"/>
          <p14:tracePt t="229062" x="3402013" y="2746375"/>
          <p14:tracePt t="229070" x="3416300" y="2732088"/>
          <p14:tracePt t="229078" x="3424238" y="2732088"/>
          <p14:tracePt t="229086" x="3444875" y="2717800"/>
          <p14:tracePt t="229094" x="3452813" y="2711450"/>
          <p14:tracePt t="229102" x="3473450" y="2711450"/>
          <p14:tracePt t="229110" x="3495675" y="2703513"/>
          <p14:tracePt t="229118" x="3509963" y="2689225"/>
          <p14:tracePt t="229126" x="3544888" y="2689225"/>
          <p14:tracePt t="229134" x="3565525" y="2682875"/>
          <p14:tracePt t="229142" x="3587750" y="2674938"/>
          <p14:tracePt t="229150" x="3608388" y="2674938"/>
          <p14:tracePt t="229158" x="3616325" y="2668588"/>
          <p14:tracePt t="229167" x="3630613" y="2660650"/>
          <p14:tracePt t="229174" x="3644900" y="2660650"/>
          <p14:tracePt t="229182" x="3644900" y="2654300"/>
          <p14:tracePt t="229670" x="3636963" y="2654300"/>
          <p14:tracePt t="229678" x="3630613" y="2654300"/>
          <p14:tracePt t="229703" x="3622675" y="2654300"/>
          <p14:tracePt t="229742" x="3616325" y="2654300"/>
          <p14:tracePt t="229750" x="3616325" y="2660650"/>
          <p14:tracePt t="229758" x="3608388" y="2660650"/>
          <p14:tracePt t="229774" x="3602038" y="2660650"/>
          <p14:tracePt t="229934" x="3602038" y="2668588"/>
          <p14:tracePt t="229966" x="3602038" y="2674938"/>
          <p14:tracePt t="229982" x="3602038" y="2689225"/>
          <p14:tracePt t="229990" x="3608388" y="2697163"/>
          <p14:tracePt t="229998" x="3608388" y="2703513"/>
          <p14:tracePt t="230006" x="3622675" y="2732088"/>
          <p14:tracePt t="230014" x="3630613" y="2740025"/>
          <p14:tracePt t="230022" x="3630613" y="2760663"/>
          <p14:tracePt t="230030" x="3630613" y="2768600"/>
          <p14:tracePt t="230294" x="3630613" y="2760663"/>
          <p14:tracePt t="230318" x="3630613" y="2754313"/>
          <p14:tracePt t="230390" x="3644900" y="2754313"/>
          <p14:tracePt t="230406" x="3651250" y="2754313"/>
          <p14:tracePt t="230422" x="3659188" y="2754313"/>
          <p14:tracePt t="230430" x="3665538" y="2754313"/>
          <p14:tracePt t="230438" x="3673475" y="2746375"/>
          <p14:tracePt t="230454" x="3679825" y="2746375"/>
          <p14:tracePt t="230462" x="3687763" y="2740025"/>
          <p14:tracePt t="230470" x="3708400" y="2740025"/>
          <p14:tracePt t="230486" x="3722688" y="2740025"/>
          <p14:tracePt t="230494" x="3736975" y="2740025"/>
          <p14:tracePt t="230502" x="3759200" y="2740025"/>
          <p14:tracePt t="230510" x="3779838" y="2740025"/>
          <p14:tracePt t="230518" x="3808413" y="2732088"/>
          <p14:tracePt t="230526" x="3851275" y="2725738"/>
          <p14:tracePt t="230534" x="3887788" y="2725738"/>
          <p14:tracePt t="230542" x="3944938" y="2725738"/>
          <p14:tracePt t="230551" x="4002088" y="2725738"/>
          <p14:tracePt t="230558" x="4071938" y="2725738"/>
          <p14:tracePt t="230567" x="4143375" y="2725738"/>
          <p14:tracePt t="230574" x="4222750" y="2725738"/>
          <p14:tracePt t="230582" x="4300538" y="2725738"/>
          <p14:tracePt t="230590" x="4365625" y="2725738"/>
          <p14:tracePt t="230598" x="4414838" y="2725738"/>
          <p14:tracePt t="230606" x="4471988" y="2725738"/>
          <p14:tracePt t="230614" x="4529138" y="2725738"/>
          <p14:tracePt t="230622" x="4586288" y="2725738"/>
          <p14:tracePt t="230630" x="4649788" y="2711450"/>
          <p14:tracePt t="230638" x="4700588" y="2711450"/>
          <p14:tracePt t="230646" x="4764088" y="2711450"/>
          <p14:tracePt t="230654" x="4814888" y="2711450"/>
          <p14:tracePt t="230662" x="4872038" y="2703513"/>
          <p14:tracePt t="230670" x="4914900" y="2703513"/>
          <p14:tracePt t="230678" x="4957763" y="2703513"/>
          <p14:tracePt t="230686" x="5014913" y="2703513"/>
          <p14:tracePt t="230694" x="5072063" y="2703513"/>
          <p14:tracePt t="230702" x="5141913" y="2703513"/>
          <p14:tracePt t="230710" x="5199063" y="2703513"/>
          <p14:tracePt t="230718" x="5270500" y="2703513"/>
          <p14:tracePt t="230726" x="5341938" y="2703513"/>
          <p14:tracePt t="230734" x="5399088" y="2703513"/>
          <p14:tracePt t="230742" x="5441950" y="2703513"/>
          <p14:tracePt t="230751" x="5484813" y="2703513"/>
          <p14:tracePt t="230758" x="5541963" y="2703513"/>
          <p14:tracePt t="230767" x="5591175" y="2703513"/>
          <p14:tracePt t="230774" x="5634038" y="2703513"/>
          <p14:tracePt t="230782" x="5684838" y="2703513"/>
          <p14:tracePt t="230790" x="5741988" y="2697163"/>
          <p14:tracePt t="230798" x="5770563" y="2697163"/>
          <p14:tracePt t="230806" x="5813425" y="2697163"/>
          <p14:tracePt t="230814" x="5834063" y="2697163"/>
          <p14:tracePt t="230822" x="5842000" y="2697163"/>
          <p14:tracePt t="230830" x="5856288" y="2697163"/>
          <p14:tracePt t="230838" x="5862638" y="2697163"/>
          <p14:tracePt t="230846" x="5862638" y="2703513"/>
          <p14:tracePt t="231278" x="5862638" y="2697163"/>
          <p14:tracePt t="233102" x="5870575" y="2697163"/>
          <p14:tracePt t="233134" x="5876925" y="2697163"/>
          <p14:tracePt t="233150" x="5884863" y="2697163"/>
          <p14:tracePt t="233174" x="5891213" y="2697163"/>
          <p14:tracePt t="233190" x="5899150" y="2697163"/>
          <p14:tracePt t="233198" x="5905500" y="2697163"/>
          <p14:tracePt t="233230" x="5913438" y="2697163"/>
          <p14:tracePt t="233238" x="5919788" y="2697163"/>
          <p14:tracePt t="233254" x="5927725" y="2697163"/>
          <p14:tracePt t="233270" x="5934075" y="2697163"/>
          <p14:tracePt t="233278" x="5942013" y="2697163"/>
          <p14:tracePt t="233286" x="5948363" y="2697163"/>
          <p14:tracePt t="233294" x="5956300" y="2682875"/>
          <p14:tracePt t="233310" x="5962650" y="2682875"/>
          <p14:tracePt t="233318" x="5970588" y="2682875"/>
          <p14:tracePt t="233334" x="5976938" y="2682875"/>
          <p14:tracePt t="233351" x="5984875" y="2682875"/>
          <p14:tracePt t="233358" x="5991225" y="2682875"/>
          <p14:tracePt t="233375" x="5999163" y="2682875"/>
          <p14:tracePt t="233382" x="6005513" y="2682875"/>
          <p14:tracePt t="233390" x="6013450" y="2682875"/>
          <p14:tracePt t="233422" x="6019800" y="2682875"/>
          <p14:tracePt t="233438" x="6034088" y="2682875"/>
          <p14:tracePt t="233478" x="6042025" y="2682875"/>
          <p14:tracePt t="233494" x="6048375" y="2682875"/>
          <p14:tracePt t="233526" x="6056313" y="2682875"/>
          <p14:tracePt t="233566" x="6056313" y="2674938"/>
          <p14:tracePt t="233590" x="6062663" y="2674938"/>
          <p14:tracePt t="233614" x="6070600" y="2674938"/>
          <p14:tracePt t="233966" x="6076950" y="2682875"/>
          <p14:tracePt t="233974" x="6076950" y="2703513"/>
          <p14:tracePt t="233982" x="6062663" y="2732088"/>
          <p14:tracePt t="233990" x="6048375" y="2768600"/>
          <p14:tracePt t="233998" x="6042025" y="2782888"/>
          <p14:tracePt t="234238" x="6034088" y="2768600"/>
          <p14:tracePt t="234382" x="6034088" y="2760663"/>
          <p14:tracePt t="234414" x="6034088" y="2754313"/>
          <p14:tracePt t="234462" x="6042025" y="2754313"/>
          <p14:tracePt t="234470" x="6048375" y="2746375"/>
          <p14:tracePt t="234502" x="6062663" y="2746375"/>
          <p14:tracePt t="234518" x="6070600" y="2740025"/>
          <p14:tracePt t="234526" x="6070600" y="2732088"/>
          <p14:tracePt t="234542" x="6076950" y="2732088"/>
          <p14:tracePt t="234550" x="6084888" y="2732088"/>
          <p14:tracePt t="234566" x="6091238" y="2732088"/>
          <p14:tracePt t="234574" x="6105525" y="2732088"/>
          <p14:tracePt t="234582" x="6111875" y="2725738"/>
          <p14:tracePt t="234598" x="6126163" y="2725738"/>
          <p14:tracePt t="234630" x="6134100" y="2725738"/>
          <p14:tracePt t="234670" x="6140450" y="2711450"/>
          <p14:tracePt t="234678" x="6148388" y="2711450"/>
          <p14:tracePt t="234702" x="6154738" y="2711450"/>
          <p14:tracePt t="234710" x="6154738" y="2703513"/>
          <p14:tracePt t="234734" x="6169025" y="2703513"/>
          <p14:tracePt t="234782" x="6183313" y="2697163"/>
          <p14:tracePt t="234798" x="6183313" y="2689225"/>
          <p14:tracePt t="234806" x="6191250" y="2689225"/>
          <p14:tracePt t="234814" x="6197600" y="2682875"/>
          <p14:tracePt t="234830" x="6205538" y="2682875"/>
          <p14:tracePt t="234838" x="6219825" y="2668588"/>
          <p14:tracePt t="234862" x="6234113" y="2660650"/>
          <p14:tracePt t="234878" x="6240463" y="2654300"/>
          <p14:tracePt t="234886" x="6254750" y="2646363"/>
          <p14:tracePt t="234902" x="6276975" y="2632075"/>
          <p14:tracePt t="234910" x="6297613" y="2625725"/>
          <p14:tracePt t="234918" x="6305550" y="2611438"/>
          <p14:tracePt t="234926" x="6326188" y="2611438"/>
          <p14:tracePt t="234934" x="6340475" y="2589213"/>
          <p14:tracePt t="234942" x="6348413" y="2589213"/>
          <p14:tracePt t="234951" x="6369050" y="2582863"/>
          <p14:tracePt t="234958" x="6376988" y="2574925"/>
          <p14:tracePt t="234967" x="6383338" y="2574925"/>
          <p14:tracePt t="234974" x="6391275" y="2568575"/>
          <p14:tracePt t="234982" x="6397625" y="2560638"/>
          <p14:tracePt t="234990" x="6405563" y="2560638"/>
          <p14:tracePt t="234998" x="6419850" y="2560638"/>
          <p14:tracePt t="235006" x="6426200" y="2554288"/>
          <p14:tracePt t="235014" x="6440488" y="2546350"/>
          <p14:tracePt t="235022" x="6448425" y="2546350"/>
          <p14:tracePt t="235030" x="6469063" y="2540000"/>
          <p14:tracePt t="235038" x="6477000" y="2532063"/>
          <p14:tracePt t="235046" x="6491288" y="2525713"/>
          <p14:tracePt t="235054" x="6505575" y="2511425"/>
          <p14:tracePt t="235062" x="6511925" y="2511425"/>
          <p14:tracePt t="235078" x="6519863" y="2503488"/>
          <p14:tracePt t="235086" x="6526213" y="2497138"/>
          <p14:tracePt t="235094" x="6540500" y="2489200"/>
          <p14:tracePt t="235102" x="6540500" y="2482850"/>
          <p14:tracePt t="235110" x="6554788" y="2474913"/>
          <p14:tracePt t="235118" x="6562725" y="2468563"/>
          <p14:tracePt t="235126" x="6569075" y="2460625"/>
          <p14:tracePt t="235142" x="6591300" y="2446338"/>
          <p14:tracePt t="235151" x="6597650" y="2439988"/>
          <p14:tracePt t="235158" x="6611938" y="2432050"/>
          <p14:tracePt t="235166" x="6626225" y="2417763"/>
          <p14:tracePt t="235174" x="6640513" y="2411413"/>
          <p14:tracePt t="235182" x="6646863" y="2403475"/>
          <p14:tracePt t="235190" x="6654800" y="2397125"/>
          <p14:tracePt t="235198" x="6661150" y="2389188"/>
          <p14:tracePt t="235214" x="6669088" y="2374900"/>
          <p14:tracePt t="235222" x="6683375" y="2374900"/>
          <p14:tracePt t="235230" x="6689725" y="2360613"/>
          <p14:tracePt t="235238" x="6718300" y="2346325"/>
          <p14:tracePt t="235246" x="6718300" y="2339975"/>
          <p14:tracePt t="235254" x="6732588" y="2339975"/>
          <p14:tracePt t="235262" x="6754813" y="2325688"/>
          <p14:tracePt t="235270" x="6775450" y="2311400"/>
          <p14:tracePt t="235278" x="6789738" y="2311400"/>
          <p14:tracePt t="235286" x="6804025" y="2297113"/>
          <p14:tracePt t="235294" x="6818313" y="2289175"/>
          <p14:tracePt t="235302" x="6826250" y="2289175"/>
          <p14:tracePt t="235310" x="6840538" y="2282825"/>
          <p14:tracePt t="235318" x="6861175" y="2276475"/>
          <p14:tracePt t="235326" x="6869113" y="2262188"/>
          <p14:tracePt t="235334" x="6904038" y="2239963"/>
          <p14:tracePt t="235342" x="6932613" y="2219325"/>
          <p14:tracePt t="235351" x="6961188" y="2190750"/>
          <p14:tracePt t="235359" x="6997700" y="2162175"/>
          <p14:tracePt t="235367" x="7018338" y="2139950"/>
          <p14:tracePt t="235374" x="7046913" y="2119313"/>
          <p14:tracePt t="235382" x="7061200" y="2105025"/>
          <p14:tracePt t="235390" x="7075488" y="2090738"/>
          <p14:tracePt t="235398" x="7089775" y="2076450"/>
          <p14:tracePt t="235406" x="7112000" y="2054225"/>
          <p14:tracePt t="235414" x="7124700" y="2039938"/>
          <p14:tracePt t="235422" x="7138988" y="2019300"/>
          <p14:tracePt t="235430" x="7153275" y="1997075"/>
          <p14:tracePt t="235438" x="7153275" y="1982788"/>
          <p14:tracePt t="235446" x="7175500" y="1962150"/>
          <p14:tracePt t="235454" x="7189788" y="1939925"/>
          <p14:tracePt t="235462" x="7204075" y="1911350"/>
          <p14:tracePt t="235470" x="7210425" y="1890713"/>
          <p14:tracePt t="235478" x="7218363" y="1882775"/>
          <p14:tracePt t="235486" x="7224713" y="1868488"/>
          <p14:tracePt t="235494" x="7232650" y="1854200"/>
          <p14:tracePt t="235502" x="7239000" y="1847850"/>
          <p14:tracePt t="235510" x="7253288" y="1833563"/>
          <p14:tracePt t="235518" x="7253288" y="1825625"/>
          <p14:tracePt t="235526" x="7261225" y="1819275"/>
          <p14:tracePt t="235534" x="7261225" y="1804988"/>
          <p14:tracePt t="235542" x="7275513" y="1797050"/>
          <p14:tracePt t="235551" x="7275513" y="1790700"/>
          <p14:tracePt t="235567" x="7281863" y="1782763"/>
          <p14:tracePt t="235582" x="7289800" y="1768475"/>
          <p14:tracePt t="235606" x="7289800" y="1762125"/>
          <p14:tracePt t="235630" x="7296150" y="1762125"/>
          <p14:tracePt t="235638" x="7296150" y="1754188"/>
          <p14:tracePt t="235646" x="7304088" y="1747838"/>
          <p14:tracePt t="235662" x="7310438" y="1739900"/>
          <p14:tracePt t="235670" x="7318375" y="1733550"/>
          <p14:tracePt t="235678" x="7324725" y="1725613"/>
          <p14:tracePt t="235694" x="7324725" y="1719263"/>
          <p14:tracePt t="235702" x="7332663" y="1712913"/>
          <p14:tracePt t="235710" x="7339013" y="1704975"/>
          <p14:tracePt t="235734" x="7346950" y="1690688"/>
          <p14:tracePt t="235750" x="7346950" y="1684338"/>
          <p14:tracePt t="235766" x="7353300" y="1676400"/>
          <p14:tracePt t="235814" x="7361238" y="1676400"/>
          <p14:tracePt t="235846" x="7367588" y="1676400"/>
          <p14:tracePt t="235854" x="7381875" y="1676400"/>
          <p14:tracePt t="235870" x="7389813" y="1676400"/>
          <p14:tracePt t="235886" x="7404100" y="1676400"/>
          <p14:tracePt t="235894" x="7410450" y="1676400"/>
          <p14:tracePt t="235910" x="7424738" y="1676400"/>
          <p14:tracePt t="235926" x="7432675" y="1676400"/>
          <p14:tracePt t="235942" x="7446963" y="1676400"/>
          <p14:tracePt t="235950" x="7453313" y="1676400"/>
          <p14:tracePt t="235958" x="7467600" y="1676400"/>
          <p14:tracePt t="235974" x="7481888" y="1684338"/>
          <p14:tracePt t="235982" x="7489825" y="1684338"/>
          <p14:tracePt t="235998" x="7504113" y="1684338"/>
          <p14:tracePt t="236006" x="7518400" y="1684338"/>
          <p14:tracePt t="236022" x="7524750" y="1684338"/>
          <p14:tracePt t="236030" x="7539038" y="1684338"/>
          <p14:tracePt t="236038" x="7546975" y="1684338"/>
          <p14:tracePt t="236054" x="7561263" y="1684338"/>
          <p14:tracePt t="236062" x="7567613" y="1684338"/>
          <p14:tracePt t="236078" x="7575550" y="1684338"/>
          <p14:tracePt t="236086" x="7581900" y="1684338"/>
          <p14:tracePt t="236118" x="7589838" y="1684338"/>
          <p14:tracePt t="236142" x="7596188" y="1684338"/>
          <p14:tracePt t="236294" x="7604125" y="1684338"/>
          <p14:tracePt t="237526" x="7589838" y="1684338"/>
          <p14:tracePt t="237646" x="7581900" y="1684338"/>
          <p14:tracePt t="238118" x="7575550" y="1684338"/>
          <p14:tracePt t="238166" x="7567613" y="1684338"/>
          <p14:tracePt t="238174" x="7561263" y="1684338"/>
          <p14:tracePt t="238190" x="7546975" y="1684338"/>
          <p14:tracePt t="238198" x="7539038" y="1684338"/>
          <p14:tracePt t="238206" x="7524750" y="1684338"/>
          <p14:tracePt t="238214" x="7510463" y="1684338"/>
          <p14:tracePt t="238222" x="7489825" y="1684338"/>
          <p14:tracePt t="238230" x="7475538" y="1684338"/>
          <p14:tracePt t="238238" x="7446963" y="1684338"/>
          <p14:tracePt t="238246" x="7418388" y="1690688"/>
          <p14:tracePt t="238254" x="7375525" y="1704975"/>
          <p14:tracePt t="238262" x="7332663" y="1704975"/>
          <p14:tracePt t="238270" x="7281863" y="1712913"/>
          <p14:tracePt t="238278" x="7232650" y="1712913"/>
          <p14:tracePt t="238286" x="7204075" y="1712913"/>
          <p14:tracePt t="238294" x="7161213" y="1712913"/>
          <p14:tracePt t="238302" x="7118350" y="1712913"/>
          <p14:tracePt t="238310" x="7089775" y="1712913"/>
          <p14:tracePt t="238318" x="7054850" y="1712913"/>
          <p14:tracePt t="238326" x="7046913" y="1712913"/>
          <p14:tracePt t="238334" x="7026275" y="1712913"/>
          <p14:tracePt t="238342" x="7018338" y="1712913"/>
          <p14:tracePt t="238351" x="7004050" y="1712913"/>
          <p14:tracePt t="238358" x="6997700" y="1712913"/>
          <p14:tracePt t="238382" x="6983413" y="1712913"/>
          <p14:tracePt t="238398" x="6975475" y="1712913"/>
          <p14:tracePt t="238406" x="6961188" y="1712913"/>
          <p14:tracePt t="238414" x="6954838" y="1712913"/>
          <p14:tracePt t="238422" x="6932613" y="1712913"/>
          <p14:tracePt t="238430" x="6911975" y="1712913"/>
          <p14:tracePt t="238438" x="6897688" y="1712913"/>
          <p14:tracePt t="238446" x="6875463" y="1712913"/>
          <p14:tracePt t="238454" x="6854825" y="1712913"/>
          <p14:tracePt t="238462" x="6826250" y="1712913"/>
          <p14:tracePt t="238470" x="6797675" y="1712913"/>
          <p14:tracePt t="238478" x="6775450" y="1712913"/>
          <p14:tracePt t="238486" x="6769100" y="1712913"/>
          <p14:tracePt t="238494" x="6746875" y="1712913"/>
          <p14:tracePt t="238502" x="6740525" y="1712913"/>
          <p14:tracePt t="238510" x="6718300" y="1712913"/>
          <p14:tracePt t="238526" x="6711950" y="1712913"/>
          <p14:tracePt t="238534" x="6704013" y="1712913"/>
          <p14:tracePt t="238542" x="6697663" y="1712913"/>
          <p14:tracePt t="238566" x="6689725" y="1712913"/>
          <p14:tracePt t="240782" x="6669088" y="1712913"/>
          <p14:tracePt t="240790" x="6654800" y="1719263"/>
          <p14:tracePt t="240798" x="6640513" y="1725613"/>
          <p14:tracePt t="240822" x="6632575" y="1725613"/>
          <p14:tracePt t="240830" x="6626225" y="1725613"/>
          <p14:tracePt t="246167" x="6640513" y="1725613"/>
          <p14:tracePt t="246230" x="6646863" y="1733550"/>
          <p14:tracePt t="246334" x="6661150" y="1739900"/>
          <p14:tracePt t="246382" x="6669088" y="1739900"/>
          <p14:tracePt t="246414" x="6675438" y="1739900"/>
          <p14:tracePt t="246438" x="6683375" y="1739900"/>
          <p14:tracePt t="246446" x="6689725" y="1754188"/>
          <p14:tracePt t="246462" x="6704013" y="1754188"/>
          <p14:tracePt t="246478" x="6711950" y="1754188"/>
          <p14:tracePt t="246486" x="6726238" y="1754188"/>
          <p14:tracePt t="246502" x="6732588" y="1754188"/>
          <p14:tracePt t="246510" x="6732588" y="1762125"/>
          <p14:tracePt t="246518" x="6746875" y="1762125"/>
          <p14:tracePt t="246526" x="6754813" y="1762125"/>
          <p14:tracePt t="246542" x="6769100" y="1762125"/>
          <p14:tracePt t="246551" x="6775450" y="1768475"/>
          <p14:tracePt t="246558" x="6783388" y="1776413"/>
          <p14:tracePt t="246574" x="6789738" y="1776413"/>
          <p14:tracePt t="246598" x="6804025" y="1776413"/>
          <p14:tracePt t="247518" x="6818313" y="1776413"/>
          <p14:tracePt t="247558" x="6826250" y="1776413"/>
          <p14:tracePt t="247598" x="6832600" y="1776413"/>
          <p14:tracePt t="247622" x="6840538" y="1776413"/>
          <p14:tracePt t="247662" x="6846888" y="1776413"/>
          <p14:tracePt t="247694" x="6854825" y="1776413"/>
          <p14:tracePt t="247790" x="6861175" y="1776413"/>
          <p14:tracePt t="247990" x="6869113" y="1776413"/>
          <p14:tracePt t="248062" x="6869113" y="1768475"/>
          <p14:tracePt t="248070" x="6869113" y="1762125"/>
          <p14:tracePt t="248118" x="6869113" y="1754188"/>
          <p14:tracePt t="248150" x="6875463" y="1754188"/>
          <p14:tracePt t="248174" x="6875463" y="1747838"/>
          <p14:tracePt t="248214" x="6875463" y="1739900"/>
          <p14:tracePt t="248230" x="6875463" y="1733550"/>
          <p14:tracePt t="248246" x="6875463" y="1725613"/>
          <p14:tracePt t="248262" x="6875463" y="1719263"/>
          <p14:tracePt t="248326" x="6875463" y="1712913"/>
          <p14:tracePt t="248358" x="6875463" y="1704975"/>
          <p14:tracePt t="248414" x="6875463" y="1698625"/>
          <p14:tracePt t="248430" x="6861175" y="1690688"/>
          <p14:tracePt t="248454" x="6861175" y="1676400"/>
          <p14:tracePt t="248470" x="6854825" y="1670050"/>
          <p14:tracePt t="249198" x="6861175" y="1670050"/>
          <p14:tracePt t="249238" x="6869113" y="1670050"/>
          <p14:tracePt t="249246" x="6875463" y="1670050"/>
          <p14:tracePt t="249262" x="6883400" y="1670050"/>
          <p14:tracePt t="249286" x="6889750" y="1670050"/>
          <p14:tracePt t="249294" x="6897688" y="1670050"/>
          <p14:tracePt t="249310" x="6904038" y="1670050"/>
          <p14:tracePt t="249334" x="6911975" y="1670050"/>
          <p14:tracePt t="249342" x="6918325" y="1670050"/>
          <p14:tracePt t="249350" x="6918325" y="1676400"/>
          <p14:tracePt t="249358" x="6926263" y="1676400"/>
          <p14:tracePt t="249367" x="6932613" y="1676400"/>
          <p14:tracePt t="249382" x="6940550" y="1676400"/>
          <p14:tracePt t="249398" x="6954838" y="1676400"/>
          <p14:tracePt t="249407" x="6969125" y="1684338"/>
          <p14:tracePt t="249414" x="6969125" y="1690688"/>
          <p14:tracePt t="249430" x="6975475" y="1690688"/>
          <p14:tracePt t="249438" x="6989763" y="1690688"/>
          <p14:tracePt t="249454" x="6989763" y="1698625"/>
          <p14:tracePt t="249462" x="7004050" y="1698625"/>
          <p14:tracePt t="249470" x="7018338" y="1698625"/>
          <p14:tracePt t="249478" x="7032625" y="1698625"/>
          <p14:tracePt t="249486" x="7054850" y="1698625"/>
          <p14:tracePt t="249494" x="7061200" y="1712913"/>
          <p14:tracePt t="249502" x="7083425" y="1712913"/>
          <p14:tracePt t="249510" x="7097713" y="1719263"/>
          <p14:tracePt t="249519" x="7118350" y="1719263"/>
          <p14:tracePt t="249526" x="7132638" y="1719263"/>
          <p14:tracePt t="249534" x="7138988" y="1719263"/>
          <p14:tracePt t="249542" x="7153275" y="1719263"/>
          <p14:tracePt t="249551" x="7161213" y="1719263"/>
          <p14:tracePt t="249567" x="7167563" y="1719263"/>
          <p14:tracePt t="249590" x="7175500" y="1719263"/>
          <p14:tracePt t="249646" x="7181850" y="1719263"/>
          <p14:tracePt t="249670" x="7189788" y="1719263"/>
          <p14:tracePt t="249686" x="7189788" y="1712913"/>
          <p14:tracePt t="249710" x="7204075" y="1712913"/>
          <p14:tracePt t="249734" x="7204075" y="1704975"/>
          <p14:tracePt t="249766" x="7210425" y="1698625"/>
          <p14:tracePt t="249798" x="7218363" y="1698625"/>
          <p14:tracePt t="249806" x="7218363" y="1690688"/>
          <p14:tracePt t="249838" x="7224713" y="1684338"/>
          <p14:tracePt t="249862" x="7232650" y="1684338"/>
          <p14:tracePt t="249870" x="7232650" y="1676400"/>
          <p14:tracePt t="249894" x="7239000" y="1670050"/>
          <p14:tracePt t="249918" x="7246938" y="1662113"/>
          <p14:tracePt t="249926" x="7246938" y="1655763"/>
          <p14:tracePt t="249950" x="7253288" y="1655763"/>
          <p14:tracePt t="251190" x="7261225" y="1655763"/>
          <p14:tracePt t="251198" x="7267575" y="1655763"/>
          <p14:tracePt t="251838" x="7267575" y="1662113"/>
          <p14:tracePt t="251894" x="7267575" y="1670050"/>
          <p14:tracePt t="251926" x="7275513" y="1670050"/>
          <p14:tracePt t="252006" x="7275513" y="1676400"/>
          <p14:tracePt t="252030" x="7281863" y="1676400"/>
          <p14:tracePt t="252126" x="7289800" y="1676400"/>
          <p14:tracePt t="252182" x="7304088" y="1684338"/>
          <p14:tracePt t="252206" x="7310438" y="1684338"/>
          <p14:tracePt t="252238" x="7318375" y="1684338"/>
          <p14:tracePt t="252254" x="7324725" y="1684338"/>
          <p14:tracePt t="252286" x="7332663" y="1684338"/>
          <p14:tracePt t="252358" x="7339013" y="1684338"/>
          <p14:tracePt t="252382" x="7346950" y="1684338"/>
          <p14:tracePt t="252446" x="7353300" y="1684338"/>
          <p14:tracePt t="252454" x="7361238" y="1684338"/>
          <p14:tracePt t="252470" x="7367588" y="1684338"/>
          <p14:tracePt t="252550" x="7381875" y="1690688"/>
          <p14:tracePt t="252582" x="7389813" y="1690688"/>
          <p14:tracePt t="252606" x="7396163" y="1690688"/>
          <p14:tracePt t="252622" x="7404100" y="1690688"/>
          <p14:tracePt t="252654" x="7410450" y="1690688"/>
          <p14:tracePt t="252678" x="7418388" y="1690688"/>
          <p14:tracePt t="252694" x="7424738" y="1698625"/>
          <p14:tracePt t="252702" x="7432675" y="1698625"/>
          <p14:tracePt t="252766" x="7439025" y="1698625"/>
          <p14:tracePt t="252782" x="7446963" y="1698625"/>
          <p14:tracePt t="253078" x="7453313" y="1698625"/>
          <p14:tracePt t="254422" x="7453313" y="1690688"/>
          <p14:tracePt t="256326" x="7446963" y="1684338"/>
          <p14:tracePt t="256342" x="7446963" y="1676400"/>
          <p14:tracePt t="256350" x="7446963" y="1670050"/>
          <p14:tracePt t="256358" x="7446963" y="1662113"/>
          <p14:tracePt t="256374" x="7446963" y="1655763"/>
          <p14:tracePt t="258806" x="7439025" y="1655763"/>
          <p14:tracePt t="258822" x="7432675" y="1655763"/>
          <p14:tracePt t="258838" x="7418388" y="1655763"/>
          <p14:tracePt t="258846" x="7404100" y="1655763"/>
          <p14:tracePt t="258854" x="7389813" y="1655763"/>
          <p14:tracePt t="258862" x="7381875" y="1655763"/>
          <p14:tracePt t="258870" x="7361238" y="1655763"/>
          <p14:tracePt t="258878" x="7346950" y="1655763"/>
          <p14:tracePt t="258886" x="7339013" y="1655763"/>
          <p14:tracePt t="258894" x="7332663" y="1655763"/>
          <p14:tracePt t="258903" x="7318375" y="1655763"/>
          <p14:tracePt t="258910" x="7310438" y="1655763"/>
          <p14:tracePt t="258918" x="7296150" y="1655763"/>
          <p14:tracePt t="258927" x="7281863" y="1655763"/>
          <p14:tracePt t="258934" x="7267575" y="1655763"/>
          <p14:tracePt t="258942" x="7246938" y="1655763"/>
          <p14:tracePt t="258950" x="7232650" y="1655763"/>
          <p14:tracePt t="258958" x="7210425" y="1655763"/>
          <p14:tracePt t="258967" x="7196138" y="1655763"/>
          <p14:tracePt t="258974" x="7181850" y="1655763"/>
          <p14:tracePt t="258982" x="7161213" y="1655763"/>
          <p14:tracePt t="258990" x="7138988" y="1655763"/>
          <p14:tracePt t="258998" x="7112000" y="1655763"/>
          <p14:tracePt t="259006" x="7097713" y="1655763"/>
          <p14:tracePt t="259014" x="7083425" y="1655763"/>
          <p14:tracePt t="259022" x="7061200" y="1655763"/>
          <p14:tracePt t="259030" x="7054850" y="1655763"/>
          <p14:tracePt t="259038" x="7032625" y="1655763"/>
          <p14:tracePt t="259046" x="7011988" y="1655763"/>
          <p14:tracePt t="259054" x="6997700" y="1655763"/>
          <p14:tracePt t="259062" x="6975475" y="1655763"/>
          <p14:tracePt t="259070" x="6954838" y="1655763"/>
          <p14:tracePt t="259078" x="6926263" y="1655763"/>
          <p14:tracePt t="259086" x="6904038" y="1655763"/>
          <p14:tracePt t="259094" x="6889750" y="1655763"/>
          <p14:tracePt t="259102" x="6869113" y="1655763"/>
          <p14:tracePt t="259110" x="6846888" y="1655763"/>
          <p14:tracePt t="259118" x="6818313" y="1655763"/>
          <p14:tracePt t="259126" x="6797675" y="1655763"/>
          <p14:tracePt t="259134" x="6783388" y="1655763"/>
          <p14:tracePt t="259142" x="6754813" y="1655763"/>
          <p14:tracePt t="259151" x="6726238" y="1655763"/>
          <p14:tracePt t="259158" x="6697663" y="1655763"/>
          <p14:tracePt t="259167" x="6661150" y="1655763"/>
          <p14:tracePt t="259174" x="6618288" y="1655763"/>
          <p14:tracePt t="259182" x="6577013" y="1655763"/>
          <p14:tracePt t="259190" x="6540500" y="1655763"/>
          <p14:tracePt t="259198" x="6511925" y="1655763"/>
          <p14:tracePt t="259206" x="6483350" y="1655763"/>
          <p14:tracePt t="259214" x="6440488" y="1655763"/>
          <p14:tracePt t="259222" x="6411913" y="1647825"/>
          <p14:tracePt t="259230" x="6376988" y="1641475"/>
          <p14:tracePt t="259238" x="6348413" y="1641475"/>
          <p14:tracePt t="259246" x="6319838" y="1633538"/>
          <p14:tracePt t="259254" x="6269038" y="1627188"/>
          <p14:tracePt t="259262" x="6234113" y="1627188"/>
          <p14:tracePt t="259270" x="6197600" y="1619250"/>
          <p14:tracePt t="259278" x="6148388" y="1619250"/>
          <p14:tracePt t="259286" x="6084888" y="1598613"/>
          <p14:tracePt t="259294" x="6034088" y="1590675"/>
          <p14:tracePt t="259302" x="5970588" y="1590675"/>
          <p14:tracePt t="259310" x="5905500" y="1570038"/>
          <p14:tracePt t="259318" x="5862638" y="1570038"/>
          <p14:tracePt t="259326" x="5791200" y="1555750"/>
          <p14:tracePt t="259334" x="5734050" y="1547813"/>
          <p14:tracePt t="259342" x="5684838" y="1547813"/>
          <p14:tracePt t="259351" x="5648325" y="1541463"/>
          <p14:tracePt t="259358" x="5578475" y="1533525"/>
          <p14:tracePt t="259368" x="5535613" y="1519238"/>
          <p14:tracePt t="259374" x="5478463" y="1512888"/>
          <p14:tracePt t="259382" x="5413375" y="1504950"/>
          <p14:tracePt t="259390" x="5356225" y="1498600"/>
          <p14:tracePt t="259398" x="5264150" y="1490663"/>
          <p14:tracePt t="259406" x="5178425" y="1476375"/>
          <p14:tracePt t="259414" x="5106988" y="1470025"/>
          <p14:tracePt t="259422" x="5029200" y="1447800"/>
          <p14:tracePt t="259430" x="4957763" y="1441450"/>
          <p14:tracePt t="259438" x="4900613" y="1433513"/>
          <p14:tracePt t="259446" x="4821238" y="1427163"/>
          <p14:tracePt t="259454" x="4757738" y="1404938"/>
          <p14:tracePt t="259462" x="4706938" y="1404938"/>
          <p14:tracePt t="259470" x="4649788" y="1398588"/>
          <p14:tracePt t="259478" x="4600575" y="1390650"/>
          <p14:tracePt t="259486" x="4543425" y="1384300"/>
          <p14:tracePt t="259494" x="4500563" y="1370013"/>
          <p14:tracePt t="259502" x="4471988" y="1370013"/>
          <p14:tracePt t="259510" x="4437063" y="1370013"/>
          <p14:tracePt t="259518" x="4400550" y="1370013"/>
          <p14:tracePt t="259526" x="4371975" y="1362075"/>
          <p14:tracePt t="259534" x="4351338" y="1362075"/>
          <p14:tracePt t="259542" x="4337050" y="1362075"/>
          <p14:tracePt t="259551" x="4322763" y="1362075"/>
          <p14:tracePt t="259558" x="4308475" y="1362075"/>
          <p14:tracePt t="259686" x="4322763" y="1362075"/>
          <p14:tracePt t="259694" x="4329113" y="1362075"/>
          <p14:tracePt t="259702" x="4337050" y="1370013"/>
          <p14:tracePt t="259710" x="4351338" y="1376363"/>
          <p14:tracePt t="259719" x="4357688" y="1384300"/>
          <p14:tracePt t="260030" x="4357688" y="1376363"/>
          <p14:tracePt t="262046" x="4351338" y="1376363"/>
          <p14:tracePt t="262054" x="4337050" y="1376363"/>
          <p14:tracePt t="262062" x="4329113" y="1376363"/>
          <p14:tracePt t="262070" x="4314825" y="1376363"/>
          <p14:tracePt t="262078" x="4300538" y="1376363"/>
          <p14:tracePt t="262095" x="4286250" y="1376363"/>
          <p14:tracePt t="262103" x="4279900" y="1376363"/>
          <p14:tracePt t="262110" x="4257675" y="1376363"/>
          <p14:tracePt t="262126" x="4243388" y="1376363"/>
          <p14:tracePt t="262134" x="4237038" y="1376363"/>
          <p14:tracePt t="262142" x="4214813" y="1376363"/>
          <p14:tracePt t="262151" x="4200525" y="1384300"/>
          <p14:tracePt t="262159" x="4186238" y="1390650"/>
          <p14:tracePt t="262166" x="4179888" y="1390650"/>
          <p14:tracePt t="262174" x="4157663" y="1390650"/>
          <p14:tracePt t="262182" x="4137025" y="1398588"/>
          <p14:tracePt t="262190" x="4129088" y="1398588"/>
          <p14:tracePt t="262198" x="4108450" y="1404938"/>
          <p14:tracePt t="262214" x="4094163" y="1404938"/>
          <p14:tracePt t="262222" x="4086225" y="1404938"/>
          <p14:tracePt t="262238" x="4071938" y="1412875"/>
          <p14:tracePt t="262246" x="4071938" y="1419225"/>
          <p14:tracePt t="262254" x="4059238" y="1419225"/>
          <p14:tracePt t="262270" x="4059238" y="1427163"/>
          <p14:tracePt t="262286" x="4044950" y="1427163"/>
          <p14:tracePt t="262294" x="4030663" y="1441450"/>
          <p14:tracePt t="262318" x="4022725" y="1455738"/>
          <p14:tracePt t="262326" x="4016375" y="1462088"/>
          <p14:tracePt t="262334" x="4008438" y="1470025"/>
          <p14:tracePt t="262358" x="3994150" y="1484313"/>
          <p14:tracePt t="262374" x="3994150" y="1490663"/>
          <p14:tracePt t="262382" x="3994150" y="1498600"/>
          <p14:tracePt t="262398" x="3987800" y="1504950"/>
          <p14:tracePt t="262414" x="3987800" y="1512888"/>
          <p14:tracePt t="262462" x="3987800" y="1527175"/>
          <p14:tracePt t="262494" x="3987800" y="1533525"/>
          <p14:tracePt t="262526" x="3987800" y="1541463"/>
          <p14:tracePt t="262574" x="3994150" y="1547813"/>
          <p14:tracePt t="262590" x="4002088" y="1547813"/>
          <p14:tracePt t="262614" x="4002088" y="1555750"/>
          <p14:tracePt t="262638" x="4008438" y="1555750"/>
          <p14:tracePt t="262678" x="4022725" y="1562100"/>
          <p14:tracePt t="262694" x="4030663" y="1570038"/>
          <p14:tracePt t="262702" x="4037013" y="1570038"/>
          <p14:tracePt t="262710" x="4037013" y="1576388"/>
          <p14:tracePt t="262718" x="4044950" y="1584325"/>
          <p14:tracePt t="262726" x="4051300" y="1584325"/>
          <p14:tracePt t="262734" x="4059238" y="1584325"/>
          <p14:tracePt t="262758" x="4071938" y="1598613"/>
          <p14:tracePt t="262767" x="4079875" y="1598613"/>
          <p14:tracePt t="262774" x="4086225" y="1604963"/>
          <p14:tracePt t="262790" x="4108450" y="1619250"/>
          <p14:tracePt t="262798" x="4114800" y="1619250"/>
          <p14:tracePt t="262806" x="4129088" y="1627188"/>
          <p14:tracePt t="262814" x="4137025" y="1627188"/>
          <p14:tracePt t="262822" x="4143375" y="1633538"/>
          <p14:tracePt t="262830" x="4157663" y="1633538"/>
          <p14:tracePt t="262838" x="4171950" y="1647825"/>
          <p14:tracePt t="262846" x="4179888" y="1655763"/>
          <p14:tracePt t="262854" x="4194175" y="1655763"/>
          <p14:tracePt t="262862" x="4214813" y="1670050"/>
          <p14:tracePt t="262870" x="4229100" y="1676400"/>
          <p14:tracePt t="262878" x="4251325" y="1676400"/>
          <p14:tracePt t="262886" x="4265613" y="1676400"/>
          <p14:tracePt t="262902" x="4308475" y="1690688"/>
          <p14:tracePt t="262910" x="4329113" y="1698625"/>
          <p14:tracePt t="262918" x="4365625" y="1704975"/>
          <p14:tracePt t="262926" x="4379913" y="1704975"/>
          <p14:tracePt t="262934" x="4400550" y="1704975"/>
          <p14:tracePt t="262942" x="4429125" y="1712913"/>
          <p14:tracePt t="262951" x="4451350" y="1712913"/>
          <p14:tracePt t="262958" x="4471988" y="1725613"/>
          <p14:tracePt t="262967" x="4486275" y="1725613"/>
          <p14:tracePt t="262974" x="4508500" y="1733550"/>
          <p14:tracePt t="262982" x="4529138" y="1733550"/>
          <p14:tracePt t="262990" x="4543425" y="1733550"/>
          <p14:tracePt t="262998" x="4572000" y="1733550"/>
          <p14:tracePt t="263006" x="4578350" y="1733550"/>
          <p14:tracePt t="263014" x="4586288" y="1733550"/>
          <p14:tracePt t="263022" x="4606925" y="1739900"/>
          <p14:tracePt t="263030" x="4614863" y="1739900"/>
          <p14:tracePt t="263038" x="4629150" y="1739900"/>
          <p14:tracePt t="263046" x="4643438" y="1739900"/>
          <p14:tracePt t="263054" x="4657725" y="1739900"/>
          <p14:tracePt t="263062" x="4678363" y="1754188"/>
          <p14:tracePt t="263070" x="4700588" y="1754188"/>
          <p14:tracePt t="263078" x="4721225" y="1754188"/>
          <p14:tracePt t="263086" x="4743450" y="1754188"/>
          <p14:tracePt t="263094" x="4764088" y="1762125"/>
          <p14:tracePt t="263102" x="4772025" y="1762125"/>
          <p14:tracePt t="263110" x="4792663" y="1768475"/>
          <p14:tracePt t="263118" x="4800600" y="1768475"/>
          <p14:tracePt t="263126" x="4821238" y="1768475"/>
          <p14:tracePt t="263134" x="4835525" y="1768475"/>
          <p14:tracePt t="263142" x="4857750" y="1776413"/>
          <p14:tracePt t="263150" x="4872038" y="1776413"/>
          <p14:tracePt t="263169" x="4886325" y="1776413"/>
          <p14:tracePt t="263174" x="4900613" y="1782763"/>
          <p14:tracePt t="263182" x="4914900" y="1782763"/>
          <p14:tracePt t="263198" x="4921250" y="1782763"/>
          <p14:tracePt t="263238" x="4935538" y="1782763"/>
          <p14:tracePt t="263302" x="4943475" y="1782763"/>
          <p14:tracePt t="264694" x="4957763" y="1782763"/>
          <p14:tracePt t="265455" x="4964113" y="1782763"/>
          <p14:tracePt t="265518" x="4978400" y="1782763"/>
          <p14:tracePt t="265526" x="4986338" y="1782763"/>
          <p14:tracePt t="265542" x="5000625" y="1782763"/>
          <p14:tracePt t="265558" x="5006975" y="1782763"/>
          <p14:tracePt t="265566" x="5006975" y="1790700"/>
          <p14:tracePt t="265574" x="5021263" y="1790700"/>
          <p14:tracePt t="265590" x="5029200" y="1790700"/>
          <p14:tracePt t="265606" x="5035550" y="1790700"/>
          <p14:tracePt t="265614" x="5043488" y="1790700"/>
          <p14:tracePt t="265622" x="5049838" y="1790700"/>
          <p14:tracePt t="265630" x="5057775" y="1790700"/>
          <p14:tracePt t="265646" x="5064125" y="1790700"/>
          <p14:tracePt t="265654" x="5072063" y="1790700"/>
          <p14:tracePt t="265670" x="5078413" y="1790700"/>
          <p14:tracePt t="265678" x="5092700" y="1790700"/>
          <p14:tracePt t="265694" x="5106988" y="1790700"/>
          <p14:tracePt t="265702" x="5113338" y="1790700"/>
          <p14:tracePt t="265710" x="5127625" y="1790700"/>
          <p14:tracePt t="265718" x="5135563" y="1790700"/>
          <p14:tracePt t="265726" x="5156200" y="1790700"/>
          <p14:tracePt t="265734" x="5164138" y="1790700"/>
          <p14:tracePt t="265742" x="5170488" y="1782763"/>
          <p14:tracePt t="265750" x="5184775" y="1762125"/>
          <p14:tracePt t="265758" x="5192713" y="1762125"/>
          <p14:tracePt t="265767" x="5199063" y="1747838"/>
          <p14:tracePt t="265775" x="5207000" y="1739900"/>
          <p14:tracePt t="265782" x="5213350" y="1725613"/>
          <p14:tracePt t="265790" x="5213350" y="1719263"/>
          <p14:tracePt t="265798" x="5213350" y="1712913"/>
          <p14:tracePt t="265806" x="5213350" y="1704975"/>
          <p14:tracePt t="265822" x="5213350" y="1690688"/>
          <p14:tracePt t="265830" x="5213350" y="1684338"/>
          <p14:tracePt t="265846" x="5213350" y="1676400"/>
          <p14:tracePt t="265854" x="5213350" y="1670050"/>
          <p14:tracePt t="265870" x="5213350" y="1662113"/>
          <p14:tracePt t="265900" x="5213350" y="1647825"/>
          <p14:tracePt t="265902" x="5207000" y="1641475"/>
          <p14:tracePt t="265918" x="5207000" y="1633538"/>
          <p14:tracePt t="265934" x="5199063" y="1633538"/>
          <p14:tracePt t="265950" x="5199063" y="1627188"/>
          <p14:tracePt t="265967" x="5192713" y="1619250"/>
          <p14:tracePt t="265974" x="5184775" y="1619250"/>
          <p14:tracePt t="265982" x="5184775" y="1612900"/>
          <p14:tracePt t="265990" x="5178425" y="1612900"/>
          <p14:tracePt t="265998" x="5164138" y="1598613"/>
          <p14:tracePt t="266014" x="5149850" y="1598613"/>
          <p14:tracePt t="266022" x="5149850" y="1590675"/>
          <p14:tracePt t="266038" x="5141913" y="1590675"/>
          <p14:tracePt t="266062" x="5141913" y="1584325"/>
          <p14:tracePt t="266078" x="5141913" y="1576388"/>
          <p14:tracePt t="266094" x="5141913" y="1562100"/>
          <p14:tracePt t="266110" x="5135563" y="1555750"/>
          <p14:tracePt t="266126" x="5135563" y="1547813"/>
          <p14:tracePt t="266142" x="5135563" y="1541463"/>
          <p14:tracePt t="266214" x="5135563" y="1533525"/>
          <p14:tracePt t="267007" x="5135563" y="1527175"/>
          <p14:tracePt t="267046" x="5141913" y="1527175"/>
          <p14:tracePt t="267102" x="5149850" y="1527175"/>
          <p14:tracePt t="267174" x="5156200" y="1527175"/>
          <p14:tracePt t="267246" x="5164138" y="1527175"/>
          <p14:tracePt t="267286" x="5170488" y="1533525"/>
          <p14:tracePt t="267302" x="5184775" y="1541463"/>
          <p14:tracePt t="267310" x="5213350" y="1555750"/>
          <p14:tracePt t="267318" x="5292725" y="1576388"/>
          <p14:tracePt t="267326" x="5449888" y="1662113"/>
          <p14:tracePt t="267334" x="5748338" y="1782763"/>
          <p14:tracePt t="267342" x="6276975" y="2011363"/>
          <p14:tracePt t="267351" x="6818313" y="2219325"/>
          <p14:tracePt t="267358" x="7475538" y="2439988"/>
          <p14:tracePt t="267367" x="8151813" y="2646363"/>
          <p14:tracePt t="267374" x="8786813" y="2903538"/>
          <p14:tracePt t="268406" x="8266113" y="3395663"/>
          <p14:tracePt t="268414" x="7524750" y="3303588"/>
          <p14:tracePt t="268422" x="6783388" y="3160713"/>
          <p14:tracePt t="268430" x="6134100" y="3081338"/>
          <p14:tracePt t="268438" x="5641975" y="3003550"/>
          <p14:tracePt t="268446" x="5207000" y="2932113"/>
          <p14:tracePt t="268454" x="4864100" y="2860675"/>
          <p14:tracePt t="268462" x="4672013" y="2803525"/>
          <p14:tracePt t="268470" x="4572000" y="2774950"/>
          <p14:tracePt t="268478" x="4522788" y="2746375"/>
          <p14:tracePt t="268486" x="4494213" y="2732088"/>
          <p14:tracePt t="268502" x="4494213" y="2725738"/>
          <p14:tracePt t="268526" x="4486275" y="2725738"/>
          <p14:tracePt t="268551" x="4486275" y="2717800"/>
          <p14:tracePt t="268558" x="4486275" y="2711450"/>
          <p14:tracePt t="268566" x="4494213" y="2703513"/>
          <p14:tracePt t="268574" x="4500563" y="2703513"/>
          <p14:tracePt t="268582" x="4514850" y="2697163"/>
          <p14:tracePt t="268590" x="4529138" y="2689225"/>
          <p14:tracePt t="268598" x="4551363" y="2682875"/>
          <p14:tracePt t="268606" x="4578350" y="2682875"/>
          <p14:tracePt t="268614" x="4621213" y="2668588"/>
          <p14:tracePt t="268622" x="4692650" y="2654300"/>
          <p14:tracePt t="268630" x="4764088" y="2625725"/>
          <p14:tracePt t="268638" x="4843463" y="2611438"/>
          <p14:tracePt t="268646" x="4921250" y="2589213"/>
          <p14:tracePt t="268654" x="4986338" y="2574925"/>
          <p14:tracePt t="268662" x="5043488" y="2554288"/>
          <p14:tracePt t="268670" x="5057775" y="2546350"/>
          <p14:tracePt t="268678" x="5084763" y="2532063"/>
          <p14:tracePt t="268686" x="5099050" y="2525713"/>
          <p14:tracePt t="268694" x="5113338" y="2511425"/>
          <p14:tracePt t="268702" x="5121275" y="2511425"/>
          <p14:tracePt t="268710" x="5121275" y="2497138"/>
          <p14:tracePt t="268719" x="5135563" y="2489200"/>
          <p14:tracePt t="268726" x="5141913" y="2482850"/>
          <p14:tracePt t="268734" x="5156200" y="2474913"/>
          <p14:tracePt t="268742" x="5170488" y="2468563"/>
          <p14:tracePt t="268751" x="5221288" y="2468563"/>
          <p14:tracePt t="268758" x="5227638" y="2468563"/>
          <p14:tracePt t="268927" x="5227638" y="2460625"/>
          <p14:tracePt t="268950" x="5227638" y="2446338"/>
          <p14:tracePt t="268974" x="5227638" y="2425700"/>
          <p14:tracePt t="268982" x="5227638" y="2403475"/>
          <p14:tracePt t="268990" x="5227638" y="2374900"/>
          <p14:tracePt t="268998" x="5227638" y="2339975"/>
          <p14:tracePt t="269006" x="5227638" y="2317750"/>
          <p14:tracePt t="269014" x="5221288" y="2303463"/>
          <p14:tracePt t="269022" x="5221288" y="2282825"/>
          <p14:tracePt t="269030" x="5221288" y="2262188"/>
          <p14:tracePt t="269046" x="5199063" y="2239963"/>
          <p14:tracePt t="269054" x="5192713" y="2233613"/>
          <p14:tracePt t="269062" x="5178425" y="2219325"/>
          <p14:tracePt t="269070" x="5156200" y="2205038"/>
          <p14:tracePt t="269078" x="5135563" y="2190750"/>
          <p14:tracePt t="269086" x="5106988" y="2176463"/>
          <p14:tracePt t="269094" x="5092700" y="2168525"/>
          <p14:tracePt t="269102" x="5078413" y="2162175"/>
          <p14:tracePt t="269110" x="5057775" y="2154238"/>
          <p14:tracePt t="269126" x="5043488" y="2147888"/>
          <p14:tracePt t="269847" x="5035550" y="2133600"/>
          <p14:tracePt t="269854" x="5035550" y="2125663"/>
          <p14:tracePt t="269862" x="5029200" y="2125663"/>
          <p14:tracePt t="269870" x="5029200" y="2119313"/>
          <p14:tracePt t="269878" x="5021263" y="2111375"/>
          <p14:tracePt t="269886" x="5014913" y="2097088"/>
          <p14:tracePt t="269894" x="5006975" y="2097088"/>
          <p14:tracePt t="269902" x="5000625" y="2082800"/>
          <p14:tracePt t="269910" x="4992688" y="2068513"/>
          <p14:tracePt t="269918" x="4972050" y="2054225"/>
          <p14:tracePt t="269926" x="4964113" y="2054225"/>
          <p14:tracePt t="269934" x="4964113" y="2047875"/>
          <p14:tracePt t="269942" x="4949825" y="2039938"/>
          <p14:tracePt t="269951" x="4935538" y="2033588"/>
          <p14:tracePt t="269958" x="4929188" y="2025650"/>
          <p14:tracePt t="269974" x="4929188" y="2011363"/>
          <p14:tracePt t="269982" x="4914900" y="1997075"/>
          <p14:tracePt t="269990" x="4906963" y="1990725"/>
          <p14:tracePt t="269998" x="4900613" y="1976438"/>
          <p14:tracePt t="270006" x="4886325" y="1954213"/>
          <p14:tracePt t="270014" x="4872038" y="1947863"/>
          <p14:tracePt t="270022" x="4857750" y="1925638"/>
          <p14:tracePt t="270030" x="4829175" y="1897063"/>
          <p14:tracePt t="270038" x="4821238" y="1882775"/>
          <p14:tracePt t="270046" x="4806950" y="1876425"/>
          <p14:tracePt t="270054" x="4792663" y="1862138"/>
          <p14:tracePt t="270070" x="4778375" y="1847850"/>
          <p14:tracePt t="270078" x="4778375" y="1839913"/>
          <p14:tracePt t="270086" x="4778375" y="1833563"/>
          <p14:tracePt t="270094" x="4772025" y="1819275"/>
          <p14:tracePt t="270110" x="4764088" y="1819275"/>
          <p14:tracePt t="270126" x="4757738" y="1819275"/>
          <p14:tracePt t="270142" x="4757738" y="1825625"/>
          <p14:tracePt t="270334" x="4749800" y="1819275"/>
          <p14:tracePt t="270342" x="4743450" y="1811338"/>
          <p14:tracePt t="270350" x="4735513" y="1797050"/>
          <p14:tracePt t="270359" x="4735513" y="1782763"/>
          <p14:tracePt t="270367" x="4735513" y="1776413"/>
          <p14:tracePt t="270382" x="4735513" y="1768475"/>
          <p14:tracePt t="270414" x="4735513" y="1762125"/>
          <p14:tracePt t="270430" x="4735513" y="1754188"/>
          <p14:tracePt t="270542" x="4729163" y="1747838"/>
          <p14:tracePt t="270558" x="4729163" y="1739900"/>
          <p14:tracePt t="270590" x="4714875" y="1739900"/>
          <p14:tracePt t="270622" x="4706938" y="1739900"/>
          <p14:tracePt t="270638" x="4700588" y="1739900"/>
          <p14:tracePt t="270654" x="4692650" y="1739900"/>
          <p14:tracePt t="270662" x="4686300" y="1739900"/>
          <p14:tracePt t="270943" x="4672013" y="1739900"/>
          <p14:tracePt t="270950" x="4657725" y="1739900"/>
          <p14:tracePt t="271110" x="4649788" y="1739900"/>
          <p14:tracePt t="271126" x="4649788" y="1733550"/>
          <p14:tracePt t="271134" x="4643438" y="1733550"/>
          <p14:tracePt t="271142" x="4635500" y="1725613"/>
          <p14:tracePt t="271150" x="4621213" y="1725613"/>
          <p14:tracePt t="271158" x="4606925" y="1719263"/>
          <p14:tracePt t="271167" x="4586288" y="1704975"/>
          <p14:tracePt t="271174" x="4557713" y="1704975"/>
          <p14:tracePt t="271182" x="4537075" y="1698625"/>
          <p14:tracePt t="271190" x="4500563" y="1690688"/>
          <p14:tracePt t="271198" x="4465638" y="1676400"/>
          <p14:tracePt t="271206" x="4422775" y="1670050"/>
          <p14:tracePt t="271214" x="4371975" y="1655763"/>
          <p14:tracePt t="271222" x="4343400" y="1641475"/>
          <p14:tracePt t="271230" x="4314825" y="1633538"/>
          <p14:tracePt t="271238" x="4279900" y="1627188"/>
          <p14:tracePt t="271246" x="4265613" y="1627188"/>
          <p14:tracePt t="271254" x="4243388" y="1627188"/>
          <p14:tracePt t="271262" x="4222750" y="1612900"/>
          <p14:tracePt t="271270" x="4214813" y="1612900"/>
          <p14:tracePt t="271278" x="4200525" y="1612900"/>
          <p14:tracePt t="271286" x="4194175" y="1612900"/>
          <p14:tracePt t="271294" x="4179888" y="1612900"/>
          <p14:tracePt t="271302" x="4165600" y="1612900"/>
          <p14:tracePt t="271310" x="4151313" y="1612900"/>
          <p14:tracePt t="271318" x="4129088" y="1612900"/>
          <p14:tracePt t="271326" x="4108450" y="1612900"/>
          <p14:tracePt t="271334" x="4086225" y="1612900"/>
          <p14:tracePt t="271342" x="4059238" y="1612900"/>
          <p14:tracePt t="271351" x="4037013" y="1612900"/>
          <p14:tracePt t="271358" x="4016375" y="1612900"/>
          <p14:tracePt t="271367" x="3987800" y="1612900"/>
          <p14:tracePt t="271374" x="3979863" y="1612900"/>
          <p14:tracePt t="271382" x="3959225" y="1612900"/>
          <p14:tracePt t="271390" x="3930650" y="1619250"/>
          <p14:tracePt t="271398" x="3908425" y="1619250"/>
          <p14:tracePt t="271406" x="3887788" y="1619250"/>
          <p14:tracePt t="271414" x="3873500" y="1633538"/>
          <p14:tracePt t="271422" x="3851275" y="1641475"/>
          <p14:tracePt t="271430" x="3822700" y="1647825"/>
          <p14:tracePt t="271438" x="3779838" y="1670050"/>
          <p14:tracePt t="271446" x="3759200" y="1676400"/>
          <p14:tracePt t="271454" x="3736975" y="1698625"/>
          <p14:tracePt t="271462" x="3708400" y="1704975"/>
          <p14:tracePt t="271470" x="3679825" y="1719263"/>
          <p14:tracePt t="271478" x="3651250" y="1747838"/>
          <p14:tracePt t="271486" x="3630613" y="1754188"/>
          <p14:tracePt t="271494" x="3616325" y="1776413"/>
          <p14:tracePt t="271502" x="3594100" y="1790700"/>
          <p14:tracePt t="271510" x="3587750" y="1797050"/>
          <p14:tracePt t="271519" x="3573463" y="1819275"/>
          <p14:tracePt t="271526" x="3565525" y="1833563"/>
          <p14:tracePt t="271534" x="3552825" y="1847850"/>
          <p14:tracePt t="271542" x="3544888" y="1862138"/>
          <p14:tracePt t="271551" x="3538538" y="1862138"/>
          <p14:tracePt t="271558" x="3524250" y="1890713"/>
          <p14:tracePt t="271567" x="3524250" y="1897063"/>
          <p14:tracePt t="271574" x="3516313" y="1919288"/>
          <p14:tracePt t="271582" x="3516313" y="1939925"/>
          <p14:tracePt t="271590" x="3502025" y="1954213"/>
          <p14:tracePt t="271598" x="3495675" y="1982788"/>
          <p14:tracePt t="271606" x="3495675" y="2005013"/>
          <p14:tracePt t="271614" x="3487738" y="2025650"/>
          <p14:tracePt t="271622" x="3473450" y="2047875"/>
          <p14:tracePt t="271630" x="3473450" y="2068513"/>
          <p14:tracePt t="271638" x="3473450" y="2090738"/>
          <p14:tracePt t="271646" x="3473450" y="2111375"/>
          <p14:tracePt t="271654" x="3467100" y="2133600"/>
          <p14:tracePt t="271662" x="3467100" y="2154238"/>
          <p14:tracePt t="271670" x="3467100" y="2176463"/>
          <p14:tracePt t="271678" x="3467100" y="2197100"/>
          <p14:tracePt t="271686" x="3467100" y="2225675"/>
          <p14:tracePt t="271694" x="3467100" y="2247900"/>
          <p14:tracePt t="271702" x="3467100" y="2254250"/>
          <p14:tracePt t="271710" x="3467100" y="2282825"/>
          <p14:tracePt t="271718" x="3467100" y="2297113"/>
          <p14:tracePt t="271726" x="3467100" y="2317750"/>
          <p14:tracePt t="271736" x="3481388" y="2332038"/>
          <p14:tracePt t="271742" x="3481388" y="2354263"/>
          <p14:tracePt t="271751" x="3481388" y="2368550"/>
          <p14:tracePt t="271758" x="3495675" y="2389188"/>
          <p14:tracePt t="271767" x="3502025" y="2411413"/>
          <p14:tracePt t="271774" x="3502025" y="2425700"/>
          <p14:tracePt t="271782" x="3509963" y="2439988"/>
          <p14:tracePt t="271790" x="3524250" y="2454275"/>
          <p14:tracePt t="271798" x="3530600" y="2482850"/>
          <p14:tracePt t="271806" x="3544888" y="2503488"/>
          <p14:tracePt t="271814" x="3565525" y="2540000"/>
          <p14:tracePt t="271822" x="3579813" y="2560638"/>
          <p14:tracePt t="271830" x="3594100" y="2597150"/>
          <p14:tracePt t="271838" x="3622675" y="2625725"/>
          <p14:tracePt t="271846" x="3665538" y="2674938"/>
          <p14:tracePt t="271854" x="3694113" y="2697163"/>
          <p14:tracePt t="271862" x="3730625" y="2732088"/>
          <p14:tracePt t="271870" x="3779838" y="2768600"/>
          <p14:tracePt t="271878" x="3816350" y="2797175"/>
          <p14:tracePt t="271886" x="3859213" y="2825750"/>
          <p14:tracePt t="271894" x="3908425" y="2860675"/>
          <p14:tracePt t="271902" x="3944938" y="2881313"/>
          <p14:tracePt t="271910" x="4002088" y="2917825"/>
          <p14:tracePt t="271918" x="4044950" y="2946400"/>
          <p14:tracePt t="271926" x="4108450" y="2974975"/>
          <p14:tracePt t="271934" x="4157663" y="2995613"/>
          <p14:tracePt t="271942" x="4200525" y="3024188"/>
          <p14:tracePt t="271951" x="4229100" y="3032125"/>
          <p14:tracePt t="271958" x="4271963" y="3052763"/>
          <p14:tracePt t="271968" x="4308475" y="3067050"/>
          <p14:tracePt t="271974" x="4357688" y="3081338"/>
          <p14:tracePt t="271982" x="4394200" y="3081338"/>
          <p14:tracePt t="271990" x="4429125" y="3095625"/>
          <p14:tracePt t="271998" x="4471988" y="3117850"/>
          <p14:tracePt t="272006" x="4529138" y="3132138"/>
          <p14:tracePt t="272014" x="4572000" y="3152775"/>
          <p14:tracePt t="272022" x="4621213" y="3167063"/>
          <p14:tracePt t="272030" x="4686300" y="3189288"/>
          <p14:tracePt t="272038" x="4721225" y="3203575"/>
          <p14:tracePt t="272052" x="4772025" y="3217863"/>
          <p14:tracePt t="272054" x="4821238" y="3232150"/>
          <p14:tracePt t="272062" x="4864100" y="3238500"/>
          <p14:tracePt t="272070" x="4921250" y="3260725"/>
          <p14:tracePt t="272078" x="4964113" y="3275013"/>
          <p14:tracePt t="272086" x="5014913" y="3289300"/>
          <p14:tracePt t="272094" x="5043488" y="3295650"/>
          <p14:tracePt t="272102" x="5106988" y="3303588"/>
          <p14:tracePt t="272110" x="5149850" y="3309938"/>
          <p14:tracePt t="272118" x="5170488" y="3309938"/>
          <p14:tracePt t="272126" x="5213350" y="3309938"/>
          <p14:tracePt t="272134" x="5270500" y="3324225"/>
          <p14:tracePt t="272142" x="5321300" y="3332163"/>
          <p14:tracePt t="272151" x="5384800" y="3338513"/>
          <p14:tracePt t="272158" x="5449888" y="3346450"/>
          <p14:tracePt t="272166" x="5492750" y="3346450"/>
          <p14:tracePt t="272174" x="5549900" y="3346450"/>
          <p14:tracePt t="272182" x="5599113" y="3346450"/>
          <p14:tracePt t="272190" x="5662613" y="3346450"/>
          <p14:tracePt t="272198" x="5719763" y="3346450"/>
          <p14:tracePt t="272206" x="5791200" y="3346450"/>
          <p14:tracePt t="272214" x="5856288" y="3346450"/>
          <p14:tracePt t="272222" x="5919788" y="3346450"/>
          <p14:tracePt t="272230" x="5991225" y="3346450"/>
          <p14:tracePt t="272238" x="6048375" y="3346450"/>
          <p14:tracePt t="272246" x="6111875" y="3346450"/>
          <p14:tracePt t="272254" x="6176963" y="3346450"/>
          <p14:tracePt t="272262" x="6234113" y="3346450"/>
          <p14:tracePt t="272270" x="6283325" y="3346450"/>
          <p14:tracePt t="272278" x="6334125" y="3346450"/>
          <p14:tracePt t="272286" x="6369050" y="3346450"/>
          <p14:tracePt t="272294" x="6426200" y="3346450"/>
          <p14:tracePt t="272302" x="6454775" y="3346450"/>
          <p14:tracePt t="272310" x="6505575" y="3346450"/>
          <p14:tracePt t="272318" x="6554788" y="3346450"/>
          <p14:tracePt t="272326" x="6583363" y="3346450"/>
          <p14:tracePt t="272334" x="6626225" y="3346450"/>
          <p14:tracePt t="272342" x="6675438" y="3324225"/>
          <p14:tracePt t="272351" x="6726238" y="3309938"/>
          <p14:tracePt t="272358" x="6775450" y="3295650"/>
          <p14:tracePt t="272366" x="6804025" y="3289300"/>
          <p14:tracePt t="272374" x="6846888" y="3281363"/>
          <p14:tracePt t="272382" x="6889750" y="3260725"/>
          <p14:tracePt t="272390" x="6932613" y="3246438"/>
          <p14:tracePt t="272398" x="6961188" y="3224213"/>
          <p14:tracePt t="272406" x="7004050" y="3209925"/>
          <p14:tracePt t="272414" x="7046913" y="3189288"/>
          <p14:tracePt t="272422" x="7075488" y="3175000"/>
          <p14:tracePt t="272430" x="7132638" y="3152775"/>
          <p14:tracePt t="272438" x="7167563" y="3138488"/>
          <p14:tracePt t="272446" x="7196138" y="3124200"/>
          <p14:tracePt t="272454" x="7232650" y="3095625"/>
          <p14:tracePt t="272462" x="7246938" y="3081338"/>
          <p14:tracePt t="272470" x="7267575" y="3067050"/>
          <p14:tracePt t="272478" x="7304088" y="3052763"/>
          <p14:tracePt t="272486" x="7318375" y="3032125"/>
          <p14:tracePt t="272494" x="7346950" y="3003550"/>
          <p14:tracePt t="272502" x="7381875" y="2967038"/>
          <p14:tracePt t="272510" x="7410450" y="2924175"/>
          <p14:tracePt t="272518" x="7446963" y="2860675"/>
          <p14:tracePt t="272526" x="7481888" y="2817813"/>
          <p14:tracePt t="272534" x="7510463" y="2782888"/>
          <p14:tracePt t="272542" x="7524750" y="2746375"/>
          <p14:tracePt t="272551" x="7546975" y="2703513"/>
          <p14:tracePt t="272558" x="7561263" y="2668588"/>
          <p14:tracePt t="272567" x="7581900" y="2617788"/>
          <p14:tracePt t="272574" x="7596188" y="2574925"/>
          <p14:tracePt t="272582" x="7618413" y="2532063"/>
          <p14:tracePt t="272590" x="7624763" y="2497138"/>
          <p14:tracePt t="272599" x="7624763" y="2482850"/>
          <p14:tracePt t="272606" x="7639050" y="2454275"/>
          <p14:tracePt t="272614" x="7645400" y="2425700"/>
          <p14:tracePt t="272622" x="7645400" y="2389188"/>
          <p14:tracePt t="272630" x="7653338" y="2354263"/>
          <p14:tracePt t="272638" x="7653338" y="2317750"/>
          <p14:tracePt t="272646" x="7653338" y="2262188"/>
          <p14:tracePt t="272654" x="7653338" y="2225675"/>
          <p14:tracePt t="272662" x="7653338" y="2176463"/>
          <p14:tracePt t="272670" x="7653338" y="2125663"/>
          <p14:tracePt t="272678" x="7639050" y="2082800"/>
          <p14:tracePt t="272686" x="7631113" y="2033588"/>
          <p14:tracePt t="272694" x="7624763" y="2005013"/>
          <p14:tracePt t="272702" x="7610475" y="1954213"/>
          <p14:tracePt t="272710" x="7596188" y="1905000"/>
          <p14:tracePt t="272719" x="7567613" y="1862138"/>
          <p14:tracePt t="272726" x="7524750" y="1782763"/>
          <p14:tracePt t="272734" x="7496175" y="1739900"/>
          <p14:tracePt t="272742" x="7461250" y="1698625"/>
          <p14:tracePt t="272751" x="7424738" y="1641475"/>
          <p14:tracePt t="272758" x="7389813" y="1604963"/>
          <p14:tracePt t="272767" x="7353300" y="1570038"/>
          <p14:tracePt t="272774" x="7339013" y="1547813"/>
          <p14:tracePt t="272782" x="7281863" y="1504950"/>
          <p14:tracePt t="272790" x="7232650" y="1455738"/>
          <p14:tracePt t="272798" x="7167563" y="1419225"/>
          <p14:tracePt t="272806" x="7124700" y="1384300"/>
          <p14:tracePt t="272814" x="7046913" y="1333500"/>
          <p14:tracePt t="272822" x="6975475" y="1284288"/>
          <p14:tracePt t="272830" x="6883400" y="1241425"/>
          <p14:tracePt t="272838" x="6826250" y="1212850"/>
          <p14:tracePt t="272846" x="6761163" y="1184275"/>
          <p14:tracePt t="272854" x="6704013" y="1162050"/>
          <p14:tracePt t="272862" x="6646863" y="1147763"/>
          <p14:tracePt t="272870" x="6583363" y="1141413"/>
          <p14:tracePt t="272878" x="6526213" y="1120775"/>
          <p14:tracePt t="272886" x="6477000" y="1106488"/>
          <p14:tracePt t="272894" x="6419850" y="1092200"/>
          <p14:tracePt t="272902" x="6369050" y="1077913"/>
          <p14:tracePt t="272910" x="6326188" y="1069975"/>
          <p14:tracePt t="272918" x="6269038" y="1049338"/>
          <p14:tracePt t="272926" x="6205538" y="1027113"/>
          <p14:tracePt t="272934" x="6148388" y="1012825"/>
          <p14:tracePt t="272942" x="6091238" y="1012825"/>
          <p14:tracePt t="272951" x="6042025" y="1006475"/>
          <p14:tracePt t="272958" x="6005513" y="998538"/>
          <p14:tracePt t="272967" x="5942013" y="992188"/>
          <p14:tracePt t="272974" x="5899150" y="992188"/>
          <p14:tracePt t="272982" x="5842000" y="992188"/>
          <p14:tracePt t="272990" x="5784850" y="992188"/>
          <p14:tracePt t="272998" x="5705475" y="992188"/>
          <p14:tracePt t="273006" x="5619750" y="992188"/>
          <p14:tracePt t="273014" x="5541963" y="992188"/>
          <p14:tracePt t="273022" x="5464175" y="992188"/>
          <p14:tracePt t="273030" x="5392738" y="992188"/>
          <p14:tracePt t="273038" x="5335588" y="992188"/>
          <p14:tracePt t="273046" x="5270500" y="992188"/>
          <p14:tracePt t="273054" x="5207000" y="992188"/>
          <p14:tracePt t="273062" x="5156200" y="992188"/>
          <p14:tracePt t="273070" x="5106988" y="992188"/>
          <p14:tracePt t="273078" x="5057775" y="992188"/>
          <p14:tracePt t="273086" x="5000625" y="992188"/>
          <p14:tracePt t="273094" x="4949825" y="1020763"/>
          <p14:tracePt t="273102" x="4886325" y="1035050"/>
          <p14:tracePt t="273110" x="4806950" y="1055688"/>
          <p14:tracePt t="273118" x="4735513" y="1069975"/>
          <p14:tracePt t="273126" x="4678363" y="1092200"/>
          <p14:tracePt t="273134" x="4600575" y="1106488"/>
          <p14:tracePt t="273142" x="4551363" y="1127125"/>
          <p14:tracePt t="273151" x="4479925" y="1162050"/>
          <p14:tracePt t="273158" x="4422775" y="1176338"/>
          <p14:tracePt t="273166" x="4357688" y="1198563"/>
          <p14:tracePt t="273174" x="4314825" y="1219200"/>
          <p14:tracePt t="273182" x="4271963" y="1241425"/>
          <p14:tracePt t="273190" x="4237038" y="1255713"/>
          <p14:tracePt t="273198" x="4179888" y="1284288"/>
          <p14:tracePt t="273207" x="4143375" y="1290638"/>
          <p14:tracePt t="273214" x="4108450" y="1319213"/>
          <p14:tracePt t="273222" x="4079875" y="1333500"/>
          <p14:tracePt t="273230" x="4051300" y="1355725"/>
          <p14:tracePt t="273238" x="4016375" y="1376363"/>
          <p14:tracePt t="273246" x="3994150" y="1390650"/>
          <p14:tracePt t="273254" x="3965575" y="1404938"/>
          <p14:tracePt t="273262" x="3937000" y="1433513"/>
          <p14:tracePt t="273270" x="3908425" y="1455738"/>
          <p14:tracePt t="273278" x="3873500" y="1470025"/>
          <p14:tracePt t="273286" x="3830638" y="1512888"/>
          <p14:tracePt t="273294" x="3794125" y="1533525"/>
          <p14:tracePt t="273302" x="3773488" y="1562100"/>
          <p14:tracePt t="273310" x="3736975" y="1590675"/>
          <p14:tracePt t="273318" x="3722688" y="1604963"/>
          <p14:tracePt t="273326" x="3679825" y="1627188"/>
          <p14:tracePt t="273334" x="3651250" y="1655763"/>
          <p14:tracePt t="273342" x="3630613" y="1670050"/>
          <p14:tracePt t="273352" x="3602038" y="1698625"/>
          <p14:tracePt t="273358" x="3587750" y="1712913"/>
          <p14:tracePt t="273367" x="3544888" y="1747838"/>
          <p14:tracePt t="273374" x="3516313" y="1776413"/>
          <p14:tracePt t="273382" x="3502025" y="1811338"/>
          <p14:tracePt t="273390" x="3481388" y="1839913"/>
          <p14:tracePt t="273398" x="3473450" y="1876425"/>
          <p14:tracePt t="273406" x="3444875" y="1919288"/>
          <p14:tracePt t="273414" x="3438525" y="1939925"/>
          <p14:tracePt t="273422" x="3416300" y="1982788"/>
          <p14:tracePt t="273430" x="3409950" y="1997075"/>
          <p14:tracePt t="273438" x="3395663" y="2033588"/>
          <p14:tracePt t="273446" x="3395663" y="2054225"/>
          <p14:tracePt t="273454" x="3381375" y="2090738"/>
          <p14:tracePt t="273462" x="3381375" y="2119313"/>
          <p14:tracePt t="273470" x="3373438" y="2147888"/>
          <p14:tracePt t="273478" x="3373438" y="2176463"/>
          <p14:tracePt t="273486" x="3367088" y="2205038"/>
          <p14:tracePt t="273494" x="3367088" y="2239963"/>
          <p14:tracePt t="273502" x="3367088" y="2268538"/>
          <p14:tracePt t="273510" x="3367088" y="2297113"/>
          <p14:tracePt t="273518" x="3367088" y="2325688"/>
          <p14:tracePt t="273526" x="3367088" y="2346325"/>
          <p14:tracePt t="273534" x="3367088" y="2368550"/>
          <p14:tracePt t="273542" x="3367088" y="2382838"/>
          <p14:tracePt t="273551" x="3367088" y="2397125"/>
          <p14:tracePt t="273558" x="3367088" y="2417763"/>
          <p14:tracePt t="273567" x="3373438" y="2432050"/>
          <p14:tracePt t="273574" x="3381375" y="2446338"/>
          <p14:tracePt t="273582" x="3381375" y="2460625"/>
          <p14:tracePt t="273590" x="3387725" y="2482850"/>
          <p14:tracePt t="273598" x="3395663" y="2503488"/>
          <p14:tracePt t="273606" x="3409950" y="2540000"/>
          <p14:tracePt t="273614" x="3416300" y="2554288"/>
          <p14:tracePt t="273622" x="3424238" y="2568575"/>
          <p14:tracePt t="273630" x="3430588" y="2582863"/>
          <p14:tracePt t="273638" x="3438525" y="2597150"/>
          <p14:tracePt t="273646" x="3444875" y="2597150"/>
          <p14:tracePt t="273654" x="3444875" y="2611438"/>
          <p14:tracePt t="273662" x="3452813" y="2625725"/>
          <p14:tracePt t="273670" x="3459163" y="2632075"/>
          <p14:tracePt t="273678" x="3459163" y="2640013"/>
          <p14:tracePt t="273686" x="3467100" y="2640013"/>
          <p14:tracePt t="273694" x="3467100" y="2646363"/>
          <p14:tracePt t="273702" x="3473450" y="2654300"/>
          <p14:tracePt t="273710" x="3481388" y="2668588"/>
          <p14:tracePt t="273719" x="3487738" y="2674938"/>
          <p14:tracePt t="273726" x="3487738" y="2682875"/>
          <p14:tracePt t="273734" x="3495675" y="2697163"/>
          <p14:tracePt t="273742" x="3502025" y="2703513"/>
          <p14:tracePt t="273751" x="3502025" y="2711450"/>
          <p14:tracePt t="273758" x="3516313" y="2725738"/>
          <p14:tracePt t="273782" x="3516313" y="2732088"/>
          <p14:tracePt t="274399" x="3530600" y="2746375"/>
          <p14:tracePt t="274406" x="3530600" y="2754313"/>
          <p14:tracePt t="274414" x="3538538" y="2760663"/>
          <p14:tracePt t="274430" x="3552825" y="2768600"/>
          <p14:tracePt t="274446" x="3552825" y="2774950"/>
          <p14:tracePt t="274454" x="3559175" y="2782888"/>
          <p14:tracePt t="274470" x="3565525" y="2782888"/>
          <p14:tracePt t="274566" x="3565525" y="2789238"/>
          <p14:tracePt t="274582" x="3573463" y="2797175"/>
          <p14:tracePt t="274590" x="3579813" y="2803525"/>
          <p14:tracePt t="274622" x="3587750" y="2803525"/>
          <p14:tracePt t="274646" x="3602038" y="2811463"/>
          <p14:tracePt t="274678" x="3608388" y="2811463"/>
          <p14:tracePt t="274686" x="3608388" y="2817813"/>
          <p14:tracePt t="274694" x="3616325" y="2825750"/>
          <p14:tracePt t="277862" x="3622675" y="2825750"/>
          <p14:tracePt t="277870" x="3644900" y="2825750"/>
          <p14:tracePt t="277878" x="3673475" y="2825750"/>
          <p14:tracePt t="277886" x="3708400" y="2825750"/>
          <p14:tracePt t="277894" x="3736975" y="2825750"/>
          <p14:tracePt t="277902" x="3787775" y="2825750"/>
          <p14:tracePt t="277911" x="3816350" y="2825750"/>
          <p14:tracePt t="277918" x="3851275" y="2825750"/>
          <p14:tracePt t="277926" x="3902075" y="2832100"/>
          <p14:tracePt t="277934" x="3965575" y="2846388"/>
          <p14:tracePt t="277942" x="4016375" y="2854325"/>
          <p14:tracePt t="277950" x="4079875" y="2860675"/>
          <p14:tracePt t="277958" x="4143375" y="2860675"/>
          <p14:tracePt t="277968" x="4222750" y="2860675"/>
          <p14:tracePt t="277974" x="4300538" y="2860675"/>
          <p14:tracePt t="277982" x="4371975" y="2860675"/>
          <p14:tracePt t="277990" x="4451350" y="2860675"/>
          <p14:tracePt t="277998" x="4522788" y="2860675"/>
          <p14:tracePt t="278006" x="4600575" y="2860675"/>
          <p14:tracePt t="278014" x="4678363" y="2860675"/>
          <p14:tracePt t="278022" x="4749800" y="2860675"/>
          <p14:tracePt t="278030" x="4829175" y="2860675"/>
          <p14:tracePt t="278038" x="4892675" y="2860675"/>
          <p14:tracePt t="278046" x="4964113" y="2860675"/>
          <p14:tracePt t="278054" x="5029200" y="2860675"/>
          <p14:tracePt t="278062" x="5057775" y="2860675"/>
          <p14:tracePt t="278070" x="5121275" y="2860675"/>
          <p14:tracePt t="278078" x="5164138" y="2860675"/>
          <p14:tracePt t="278086" x="5221288" y="2860675"/>
          <p14:tracePt t="278094" x="5270500" y="2846388"/>
          <p14:tracePt t="278102" x="5321300" y="2832100"/>
          <p14:tracePt t="278110" x="5356225" y="2811463"/>
          <p14:tracePt t="278118" x="5384800" y="2789238"/>
          <p14:tracePt t="278126" x="5413375" y="2768600"/>
          <p14:tracePt t="278134" x="5456238" y="2732088"/>
          <p14:tracePt t="278142" x="5470525" y="2717800"/>
          <p14:tracePt t="278150" x="5499100" y="2668588"/>
          <p14:tracePt t="278158" x="5527675" y="2617788"/>
          <p14:tracePt t="278169" x="5570538" y="2560638"/>
          <p14:tracePt t="278174" x="5605463" y="2511425"/>
          <p14:tracePt t="278182" x="5641975" y="2468563"/>
          <p14:tracePt t="278190" x="5684838" y="2403475"/>
          <p14:tracePt t="278198" x="5734050" y="2360613"/>
          <p14:tracePt t="278206" x="5784850" y="2332038"/>
          <p14:tracePt t="278214" x="5834063" y="2297113"/>
          <p14:tracePt t="278222" x="5870575" y="2268538"/>
          <p14:tracePt t="278230" x="5913438" y="2233613"/>
          <p14:tracePt t="278238" x="5956300" y="2205038"/>
          <p14:tracePt t="278246" x="5991225" y="2176463"/>
          <p14:tracePt t="278254" x="6034088" y="2154238"/>
          <p14:tracePt t="278262" x="6076950" y="2111375"/>
          <p14:tracePt t="278270" x="6111875" y="2076450"/>
          <p14:tracePt t="278278" x="6140450" y="2033588"/>
          <p14:tracePt t="278286" x="6169025" y="1997075"/>
          <p14:tracePt t="278294" x="6205538" y="1947863"/>
          <p14:tracePt t="278302" x="6240463" y="1890713"/>
          <p14:tracePt t="278310" x="6269038" y="1847850"/>
          <p14:tracePt t="278318" x="6291263" y="1819275"/>
          <p14:tracePt t="278326" x="6311900" y="1790700"/>
          <p14:tracePt t="278334" x="6319838" y="1768475"/>
          <p14:tracePt t="278342" x="6326188" y="1747838"/>
          <p14:tracePt t="278351" x="6334125" y="1704975"/>
          <p14:tracePt t="278358" x="6340475" y="1670050"/>
          <p14:tracePt t="278367" x="6340475" y="1627188"/>
          <p14:tracePt t="278375" x="6340475" y="1598613"/>
          <p14:tracePt t="278382" x="6340475" y="1562100"/>
          <p14:tracePt t="278390" x="6334125" y="1519238"/>
          <p14:tracePt t="278398" x="6311900" y="1484313"/>
          <p14:tracePt t="278406" x="6276975" y="1441450"/>
          <p14:tracePt t="278414" x="6240463" y="1404938"/>
          <p14:tracePt t="278422" x="6205538" y="1370013"/>
          <p14:tracePt t="278430" x="6176963" y="1341438"/>
          <p14:tracePt t="278438" x="6111875" y="1304925"/>
          <p14:tracePt t="278446" x="6062663" y="1276350"/>
          <p14:tracePt t="278454" x="5991225" y="1233488"/>
          <p14:tracePt t="278462" x="5934075" y="1219200"/>
          <p14:tracePt t="278470" x="5870575" y="1190625"/>
          <p14:tracePt t="278478" x="5791200" y="1147763"/>
          <p14:tracePt t="278486" x="5691188" y="1112838"/>
          <p14:tracePt t="278494" x="5599113" y="1069975"/>
          <p14:tracePt t="278502" x="5513388" y="1035050"/>
          <p14:tracePt t="278510" x="5427663" y="998538"/>
          <p14:tracePt t="278518" x="5341938" y="977900"/>
          <p14:tracePt t="278526" x="5249863" y="949325"/>
          <p14:tracePt t="278534" x="5156200" y="920750"/>
          <p14:tracePt t="278542" x="5078413" y="898525"/>
          <p14:tracePt t="278551" x="4992688" y="877888"/>
          <p14:tracePt t="278558" x="4872038" y="869950"/>
          <p14:tracePt t="278567" x="4786313" y="855663"/>
          <p14:tracePt t="278574" x="4664075" y="835025"/>
          <p14:tracePt t="278582" x="4557713" y="827088"/>
          <p14:tracePt t="278590" x="4451350" y="806450"/>
          <p14:tracePt t="278598" x="4357688" y="806450"/>
          <p14:tracePt t="278606" x="4271963" y="806450"/>
          <p14:tracePt t="278614" x="4186238" y="806450"/>
          <p14:tracePt t="278622" x="4108450" y="806450"/>
          <p14:tracePt t="278630" x="4030663" y="812800"/>
          <p14:tracePt t="278638" x="3951288" y="841375"/>
          <p14:tracePt t="278646" x="3851275" y="877888"/>
          <p14:tracePt t="278654" x="3773488" y="912813"/>
          <p14:tracePt t="278662" x="3679825" y="949325"/>
          <p14:tracePt t="278670" x="3608388" y="977900"/>
          <p14:tracePt t="278678" x="3530600" y="1020763"/>
          <p14:tracePt t="278686" x="3467100" y="1055688"/>
          <p14:tracePt t="278694" x="3395663" y="1106488"/>
          <p14:tracePt t="278702" x="3324225" y="1162050"/>
          <p14:tracePt t="278710" x="3287713" y="1198563"/>
          <p14:tracePt t="278719" x="3244850" y="1241425"/>
          <p14:tracePt t="278726" x="3216275" y="1284288"/>
          <p14:tracePt t="278734" x="3201988" y="1327150"/>
          <p14:tracePt t="278742" x="3173413" y="1370013"/>
          <p14:tracePt t="278751" x="3159125" y="1404938"/>
          <p14:tracePt t="278758" x="3138488" y="1470025"/>
          <p14:tracePt t="278767" x="3130550" y="1519238"/>
          <p14:tracePt t="278774" x="3124200" y="1576388"/>
          <p14:tracePt t="278782" x="3124200" y="1647825"/>
          <p14:tracePt t="278790" x="3124200" y="1704975"/>
          <p14:tracePt t="278798" x="3124200" y="1782763"/>
          <p14:tracePt t="278806" x="3124200" y="1862138"/>
          <p14:tracePt t="278814" x="3152775" y="1919288"/>
          <p14:tracePt t="278822" x="3187700" y="1982788"/>
          <p14:tracePt t="278830" x="3224213" y="2039938"/>
          <p14:tracePt t="278838" x="3267075" y="2105025"/>
          <p14:tracePt t="278846" x="3330575" y="2176463"/>
          <p14:tracePt t="278854" x="3387725" y="2239963"/>
          <p14:tracePt t="278862" x="3459163" y="2297113"/>
          <p14:tracePt t="278870" x="3530600" y="2346325"/>
          <p14:tracePt t="278878" x="3602038" y="2397125"/>
          <p14:tracePt t="278886" x="3679825" y="2446338"/>
          <p14:tracePt t="278902" x="3851275" y="2517775"/>
          <p14:tracePt t="278910" x="3937000" y="2554288"/>
          <p14:tracePt t="278918" x="4051300" y="2597150"/>
          <p14:tracePt t="278926" x="4171950" y="2646363"/>
          <p14:tracePt t="278934" x="4329113" y="2689225"/>
          <p14:tracePt t="278942" x="4479925" y="2717800"/>
          <p14:tracePt t="278951" x="4635500" y="2774950"/>
          <p14:tracePt t="278958" x="4786313" y="2803525"/>
          <p14:tracePt t="278967" x="4914900" y="2811463"/>
          <p14:tracePt t="278974" x="5064125" y="2840038"/>
          <p14:tracePt t="278982" x="5184775" y="2846388"/>
          <p14:tracePt t="278990" x="5313363" y="2867025"/>
          <p14:tracePt t="278998" x="5413375" y="2867025"/>
          <p14:tracePt t="279006" x="5499100" y="2867025"/>
          <p14:tracePt t="279014" x="5591175" y="2867025"/>
          <p14:tracePt t="279022" x="5670550" y="2867025"/>
          <p14:tracePt t="279030" x="5748338" y="2860675"/>
          <p14:tracePt t="279038" x="5827713" y="2840038"/>
          <p14:tracePt t="279047" x="5899150" y="2811463"/>
          <p14:tracePt t="279054" x="5956300" y="2789238"/>
          <p14:tracePt t="279062" x="6013450" y="2754313"/>
          <p14:tracePt t="279070" x="6070600" y="2717800"/>
          <p14:tracePt t="279078" x="6134100" y="2668588"/>
          <p14:tracePt t="279086" x="6183313" y="2625725"/>
          <p14:tracePt t="279094" x="6234113" y="2568575"/>
          <p14:tracePt t="279102" x="6297613" y="2503488"/>
          <p14:tracePt t="279110" x="6326188" y="2460625"/>
          <p14:tracePt t="279118" x="6397625" y="2382838"/>
          <p14:tracePt t="279126" x="6448425" y="2317750"/>
          <p14:tracePt t="279134" x="6497638" y="2254250"/>
          <p14:tracePt t="279143" x="6540500" y="2182813"/>
          <p14:tracePt t="279150" x="6583363" y="2119313"/>
          <p14:tracePt t="279158" x="6618288" y="2033588"/>
          <p14:tracePt t="279167" x="6654800" y="1968500"/>
          <p14:tracePt t="279174" x="6661150" y="1911350"/>
          <p14:tracePt t="279182" x="6683375" y="1839913"/>
          <p14:tracePt t="279190" x="6683375" y="1782763"/>
          <p14:tracePt t="279198" x="6689725" y="1739900"/>
          <p14:tracePt t="279206" x="6689725" y="1704975"/>
          <p14:tracePt t="279214" x="6689725" y="1662113"/>
          <p14:tracePt t="279222" x="6689725" y="1619250"/>
          <p14:tracePt t="279230" x="6669088" y="1584325"/>
          <p14:tracePt t="279238" x="6640513" y="1541463"/>
          <p14:tracePt t="279246" x="6604000" y="1490663"/>
          <p14:tracePt t="279254" x="6554788" y="1433513"/>
          <p14:tracePt t="279262" x="6497638" y="1370013"/>
          <p14:tracePt t="279270" x="6440488" y="1327150"/>
          <p14:tracePt t="279278" x="6369050" y="1284288"/>
          <p14:tracePt t="279286" x="6276975" y="1227138"/>
          <p14:tracePt t="279294" x="6169025" y="1169988"/>
          <p14:tracePt t="279302" x="6084888" y="1135063"/>
          <p14:tracePt t="279310" x="5976938" y="1092200"/>
          <p14:tracePt t="279318" x="5891213" y="1049338"/>
          <p14:tracePt t="279326" x="5791200" y="1027113"/>
          <p14:tracePt t="279334" x="5699125" y="1006475"/>
          <p14:tracePt t="279342" x="5570538" y="955675"/>
          <p14:tracePt t="279351" x="5449888" y="920750"/>
          <p14:tracePt t="279358" x="5335588" y="884238"/>
          <p14:tracePt t="279367" x="5207000" y="863600"/>
          <p14:tracePt t="279374" x="5072063" y="827088"/>
          <p14:tracePt t="279382" x="4986338" y="820738"/>
          <p14:tracePt t="279390" x="4900613" y="812800"/>
          <p14:tracePt t="279398" x="4821238" y="798513"/>
          <p14:tracePt t="279406" x="4743450" y="798513"/>
          <p14:tracePt t="279414" x="4672013" y="798513"/>
          <p14:tracePt t="279422" x="4600575" y="798513"/>
          <p14:tracePt t="279430" x="4529138" y="798513"/>
          <p14:tracePt t="279438" x="4471988" y="798513"/>
          <p14:tracePt t="279446" x="4422775" y="798513"/>
          <p14:tracePt t="279454" x="4365625" y="798513"/>
          <p14:tracePt t="279462" x="4314825" y="806450"/>
          <p14:tracePt t="279470" x="4243388" y="827088"/>
          <p14:tracePt t="279478" x="4179888" y="841375"/>
          <p14:tracePt t="279486" x="4137025" y="863600"/>
          <p14:tracePt t="279494" x="4086225" y="884238"/>
          <p14:tracePt t="279502" x="4059238" y="898525"/>
          <p14:tracePt t="279510" x="4016375" y="912813"/>
          <p14:tracePt t="279518" x="3965575" y="949325"/>
          <p14:tracePt t="279526" x="3937000" y="949325"/>
          <p14:tracePt t="279534" x="3894138" y="977900"/>
          <p14:tracePt t="279542" x="3851275" y="998538"/>
          <p14:tracePt t="279550" x="3816350" y="1020763"/>
          <p14:tracePt t="279558" x="3773488" y="1049338"/>
          <p14:tracePt t="279567" x="3736975" y="1069975"/>
          <p14:tracePt t="279574" x="3716338" y="1084263"/>
          <p14:tracePt t="279582" x="3679825" y="1112838"/>
          <p14:tracePt t="279590" x="3636963" y="1141413"/>
          <p14:tracePt t="279598" x="3602038" y="1169988"/>
          <p14:tracePt t="279606" x="3565525" y="1204913"/>
          <p14:tracePt t="279614" x="3552825" y="1233488"/>
          <p14:tracePt t="279622" x="3530600" y="1255713"/>
          <p14:tracePt t="279630" x="3509963" y="1298575"/>
          <p14:tracePt t="279638" x="3502025" y="1333500"/>
          <p14:tracePt t="279646" x="3481388" y="1347788"/>
          <p14:tracePt t="279654" x="3473450" y="1376363"/>
          <p14:tracePt t="279662" x="3473450" y="1398588"/>
          <p14:tracePt t="279670" x="3459163" y="1433513"/>
          <p14:tracePt t="279678" x="3452813" y="1455738"/>
          <p14:tracePt t="279686" x="3452813" y="1462088"/>
          <p14:tracePt t="279694" x="3452813" y="1476375"/>
          <p14:tracePt t="279702" x="3452813" y="1484313"/>
          <p14:tracePt t="279710" x="3452813" y="1490663"/>
          <p14:tracePt t="279726" x="3452813" y="1498600"/>
          <p14:tracePt t="280086" x="3452813" y="1490663"/>
          <p14:tracePt t="280094" x="3452813" y="1484313"/>
          <p14:tracePt t="280110" x="3452813" y="1476375"/>
          <p14:tracePt t="280118" x="3452813" y="1462088"/>
          <p14:tracePt t="280142" x="3452813" y="1447800"/>
          <p14:tracePt t="280150" x="3452813" y="1441450"/>
          <p14:tracePt t="280158" x="3452813" y="1433513"/>
          <p14:tracePt t="280166" x="3459163" y="1419225"/>
          <p14:tracePt t="280182" x="3459163" y="1412875"/>
          <p14:tracePt t="280191" x="3467100" y="1398588"/>
          <p14:tracePt t="280198" x="3467100" y="1390650"/>
          <p14:tracePt t="280214" x="3467100" y="1376363"/>
          <p14:tracePt t="280222" x="3467100" y="1370013"/>
          <p14:tracePt t="280230" x="3467100" y="1355725"/>
          <p14:tracePt t="280238" x="3467100" y="1347788"/>
          <p14:tracePt t="280246" x="3467100" y="1333500"/>
          <p14:tracePt t="280254" x="3467100" y="1312863"/>
          <p14:tracePt t="280262" x="3467100" y="1298575"/>
          <p14:tracePt t="280270" x="3467100" y="1276350"/>
          <p14:tracePt t="280278" x="3467100" y="1270000"/>
          <p14:tracePt t="280286" x="3452813" y="1241425"/>
          <p14:tracePt t="280294" x="3452813" y="1233488"/>
          <p14:tracePt t="280302" x="3444875" y="1219200"/>
          <p14:tracePt t="280310" x="3438525" y="1198563"/>
          <p14:tracePt t="280319" x="3430588" y="1176338"/>
          <p14:tracePt t="280326" x="3424238" y="1162050"/>
          <p14:tracePt t="280334" x="3416300" y="1141413"/>
          <p14:tracePt t="280342" x="3409950" y="1135063"/>
          <p14:tracePt t="280351" x="3409950" y="1112838"/>
          <p14:tracePt t="280358" x="3409950" y="1106488"/>
          <p14:tracePt t="280367" x="3402013" y="1092200"/>
          <p14:tracePt t="280374" x="3402013" y="1084263"/>
          <p14:tracePt t="280382" x="3402013" y="1077913"/>
          <p14:tracePt t="280390" x="3402013" y="1063625"/>
          <p14:tracePt t="280406" x="3402013" y="1049338"/>
          <p14:tracePt t="280414" x="3402013" y="1035050"/>
          <p14:tracePt t="280422" x="3402013" y="1012825"/>
          <p14:tracePt t="280430" x="3402013" y="998538"/>
          <p14:tracePt t="280438" x="3402013" y="984250"/>
          <p14:tracePt t="280446" x="3402013" y="963613"/>
          <p14:tracePt t="280454" x="3402013" y="955675"/>
          <p14:tracePt t="280462" x="3402013" y="941388"/>
          <p14:tracePt t="280471" x="3402013" y="935038"/>
          <p14:tracePt t="280478" x="3402013" y="920750"/>
          <p14:tracePt t="280494" x="3402013" y="912813"/>
          <p14:tracePt t="280606" x="3402013" y="906463"/>
          <p14:tracePt t="280622" x="3402013" y="898525"/>
          <p14:tracePt t="280638" x="3402013" y="892175"/>
          <p14:tracePt t="280686" x="3395663" y="892175"/>
          <p14:tracePt t="280734" x="3387725" y="892175"/>
          <p14:tracePt t="280750" x="3381375" y="892175"/>
          <p14:tracePt t="280758" x="3373438" y="892175"/>
          <p14:tracePt t="280774" x="3367088" y="892175"/>
          <p14:tracePt t="280790" x="3359150" y="892175"/>
          <p14:tracePt t="280806" x="3352800" y="892175"/>
          <p14:tracePt t="280830" x="3344863" y="892175"/>
          <p14:tracePt t="280838" x="3330575" y="892175"/>
          <p14:tracePt t="280846" x="3316288" y="892175"/>
          <p14:tracePt t="280854" x="3309938" y="892175"/>
          <p14:tracePt t="280862" x="3287713" y="892175"/>
          <p14:tracePt t="280870" x="3273425" y="892175"/>
          <p14:tracePt t="280885" x="3244850" y="892175"/>
          <p14:tracePt t="280886" x="3224213" y="892175"/>
          <p14:tracePt t="280894" x="3195638" y="892175"/>
          <p14:tracePt t="280902" x="3167063" y="892175"/>
          <p14:tracePt t="280910" x="3138488" y="892175"/>
          <p14:tracePt t="280918" x="3116263" y="892175"/>
          <p14:tracePt t="280926" x="3109913" y="892175"/>
          <p14:tracePt t="280934" x="3087688" y="892175"/>
          <p14:tracePt t="280942" x="3081338" y="892175"/>
          <p14:tracePt t="280951" x="3073400" y="892175"/>
          <p14:tracePt t="280966" x="3067050" y="892175"/>
          <p14:tracePt t="280982" x="3052763" y="892175"/>
          <p14:tracePt t="280990" x="3046413" y="892175"/>
          <p14:tracePt t="280998" x="3038475" y="892175"/>
          <p14:tracePt t="281006" x="3032125" y="892175"/>
          <p14:tracePt t="281014" x="3017838" y="892175"/>
          <p14:tracePt t="281022" x="3003550" y="892175"/>
          <p14:tracePt t="281030" x="2981325" y="892175"/>
          <p14:tracePt t="281038" x="2974975" y="892175"/>
          <p14:tracePt t="281046" x="2952750" y="892175"/>
          <p14:tracePt t="281054" x="2946400" y="892175"/>
          <p14:tracePt t="281062" x="2924175" y="892175"/>
          <p14:tracePt t="281070" x="2903538" y="892175"/>
          <p14:tracePt t="281078" x="2895600" y="892175"/>
          <p14:tracePt t="281086" x="2881313" y="892175"/>
          <p14:tracePt t="281094" x="2874963" y="892175"/>
          <p14:tracePt t="281110" x="2860675" y="892175"/>
          <p14:tracePt t="281118" x="2852738" y="892175"/>
          <p14:tracePt t="281134" x="2846388" y="892175"/>
          <p14:tracePt t="281142" x="2832100" y="892175"/>
          <p14:tracePt t="281158" x="2824163" y="892175"/>
          <p14:tracePt t="281166" x="2817813" y="892175"/>
          <p14:tracePt t="281174" x="2809875" y="892175"/>
          <p14:tracePt t="281190" x="2803525" y="892175"/>
          <p14:tracePt t="281198" x="2795588" y="892175"/>
          <p14:tracePt t="281214" x="2789238" y="892175"/>
          <p14:tracePt t="281222" x="2781300" y="892175"/>
          <p14:tracePt t="281230" x="2774950" y="892175"/>
          <p14:tracePt t="281238" x="2767013" y="892175"/>
          <p14:tracePt t="281246" x="2760663" y="898525"/>
          <p14:tracePt t="281254" x="2752725" y="898525"/>
          <p14:tracePt t="281262" x="2746375" y="906463"/>
          <p14:tracePt t="281278" x="2738438" y="906463"/>
          <p14:tracePt t="281294" x="2732088" y="912813"/>
          <p14:tracePt t="281310" x="2732088" y="920750"/>
          <p14:tracePt t="281318" x="2724150" y="927100"/>
          <p14:tracePt t="281326" x="2717800" y="927100"/>
          <p14:tracePt t="281334" x="2717800" y="935038"/>
          <p14:tracePt t="281342" x="2717800" y="941388"/>
          <p14:tracePt t="281351" x="2717800" y="949325"/>
          <p14:tracePt t="281358" x="2717800" y="955675"/>
          <p14:tracePt t="281382" x="2709863" y="969963"/>
          <p14:tracePt t="281398" x="2709863" y="977900"/>
          <p14:tracePt t="281414" x="2709863" y="984250"/>
          <p14:tracePt t="281422" x="2709863" y="992188"/>
          <p14:tracePt t="281430" x="2709863" y="998538"/>
          <p14:tracePt t="281446" x="2709863" y="1012825"/>
          <p14:tracePt t="281454" x="2709863" y="1020763"/>
          <p14:tracePt t="281470" x="2709863" y="1027113"/>
          <p14:tracePt t="281478" x="2709863" y="1035050"/>
          <p14:tracePt t="281486" x="2709863" y="1041400"/>
          <p14:tracePt t="281494" x="2709863" y="1049338"/>
          <p14:tracePt t="281502" x="2709863" y="1063625"/>
          <p14:tracePt t="281510" x="2717800" y="1069975"/>
          <p14:tracePt t="281518" x="2732088" y="1084263"/>
          <p14:tracePt t="281526" x="2732088" y="1092200"/>
          <p14:tracePt t="281534" x="2732088" y="1098550"/>
          <p14:tracePt t="281542" x="2746375" y="1106488"/>
          <p14:tracePt t="281551" x="2760663" y="1120775"/>
          <p14:tracePt t="281558" x="2767013" y="1135063"/>
          <p14:tracePt t="281567" x="2789238" y="1147763"/>
          <p14:tracePt t="281574" x="2803525" y="1162050"/>
          <p14:tracePt t="281582" x="2824163" y="1176338"/>
          <p14:tracePt t="281590" x="2832100" y="1184275"/>
          <p14:tracePt t="281598" x="2852738" y="1198563"/>
          <p14:tracePt t="281606" x="2874963" y="1212850"/>
          <p14:tracePt t="281614" x="2881313" y="1212850"/>
          <p14:tracePt t="281622" x="2903538" y="1227138"/>
          <p14:tracePt t="281630" x="2909888" y="1233488"/>
          <p14:tracePt t="281638" x="2917825" y="1233488"/>
          <p14:tracePt t="281646" x="2932113" y="1233488"/>
          <p14:tracePt t="281654" x="2938463" y="1241425"/>
          <p14:tracePt t="281670" x="2952750" y="1241425"/>
          <p14:tracePt t="281678" x="2960688" y="1241425"/>
          <p14:tracePt t="281686" x="2967038" y="1241425"/>
          <p14:tracePt t="281694" x="2981325" y="1241425"/>
          <p14:tracePt t="281702" x="2995613" y="1241425"/>
          <p14:tracePt t="281710" x="3009900" y="1241425"/>
          <p14:tracePt t="281718" x="3024188" y="1241425"/>
          <p14:tracePt t="281726" x="3038475" y="1247775"/>
          <p14:tracePt t="281734" x="3052763" y="1247775"/>
          <p14:tracePt t="281742" x="3059113" y="1247775"/>
          <p14:tracePt t="281751" x="3073400" y="1247775"/>
          <p14:tracePt t="281758" x="3087688" y="1247775"/>
          <p14:tracePt t="281766" x="3101975" y="1247775"/>
          <p14:tracePt t="281774" x="3109913" y="1247775"/>
          <p14:tracePt t="281782" x="3130550" y="1247775"/>
          <p14:tracePt t="281790" x="3138488" y="1247775"/>
          <p14:tracePt t="281798" x="3152775" y="1247775"/>
          <p14:tracePt t="281806" x="3167063" y="1241425"/>
          <p14:tracePt t="281814" x="3173413" y="1227138"/>
          <p14:tracePt t="281822" x="3181350" y="1227138"/>
          <p14:tracePt t="281830" x="3187700" y="1219200"/>
          <p14:tracePt t="281838" x="3195638" y="1212850"/>
          <p14:tracePt t="281846" x="3209925" y="1190625"/>
          <p14:tracePt t="281854" x="3209925" y="1184275"/>
          <p14:tracePt t="281862" x="3216275" y="1162050"/>
          <p14:tracePt t="281870" x="3230563" y="1141413"/>
          <p14:tracePt t="281878" x="3238500" y="1127125"/>
          <p14:tracePt t="281886" x="3238500" y="1106488"/>
          <p14:tracePt t="281902" x="3238500" y="1063625"/>
          <p14:tracePt t="281910" x="3238500" y="1049338"/>
          <p14:tracePt t="281919" x="3238500" y="1027113"/>
          <p14:tracePt t="281926" x="3238500" y="1020763"/>
          <p14:tracePt t="281934" x="3238500" y="998538"/>
          <p14:tracePt t="281942" x="3238500" y="984250"/>
          <p14:tracePt t="281951" x="3238500" y="977900"/>
          <p14:tracePt t="281958" x="3238500" y="969963"/>
          <p14:tracePt t="281967" x="3238500" y="963613"/>
          <p14:tracePt t="281974" x="3238500" y="949325"/>
          <p14:tracePt t="281990" x="3238500" y="935038"/>
          <p14:tracePt t="281998" x="3238500" y="927100"/>
          <p14:tracePt t="282006" x="3238500" y="912813"/>
          <p14:tracePt t="282014" x="3238500" y="906463"/>
          <p14:tracePt t="282022" x="3238500" y="898525"/>
          <p14:tracePt t="282334" x="3238500" y="892175"/>
          <p14:tracePt t="282342" x="3238500" y="884238"/>
          <p14:tracePt t="289742" x="3238500" y="877888"/>
          <p14:tracePt t="289750" x="3230563" y="877888"/>
          <p14:tracePt t="289758" x="3216275" y="877888"/>
          <p14:tracePt t="289767" x="3209925" y="877888"/>
          <p14:tracePt t="289782" x="3195638" y="877888"/>
          <p14:tracePt t="289790" x="3187700" y="877888"/>
          <p14:tracePt t="289798" x="3181350" y="877888"/>
          <p14:tracePt t="289806" x="3173413" y="877888"/>
          <p14:tracePt t="289814" x="3167063" y="877888"/>
          <p14:tracePt t="289822" x="3159125" y="877888"/>
          <p14:tracePt t="289830" x="3152775" y="877888"/>
          <p14:tracePt t="289838" x="3144838" y="877888"/>
          <p14:tracePt t="289846" x="3130550" y="877888"/>
          <p14:tracePt t="289854" x="3101975" y="877888"/>
          <p14:tracePt t="289862" x="3046413" y="877888"/>
          <p14:tracePt t="289870" x="2967038" y="877888"/>
          <p14:tracePt t="289878" x="2860675" y="863600"/>
          <p14:tracePt t="289886" x="2724150" y="820738"/>
          <p14:tracePt t="289894" x="2581275" y="784225"/>
          <p14:tracePt t="289902" x="2468563" y="741363"/>
          <p14:tracePt t="289910" x="2332038" y="720725"/>
          <p14:tracePt t="289918" x="2246313" y="684213"/>
          <p14:tracePt t="289926" x="2117725" y="649288"/>
          <p14:tracePt t="289934" x="2005013" y="612775"/>
          <p14:tracePt t="289942" x="1868488" y="584200"/>
          <p14:tracePt t="289952" x="1733550" y="542925"/>
          <p14:tracePt t="289958" x="1582738" y="514350"/>
          <p14:tracePt t="289966" x="1433513" y="492125"/>
          <p14:tracePt t="289974" x="1341438" y="485775"/>
          <p14:tracePt t="289982" x="1233488" y="463550"/>
          <p14:tracePt t="289990" x="1112838" y="457200"/>
          <p14:tracePt t="289998" x="1019175" y="449263"/>
          <p14:tracePt t="290006" x="935038" y="420688"/>
          <p14:tracePt t="290014" x="841375" y="414338"/>
          <p14:tracePt t="290022" x="763588" y="406400"/>
          <p14:tracePt t="290030" x="677863" y="385763"/>
          <p14:tracePt t="290038" x="598488" y="377825"/>
          <p14:tracePt t="290046" x="534988" y="371475"/>
          <p14:tracePt t="290054" x="463550" y="349250"/>
          <p14:tracePt t="290062" x="406400" y="342900"/>
          <p14:tracePt t="290070" x="342900" y="334963"/>
          <p14:tracePt t="290078" x="292100" y="334963"/>
          <p14:tracePt t="290086" x="242888" y="328613"/>
          <p14:tracePt t="290094" x="185738" y="314325"/>
          <p14:tracePt t="290102" x="114300" y="306388"/>
          <p14:tracePt t="290110" x="49213" y="300038"/>
        </p14:tracePtLst>
      </p14:laserTraceLst>
    </p:ext>
  </p:extLs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7" name="Google Shape;517;p34"/>
          <p:cNvSpPr/>
          <p:nvPr/>
        </p:nvSpPr>
        <p:spPr>
          <a:xfrm>
            <a:off x="23475" y="632300"/>
            <a:ext cx="9052950" cy="2869020"/>
          </a:xfrm>
          <a:custGeom>
            <a:avLst/>
            <a:gdLst/>
            <a:ahLst/>
            <a:cxnLst/>
            <a:rect l="l" t="t" r="r" b="b"/>
            <a:pathLst>
              <a:path w="360855" h="130410" extrusionOk="0">
                <a:moveTo>
                  <a:pt x="405" y="0"/>
                </a:moveTo>
                <a:lnTo>
                  <a:pt x="0" y="111375"/>
                </a:lnTo>
                <a:lnTo>
                  <a:pt x="119475" y="111375"/>
                </a:lnTo>
                <a:lnTo>
                  <a:pt x="138510" y="130410"/>
                </a:lnTo>
                <a:lnTo>
                  <a:pt x="360855" y="130410"/>
                </a:lnTo>
                <a:lnTo>
                  <a:pt x="360855" y="0"/>
                </a:lnTo>
                <a:close/>
              </a:path>
            </a:pathLst>
          </a:custGeom>
          <a:noFill/>
          <a:ln w="19050" cap="flat" cmpd="sng">
            <a:solidFill>
              <a:srgbClr val="E06666"/>
            </a:solidFill>
            <a:prstDash val="solid"/>
            <a:round/>
            <a:headEnd type="none" w="med" len="med"/>
            <a:tailEnd type="none" w="med" len="med"/>
          </a:ln>
        </p:spPr>
      </p:sp>
      <p:graphicFrame>
        <p:nvGraphicFramePr>
          <p:cNvPr id="518" name="Google Shape;518;p34"/>
          <p:cNvGraphicFramePr/>
          <p:nvPr/>
        </p:nvGraphicFramePr>
        <p:xfrm>
          <a:off x="55600" y="3411750"/>
          <a:ext cx="3162525" cy="164592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05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5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5007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Bij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Zijk</a:t>
                      </a:r>
                      <a:endParaRPr sz="900" i="1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Zm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Xijk</a:t>
                      </a:r>
                      <a:endParaRPr sz="900" i="1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ℕim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Pm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Θ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# of observed bad pieces in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step of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</a:t>
                      </a:r>
                      <a:r>
                        <a:rPr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 of shared bad pieces in a </a:t>
                      </a:r>
                      <a:r>
                        <a:rPr lang="en" sz="900" i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machine, where bad pieces is observed at </a:t>
                      </a:r>
                      <a:r>
                        <a:rPr lang="en" sz="900" i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step of </a:t>
                      </a:r>
                      <a:r>
                        <a:rPr lang="en" sz="900" i="1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rgbClr val="FF0000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rgbClr val="FF0000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Total number of estimated bad pieces generated by machine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</a:t>
                      </a:r>
                      <a:r>
                        <a:rPr lang="en" sz="9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# of good pieces after a </a:t>
                      </a:r>
                      <a:r>
                        <a:rPr lang="en" sz="900" i="1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9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machine, which will be defective in one of future </a:t>
                      </a:r>
                      <a:r>
                        <a:rPr lang="en" sz="900" i="1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lang="en" sz="9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step of </a:t>
                      </a:r>
                      <a:r>
                        <a:rPr lang="en" sz="900" i="1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chemeClr val="accent5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chemeClr val="accent5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Number of BATCHes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The number of machine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used in batch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(frequency)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Total good pieces in the end of processing of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Number of estimated good pieces of machine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Yield rate of machine </a:t>
                      </a:r>
                      <a:r>
                        <a:rPr lang="en" sz="900" i="1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900" i="1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rgbClr val="434343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Sets of Pm</a:t>
                      </a:r>
                      <a:endParaRPr sz="900">
                        <a:solidFill>
                          <a:srgbClr val="434343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19" name="Google Shape;519;p34"/>
          <p:cNvSpPr/>
          <p:nvPr/>
        </p:nvSpPr>
        <p:spPr>
          <a:xfrm>
            <a:off x="6145875" y="3994050"/>
            <a:ext cx="2900400" cy="983700"/>
          </a:xfrm>
          <a:prstGeom prst="rect">
            <a:avLst/>
          </a:prstGeom>
          <a:noFill/>
          <a:ln w="19050" cap="flat" cmpd="sng">
            <a:solidFill>
              <a:srgbClr val="3D85C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0" name="Google Shape;520;p34"/>
          <p:cNvSpPr/>
          <p:nvPr/>
        </p:nvSpPr>
        <p:spPr>
          <a:xfrm>
            <a:off x="75675" y="744950"/>
            <a:ext cx="5419500" cy="342000"/>
          </a:xfrm>
          <a:prstGeom prst="rect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1" name="Google Shape;521;p34"/>
          <p:cNvSpPr/>
          <p:nvPr/>
        </p:nvSpPr>
        <p:spPr>
          <a:xfrm>
            <a:off x="75675" y="1182550"/>
            <a:ext cx="5419500" cy="1793400"/>
          </a:xfrm>
          <a:prstGeom prst="rect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22" name="Google Shape;522;p34"/>
          <p:cNvSpPr txBox="1">
            <a:spLocks noGrp="1"/>
          </p:cNvSpPr>
          <p:nvPr>
            <p:ph type="title"/>
          </p:nvPr>
        </p:nvSpPr>
        <p:spPr>
          <a:xfrm>
            <a:off x="19200" y="1650"/>
            <a:ext cx="3710100" cy="571500"/>
          </a:xfrm>
          <a:prstGeom prst="rect">
            <a:avLst/>
          </a:prstGeom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EM Step Overview</a:t>
            </a:r>
            <a:endParaRPr/>
          </a:p>
        </p:txBody>
      </p:sp>
      <p:sp>
        <p:nvSpPr>
          <p:cNvPr id="523" name="Google Shape;523;p34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8</a:t>
            </a:fld>
            <a:endParaRPr/>
          </a:p>
        </p:txBody>
      </p:sp>
      <p:sp>
        <p:nvSpPr>
          <p:cNvPr id="524" name="Google Shape;524;p34"/>
          <p:cNvSpPr txBox="1"/>
          <p:nvPr/>
        </p:nvSpPr>
        <p:spPr>
          <a:xfrm>
            <a:off x="19200" y="1646375"/>
            <a:ext cx="7593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BATCH C4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25" name="Google Shape;525;p34"/>
          <p:cNvCxnSpPr>
            <a:stCxn id="524" idx="3"/>
            <a:endCxn id="526" idx="2"/>
          </p:cNvCxnSpPr>
          <p:nvPr/>
        </p:nvCxnSpPr>
        <p:spPr>
          <a:xfrm rot="10800000" flipH="1">
            <a:off x="778500" y="1813925"/>
            <a:ext cx="244800" cy="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7" name="Google Shape;527;p34"/>
          <p:cNvCxnSpPr>
            <a:stCxn id="526" idx="6"/>
            <a:endCxn id="528" idx="2"/>
          </p:cNvCxnSpPr>
          <p:nvPr/>
        </p:nvCxnSpPr>
        <p:spPr>
          <a:xfrm>
            <a:off x="1478576" y="1814040"/>
            <a:ext cx="9024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29" name="Google Shape;529;p34"/>
          <p:cNvCxnSpPr>
            <a:stCxn id="528" idx="6"/>
            <a:endCxn id="530" idx="2"/>
          </p:cNvCxnSpPr>
          <p:nvPr/>
        </p:nvCxnSpPr>
        <p:spPr>
          <a:xfrm>
            <a:off x="2836337" y="1814031"/>
            <a:ext cx="826200" cy="300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531" name="Google Shape;531;p34"/>
          <p:cNvCxnSpPr>
            <a:stCxn id="530" idx="6"/>
            <a:endCxn id="532" idx="2"/>
          </p:cNvCxnSpPr>
          <p:nvPr/>
        </p:nvCxnSpPr>
        <p:spPr>
          <a:xfrm>
            <a:off x="4117988" y="1816903"/>
            <a:ext cx="7035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533" name="Google Shape;533;p34"/>
          <p:cNvSpPr txBox="1"/>
          <p:nvPr/>
        </p:nvSpPr>
        <p:spPr>
          <a:xfrm>
            <a:off x="37725" y="1884870"/>
            <a:ext cx="790800" cy="571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Pieces = 10</a:t>
            </a:r>
            <a:endParaRPr sz="1000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or 6 + 4</a:t>
            </a:r>
            <a:endParaRPr sz="1000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4" name="Google Shape;534;p34"/>
          <p:cNvSpPr txBox="1"/>
          <p:nvPr/>
        </p:nvSpPr>
        <p:spPr>
          <a:xfrm>
            <a:off x="4762563" y="2084138"/>
            <a:ext cx="6309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G</a:t>
            </a:r>
            <a:r>
              <a:rPr lang="en" sz="1000" b="1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</a:t>
            </a:r>
            <a:r>
              <a:rPr lang="en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= 4</a:t>
            </a:r>
            <a:endParaRPr b="1">
              <a:solidFill>
                <a:srgbClr val="FF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35" name="Google Shape;535;p34"/>
          <p:cNvSpPr txBox="1"/>
          <p:nvPr/>
        </p:nvSpPr>
        <p:spPr>
          <a:xfrm>
            <a:off x="778600" y="2700263"/>
            <a:ext cx="4716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1000" i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i3k</a:t>
            </a:r>
            <a:endParaRPr sz="1000" i="1">
              <a:solidFill>
                <a:srgbClr val="FF0000"/>
              </a:solidFill>
            </a:endParaRPr>
          </a:p>
        </p:txBody>
      </p:sp>
      <p:sp>
        <p:nvSpPr>
          <p:cNvPr id="536" name="Google Shape;536;p34"/>
          <p:cNvSpPr txBox="1"/>
          <p:nvPr/>
        </p:nvSpPr>
        <p:spPr>
          <a:xfrm>
            <a:off x="2275000" y="2586663"/>
            <a:ext cx="6753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B</a:t>
            </a:r>
            <a:r>
              <a:rPr lang="en" sz="1000" i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000" b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= 6</a:t>
            </a:r>
            <a:endParaRPr sz="1000" b="1">
              <a:solidFill>
                <a:srgbClr val="FF0000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37" name="Google Shape;537;p34"/>
          <p:cNvCxnSpPr>
            <a:stCxn id="526" idx="5"/>
            <a:endCxn id="536" idx="0"/>
          </p:cNvCxnSpPr>
          <p:nvPr/>
        </p:nvCxnSpPr>
        <p:spPr>
          <a:xfrm>
            <a:off x="1411884" y="1975048"/>
            <a:ext cx="1200900" cy="611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8" name="Google Shape;538;p34"/>
          <p:cNvCxnSpPr>
            <a:stCxn id="528" idx="4"/>
            <a:endCxn id="536" idx="0"/>
          </p:cNvCxnSpPr>
          <p:nvPr/>
        </p:nvCxnSpPr>
        <p:spPr>
          <a:xfrm>
            <a:off x="2608637" y="2041731"/>
            <a:ext cx="3900" cy="5448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39" name="Google Shape;539;p34"/>
          <p:cNvCxnSpPr>
            <a:stCxn id="530" idx="3"/>
            <a:endCxn id="536" idx="0"/>
          </p:cNvCxnSpPr>
          <p:nvPr/>
        </p:nvCxnSpPr>
        <p:spPr>
          <a:xfrm flipH="1">
            <a:off x="2612680" y="1977912"/>
            <a:ext cx="1116600" cy="608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0" name="Google Shape;540;p34"/>
          <p:cNvSpPr txBox="1"/>
          <p:nvPr/>
        </p:nvSpPr>
        <p:spPr>
          <a:xfrm>
            <a:off x="1616063" y="2096188"/>
            <a:ext cx="5487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900" i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i31</a:t>
            </a:r>
            <a:endParaRPr sz="1000" i="1">
              <a:solidFill>
                <a:srgbClr val="FF00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1" name="Google Shape;541;p34"/>
          <p:cNvSpPr txBox="1"/>
          <p:nvPr/>
        </p:nvSpPr>
        <p:spPr>
          <a:xfrm>
            <a:off x="2395450" y="2103388"/>
            <a:ext cx="434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900" i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i32</a:t>
            </a:r>
            <a:endParaRPr sz="1000" i="1">
              <a:solidFill>
                <a:srgbClr val="FF00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42" name="Google Shape;542;p34"/>
          <p:cNvSpPr txBox="1"/>
          <p:nvPr/>
        </p:nvSpPr>
        <p:spPr>
          <a:xfrm>
            <a:off x="3119050" y="2103388"/>
            <a:ext cx="4899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900" i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i33</a:t>
            </a:r>
            <a:endParaRPr sz="1000" i="1">
              <a:solidFill>
                <a:srgbClr val="FF00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43" name="Google Shape;543;p34"/>
          <p:cNvCxnSpPr/>
          <p:nvPr/>
        </p:nvCxnSpPr>
        <p:spPr>
          <a:xfrm rot="10800000">
            <a:off x="1295000" y="1281675"/>
            <a:ext cx="3053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4" name="Google Shape;544;p34"/>
          <p:cNvSpPr txBox="1"/>
          <p:nvPr/>
        </p:nvSpPr>
        <p:spPr>
          <a:xfrm>
            <a:off x="778600" y="1168113"/>
            <a:ext cx="4716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10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i3k</a:t>
            </a:r>
            <a:endParaRPr sz="1000" i="1">
              <a:solidFill>
                <a:schemeClr val="accent5"/>
              </a:solidFill>
            </a:endParaRPr>
          </a:p>
        </p:txBody>
      </p:sp>
      <p:cxnSp>
        <p:nvCxnSpPr>
          <p:cNvPr id="545" name="Google Shape;545;p34"/>
          <p:cNvCxnSpPr/>
          <p:nvPr/>
        </p:nvCxnSpPr>
        <p:spPr>
          <a:xfrm>
            <a:off x="1250200" y="2813813"/>
            <a:ext cx="2720400" cy="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46" name="Google Shape;546;p34"/>
          <p:cNvSpPr txBox="1"/>
          <p:nvPr/>
        </p:nvSpPr>
        <p:spPr>
          <a:xfrm>
            <a:off x="2806700" y="1402400"/>
            <a:ext cx="790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9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i32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endParaRPr sz="10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9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i33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" sz="12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900" i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i33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7" name="Google Shape;547;p34"/>
          <p:cNvSpPr txBox="1"/>
          <p:nvPr/>
        </p:nvSpPr>
        <p:spPr>
          <a:xfrm>
            <a:off x="4082125" y="1410988"/>
            <a:ext cx="597000" cy="276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9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i33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endParaRPr sz="10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0 + 0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48" name="Google Shape;548;p34"/>
          <p:cNvSpPr txBox="1"/>
          <p:nvPr/>
        </p:nvSpPr>
        <p:spPr>
          <a:xfrm>
            <a:off x="3518500" y="2352175"/>
            <a:ext cx="1882800" cy="39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Bad Pieces Expectation in Observed </a:t>
            </a:r>
            <a:r>
              <a:rPr lang="en" sz="1100" b="1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BATCH C4 Step 3</a:t>
            </a:r>
            <a:r>
              <a:rPr lang="en" sz="11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 (M=4) where j=3</a:t>
            </a:r>
            <a:endParaRPr sz="1100">
              <a:solidFill>
                <a:srgbClr val="434343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49" name="Google Shape;549;p34"/>
          <p:cNvSpPr txBox="1"/>
          <p:nvPr/>
        </p:nvSpPr>
        <p:spPr>
          <a:xfrm>
            <a:off x="7582750" y="2940588"/>
            <a:ext cx="14634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Good Pieces Expectation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50" name="Google Shape;550;p34"/>
          <p:cNvSpPr txBox="1"/>
          <p:nvPr/>
        </p:nvSpPr>
        <p:spPr>
          <a:xfrm>
            <a:off x="1507600" y="1402388"/>
            <a:ext cx="7908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9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i31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= </a:t>
            </a:r>
            <a:endParaRPr sz="1000">
              <a:solidFill>
                <a:schemeClr val="accent5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900" i="1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i32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+ </a:t>
            </a:r>
            <a:r>
              <a:rPr lang="en" sz="1200" b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900" i="1">
                <a:solidFill>
                  <a:srgbClr val="FF0000"/>
                </a:solidFill>
                <a:latin typeface="Open Sans"/>
                <a:ea typeface="Open Sans"/>
                <a:cs typeface="Open Sans"/>
                <a:sym typeface="Open Sans"/>
              </a:rPr>
              <a:t>i32</a:t>
            </a:r>
            <a:r>
              <a:rPr lang="en" sz="1000">
                <a:solidFill>
                  <a:schemeClr val="accent5"/>
                </a:solidFill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>
              <a:solidFill>
                <a:schemeClr val="accent5"/>
              </a:solidFill>
            </a:endParaRPr>
          </a:p>
        </p:txBody>
      </p:sp>
      <p:sp>
        <p:nvSpPr>
          <p:cNvPr id="551" name="Google Shape;551;p34"/>
          <p:cNvSpPr/>
          <p:nvPr/>
        </p:nvSpPr>
        <p:spPr>
          <a:xfrm>
            <a:off x="3376875" y="4047300"/>
            <a:ext cx="1060200" cy="4554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Open Sans"/>
                <a:ea typeface="Open Sans"/>
                <a:cs typeface="Open Sans"/>
                <a:sym typeface="Open Sans"/>
              </a:rPr>
              <a:t> Θ = { P</a:t>
            </a:r>
            <a:r>
              <a:rPr lang="en" sz="1000">
                <a:latin typeface="Open Sans"/>
                <a:ea typeface="Open Sans"/>
                <a:cs typeface="Open Sans"/>
                <a:sym typeface="Open Sans"/>
              </a:rPr>
              <a:t>m</a:t>
            </a:r>
            <a:r>
              <a:rPr lang="en">
                <a:solidFill>
                  <a:schemeClr val="dk1"/>
                </a:solidFill>
                <a:latin typeface="Open Sans"/>
                <a:ea typeface="Open Sans"/>
                <a:cs typeface="Open Sans"/>
                <a:sym typeface="Open Sans"/>
              </a:rPr>
              <a:t> }</a:t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2" name="Google Shape;552;p34"/>
          <p:cNvSpPr/>
          <p:nvPr/>
        </p:nvSpPr>
        <p:spPr>
          <a:xfrm>
            <a:off x="8733700" y="4685928"/>
            <a:ext cx="235189" cy="201300"/>
          </a:xfrm>
          <a:custGeom>
            <a:avLst/>
            <a:gdLst/>
            <a:ahLst/>
            <a:cxnLst/>
            <a:rect l="l" t="t" r="r" b="b"/>
            <a:pathLst>
              <a:path w="350" h="300" extrusionOk="0">
                <a:moveTo>
                  <a:pt x="234" y="150"/>
                </a:moveTo>
                <a:cubicBezTo>
                  <a:pt x="234" y="131"/>
                  <a:pt x="219" y="116"/>
                  <a:pt x="200" y="116"/>
                </a:cubicBezTo>
                <a:cubicBezTo>
                  <a:pt x="182" y="116"/>
                  <a:pt x="167" y="131"/>
                  <a:pt x="167" y="150"/>
                </a:cubicBezTo>
                <a:cubicBezTo>
                  <a:pt x="167" y="168"/>
                  <a:pt x="182" y="183"/>
                  <a:pt x="200" y="183"/>
                </a:cubicBezTo>
                <a:cubicBezTo>
                  <a:pt x="219" y="183"/>
                  <a:pt x="234" y="168"/>
                  <a:pt x="234" y="150"/>
                </a:cubicBezTo>
                <a:close/>
                <a:moveTo>
                  <a:pt x="200" y="0"/>
                </a:moveTo>
                <a:cubicBezTo>
                  <a:pt x="117" y="0"/>
                  <a:pt x="50" y="66"/>
                  <a:pt x="50" y="150"/>
                </a:cubicBezTo>
                <a:cubicBezTo>
                  <a:pt x="0" y="150"/>
                  <a:pt x="0" y="150"/>
                  <a:pt x="0" y="150"/>
                </a:cubicBezTo>
                <a:cubicBezTo>
                  <a:pt x="67" y="216"/>
                  <a:pt x="67" y="216"/>
                  <a:pt x="67" y="216"/>
                </a:cubicBezTo>
                <a:cubicBezTo>
                  <a:pt x="134" y="150"/>
                  <a:pt x="134" y="150"/>
                  <a:pt x="134" y="150"/>
                </a:cubicBezTo>
                <a:cubicBezTo>
                  <a:pt x="84" y="150"/>
                  <a:pt x="84" y="150"/>
                  <a:pt x="84" y="150"/>
                </a:cubicBezTo>
                <a:cubicBezTo>
                  <a:pt x="84" y="85"/>
                  <a:pt x="135" y="33"/>
                  <a:pt x="200" y="33"/>
                </a:cubicBezTo>
                <a:cubicBezTo>
                  <a:pt x="265" y="33"/>
                  <a:pt x="317" y="85"/>
                  <a:pt x="317" y="150"/>
                </a:cubicBezTo>
                <a:cubicBezTo>
                  <a:pt x="317" y="215"/>
                  <a:pt x="265" y="266"/>
                  <a:pt x="200" y="266"/>
                </a:cubicBezTo>
                <a:cubicBezTo>
                  <a:pt x="175" y="266"/>
                  <a:pt x="152" y="258"/>
                  <a:pt x="132" y="245"/>
                </a:cubicBezTo>
                <a:cubicBezTo>
                  <a:pt x="109" y="268"/>
                  <a:pt x="109" y="268"/>
                  <a:pt x="109" y="268"/>
                </a:cubicBezTo>
                <a:cubicBezTo>
                  <a:pt x="134" y="288"/>
                  <a:pt x="165" y="300"/>
                  <a:pt x="200" y="300"/>
                </a:cubicBezTo>
                <a:cubicBezTo>
                  <a:pt x="284" y="300"/>
                  <a:pt x="350" y="233"/>
                  <a:pt x="350" y="150"/>
                </a:cubicBezTo>
                <a:cubicBezTo>
                  <a:pt x="350" y="66"/>
                  <a:pt x="284" y="0"/>
                  <a:pt x="200" y="0"/>
                </a:cubicBezTo>
                <a:close/>
              </a:path>
            </a:pathLst>
          </a:custGeom>
          <a:solidFill>
            <a:srgbClr val="000000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553" name="Google Shape;553;p34"/>
          <p:cNvCxnSpPr>
            <a:endCxn id="554" idx="0"/>
          </p:cNvCxnSpPr>
          <p:nvPr/>
        </p:nvCxnSpPr>
        <p:spPr>
          <a:xfrm flipH="1">
            <a:off x="6844401" y="2907424"/>
            <a:ext cx="261000" cy="1158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5" name="Google Shape;555;p34"/>
          <p:cNvSpPr txBox="1"/>
          <p:nvPr/>
        </p:nvSpPr>
        <p:spPr>
          <a:xfrm>
            <a:off x="7888588" y="4673013"/>
            <a:ext cx="8517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Update Theta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56" name="Google Shape;556;p34"/>
          <p:cNvCxnSpPr>
            <a:stCxn id="551" idx="0"/>
            <a:endCxn id="540" idx="2"/>
          </p:cNvCxnSpPr>
          <p:nvPr/>
        </p:nvCxnSpPr>
        <p:spPr>
          <a:xfrm rot="10800000">
            <a:off x="1890375" y="2323200"/>
            <a:ext cx="2016600" cy="1724100"/>
          </a:xfrm>
          <a:prstGeom prst="straightConnector1">
            <a:avLst/>
          </a:prstGeom>
          <a:noFill/>
          <a:ln w="9525" cap="flat" cmpd="sng">
            <a:solidFill>
              <a:srgbClr val="38444A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57" name="Google Shape;557;p34"/>
          <p:cNvCxnSpPr>
            <a:stCxn id="551" idx="0"/>
            <a:endCxn id="541" idx="2"/>
          </p:cNvCxnSpPr>
          <p:nvPr/>
        </p:nvCxnSpPr>
        <p:spPr>
          <a:xfrm rot="10800000">
            <a:off x="2612775" y="2330400"/>
            <a:ext cx="1294200" cy="1716900"/>
          </a:xfrm>
          <a:prstGeom prst="straightConnector1">
            <a:avLst/>
          </a:prstGeom>
          <a:noFill/>
          <a:ln w="9525" cap="flat" cmpd="sng">
            <a:solidFill>
              <a:srgbClr val="38444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58" name="Google Shape;558;p34"/>
          <p:cNvSpPr txBox="1"/>
          <p:nvPr/>
        </p:nvSpPr>
        <p:spPr>
          <a:xfrm>
            <a:off x="5014850" y="4394138"/>
            <a:ext cx="790800" cy="291900"/>
          </a:xfrm>
          <a:prstGeom prst="rect">
            <a:avLst/>
          </a:prstGeom>
          <a:noFill/>
          <a:ln w="9525" cap="flat" cmpd="sng">
            <a:solidFill>
              <a:srgbClr val="FE822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Initial {P(M)}</a:t>
            </a:r>
            <a:endParaRPr sz="1200">
              <a:solidFill>
                <a:srgbClr val="434343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59" name="Google Shape;559;p34"/>
          <p:cNvCxnSpPr>
            <a:stCxn id="558" idx="1"/>
            <a:endCxn id="551" idx="3"/>
          </p:cNvCxnSpPr>
          <p:nvPr/>
        </p:nvCxnSpPr>
        <p:spPr>
          <a:xfrm rot="10800000">
            <a:off x="4437050" y="4274888"/>
            <a:ext cx="577800" cy="2652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60" name="Google Shape;560;p34"/>
          <p:cNvSpPr txBox="1"/>
          <p:nvPr/>
        </p:nvSpPr>
        <p:spPr>
          <a:xfrm>
            <a:off x="5755498" y="531850"/>
            <a:ext cx="7908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E-STEP</a:t>
            </a:r>
            <a:endParaRPr sz="1800" b="1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1" name="Google Shape;561;p34"/>
          <p:cNvSpPr txBox="1"/>
          <p:nvPr/>
        </p:nvSpPr>
        <p:spPr>
          <a:xfrm>
            <a:off x="8135938" y="3863263"/>
            <a:ext cx="790800" cy="291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 b="1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M-STEP</a:t>
            </a:r>
            <a:endParaRPr sz="1800" b="1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2" name="Google Shape;562;p34">
            <a:hlinkClick r:id="rId3" action="ppaction://hlinksldjump"/>
          </p:cNvPr>
          <p:cNvSpPr/>
          <p:nvPr/>
        </p:nvSpPr>
        <p:spPr>
          <a:xfrm>
            <a:off x="4485200" y="4590163"/>
            <a:ext cx="393600" cy="393600"/>
          </a:xfrm>
          <a:prstGeom prst="ellipse">
            <a:avLst/>
          </a:prstGeom>
          <a:solidFill>
            <a:srgbClr val="D9D9D9"/>
          </a:solidFill>
          <a:ln w="2857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1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3" name="Google Shape;563;p34">
            <a:hlinkClick r:id="rId4" action="ppaction://hlinksldjump"/>
          </p:cNvPr>
          <p:cNvSpPr/>
          <p:nvPr/>
        </p:nvSpPr>
        <p:spPr>
          <a:xfrm>
            <a:off x="444050" y="2524325"/>
            <a:ext cx="393600" cy="3936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2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4" name="Google Shape;564;p34">
            <a:hlinkClick r:id="rId5" action="ppaction://hlinksldjump"/>
          </p:cNvPr>
          <p:cNvSpPr/>
          <p:nvPr/>
        </p:nvSpPr>
        <p:spPr>
          <a:xfrm>
            <a:off x="444050" y="1224913"/>
            <a:ext cx="393600" cy="393600"/>
          </a:xfrm>
          <a:prstGeom prst="ellipse">
            <a:avLst/>
          </a:prstGeom>
          <a:solidFill>
            <a:srgbClr val="DAFBFE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3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5" name="Google Shape;565;p34">
            <a:hlinkClick r:id="rId6" action="ppaction://hlinksldjump"/>
          </p:cNvPr>
          <p:cNvSpPr/>
          <p:nvPr/>
        </p:nvSpPr>
        <p:spPr>
          <a:xfrm>
            <a:off x="7418538" y="4540088"/>
            <a:ext cx="393600" cy="393600"/>
          </a:xfrm>
          <a:prstGeom prst="ellipse">
            <a:avLst/>
          </a:prstGeom>
          <a:solidFill>
            <a:srgbClr val="CFE2F3"/>
          </a:solidFill>
          <a:ln w="2857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6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66" name="Google Shape;566;p34"/>
          <p:cNvSpPr txBox="1"/>
          <p:nvPr/>
        </p:nvSpPr>
        <p:spPr>
          <a:xfrm>
            <a:off x="7541788" y="4098172"/>
            <a:ext cx="1463400" cy="45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latin typeface="Dosis"/>
                <a:ea typeface="Dosis"/>
                <a:cs typeface="Dosis"/>
                <a:sym typeface="Dosis"/>
              </a:rPr>
              <a:t>Yield rate of machine m</a:t>
            </a:r>
            <a:endParaRPr/>
          </a:p>
        </p:txBody>
      </p:sp>
      <p:sp>
        <p:nvSpPr>
          <p:cNvPr id="567" name="Google Shape;567;p34"/>
          <p:cNvSpPr txBox="1"/>
          <p:nvPr/>
        </p:nvSpPr>
        <p:spPr>
          <a:xfrm>
            <a:off x="4928350" y="4887225"/>
            <a:ext cx="959700" cy="227100"/>
          </a:xfrm>
          <a:prstGeom prst="rect">
            <a:avLst/>
          </a:prstGeom>
          <a:noFill/>
          <a:ln w="9525" cap="flat" cmpd="sng">
            <a:solidFill>
              <a:srgbClr val="FF99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18275" tIns="18275" rIns="18275" bIns="1827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rgbClr val="434343"/>
                </a:solidFill>
                <a:latin typeface="Dosis"/>
                <a:ea typeface="Dosis"/>
                <a:cs typeface="Dosis"/>
                <a:sym typeface="Dosis"/>
              </a:rPr>
              <a:t>Pre Processing</a:t>
            </a:r>
            <a:endParaRPr sz="1200">
              <a:solidFill>
                <a:srgbClr val="434343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568" name="Google Shape;568;p34"/>
          <p:cNvCxnSpPr>
            <a:stCxn id="567" idx="0"/>
            <a:endCxn id="558" idx="2"/>
          </p:cNvCxnSpPr>
          <p:nvPr/>
        </p:nvCxnSpPr>
        <p:spPr>
          <a:xfrm rot="10800000" flipH="1">
            <a:off x="5408200" y="4685925"/>
            <a:ext cx="2100" cy="2013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26" name="Google Shape;526;p34"/>
          <p:cNvSpPr/>
          <p:nvPr/>
        </p:nvSpPr>
        <p:spPr>
          <a:xfrm>
            <a:off x="1023176" y="1586340"/>
            <a:ext cx="455400" cy="455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FFFFFF"/>
                </a:solidFill>
              </a:rPr>
              <a:t>M=2</a:t>
            </a:r>
            <a:endParaRPr sz="1000"/>
          </a:p>
        </p:txBody>
      </p:sp>
      <p:sp>
        <p:nvSpPr>
          <p:cNvPr id="528" name="Google Shape;528;p34"/>
          <p:cNvSpPr/>
          <p:nvPr/>
        </p:nvSpPr>
        <p:spPr>
          <a:xfrm>
            <a:off x="2380937" y="1586331"/>
            <a:ext cx="455400" cy="455400"/>
          </a:xfrm>
          <a:prstGeom prst="ellipse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M=3</a:t>
            </a:r>
            <a:endParaRPr sz="1000"/>
          </a:p>
        </p:txBody>
      </p:sp>
      <p:sp>
        <p:nvSpPr>
          <p:cNvPr id="530" name="Google Shape;530;p34"/>
          <p:cNvSpPr/>
          <p:nvPr/>
        </p:nvSpPr>
        <p:spPr>
          <a:xfrm>
            <a:off x="3662588" y="1589203"/>
            <a:ext cx="455400" cy="455400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FFFFFF"/>
                </a:solidFill>
              </a:rPr>
              <a:t>M=4</a:t>
            </a:r>
            <a:endParaRPr sz="1000"/>
          </a:p>
        </p:txBody>
      </p:sp>
      <p:grpSp>
        <p:nvGrpSpPr>
          <p:cNvPr id="569" name="Google Shape;569;p34"/>
          <p:cNvGrpSpPr/>
          <p:nvPr/>
        </p:nvGrpSpPr>
        <p:grpSpPr>
          <a:xfrm>
            <a:off x="4821490" y="1590600"/>
            <a:ext cx="446313" cy="452623"/>
            <a:chOff x="7612300" y="1909850"/>
            <a:chExt cx="548700" cy="548700"/>
          </a:xfrm>
        </p:grpSpPr>
        <p:sp>
          <p:nvSpPr>
            <p:cNvPr id="532" name="Google Shape;532;p34"/>
            <p:cNvSpPr/>
            <p:nvPr/>
          </p:nvSpPr>
          <p:spPr>
            <a:xfrm>
              <a:off x="7612300" y="1909850"/>
              <a:ext cx="548700" cy="548700"/>
            </a:xfrm>
            <a:prstGeom prst="ellipse">
              <a:avLst/>
            </a:prstGeom>
            <a:solidFill>
              <a:srgbClr val="666666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70" name="Google Shape;570;p34"/>
            <p:cNvSpPr/>
            <p:nvPr/>
          </p:nvSpPr>
          <p:spPr>
            <a:xfrm>
              <a:off x="7738156" y="2063912"/>
              <a:ext cx="297000" cy="240600"/>
            </a:xfrm>
            <a:custGeom>
              <a:avLst/>
              <a:gdLst/>
              <a:ahLst/>
              <a:cxnLst/>
              <a:rect l="l" t="t" r="r" b="b"/>
              <a:pathLst>
                <a:path w="120000" h="120000" extrusionOk="0">
                  <a:moveTo>
                    <a:pt x="19033" y="73346"/>
                  </a:moveTo>
                  <a:lnTo>
                    <a:pt x="2705" y="73346"/>
                  </a:lnTo>
                  <a:cubicBezTo>
                    <a:pt x="1062" y="73346"/>
                    <a:pt x="0" y="74645"/>
                    <a:pt x="0" y="76653"/>
                  </a:cubicBezTo>
                  <a:lnTo>
                    <a:pt x="0" y="116574"/>
                  </a:lnTo>
                  <a:cubicBezTo>
                    <a:pt x="0" y="118582"/>
                    <a:pt x="1062" y="120000"/>
                    <a:pt x="2705" y="120000"/>
                  </a:cubicBezTo>
                  <a:lnTo>
                    <a:pt x="19033" y="120000"/>
                  </a:lnTo>
                  <a:cubicBezTo>
                    <a:pt x="20676" y="120000"/>
                    <a:pt x="21835" y="118582"/>
                    <a:pt x="21835" y="116574"/>
                  </a:cubicBezTo>
                  <a:lnTo>
                    <a:pt x="21835" y="76653"/>
                  </a:lnTo>
                  <a:cubicBezTo>
                    <a:pt x="21835" y="74645"/>
                    <a:pt x="20676" y="73346"/>
                    <a:pt x="19033" y="73346"/>
                  </a:cubicBezTo>
                  <a:close/>
                  <a:moveTo>
                    <a:pt x="16328" y="113267"/>
                  </a:moveTo>
                  <a:lnTo>
                    <a:pt x="5410" y="113267"/>
                  </a:lnTo>
                  <a:lnTo>
                    <a:pt x="5410" y="79960"/>
                  </a:lnTo>
                  <a:lnTo>
                    <a:pt x="16328" y="79960"/>
                  </a:lnTo>
                  <a:lnTo>
                    <a:pt x="16328" y="113267"/>
                  </a:lnTo>
                  <a:close/>
                  <a:moveTo>
                    <a:pt x="84541" y="53267"/>
                  </a:moveTo>
                  <a:lnTo>
                    <a:pt x="68115" y="53267"/>
                  </a:lnTo>
                  <a:cubicBezTo>
                    <a:pt x="66570" y="53267"/>
                    <a:pt x="65410" y="54685"/>
                    <a:pt x="65410" y="56574"/>
                  </a:cubicBezTo>
                  <a:lnTo>
                    <a:pt x="65410" y="116574"/>
                  </a:lnTo>
                  <a:cubicBezTo>
                    <a:pt x="65410" y="118582"/>
                    <a:pt x="66570" y="120000"/>
                    <a:pt x="68115" y="120000"/>
                  </a:cubicBezTo>
                  <a:lnTo>
                    <a:pt x="84541" y="120000"/>
                  </a:lnTo>
                  <a:cubicBezTo>
                    <a:pt x="86183" y="120000"/>
                    <a:pt x="87246" y="118582"/>
                    <a:pt x="87246" y="116574"/>
                  </a:cubicBezTo>
                  <a:lnTo>
                    <a:pt x="87246" y="56574"/>
                  </a:lnTo>
                  <a:cubicBezTo>
                    <a:pt x="87246" y="54685"/>
                    <a:pt x="86183" y="53267"/>
                    <a:pt x="84541" y="53267"/>
                  </a:cubicBezTo>
                  <a:close/>
                  <a:moveTo>
                    <a:pt x="81835" y="113267"/>
                  </a:moveTo>
                  <a:lnTo>
                    <a:pt x="70917" y="113267"/>
                  </a:lnTo>
                  <a:lnTo>
                    <a:pt x="70917" y="60000"/>
                  </a:lnTo>
                  <a:lnTo>
                    <a:pt x="81835" y="60000"/>
                  </a:lnTo>
                  <a:lnTo>
                    <a:pt x="81835" y="113267"/>
                  </a:lnTo>
                  <a:close/>
                  <a:moveTo>
                    <a:pt x="51787" y="13346"/>
                  </a:moveTo>
                  <a:lnTo>
                    <a:pt x="35458" y="13346"/>
                  </a:lnTo>
                  <a:cubicBezTo>
                    <a:pt x="33816" y="13346"/>
                    <a:pt x="32753" y="14645"/>
                    <a:pt x="32753" y="16653"/>
                  </a:cubicBezTo>
                  <a:lnTo>
                    <a:pt x="32753" y="116574"/>
                  </a:lnTo>
                  <a:cubicBezTo>
                    <a:pt x="32753" y="118582"/>
                    <a:pt x="33816" y="120000"/>
                    <a:pt x="35458" y="120000"/>
                  </a:cubicBezTo>
                  <a:lnTo>
                    <a:pt x="51787" y="120000"/>
                  </a:lnTo>
                  <a:cubicBezTo>
                    <a:pt x="53429" y="120000"/>
                    <a:pt x="54492" y="118582"/>
                    <a:pt x="54492" y="116574"/>
                  </a:cubicBezTo>
                  <a:lnTo>
                    <a:pt x="54492" y="16653"/>
                  </a:lnTo>
                  <a:cubicBezTo>
                    <a:pt x="54492" y="14645"/>
                    <a:pt x="53429" y="13346"/>
                    <a:pt x="51787" y="13346"/>
                  </a:cubicBezTo>
                  <a:close/>
                  <a:moveTo>
                    <a:pt x="49082" y="113267"/>
                  </a:moveTo>
                  <a:lnTo>
                    <a:pt x="38164" y="113267"/>
                  </a:lnTo>
                  <a:lnTo>
                    <a:pt x="38164" y="19960"/>
                  </a:lnTo>
                  <a:lnTo>
                    <a:pt x="49082" y="19960"/>
                  </a:lnTo>
                  <a:lnTo>
                    <a:pt x="49082" y="113267"/>
                  </a:lnTo>
                  <a:close/>
                  <a:moveTo>
                    <a:pt x="117198" y="0"/>
                  </a:moveTo>
                  <a:lnTo>
                    <a:pt x="100869" y="0"/>
                  </a:lnTo>
                  <a:cubicBezTo>
                    <a:pt x="99227" y="0"/>
                    <a:pt x="98164" y="1299"/>
                    <a:pt x="98164" y="3307"/>
                  </a:cubicBezTo>
                  <a:lnTo>
                    <a:pt x="98164" y="116574"/>
                  </a:lnTo>
                  <a:cubicBezTo>
                    <a:pt x="98164" y="118582"/>
                    <a:pt x="99227" y="120000"/>
                    <a:pt x="100869" y="120000"/>
                  </a:cubicBezTo>
                  <a:lnTo>
                    <a:pt x="117198" y="120000"/>
                  </a:lnTo>
                  <a:cubicBezTo>
                    <a:pt x="118840" y="120000"/>
                    <a:pt x="120000" y="118582"/>
                    <a:pt x="120000" y="116574"/>
                  </a:cubicBezTo>
                  <a:lnTo>
                    <a:pt x="120000" y="3307"/>
                  </a:lnTo>
                  <a:cubicBezTo>
                    <a:pt x="120000" y="1299"/>
                    <a:pt x="118840" y="0"/>
                    <a:pt x="117198" y="0"/>
                  </a:cubicBezTo>
                  <a:close/>
                  <a:moveTo>
                    <a:pt x="114492" y="113267"/>
                  </a:moveTo>
                  <a:lnTo>
                    <a:pt x="103574" y="113267"/>
                  </a:lnTo>
                  <a:lnTo>
                    <a:pt x="103574" y="6614"/>
                  </a:lnTo>
                  <a:lnTo>
                    <a:pt x="114492" y="6614"/>
                  </a:lnTo>
                  <a:lnTo>
                    <a:pt x="114492" y="11326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 spcFirstLastPara="1" wrap="square" lIns="91425" tIns="45700" rIns="91425" bIns="45700" anchor="t" anchorCtr="0">
              <a:noAutofit/>
            </a:bodyPr>
            <a:lstStyle/>
            <a:p>
              <a:pPr marL="0" marR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571" name="Google Shape;571;p34"/>
          <p:cNvSpPr txBox="1"/>
          <p:nvPr/>
        </p:nvSpPr>
        <p:spPr>
          <a:xfrm>
            <a:off x="75675" y="802400"/>
            <a:ext cx="1557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A1, </a:t>
            </a:r>
            <a:r>
              <a:rPr lang="en" sz="1300" b="1">
                <a:solidFill>
                  <a:srgbClr val="CCCCCC"/>
                </a:solidFill>
                <a:latin typeface="Dosis"/>
                <a:ea typeface="Dosis"/>
                <a:cs typeface="Dosis"/>
                <a:sym typeface="Dosis"/>
              </a:rPr>
              <a:t>A2,</a:t>
            </a:r>
            <a:r>
              <a:rPr lang="en" sz="1300" b="1">
                <a:latin typeface="Dosis"/>
                <a:ea typeface="Dosis"/>
                <a:cs typeface="Dosis"/>
                <a:sym typeface="Dosis"/>
              </a:rPr>
              <a:t> B3, C4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72" name="Google Shape;572;p34"/>
          <p:cNvSpPr txBox="1"/>
          <p:nvPr/>
        </p:nvSpPr>
        <p:spPr>
          <a:xfrm>
            <a:off x="1741500" y="802400"/>
            <a:ext cx="32496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1000">
                <a:solidFill>
                  <a:schemeClr val="accent5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ijk</a:t>
            </a:r>
            <a:r>
              <a:rPr lang="en" sz="1000" b="1">
                <a:solidFill>
                  <a:schemeClr val="accent5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sz="1000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and </a:t>
            </a:r>
            <a:r>
              <a:rPr lang="en" sz="1200" b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1000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ijk </a:t>
            </a:r>
            <a:r>
              <a:rPr lang="en" sz="1000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in any observed bad pieces (</a:t>
            </a:r>
            <a:r>
              <a:rPr lang="en" sz="1000" i="1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</a:t>
            </a:r>
            <a:r>
              <a:rPr lang="en" sz="1000">
                <a:solidFill>
                  <a:srgbClr val="38444A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)</a:t>
            </a:r>
            <a:endParaRPr sz="1000" b="1">
              <a:solidFill>
                <a:srgbClr val="38444A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3" name="Google Shape;573;p34"/>
          <p:cNvSpPr/>
          <p:nvPr/>
        </p:nvSpPr>
        <p:spPr>
          <a:xfrm>
            <a:off x="3452625" y="3069750"/>
            <a:ext cx="2051700" cy="342000"/>
          </a:xfrm>
          <a:prstGeom prst="rect">
            <a:avLst/>
          </a:prstGeom>
          <a:noFill/>
          <a:ln w="19050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4" name="Google Shape;574;p34"/>
          <p:cNvSpPr txBox="1"/>
          <p:nvPr/>
        </p:nvSpPr>
        <p:spPr>
          <a:xfrm>
            <a:off x="3452625" y="3130525"/>
            <a:ext cx="13338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C4</a:t>
            </a:r>
            <a:r>
              <a:rPr lang="en" sz="1300" b="1">
                <a:solidFill>
                  <a:srgbClr val="CCCCCC"/>
                </a:solidFill>
                <a:latin typeface="Dosis"/>
                <a:ea typeface="Dosis"/>
                <a:cs typeface="Dosis"/>
                <a:sym typeface="Dosis"/>
              </a:rPr>
              <a:t>,  …, F8</a:t>
            </a:r>
            <a:endParaRPr sz="1300" b="1">
              <a:solidFill>
                <a:srgbClr val="CCCCCC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575" name="Google Shape;575;p34"/>
          <p:cNvSpPr txBox="1"/>
          <p:nvPr/>
        </p:nvSpPr>
        <p:spPr>
          <a:xfrm>
            <a:off x="4819850" y="3124450"/>
            <a:ext cx="5970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200" b="1">
                <a:solidFill>
                  <a:schemeClr val="accent5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X</a:t>
            </a:r>
            <a:r>
              <a:rPr lang="en" sz="1000">
                <a:solidFill>
                  <a:schemeClr val="accent5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ijk</a:t>
            </a:r>
            <a:r>
              <a:rPr lang="en" sz="1000" b="1">
                <a:solidFill>
                  <a:srgbClr val="CCCCCC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, </a:t>
            </a:r>
            <a:r>
              <a:rPr lang="en" sz="1200" b="1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r>
              <a:rPr lang="en" sz="1000">
                <a:solidFill>
                  <a:srgbClr val="FF0000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ijk </a:t>
            </a:r>
            <a:endParaRPr sz="1000" b="1">
              <a:solidFill>
                <a:srgbClr val="FF0000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576" name="Google Shape;576;p34"/>
          <p:cNvCxnSpPr>
            <a:endCxn id="577" idx="3"/>
          </p:cNvCxnSpPr>
          <p:nvPr/>
        </p:nvCxnSpPr>
        <p:spPr>
          <a:xfrm flipH="1">
            <a:off x="6928415" y="1178537"/>
            <a:ext cx="316500" cy="200400"/>
          </a:xfrm>
          <a:prstGeom prst="bentConnector3">
            <a:avLst>
              <a:gd name="adj1" fmla="val 2636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78" name="Google Shape;578;p34"/>
          <p:cNvCxnSpPr>
            <a:stCxn id="551" idx="0"/>
            <a:endCxn id="542" idx="2"/>
          </p:cNvCxnSpPr>
          <p:nvPr/>
        </p:nvCxnSpPr>
        <p:spPr>
          <a:xfrm rot="10800000">
            <a:off x="3363975" y="2330400"/>
            <a:ext cx="543000" cy="1716900"/>
          </a:xfrm>
          <a:prstGeom prst="straightConnector1">
            <a:avLst/>
          </a:prstGeom>
          <a:noFill/>
          <a:ln w="9525" cap="flat" cmpd="sng">
            <a:solidFill>
              <a:srgbClr val="38444A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79" name="Google Shape;579;p34"/>
          <p:cNvSpPr/>
          <p:nvPr/>
        </p:nvSpPr>
        <p:spPr>
          <a:xfrm>
            <a:off x="4082126" y="3931650"/>
            <a:ext cx="2161803" cy="341119"/>
          </a:xfrm>
          <a:custGeom>
            <a:avLst/>
            <a:gdLst/>
            <a:ahLst/>
            <a:cxnLst/>
            <a:rect l="l" t="t" r="r" b="b"/>
            <a:pathLst>
              <a:path w="143071" h="17820" extrusionOk="0">
                <a:moveTo>
                  <a:pt x="143071" y="17820"/>
                </a:moveTo>
                <a:lnTo>
                  <a:pt x="128451" y="17820"/>
                </a:lnTo>
                <a:lnTo>
                  <a:pt x="128451" y="0"/>
                </a:lnTo>
                <a:lnTo>
                  <a:pt x="0" y="378"/>
                </a:lnTo>
                <a:lnTo>
                  <a:pt x="0" y="13338"/>
                </a:lnTo>
              </a:path>
            </a:pathLst>
          </a:custGeom>
          <a:noFill/>
          <a:ln w="19050" cap="flat" cmpd="sng">
            <a:solidFill>
              <a:srgbClr val="3D85C6"/>
            </a:solidFill>
            <a:prstDash val="solid"/>
            <a:round/>
            <a:headEnd type="none" w="med" len="med"/>
            <a:tailEnd type="triangle" w="med" len="med"/>
          </a:ln>
        </p:spPr>
      </p:sp>
      <p:graphicFrame>
        <p:nvGraphicFramePr>
          <p:cNvPr id="580" name="Google Shape;580;p34"/>
          <p:cNvGraphicFramePr/>
          <p:nvPr/>
        </p:nvGraphicFramePr>
        <p:xfrm>
          <a:off x="7231725" y="675988"/>
          <a:ext cx="1784250" cy="895985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44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1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38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047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i="1">
                          <a:solidFill>
                            <a:srgbClr val="434343"/>
                          </a:solidFill>
                          <a:latin typeface="Corsiva"/>
                          <a:ea typeface="Corsiva"/>
                          <a:cs typeface="Corsiva"/>
                          <a:sym typeface="Corsiva"/>
                        </a:rPr>
                        <a:t>m</a:t>
                      </a:r>
                      <a:endParaRPr i="1">
                        <a:solidFill>
                          <a:srgbClr val="434343"/>
                        </a:solidFill>
                        <a:latin typeface="Corsiva"/>
                        <a:ea typeface="Corsiva"/>
                        <a:cs typeface="Corsiva"/>
                        <a:sym typeface="Corsiva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</a:t>
                      </a:r>
                      <a:endParaRPr sz="12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6826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… 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B3;1;1, … , C4;3;1}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C4;2;2, C4;3;2 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B3;2;2, C4;3;3}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577" name="Google Shape;577;p34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5904025" y="968687"/>
            <a:ext cx="1024390" cy="8205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cxnSp>
        <p:nvCxnSpPr>
          <p:cNvPr id="581" name="Google Shape;581;p34"/>
          <p:cNvCxnSpPr>
            <a:stCxn id="520" idx="3"/>
            <a:endCxn id="577" idx="1"/>
          </p:cNvCxnSpPr>
          <p:nvPr/>
        </p:nvCxnSpPr>
        <p:spPr>
          <a:xfrm>
            <a:off x="5495175" y="915950"/>
            <a:ext cx="408900" cy="4629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2" name="Google Shape;582;p34"/>
          <p:cNvCxnSpPr>
            <a:stCxn id="521" idx="3"/>
            <a:endCxn id="577" idx="1"/>
          </p:cNvCxnSpPr>
          <p:nvPr/>
        </p:nvCxnSpPr>
        <p:spPr>
          <a:xfrm rot="10800000" flipH="1">
            <a:off x="5495175" y="1379050"/>
            <a:ext cx="408900" cy="700200"/>
          </a:xfrm>
          <a:prstGeom prst="bentConnector3">
            <a:avLst>
              <a:gd name="adj1" fmla="val 49994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583" name="Google Shape;583;p34"/>
          <p:cNvCxnSpPr>
            <a:stCxn id="573" idx="3"/>
            <a:endCxn id="577" idx="1"/>
          </p:cNvCxnSpPr>
          <p:nvPr/>
        </p:nvCxnSpPr>
        <p:spPr>
          <a:xfrm rot="10800000" flipH="1">
            <a:off x="5504325" y="1378950"/>
            <a:ext cx="399600" cy="1861800"/>
          </a:xfrm>
          <a:prstGeom prst="bentConnector3">
            <a:avLst>
              <a:gd name="adj1" fmla="val 50013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pic>
        <p:nvPicPr>
          <p:cNvPr id="584" name="Google Shape;584;p34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7888600" y="726411"/>
            <a:ext cx="1116600" cy="13561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585" name="Google Shape;585;p34"/>
          <p:cNvCxnSpPr>
            <a:stCxn id="577" idx="2"/>
          </p:cNvCxnSpPr>
          <p:nvPr/>
        </p:nvCxnSpPr>
        <p:spPr>
          <a:xfrm>
            <a:off x="6416220" y="1789187"/>
            <a:ext cx="437100" cy="4281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586" name="Google Shape;586;p34"/>
          <p:cNvSpPr txBox="1"/>
          <p:nvPr/>
        </p:nvSpPr>
        <p:spPr>
          <a:xfrm>
            <a:off x="6985900" y="1595550"/>
            <a:ext cx="1940700" cy="227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434343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SUM all X and Z for each machine m</a:t>
            </a:r>
            <a:endParaRPr sz="1100">
              <a:solidFill>
                <a:srgbClr val="434343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554" name="Google Shape;554;p34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6243951" y="4066324"/>
            <a:ext cx="1200900" cy="492013"/>
          </a:xfrm>
          <a:prstGeom prst="rect">
            <a:avLst/>
          </a:prstGeom>
          <a:noFill/>
          <a:ln>
            <a:noFill/>
          </a:ln>
        </p:spPr>
      </p:pic>
      <p:sp>
        <p:nvSpPr>
          <p:cNvPr id="587" name="Google Shape;587;p34">
            <a:hlinkClick r:id="rId10" action="ppaction://hlinksldjump"/>
          </p:cNvPr>
          <p:cNvSpPr/>
          <p:nvPr/>
        </p:nvSpPr>
        <p:spPr>
          <a:xfrm>
            <a:off x="5826738" y="1687600"/>
            <a:ext cx="393600" cy="393600"/>
          </a:xfrm>
          <a:prstGeom prst="ellipse">
            <a:avLst/>
          </a:prstGeom>
          <a:solidFill>
            <a:srgbClr val="EFEFEF"/>
          </a:solidFill>
          <a:ln w="2857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4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588" name="Google Shape;588;p34"/>
          <p:cNvPicPr preferRelativeResize="0"/>
          <p:nvPr/>
        </p:nvPicPr>
        <p:blipFill>
          <a:blip r:embed="rId11">
            <a:alphaModFix/>
          </a:blip>
          <a:stretch>
            <a:fillRect/>
          </a:stretch>
        </p:blipFill>
        <p:spPr>
          <a:xfrm>
            <a:off x="6625640" y="2265900"/>
            <a:ext cx="2379572" cy="611700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589" name="Google Shape;589;p34">
            <a:hlinkClick r:id="rId12" action="ppaction://hlinksldjump"/>
          </p:cNvPr>
          <p:cNvSpPr/>
          <p:nvPr/>
        </p:nvSpPr>
        <p:spPr>
          <a:xfrm>
            <a:off x="6437963" y="2744863"/>
            <a:ext cx="393600" cy="393600"/>
          </a:xfrm>
          <a:prstGeom prst="ellipse">
            <a:avLst/>
          </a:prstGeom>
          <a:solidFill>
            <a:srgbClr val="D9EAD3"/>
          </a:solidFill>
          <a:ln w="2857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latin typeface="Dosis"/>
                <a:ea typeface="Dosis"/>
                <a:cs typeface="Dosis"/>
                <a:sym typeface="Dosis"/>
              </a:rPr>
              <a:t>5</a:t>
            </a:r>
            <a:endParaRPr sz="1000" b="1">
              <a:latin typeface="Dosis"/>
              <a:ea typeface="Dosis"/>
              <a:cs typeface="Dosis"/>
              <a:sym typeface="Dosi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67235">
        <p14:gallery dir="l"/>
      </p:transition>
    </mc:Choice>
    <mc:Fallback xmlns="">
      <p:transition spd="slow" advTm="167235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955" x="4749800" y="2289175"/>
          <p14:tracePt t="5275" x="4749800" y="2282825"/>
          <p14:tracePt t="5283" x="4757738" y="2268538"/>
          <p14:tracePt t="5291" x="4757738" y="2262188"/>
          <p14:tracePt t="5299" x="4757738" y="2254250"/>
          <p14:tracePt t="5315" x="4757738" y="2239963"/>
          <p14:tracePt t="5331" x="4757738" y="2233613"/>
          <p14:tracePt t="7451" x="4772025" y="2233613"/>
          <p14:tracePt t="7539" x="4778375" y="2233613"/>
          <p14:tracePt t="7643" x="4786313" y="2233613"/>
          <p14:tracePt t="7883" x="4786313" y="2239963"/>
          <p14:tracePt t="7891" x="4792663" y="2254250"/>
          <p14:tracePt t="7899" x="4800600" y="2262188"/>
          <p14:tracePt t="7907" x="4800600" y="2268538"/>
          <p14:tracePt t="7915" x="4800600" y="2282825"/>
          <p14:tracePt t="7923" x="4821238" y="2303463"/>
          <p14:tracePt t="7931" x="4829175" y="2311400"/>
          <p14:tracePt t="7939" x="4835525" y="2332038"/>
          <p14:tracePt t="7947" x="4849813" y="2360613"/>
          <p14:tracePt t="7955" x="4857750" y="2368550"/>
          <p14:tracePt t="7963" x="4864100" y="2389188"/>
          <p14:tracePt t="7971" x="4878388" y="2411413"/>
          <p14:tracePt t="7979" x="4878388" y="2425700"/>
          <p14:tracePt t="7995" x="4886325" y="2425700"/>
          <p14:tracePt t="8011" x="4892675" y="2439988"/>
          <p14:tracePt t="8075" x="4900613" y="2439988"/>
          <p14:tracePt t="8083" x="4929188" y="2454275"/>
          <p14:tracePt t="8099" x="4949825" y="2460625"/>
          <p14:tracePt t="8107" x="4957763" y="2468563"/>
          <p14:tracePt t="8115" x="4978400" y="2474913"/>
          <p14:tracePt t="8123" x="5006975" y="2482850"/>
          <p14:tracePt t="8131" x="5021263" y="2497138"/>
          <p14:tracePt t="8139" x="5035550" y="2497138"/>
          <p14:tracePt t="8155" x="5049838" y="2497138"/>
          <p14:tracePt t="8259" x="5057775" y="2497138"/>
          <p14:tracePt t="8331" x="5057775" y="2482850"/>
          <p14:tracePt t="8347" x="5057775" y="2474913"/>
          <p14:tracePt t="8371" x="5049838" y="2468563"/>
          <p14:tracePt t="8379" x="5043488" y="2468563"/>
          <p14:tracePt t="8403" x="5035550" y="2460625"/>
          <p14:tracePt t="8427" x="5029200" y="2454275"/>
          <p14:tracePt t="8571" x="5029200" y="2474913"/>
          <p14:tracePt t="8579" x="5035550" y="2497138"/>
          <p14:tracePt t="8587" x="5043488" y="2511425"/>
          <p14:tracePt t="8595" x="5072063" y="2540000"/>
          <p14:tracePt t="8603" x="5084763" y="2554288"/>
          <p14:tracePt t="8611" x="5121275" y="2582863"/>
          <p14:tracePt t="8619" x="5164138" y="2611438"/>
          <p14:tracePt t="8627" x="5213350" y="2640013"/>
          <p14:tracePt t="8635" x="5256213" y="2654300"/>
          <p14:tracePt t="8643" x="5313363" y="2682875"/>
          <p14:tracePt t="8651" x="5384800" y="2697163"/>
          <p14:tracePt t="8659" x="5435600" y="2711450"/>
          <p14:tracePt t="8668" x="5507038" y="2725738"/>
          <p14:tracePt t="8675" x="5564188" y="2754313"/>
          <p14:tracePt t="8683" x="5619750" y="2768600"/>
          <p14:tracePt t="8691" x="5691188" y="2789238"/>
          <p14:tracePt t="8699" x="5734050" y="2797175"/>
          <p14:tracePt t="8707" x="5791200" y="2817813"/>
          <p14:tracePt t="8715" x="5827713" y="2840038"/>
          <p14:tracePt t="8723" x="5870575" y="2867025"/>
          <p14:tracePt t="8731" x="5876925" y="2874963"/>
          <p14:tracePt t="8739" x="5884863" y="2889250"/>
          <p14:tracePt t="8747" x="5884863" y="2895600"/>
          <p14:tracePt t="8755" x="5884863" y="2903538"/>
          <p14:tracePt t="8770" x="5884863" y="2909888"/>
          <p14:tracePt t="8947" x="5870575" y="2903538"/>
          <p14:tracePt t="8955" x="5870575" y="2895600"/>
          <p14:tracePt t="9019" x="5870575" y="2938463"/>
          <p14:tracePt t="9027" x="5870575" y="2981325"/>
          <p14:tracePt t="9035" x="5870575" y="3046413"/>
          <p14:tracePt t="9043" x="5870575" y="3132138"/>
          <p14:tracePt t="9051" x="5862638" y="3217863"/>
          <p14:tracePt t="9059" x="5848350" y="3338513"/>
          <p14:tracePt t="9068" x="5813425" y="3438525"/>
          <p14:tracePt t="9075" x="5791200" y="3530600"/>
          <p14:tracePt t="9084" x="5762625" y="3630613"/>
          <p14:tracePt t="9091" x="5741988" y="3702050"/>
          <p14:tracePt t="9099" x="5727700" y="3767138"/>
          <p14:tracePt t="9107" x="5713413" y="3824288"/>
          <p14:tracePt t="9115" x="5705475" y="3895725"/>
          <p14:tracePt t="9123" x="5705475" y="3959225"/>
          <p14:tracePt t="9131" x="5705475" y="4016375"/>
          <p14:tracePt t="9139" x="5705475" y="4079875"/>
          <p14:tracePt t="9147" x="5705475" y="4130675"/>
          <p14:tracePt t="9155" x="5705475" y="4179888"/>
          <p14:tracePt t="9163" x="5713413" y="4222750"/>
          <p14:tracePt t="9171" x="5734050" y="4279900"/>
          <p14:tracePt t="9179" x="5770563" y="4322763"/>
          <p14:tracePt t="9187" x="5813425" y="4359275"/>
          <p14:tracePt t="9195" x="5856288" y="4387850"/>
          <p14:tracePt t="9203" x="5876925" y="4394200"/>
          <p14:tracePt t="9211" x="5884863" y="4394200"/>
          <p14:tracePt t="9307" x="5891213" y="4394200"/>
          <p14:tracePt t="9315" x="5891213" y="4365625"/>
          <p14:tracePt t="9323" x="5891213" y="4344988"/>
          <p14:tracePt t="9331" x="5891213" y="4337050"/>
          <p14:tracePt t="9339" x="5891213" y="4322763"/>
          <p14:tracePt t="9347" x="5891213" y="4316413"/>
          <p14:tracePt t="9355" x="5884863" y="4316413"/>
          <p14:tracePt t="9363" x="5862638" y="4316413"/>
          <p14:tracePt t="9371" x="5848350" y="4316413"/>
          <p14:tracePt t="9379" x="5827713" y="4316413"/>
          <p14:tracePt t="9387" x="5776913" y="4322763"/>
          <p14:tracePt t="9395" x="5748338" y="4322763"/>
          <p14:tracePt t="9403" x="5699125" y="4330700"/>
          <p14:tracePt t="9411" x="5634038" y="4344988"/>
          <p14:tracePt t="9419" x="5578475" y="4359275"/>
          <p14:tracePt t="9427" x="5521325" y="4365625"/>
          <p14:tracePt t="9435" x="5484813" y="4365625"/>
          <p14:tracePt t="9442" x="5441950" y="4365625"/>
          <p14:tracePt t="9451" x="5392738" y="4379913"/>
          <p14:tracePt t="9459" x="5349875" y="4387850"/>
          <p14:tracePt t="9468" x="5313363" y="4387850"/>
          <p14:tracePt t="9475" x="5284788" y="4394200"/>
          <p14:tracePt t="9484" x="5221288" y="4402138"/>
          <p14:tracePt t="9491" x="5178425" y="4402138"/>
          <p14:tracePt t="9499" x="5113338" y="4416425"/>
          <p14:tracePt t="9507" x="5049838" y="4445000"/>
          <p14:tracePt t="9515" x="4986338" y="4465638"/>
          <p14:tracePt t="9523" x="4921250" y="4479925"/>
          <p14:tracePt t="9531" x="4849813" y="4508500"/>
          <p14:tracePt t="9539" x="4800600" y="4530725"/>
          <p14:tracePt t="9547" x="4757738" y="4551363"/>
          <p14:tracePt t="9555" x="4706938" y="4579938"/>
          <p14:tracePt t="9563" x="4664075" y="4608513"/>
          <p14:tracePt t="9571" x="4629150" y="4622800"/>
          <p14:tracePt t="9579" x="4606925" y="4643438"/>
          <p14:tracePt t="9587" x="4592638" y="4651375"/>
          <p14:tracePt t="9595" x="4578350" y="4665663"/>
          <p14:tracePt t="9611" x="4565650" y="4679950"/>
          <p14:tracePt t="9618" x="4557713" y="4686300"/>
          <p14:tracePt t="9627" x="4543425" y="4694238"/>
          <p14:tracePt t="9643" x="4537075" y="4700588"/>
          <p14:tracePt t="9651" x="4529138" y="4708525"/>
          <p14:tracePt t="9659" x="4522788" y="4714875"/>
          <p14:tracePt t="9668" x="4522788" y="4722813"/>
          <p14:tracePt t="9675" x="4508500" y="4737100"/>
          <p14:tracePt t="9699" x="4500563" y="4743450"/>
          <p14:tracePt t="9715" x="4500563" y="4751388"/>
          <p14:tracePt t="10203" x="4500563" y="4757738"/>
          <p14:tracePt t="10227" x="4500563" y="4765675"/>
          <p14:tracePt t="10339" x="4500563" y="4772025"/>
          <p14:tracePt t="10395" x="4500563" y="4779963"/>
          <p14:tracePt t="10699" x="4508500" y="4786313"/>
          <p14:tracePt t="10971" x="4514850" y="4786313"/>
          <p14:tracePt t="11099" x="4522788" y="4794250"/>
          <p14:tracePt t="11499" x="4529138" y="4794250"/>
          <p14:tracePt t="11523" x="4537075" y="4794250"/>
          <p14:tracePt t="11531" x="4543425" y="4794250"/>
          <p14:tracePt t="11563" x="4551363" y="4794250"/>
          <p14:tracePt t="11571" x="4565650" y="4794250"/>
          <p14:tracePt t="11587" x="4578350" y="4794250"/>
          <p14:tracePt t="11595" x="4586288" y="4794250"/>
          <p14:tracePt t="11603" x="4592638" y="4794250"/>
          <p14:tracePt t="11611" x="4606925" y="4794250"/>
          <p14:tracePt t="11619" x="4614863" y="4794250"/>
          <p14:tracePt t="11627" x="4635500" y="4794250"/>
          <p14:tracePt t="11643" x="4649788" y="4794250"/>
          <p14:tracePt t="11652" x="4657725" y="4794250"/>
          <p14:tracePt t="11668" x="4664075" y="4794250"/>
          <p14:tracePt t="11675" x="4678363" y="4794250"/>
          <p14:tracePt t="11691" x="4700588" y="4794250"/>
          <p14:tracePt t="11699" x="4706938" y="4794250"/>
          <p14:tracePt t="11707" x="4714875" y="4794250"/>
          <p14:tracePt t="11715" x="4729163" y="4786313"/>
          <p14:tracePt t="11723" x="4743450" y="4779963"/>
          <p14:tracePt t="11731" x="4757738" y="4765675"/>
          <p14:tracePt t="11739" x="4772025" y="4751388"/>
          <p14:tracePt t="11747" x="4778375" y="4743450"/>
          <p14:tracePt t="11755" x="4792663" y="4722813"/>
          <p14:tracePt t="11763" x="4800600" y="4714875"/>
          <p14:tracePt t="11771" x="4814888" y="4694238"/>
          <p14:tracePt t="11779" x="4821238" y="4679950"/>
          <p14:tracePt t="11787" x="4829175" y="4643438"/>
          <p14:tracePt t="11795" x="4835525" y="4637088"/>
          <p14:tracePt t="11803" x="4843463" y="4614863"/>
          <p14:tracePt t="11811" x="4843463" y="4608513"/>
          <p14:tracePt t="11818" x="4843463" y="4594225"/>
          <p14:tracePt t="11827" x="4843463" y="4586288"/>
          <p14:tracePt t="11835" x="4843463" y="4572000"/>
          <p14:tracePt t="11843" x="4857750" y="4559300"/>
          <p14:tracePt t="11859" x="4857750" y="4545013"/>
          <p14:tracePt t="11868" x="4857750" y="4537075"/>
          <p14:tracePt t="11875" x="4857750" y="4522788"/>
          <p14:tracePt t="11883" x="4857750" y="4516438"/>
          <p14:tracePt t="11902" x="4857750" y="4502150"/>
          <p14:tracePt t="11907" x="4857750" y="4494213"/>
          <p14:tracePt t="11915" x="4857750" y="4487863"/>
          <p14:tracePt t="11923" x="4849813" y="4479925"/>
          <p14:tracePt t="11931" x="4835525" y="4465638"/>
          <p14:tracePt t="11947" x="4835525" y="4459288"/>
          <p14:tracePt t="11955" x="4829175" y="4451350"/>
          <p14:tracePt t="11963" x="4829175" y="4445000"/>
          <p14:tracePt t="11971" x="4814888" y="4437063"/>
          <p14:tracePt t="11979" x="4814888" y="4430713"/>
          <p14:tracePt t="11987" x="4806950" y="4430713"/>
          <p14:tracePt t="11995" x="4800600" y="4416425"/>
          <p14:tracePt t="12003" x="4792663" y="4416425"/>
          <p14:tracePt t="12011" x="4786313" y="4408488"/>
          <p14:tracePt t="12027" x="4772025" y="4402138"/>
          <p14:tracePt t="12035" x="4764088" y="4402138"/>
          <p14:tracePt t="12059" x="4757738" y="4402138"/>
          <p14:tracePt t="12067" x="4749800" y="4402138"/>
          <p14:tracePt t="12075" x="4743450" y="4394200"/>
          <p14:tracePt t="12091" x="4735513" y="4394200"/>
          <p14:tracePt t="12739" x="4743450" y="4394200"/>
          <p14:tracePt t="13035" x="4749800" y="4394200"/>
          <p14:tracePt t="13051" x="4757738" y="4394200"/>
          <p14:tracePt t="13059" x="4764088" y="4394200"/>
          <p14:tracePt t="13067" x="4772025" y="4394200"/>
          <p14:tracePt t="13091" x="4778375" y="4394200"/>
          <p14:tracePt t="13099" x="4792663" y="4394200"/>
          <p14:tracePt t="13115" x="4800600" y="4379913"/>
          <p14:tracePt t="13123" x="4806950" y="4379913"/>
          <p14:tracePt t="13139" x="4814888" y="4379913"/>
          <p14:tracePt t="13155" x="4821238" y="4373563"/>
          <p14:tracePt t="13163" x="4829175" y="4373563"/>
          <p14:tracePt t="13187" x="4835525" y="4365625"/>
          <p14:tracePt t="13243" x="4843463" y="4365625"/>
          <p14:tracePt t="13267" x="4849813" y="4365625"/>
          <p14:tracePt t="13299" x="4857750" y="4359275"/>
          <p14:tracePt t="13475" x="4864100" y="4359275"/>
          <p14:tracePt t="13483" x="4886325" y="4359275"/>
          <p14:tracePt t="13491" x="4892675" y="4365625"/>
          <p14:tracePt t="13499" x="4900613" y="4365625"/>
          <p14:tracePt t="13507" x="4906963" y="4365625"/>
          <p14:tracePt t="13515" x="4935538" y="4379913"/>
          <p14:tracePt t="13523" x="4943475" y="4387850"/>
          <p14:tracePt t="13531" x="4957763" y="4394200"/>
          <p14:tracePt t="13539" x="4972050" y="4416425"/>
          <p14:tracePt t="13547" x="4986338" y="4422775"/>
          <p14:tracePt t="13555" x="4986338" y="4437063"/>
          <p14:tracePt t="13563" x="5006975" y="4459288"/>
          <p14:tracePt t="13571" x="5006975" y="4473575"/>
          <p14:tracePt t="13579" x="5021263" y="4502150"/>
          <p14:tracePt t="13587" x="5035550" y="4530725"/>
          <p14:tracePt t="13595" x="5035550" y="4551363"/>
          <p14:tracePt t="13603" x="5043488" y="4579938"/>
          <p14:tracePt t="13611" x="5049838" y="4586288"/>
          <p14:tracePt t="13618" x="5064125" y="4608513"/>
          <p14:tracePt t="13627" x="5064125" y="4622800"/>
          <p14:tracePt t="13635" x="5078413" y="4637088"/>
          <p14:tracePt t="13643" x="5092700" y="4657725"/>
          <p14:tracePt t="13651" x="5106988" y="4672013"/>
          <p14:tracePt t="13669" x="5121275" y="4686300"/>
          <p14:tracePt t="13685" x="5121275" y="4694238"/>
          <p14:tracePt t="13691" x="5127625" y="4708525"/>
          <p14:tracePt t="13699" x="5127625" y="4714875"/>
          <p14:tracePt t="13715" x="5127625" y="4729163"/>
          <p14:tracePt t="13723" x="5127625" y="4751388"/>
          <p14:tracePt t="13731" x="5127625" y="4757738"/>
          <p14:tracePt t="13739" x="5127625" y="4779963"/>
          <p14:tracePt t="13747" x="5113338" y="4808538"/>
          <p14:tracePt t="13755" x="5099050" y="4822825"/>
          <p14:tracePt t="13763" x="5084763" y="4851400"/>
          <p14:tracePt t="13771" x="5072063" y="4872038"/>
          <p14:tracePt t="13779" x="5057775" y="4886325"/>
          <p14:tracePt t="13787" x="5049838" y="4894263"/>
          <p14:tracePt t="13795" x="5035550" y="4914900"/>
          <p14:tracePt t="13803" x="5021263" y="4929188"/>
          <p14:tracePt t="13811" x="5021263" y="4937125"/>
          <p14:tracePt t="13818" x="5014913" y="4943475"/>
          <p14:tracePt t="13827" x="5014913" y="4951413"/>
          <p14:tracePt t="13843" x="5000625" y="4957763"/>
          <p14:tracePt t="13923" x="5000625" y="4965700"/>
          <p14:tracePt t="13947" x="4992688" y="4972050"/>
          <p14:tracePt t="13995" x="4992688" y="4979988"/>
          <p14:tracePt t="14027" x="4986338" y="4979988"/>
          <p14:tracePt t="14587" x="4986338" y="4986338"/>
          <p14:tracePt t="14595" x="4986338" y="4994275"/>
          <p14:tracePt t="14603" x="4978400" y="5000625"/>
          <p14:tracePt t="14611" x="4978400" y="5008563"/>
          <p14:tracePt t="14643" x="4978400" y="5014913"/>
          <p14:tracePt t="14667" x="4978400" y="5029200"/>
          <p14:tracePt t="17307" x="4972050" y="5014913"/>
          <p14:tracePt t="17339" x="4972050" y="5008563"/>
          <p14:tracePt t="17355" x="4972050" y="5000625"/>
          <p14:tracePt t="18619" x="4972050" y="4994275"/>
          <p14:tracePt t="18675" x="4972050" y="4986338"/>
          <p14:tracePt t="18699" x="4972050" y="4979988"/>
          <p14:tracePt t="18707" x="4972050" y="4972050"/>
          <p14:tracePt t="18731" x="4972050" y="4965700"/>
          <p14:tracePt t="18763" x="4972050" y="4957763"/>
          <p14:tracePt t="18779" x="4972050" y="4951413"/>
          <p14:tracePt t="18811" x="4972050" y="4943475"/>
          <p14:tracePt t="18827" x="4972050" y="4929188"/>
          <p14:tracePt t="18843" x="4972050" y="4922838"/>
          <p14:tracePt t="18850" x="4972050" y="4914900"/>
          <p14:tracePt t="18859" x="4972050" y="4908550"/>
          <p14:tracePt t="18869" x="4972050" y="4900613"/>
          <p14:tracePt t="18875" x="4972050" y="4894263"/>
          <p14:tracePt t="18886" x="4972050" y="4886325"/>
          <p14:tracePt t="18891" x="4972050" y="4879975"/>
          <p14:tracePt t="18899" x="4972050" y="4872038"/>
          <p14:tracePt t="18907" x="4972050" y="4865688"/>
          <p14:tracePt t="18915" x="4972050" y="4857750"/>
          <p14:tracePt t="18923" x="4972050" y="4843463"/>
          <p14:tracePt t="18931" x="4972050" y="4837113"/>
          <p14:tracePt t="18947" x="4972050" y="4822825"/>
          <p14:tracePt t="18955" x="4972050" y="4814888"/>
          <p14:tracePt t="18963" x="4972050" y="4800600"/>
          <p14:tracePt t="18979" x="4972050" y="4794250"/>
          <p14:tracePt t="18987" x="4972050" y="4786313"/>
          <p14:tracePt t="18995" x="4972050" y="4779963"/>
          <p14:tracePt t="19011" x="4972050" y="4772025"/>
          <p14:tracePt t="19027" x="4972050" y="4757738"/>
          <p14:tracePt t="19043" x="4972050" y="4751388"/>
          <p14:tracePt t="19059" x="4972050" y="4737100"/>
          <p14:tracePt t="19075" x="4972050" y="4729163"/>
          <p14:tracePt t="19099" x="4972050" y="4722813"/>
          <p14:tracePt t="19107" x="4972050" y="4714875"/>
          <p14:tracePt t="19123" x="4972050" y="4708525"/>
          <p14:tracePt t="19139" x="4972050" y="4700588"/>
          <p14:tracePt t="19155" x="4972050" y="4694238"/>
          <p14:tracePt t="19171" x="4972050" y="4686300"/>
          <p14:tracePt t="19195" x="4972050" y="4679950"/>
          <p14:tracePt t="19227" x="4972050" y="4672013"/>
          <p14:tracePt t="19243" x="4964113" y="4672013"/>
          <p14:tracePt t="19267" x="4964113" y="4657725"/>
          <p14:tracePt t="19315" x="4964113" y="4651375"/>
          <p14:tracePt t="19323" x="4957763" y="4643438"/>
          <p14:tracePt t="19331" x="4957763" y="4637088"/>
          <p14:tracePt t="19339" x="4957763" y="4629150"/>
          <p14:tracePt t="19355" x="4957763" y="4622800"/>
          <p14:tracePt t="19363" x="4957763" y="4614863"/>
          <p14:tracePt t="19371" x="4957763" y="4608513"/>
          <p14:tracePt t="19395" x="4957763" y="4594225"/>
          <p14:tracePt t="19411" x="4957763" y="4586288"/>
          <p14:tracePt t="19419" x="4957763" y="4579938"/>
          <p14:tracePt t="19435" x="4957763" y="4572000"/>
          <p14:tracePt t="19443" x="4957763" y="4565650"/>
          <p14:tracePt t="19452" x="4957763" y="4559300"/>
          <p14:tracePt t="19468" x="4964113" y="4551363"/>
          <p14:tracePt t="19475" x="4972050" y="4545013"/>
          <p14:tracePt t="19483" x="4978400" y="4545013"/>
          <p14:tracePt t="19491" x="4978400" y="4537075"/>
          <p14:tracePt t="19499" x="4978400" y="4530725"/>
          <p14:tracePt t="19507" x="4986338" y="4530725"/>
          <p14:tracePt t="19515" x="4992688" y="4522788"/>
          <p14:tracePt t="19523" x="5006975" y="4516438"/>
          <p14:tracePt t="19539" x="5014913" y="4502150"/>
          <p14:tracePt t="19547" x="5029200" y="4494213"/>
          <p14:tracePt t="19555" x="5043488" y="4487863"/>
          <p14:tracePt t="19563" x="5057775" y="4479925"/>
          <p14:tracePt t="19571" x="5072063" y="4465638"/>
          <p14:tracePt t="19579" x="5092700" y="4459288"/>
          <p14:tracePt t="19587" x="5113338" y="4437063"/>
          <p14:tracePt t="19595" x="5135563" y="4430713"/>
          <p14:tracePt t="19603" x="5156200" y="4416425"/>
          <p14:tracePt t="19611" x="5184775" y="4402138"/>
          <p14:tracePt t="19619" x="5199063" y="4402138"/>
          <p14:tracePt t="19627" x="5221288" y="4379913"/>
          <p14:tracePt t="19635" x="5235575" y="4379913"/>
          <p14:tracePt t="19643" x="5256213" y="4373563"/>
          <p14:tracePt t="19652" x="5292725" y="4351338"/>
          <p14:tracePt t="19659" x="5299075" y="4344988"/>
          <p14:tracePt t="19669" x="5327650" y="4337050"/>
          <p14:tracePt t="19675" x="5341938" y="4330700"/>
          <p14:tracePt t="19685" x="5378450" y="4322763"/>
          <p14:tracePt t="19691" x="5399088" y="4322763"/>
          <p14:tracePt t="19699" x="5413375" y="4316413"/>
          <p14:tracePt t="19707" x="5441950" y="4316413"/>
          <p14:tracePt t="19715" x="5456238" y="4316413"/>
          <p14:tracePt t="19723" x="5484813" y="4316413"/>
          <p14:tracePt t="19731" x="5507038" y="4316413"/>
          <p14:tracePt t="19739" x="5535613" y="4316413"/>
          <p14:tracePt t="19747" x="5549900" y="4316413"/>
          <p14:tracePt t="19755" x="5578475" y="4316413"/>
          <p14:tracePt t="19764" x="5599113" y="4316413"/>
          <p14:tracePt t="19771" x="5619750" y="4316413"/>
          <p14:tracePt t="19779" x="5656263" y="4316413"/>
          <p14:tracePt t="19787" x="5684838" y="4316413"/>
          <p14:tracePt t="19795" x="5713413" y="4316413"/>
          <p14:tracePt t="19803" x="5734050" y="4316413"/>
          <p14:tracePt t="19811" x="5756275" y="4316413"/>
          <p14:tracePt t="19819" x="5791200" y="4316413"/>
          <p14:tracePt t="19827" x="5813425" y="4316413"/>
          <p14:tracePt t="19835" x="5834063" y="4316413"/>
          <p14:tracePt t="19843" x="5856288" y="4316413"/>
          <p14:tracePt t="19852" x="5870575" y="4316413"/>
          <p14:tracePt t="19859" x="5876925" y="4316413"/>
          <p14:tracePt t="19869" x="5891213" y="4316413"/>
          <p14:tracePt t="19875" x="5899150" y="4316413"/>
          <p14:tracePt t="19900" x="5905500" y="4316413"/>
          <p14:tracePt t="19907" x="5905500" y="4322763"/>
          <p14:tracePt t="19931" x="5919788" y="4330700"/>
          <p14:tracePt t="19939" x="5919788" y="4337050"/>
          <p14:tracePt t="19947" x="5919788" y="4344988"/>
          <p14:tracePt t="19955" x="5919788" y="4351338"/>
          <p14:tracePt t="19963" x="5919788" y="4373563"/>
          <p14:tracePt t="19971" x="5919788" y="4387850"/>
          <p14:tracePt t="19979" x="5919788" y="4416425"/>
          <p14:tracePt t="19987" x="5919788" y="4430713"/>
          <p14:tracePt t="19995" x="5919788" y="4445000"/>
          <p14:tracePt t="20003" x="5919788" y="4465638"/>
          <p14:tracePt t="20011" x="5919788" y="4473575"/>
          <p14:tracePt t="20019" x="5919788" y="4479925"/>
          <p14:tracePt t="20027" x="5913438" y="4494213"/>
          <p14:tracePt t="20035" x="5913438" y="4502150"/>
          <p14:tracePt t="20043" x="5905500" y="4508500"/>
          <p14:tracePt t="20052" x="5899150" y="4516438"/>
          <p14:tracePt t="20059" x="5891213" y="4522788"/>
          <p14:tracePt t="20085" x="5884863" y="4530725"/>
          <p14:tracePt t="20091" x="5884863" y="4537075"/>
          <p14:tracePt t="20099" x="5876925" y="4551363"/>
          <p14:tracePt t="20107" x="5870575" y="4551363"/>
          <p14:tracePt t="20115" x="5870575" y="4559300"/>
          <p14:tracePt t="20123" x="5862638" y="4565650"/>
          <p14:tracePt t="20131" x="5856288" y="4572000"/>
          <p14:tracePt t="20147" x="5834063" y="4572000"/>
          <p14:tracePt t="20155" x="5819775" y="4586288"/>
          <p14:tracePt t="20171" x="5805488" y="4594225"/>
          <p14:tracePt t="20179" x="5791200" y="4600575"/>
          <p14:tracePt t="20187" x="5776913" y="4608513"/>
          <p14:tracePt t="20195" x="5762625" y="4614863"/>
          <p14:tracePt t="20203" x="5748338" y="4622800"/>
          <p14:tracePt t="20211" x="5727700" y="4637088"/>
          <p14:tracePt t="20219" x="5719763" y="4643438"/>
          <p14:tracePt t="20227" x="5699125" y="4643438"/>
          <p14:tracePt t="20235" x="5676900" y="4651375"/>
          <p14:tracePt t="20243" x="5662613" y="4657725"/>
          <p14:tracePt t="20252" x="5656263" y="4665663"/>
          <p14:tracePt t="20259" x="5641975" y="4672013"/>
          <p14:tracePt t="20269" x="5619750" y="4679950"/>
          <p14:tracePt t="20285" x="5605463" y="4686300"/>
          <p14:tracePt t="20291" x="5599113" y="4694238"/>
          <p14:tracePt t="20307" x="5584825" y="4694238"/>
          <p14:tracePt t="20315" x="5578475" y="4694238"/>
          <p14:tracePt t="20331" x="5564188" y="4700588"/>
          <p14:tracePt t="20339" x="5549900" y="4700588"/>
          <p14:tracePt t="20347" x="5541963" y="4714875"/>
          <p14:tracePt t="20355" x="5527675" y="4722813"/>
          <p14:tracePt t="20363" x="5513388" y="4722813"/>
          <p14:tracePt t="20371" x="5507038" y="4722813"/>
          <p14:tracePt t="20379" x="5492750" y="4737100"/>
          <p14:tracePt t="20386" x="5484813" y="4743450"/>
          <p14:tracePt t="20395" x="5478463" y="4743450"/>
          <p14:tracePt t="20403" x="5470525" y="4743450"/>
          <p14:tracePt t="20411" x="5456238" y="4743450"/>
          <p14:tracePt t="20427" x="5449888" y="4743450"/>
          <p14:tracePt t="20435" x="5441950" y="4751388"/>
          <p14:tracePt t="20443" x="5435600" y="4751388"/>
          <p14:tracePt t="20452" x="5427663" y="4757738"/>
          <p14:tracePt t="20469" x="5413375" y="4765675"/>
          <p14:tracePt t="20475" x="5399088" y="4765675"/>
          <p14:tracePt t="20485" x="5392738" y="4772025"/>
          <p14:tracePt t="20491" x="5384800" y="4772025"/>
          <p14:tracePt t="20499" x="5378450" y="4772025"/>
          <p14:tracePt t="20507" x="5356225" y="4779963"/>
          <p14:tracePt t="20515" x="5341938" y="4786313"/>
          <p14:tracePt t="20523" x="5335588" y="4786313"/>
          <p14:tracePt t="20531" x="5321300" y="4786313"/>
          <p14:tracePt t="20539" x="5313363" y="4786313"/>
          <p14:tracePt t="20547" x="5307013" y="4786313"/>
          <p14:tracePt t="20555" x="5299075" y="4786313"/>
          <p14:tracePt t="20563" x="5284788" y="4786313"/>
          <p14:tracePt t="20579" x="5270500" y="4794250"/>
          <p14:tracePt t="20595" x="5264150" y="4794250"/>
          <p14:tracePt t="20603" x="5249863" y="4794250"/>
          <p14:tracePt t="20619" x="5241925" y="4794250"/>
          <p14:tracePt t="20627" x="5227638" y="4794250"/>
          <p14:tracePt t="20643" x="5221288" y="4794250"/>
          <p14:tracePt t="20659" x="5207000" y="4794250"/>
          <p14:tracePt t="20669" x="5199063" y="4794250"/>
          <p14:tracePt t="20675" x="5192713" y="4794250"/>
          <p14:tracePt t="20685" x="5184775" y="4794250"/>
          <p14:tracePt t="20691" x="5170488" y="4794250"/>
          <p14:tracePt t="20699" x="5156200" y="4794250"/>
          <p14:tracePt t="20707" x="5149850" y="4794250"/>
          <p14:tracePt t="20715" x="5127625" y="4794250"/>
          <p14:tracePt t="20723" x="5106988" y="4794250"/>
          <p14:tracePt t="20731" x="5099050" y="4794250"/>
          <p14:tracePt t="20739" x="5078413" y="4794250"/>
          <p14:tracePt t="20747" x="5057775" y="4794250"/>
          <p14:tracePt t="20755" x="5043488" y="4794250"/>
          <p14:tracePt t="20763" x="5029200" y="4794250"/>
          <p14:tracePt t="20771" x="5014913" y="4794250"/>
          <p14:tracePt t="20779" x="5000625" y="4794250"/>
          <p14:tracePt t="20787" x="4986338" y="4794250"/>
          <p14:tracePt t="20795" x="4978400" y="4794250"/>
          <p14:tracePt t="20803" x="4957763" y="4794250"/>
          <p14:tracePt t="20811" x="4949825" y="4794250"/>
          <p14:tracePt t="20819" x="4935538" y="4794250"/>
          <p14:tracePt t="20827" x="4921250" y="4794250"/>
          <p14:tracePt t="20835" x="4900613" y="4794250"/>
          <p14:tracePt t="20843" x="4878388" y="4794250"/>
          <p14:tracePt t="20852" x="4857750" y="4794250"/>
          <p14:tracePt t="20859" x="4843463" y="4794250"/>
          <p14:tracePt t="20869" x="4821238" y="4794250"/>
          <p14:tracePt t="20875" x="4806950" y="4786313"/>
          <p14:tracePt t="20883" x="4800600" y="4786313"/>
          <p14:tracePt t="20903" x="4792663" y="4772025"/>
          <p14:tracePt t="20907" x="4786313" y="4772025"/>
          <p14:tracePt t="20915" x="4778375" y="4765675"/>
          <p14:tracePt t="20923" x="4772025" y="4757738"/>
          <p14:tracePt t="20931" x="4772025" y="4751388"/>
          <p14:tracePt t="20939" x="4772025" y="4737100"/>
          <p14:tracePt t="20947" x="4772025" y="4714875"/>
          <p14:tracePt t="20955" x="4764088" y="4708525"/>
          <p14:tracePt t="20963" x="4764088" y="4694238"/>
          <p14:tracePt t="20971" x="4764088" y="4686300"/>
          <p14:tracePt t="20979" x="4749800" y="4672013"/>
          <p14:tracePt t="20995" x="4749800" y="4665663"/>
          <p14:tracePt t="21003" x="4749800" y="4651375"/>
          <p14:tracePt t="21011" x="4749800" y="4637088"/>
          <p14:tracePt t="21027" x="4749800" y="4614863"/>
          <p14:tracePt t="21035" x="4757738" y="4608513"/>
          <p14:tracePt t="21043" x="4757738" y="4594225"/>
          <p14:tracePt t="21052" x="4764088" y="4586288"/>
          <p14:tracePt t="21059" x="4764088" y="4572000"/>
          <p14:tracePt t="21069" x="4772025" y="4565650"/>
          <p14:tracePt t="21085" x="4778375" y="4551363"/>
          <p14:tracePt t="21091" x="4786313" y="4537075"/>
          <p14:tracePt t="21107" x="4800600" y="4530725"/>
          <p14:tracePt t="21115" x="4806950" y="4516438"/>
          <p14:tracePt t="21123" x="4806950" y="4502150"/>
          <p14:tracePt t="21131" x="4814888" y="4494213"/>
          <p14:tracePt t="21139" x="4835525" y="4473575"/>
          <p14:tracePt t="21147" x="4843463" y="4465638"/>
          <p14:tracePt t="21155" x="4872038" y="4451350"/>
          <p14:tracePt t="21163" x="4886325" y="4445000"/>
          <p14:tracePt t="21171" x="4906963" y="4430713"/>
          <p14:tracePt t="21179" x="4935538" y="4416425"/>
          <p14:tracePt t="21187" x="4943475" y="4408488"/>
          <p14:tracePt t="21195" x="4972050" y="4394200"/>
          <p14:tracePt t="21203" x="4986338" y="4387850"/>
          <p14:tracePt t="21211" x="5006975" y="4379913"/>
          <p14:tracePt t="21219" x="5029200" y="4373563"/>
          <p14:tracePt t="21227" x="5049838" y="4365625"/>
          <p14:tracePt t="21235" x="5064125" y="4359275"/>
          <p14:tracePt t="21243" x="5078413" y="4351338"/>
          <p14:tracePt t="21252" x="5099050" y="4351338"/>
          <p14:tracePt t="21259" x="5121275" y="4344988"/>
          <p14:tracePt t="21269" x="5149850" y="4337050"/>
          <p14:tracePt t="21275" x="5164138" y="4330700"/>
          <p14:tracePt t="21285" x="5192713" y="4330700"/>
          <p14:tracePt t="21291" x="5213350" y="4322763"/>
          <p14:tracePt t="21299" x="5241925" y="4322763"/>
          <p14:tracePt t="21307" x="5264150" y="4322763"/>
          <p14:tracePt t="21315" x="5284788" y="4322763"/>
          <p14:tracePt t="21323" x="5299075" y="4322763"/>
          <p14:tracePt t="21331" x="5321300" y="4322763"/>
          <p14:tracePt t="21339" x="5335588" y="4322763"/>
          <p14:tracePt t="21347" x="5349875" y="4322763"/>
          <p14:tracePt t="21355" x="5370513" y="4322763"/>
          <p14:tracePt t="21363" x="5384800" y="4322763"/>
          <p14:tracePt t="21371" x="5399088" y="4330700"/>
          <p14:tracePt t="21379" x="5421313" y="4330700"/>
          <p14:tracePt t="21387" x="5441950" y="4337050"/>
          <p14:tracePt t="21395" x="5464175" y="4351338"/>
          <p14:tracePt t="21403" x="5484813" y="4359275"/>
          <p14:tracePt t="21411" x="5513388" y="4365625"/>
          <p14:tracePt t="21419" x="5541963" y="4387850"/>
          <p14:tracePt t="21427" x="5564188" y="4394200"/>
          <p14:tracePt t="21435" x="5578475" y="4394200"/>
          <p14:tracePt t="21443" x="5605463" y="4408488"/>
          <p14:tracePt t="21452" x="5619750" y="4416425"/>
          <p14:tracePt t="21459" x="5634038" y="4416425"/>
          <p14:tracePt t="21469" x="5641975" y="4422775"/>
          <p14:tracePt t="21475" x="5656263" y="4430713"/>
          <p14:tracePt t="21485" x="5670550" y="4437063"/>
          <p14:tracePt t="21499" x="5676900" y="4445000"/>
          <p14:tracePt t="21619" x="5670550" y="4445000"/>
          <p14:tracePt t="21627" x="5613400" y="4430713"/>
          <p14:tracePt t="21635" x="5564188" y="4422775"/>
          <p14:tracePt t="21643" x="5507038" y="4402138"/>
          <p14:tracePt t="21652" x="5435600" y="4387850"/>
          <p14:tracePt t="21659" x="5378450" y="4373563"/>
          <p14:tracePt t="21669" x="5321300" y="4359275"/>
          <p14:tracePt t="21675" x="5292725" y="4351338"/>
          <p14:tracePt t="21683" x="5256213" y="4337050"/>
          <p14:tracePt t="21691" x="5249863" y="4337050"/>
          <p14:tracePt t="21699" x="5235575" y="4337050"/>
          <p14:tracePt t="21707" x="5227638" y="4330700"/>
          <p14:tracePt t="21715" x="5221288" y="4330700"/>
          <p14:tracePt t="21723" x="5213350" y="4330700"/>
          <p14:tracePt t="21731" x="5207000" y="4330700"/>
          <p14:tracePt t="21739" x="5184775" y="4330700"/>
          <p14:tracePt t="21747" x="5164138" y="4337050"/>
          <p14:tracePt t="21755" x="5121275" y="4337050"/>
          <p14:tracePt t="21763" x="5084763" y="4344988"/>
          <p14:tracePt t="21771" x="5057775" y="4344988"/>
          <p14:tracePt t="21779" x="5014913" y="4344988"/>
          <p14:tracePt t="21787" x="4986338" y="4344988"/>
          <p14:tracePt t="21795" x="4949825" y="4344988"/>
          <p14:tracePt t="21803" x="4921250" y="4344988"/>
          <p14:tracePt t="21811" x="4878388" y="4344988"/>
          <p14:tracePt t="21819" x="4849813" y="4344988"/>
          <p14:tracePt t="21827" x="4814888" y="4344988"/>
          <p14:tracePt t="21835" x="4764088" y="4344988"/>
          <p14:tracePt t="21843" x="4714875" y="4344988"/>
          <p14:tracePt t="21852" x="4664075" y="4344988"/>
          <p14:tracePt t="21859" x="4600575" y="4344988"/>
          <p14:tracePt t="21869" x="4551363" y="4344988"/>
          <p14:tracePt t="21875" x="4522788" y="4344988"/>
          <p14:tracePt t="21885" x="4479925" y="4344988"/>
          <p14:tracePt t="21891" x="4443413" y="4351338"/>
          <p14:tracePt t="21903" x="4429125" y="4351338"/>
          <p14:tracePt t="21907" x="4422775" y="4359275"/>
          <p14:tracePt t="21915" x="4408488" y="4359275"/>
          <p14:tracePt t="21931" x="4408488" y="4365625"/>
          <p14:tracePt t="21955" x="4408488" y="4373563"/>
          <p14:tracePt t="21963" x="4408488" y="4387850"/>
          <p14:tracePt t="21971" x="4429125" y="4416425"/>
          <p14:tracePt t="21979" x="4437063" y="4416425"/>
          <p14:tracePt t="22203" x="4437063" y="4408488"/>
          <p14:tracePt t="22212" x="4422775" y="4394200"/>
          <p14:tracePt t="22218" x="4408488" y="4387850"/>
          <p14:tracePt t="22243" x="4408488" y="4373563"/>
          <p14:tracePt t="22275" x="4408488" y="4365625"/>
          <p14:tracePt t="22396" x="4408488" y="4359275"/>
          <p14:tracePt t="22411" x="4408488" y="4351338"/>
          <p14:tracePt t="22419" x="4408488" y="4344988"/>
          <p14:tracePt t="22427" x="4394200" y="4337050"/>
          <p14:tracePt t="22443" x="4379913" y="4330700"/>
          <p14:tracePt t="22451" x="4371975" y="4330700"/>
          <p14:tracePt t="22459" x="4365625" y="4322763"/>
          <p14:tracePt t="22475" x="4351338" y="4322763"/>
          <p14:tracePt t="22491" x="4343400" y="4322763"/>
          <p14:tracePt t="22683" x="4329113" y="4316413"/>
          <p14:tracePt t="22691" x="4329113" y="4308475"/>
          <p14:tracePt t="22699" x="4329113" y="4302125"/>
          <p14:tracePt t="22707" x="4329113" y="4294188"/>
          <p14:tracePt t="22715" x="4329113" y="4287838"/>
          <p14:tracePt t="22723" x="4329113" y="4279900"/>
          <p14:tracePt t="22731" x="4329113" y="4273550"/>
          <p14:tracePt t="22739" x="4329113" y="4265613"/>
          <p14:tracePt t="22747" x="4329113" y="4259263"/>
          <p14:tracePt t="22755" x="4329113" y="4251325"/>
          <p14:tracePt t="22763" x="4329113" y="4230688"/>
          <p14:tracePt t="22779" x="4329113" y="4216400"/>
          <p14:tracePt t="22787" x="4329113" y="4202113"/>
          <p14:tracePt t="22795" x="4337050" y="4194175"/>
          <p14:tracePt t="22803" x="4337050" y="4187825"/>
          <p14:tracePt t="22811" x="4337050" y="4165600"/>
          <p14:tracePt t="22827" x="4337050" y="4159250"/>
          <p14:tracePt t="22835" x="4337050" y="4144963"/>
          <p14:tracePt t="22852" x="4337050" y="4137025"/>
          <p14:tracePt t="22859" x="4337050" y="4122738"/>
          <p14:tracePt t="22869" x="4337050" y="4116388"/>
          <p14:tracePt t="22875" x="4337050" y="4108450"/>
          <p14:tracePt t="22883" x="4337050" y="4102100"/>
          <p14:tracePt t="22903" x="4337050" y="4087813"/>
          <p14:tracePt t="22907" x="4329113" y="4087813"/>
          <p14:tracePt t="22915" x="4322763" y="4079875"/>
          <p14:tracePt t="22931" x="4314825" y="4073525"/>
          <p14:tracePt t="22947" x="4308475" y="4059238"/>
          <p14:tracePt t="22963" x="4300538" y="4059238"/>
          <p14:tracePt t="22971" x="4300538" y="4051300"/>
          <p14:tracePt t="22979" x="4294188" y="4044950"/>
          <p14:tracePt t="22987" x="4286250" y="4044950"/>
          <p14:tracePt t="23003" x="4279900" y="4044950"/>
          <p14:tracePt t="23011" x="4265613" y="4044950"/>
          <p14:tracePt t="23019" x="4257675" y="4044950"/>
          <p14:tracePt t="23027" x="4243388" y="4044950"/>
          <p14:tracePt t="23035" x="4237038" y="4044950"/>
          <p14:tracePt t="23043" x="4222750" y="4044950"/>
          <p14:tracePt t="23052" x="4208463" y="4044950"/>
          <p14:tracePt t="23059" x="4186238" y="4044950"/>
          <p14:tracePt t="23067" x="4165600" y="4044950"/>
          <p14:tracePt t="23075" x="4143375" y="4044950"/>
          <p14:tracePt t="23085" x="4129088" y="4044950"/>
          <p14:tracePt t="23091" x="4100513" y="4044950"/>
          <p14:tracePt t="23099" x="4079875" y="4044950"/>
          <p14:tracePt t="23107" x="4059238" y="4044950"/>
          <p14:tracePt t="23115" x="4037013" y="4044950"/>
          <p14:tracePt t="23123" x="4022725" y="4044950"/>
          <p14:tracePt t="23131" x="4002088" y="4044950"/>
          <p14:tracePt t="23139" x="3979863" y="4044950"/>
          <p14:tracePt t="23147" x="3959225" y="4044950"/>
          <p14:tracePt t="23155" x="3944938" y="4044950"/>
          <p14:tracePt t="23163" x="3922713" y="4044950"/>
          <p14:tracePt t="23171" x="3902075" y="4044950"/>
          <p14:tracePt t="23179" x="3894138" y="4044950"/>
          <p14:tracePt t="23187" x="3879850" y="4044950"/>
          <p14:tracePt t="23195" x="3865563" y="4044950"/>
          <p14:tracePt t="23203" x="3851275" y="4044950"/>
          <p14:tracePt t="23211" x="3830638" y="4044950"/>
          <p14:tracePt t="23219" x="3816350" y="4044950"/>
          <p14:tracePt t="23227" x="3794125" y="4044950"/>
          <p14:tracePt t="23235" x="3765550" y="4044950"/>
          <p14:tracePt t="23243" x="3759200" y="4044950"/>
          <p14:tracePt t="23252" x="3736975" y="4044950"/>
          <p14:tracePt t="23259" x="3716338" y="4044950"/>
          <p14:tracePt t="23269" x="3702050" y="4044950"/>
          <p14:tracePt t="23275" x="3679825" y="4051300"/>
          <p14:tracePt t="23285" x="3659188" y="4051300"/>
          <p14:tracePt t="23291" x="3630613" y="4051300"/>
          <p14:tracePt t="23300" x="3616325" y="4059238"/>
          <p14:tracePt t="23307" x="3587750" y="4059238"/>
          <p14:tracePt t="23315" x="3573463" y="4059238"/>
          <p14:tracePt t="23323" x="3552825" y="4059238"/>
          <p14:tracePt t="23331" x="3524250" y="4065588"/>
          <p14:tracePt t="23339" x="3516313" y="4065588"/>
          <p14:tracePt t="23347" x="3502025" y="4065588"/>
          <p14:tracePt t="23355" x="3495675" y="4065588"/>
          <p14:tracePt t="23363" x="3481388" y="4079875"/>
          <p14:tracePt t="23379" x="3459163" y="4079875"/>
          <p14:tracePt t="23387" x="3452813" y="4079875"/>
          <p14:tracePt t="23395" x="3444875" y="4079875"/>
          <p14:tracePt t="23403" x="3438525" y="4079875"/>
          <p14:tracePt t="23411" x="3424238" y="4079875"/>
          <p14:tracePt t="23419" x="3416300" y="4079875"/>
          <p14:tracePt t="23427" x="3409950" y="4079875"/>
          <p14:tracePt t="23443" x="3402013" y="4079875"/>
          <p14:tracePt t="23453" x="3395663" y="4087813"/>
          <p14:tracePt t="23459" x="3387725" y="4087813"/>
          <p14:tracePt t="23483" x="3381375" y="4094163"/>
          <p14:tracePt t="23571" x="3381375" y="4102100"/>
          <p14:tracePt t="23587" x="3381375" y="4108450"/>
          <p14:tracePt t="23595" x="3381375" y="4122738"/>
          <p14:tracePt t="23603" x="3373438" y="4137025"/>
          <p14:tracePt t="23611" x="3373438" y="4144963"/>
          <p14:tracePt t="23619" x="3373438" y="4159250"/>
          <p14:tracePt t="23627" x="3359150" y="4173538"/>
          <p14:tracePt t="23636" x="3359150" y="4179888"/>
          <p14:tracePt t="23643" x="3359150" y="4194175"/>
          <p14:tracePt t="23652" x="3359150" y="4202113"/>
          <p14:tracePt t="23659" x="3359150" y="4216400"/>
          <p14:tracePt t="23675" x="3359150" y="4222750"/>
          <p14:tracePt t="23685" x="3359150" y="4244975"/>
          <p14:tracePt t="23691" x="3359150" y="4251325"/>
          <p14:tracePt t="23699" x="3359150" y="4265613"/>
          <p14:tracePt t="23707" x="3359150" y="4273550"/>
          <p14:tracePt t="23715" x="3359150" y="4287838"/>
          <p14:tracePt t="23723" x="3352800" y="4302125"/>
          <p14:tracePt t="23731" x="3352800" y="4316413"/>
          <p14:tracePt t="23739" x="3352800" y="4322763"/>
          <p14:tracePt t="23747" x="3344863" y="4337050"/>
          <p14:tracePt t="23755" x="3344863" y="4344988"/>
          <p14:tracePt t="23763" x="3344863" y="4351338"/>
          <p14:tracePt t="23770" x="3338513" y="4351338"/>
          <p14:tracePt t="23795" x="3338513" y="4359275"/>
          <p14:tracePt t="23811" x="3338513" y="4365625"/>
          <p14:tracePt t="23835" x="3338513" y="4379913"/>
          <p14:tracePt t="23851" x="3338513" y="4387850"/>
          <p14:tracePt t="23867" x="3338513" y="4394200"/>
          <p14:tracePt t="23876" x="3338513" y="4402138"/>
          <p14:tracePt t="23885" x="3344863" y="4408488"/>
          <p14:tracePt t="23903" x="3359150" y="4430713"/>
          <p14:tracePt t="23915" x="3359150" y="4437063"/>
          <p14:tracePt t="23995" x="3367088" y="4445000"/>
          <p14:tracePt t="24011" x="3373438" y="4445000"/>
          <p14:tracePt t="24051" x="3381375" y="4451350"/>
          <p14:tracePt t="24059" x="3395663" y="4451350"/>
          <p14:tracePt t="24067" x="3409950" y="4451350"/>
          <p14:tracePt t="24075" x="3424238" y="4459288"/>
          <p14:tracePt t="24086" x="3452813" y="4459288"/>
          <p14:tracePt t="24091" x="3473450" y="4465638"/>
          <p14:tracePt t="24099" x="3516313" y="4465638"/>
          <p14:tracePt t="24107" x="3544888" y="4473575"/>
          <p14:tracePt t="24115" x="3594100" y="4479925"/>
          <p14:tracePt t="24123" x="3644900" y="4479925"/>
          <p14:tracePt t="24131" x="3694113" y="4487863"/>
          <p14:tracePt t="24139" x="3751263" y="4487863"/>
          <p14:tracePt t="24147" x="3794125" y="4487863"/>
          <p14:tracePt t="24155" x="3851275" y="4487863"/>
          <p14:tracePt t="24163" x="3902075" y="4487863"/>
          <p14:tracePt t="24171" x="3959225" y="4487863"/>
          <p14:tracePt t="24179" x="4008438" y="4487863"/>
          <p14:tracePt t="24187" x="4059238" y="4487863"/>
          <p14:tracePt t="24195" x="4114800" y="4487863"/>
          <p14:tracePt t="24203" x="4171950" y="4487863"/>
          <p14:tracePt t="24211" x="4214813" y="4487863"/>
          <p14:tracePt t="24219" x="4286250" y="4487863"/>
          <p14:tracePt t="24227" x="4329113" y="4487863"/>
          <p14:tracePt t="24235" x="4386263" y="4487863"/>
          <p14:tracePt t="24243" x="4429125" y="4487863"/>
          <p14:tracePt t="24252" x="4457700" y="4487863"/>
          <p14:tracePt t="24259" x="4479925" y="4487863"/>
          <p14:tracePt t="24269" x="4500563" y="4487863"/>
          <p14:tracePt t="24275" x="4508500" y="4487863"/>
          <p14:tracePt t="24371" x="4508500" y="4479925"/>
          <p14:tracePt t="24379" x="4508500" y="4465638"/>
          <p14:tracePt t="24387" x="4500563" y="4459288"/>
          <p14:tracePt t="24395" x="4494213" y="4451350"/>
          <p14:tracePt t="24402" x="4486275" y="4437063"/>
          <p14:tracePt t="24411" x="4479925" y="4430713"/>
          <p14:tracePt t="24419" x="4479925" y="4422775"/>
          <p14:tracePt t="24427" x="4479925" y="4416425"/>
          <p14:tracePt t="24443" x="4479925" y="4402138"/>
          <p14:tracePt t="24452" x="4479925" y="4387850"/>
          <p14:tracePt t="24459" x="4479925" y="4373563"/>
          <p14:tracePt t="24469" x="4479925" y="4351338"/>
          <p14:tracePt t="24475" x="4479925" y="4330700"/>
          <p14:tracePt t="24485" x="4479925" y="4302125"/>
          <p14:tracePt t="24491" x="4479925" y="4273550"/>
          <p14:tracePt t="24499" x="4479925" y="4244975"/>
          <p14:tracePt t="24507" x="4479925" y="4216400"/>
          <p14:tracePt t="24515" x="4486275" y="4194175"/>
          <p14:tracePt t="24523" x="4486275" y="4173538"/>
          <p14:tracePt t="24531" x="4486275" y="4165600"/>
          <p14:tracePt t="24539" x="4486275" y="4151313"/>
          <p14:tracePt t="24547" x="4486275" y="4144963"/>
          <p14:tracePt t="24555" x="4494213" y="4137025"/>
          <p14:tracePt t="24563" x="4494213" y="4122738"/>
          <p14:tracePt t="24579" x="4494213" y="4108450"/>
          <p14:tracePt t="24587" x="4494213" y="4102100"/>
          <p14:tracePt t="24595" x="4494213" y="4094163"/>
          <p14:tracePt t="24611" x="4494213" y="4087813"/>
          <p14:tracePt t="24619" x="4494213" y="4079875"/>
          <p14:tracePt t="24763" x="4494213" y="4073525"/>
          <p14:tracePt t="24779" x="4479925" y="4073525"/>
          <p14:tracePt t="24787" x="4457700" y="4073525"/>
          <p14:tracePt t="24795" x="4429125" y="4073525"/>
          <p14:tracePt t="24803" x="4394200" y="4073525"/>
          <p14:tracePt t="24811" x="4343400" y="4073525"/>
          <p14:tracePt t="24819" x="4308475" y="4073525"/>
          <p14:tracePt t="24827" x="4257675" y="4073525"/>
          <p14:tracePt t="24836" x="4208463" y="4073525"/>
          <p14:tracePt t="24843" x="4165600" y="4073525"/>
          <p14:tracePt t="24852" x="4122738" y="4073525"/>
          <p14:tracePt t="24859" x="4086225" y="4073525"/>
          <p14:tracePt t="24869" x="4037013" y="4073525"/>
          <p14:tracePt t="24876" x="4008438" y="4073525"/>
          <p14:tracePt t="24885" x="3979863" y="4073525"/>
          <p14:tracePt t="24900" x="3902075" y="4073525"/>
          <p14:tracePt t="24907" x="3865563" y="4073525"/>
          <p14:tracePt t="24915" x="3816350" y="4073525"/>
          <p14:tracePt t="24923" x="3773488" y="4073525"/>
          <p14:tracePt t="24931" x="3744913" y="4073525"/>
          <p14:tracePt t="24939" x="3708400" y="4073525"/>
          <p14:tracePt t="24947" x="3679825" y="4073525"/>
          <p14:tracePt t="24955" x="3659188" y="4073525"/>
          <p14:tracePt t="24963" x="3630613" y="4073525"/>
          <p14:tracePt t="24970" x="3602038" y="4073525"/>
          <p14:tracePt t="24979" x="3579813" y="4073525"/>
          <p14:tracePt t="24987" x="3559175" y="4073525"/>
          <p14:tracePt t="24995" x="3544888" y="4073525"/>
          <p14:tracePt t="25003" x="3524250" y="4073525"/>
          <p14:tracePt t="25011" x="3516313" y="4073525"/>
          <p14:tracePt t="25019" x="3509963" y="4073525"/>
          <p14:tracePt t="25027" x="3502025" y="4073525"/>
          <p14:tracePt t="25075" x="3495675" y="4073525"/>
          <p14:tracePt t="25099" x="3487738" y="4073525"/>
          <p14:tracePt t="25115" x="3481388" y="4073525"/>
          <p14:tracePt t="25131" x="3473450" y="4073525"/>
          <p14:tracePt t="25299" x="3473450" y="4087813"/>
          <p14:tracePt t="25307" x="3473450" y="4116388"/>
          <p14:tracePt t="25315" x="3473450" y="4137025"/>
          <p14:tracePt t="25323" x="3473450" y="4165600"/>
          <p14:tracePt t="25331" x="3473450" y="4194175"/>
          <p14:tracePt t="25339" x="3473450" y="4222750"/>
          <p14:tracePt t="25347" x="3473450" y="4251325"/>
          <p14:tracePt t="25355" x="3473450" y="4273550"/>
          <p14:tracePt t="25363" x="3473450" y="4302125"/>
          <p14:tracePt t="25371" x="3473450" y="4330700"/>
          <p14:tracePt t="25379" x="3473450" y="4359275"/>
          <p14:tracePt t="25387" x="3473450" y="4379913"/>
          <p14:tracePt t="25395" x="3459163" y="4408488"/>
          <p14:tracePt t="25403" x="3452813" y="4422775"/>
          <p14:tracePt t="25411" x="3444875" y="4445000"/>
          <p14:tracePt t="25419" x="3444875" y="4459288"/>
          <p14:tracePt t="25427" x="3444875" y="4473575"/>
          <p14:tracePt t="25436" x="3444875" y="4479925"/>
          <p14:tracePt t="25443" x="3430588" y="4494213"/>
          <p14:tracePt t="25579" x="3430588" y="4473575"/>
          <p14:tracePt t="25587" x="3430588" y="4445000"/>
          <p14:tracePt t="25595" x="3438525" y="4402138"/>
          <p14:tracePt t="25603" x="3438525" y="4373563"/>
          <p14:tracePt t="25611" x="3444875" y="4344988"/>
          <p14:tracePt t="25619" x="3459163" y="4308475"/>
          <p14:tracePt t="25627" x="3467100" y="4294188"/>
          <p14:tracePt t="25636" x="3467100" y="4279900"/>
          <p14:tracePt t="25643" x="3467100" y="4259263"/>
          <p14:tracePt t="25653" x="3473450" y="4244975"/>
          <p14:tracePt t="25659" x="3473450" y="4230688"/>
          <p14:tracePt t="25669" x="3473450" y="4216400"/>
          <p14:tracePt t="25686" x="3481388" y="4202113"/>
          <p14:tracePt t="25691" x="3487738" y="4194175"/>
          <p14:tracePt t="25699" x="3487738" y="4187825"/>
          <p14:tracePt t="25707" x="3487738" y="4173538"/>
          <p14:tracePt t="25715" x="3495675" y="4159250"/>
          <p14:tracePt t="25731" x="3509963" y="4137025"/>
          <p14:tracePt t="25747" x="3516313" y="4122738"/>
          <p14:tracePt t="25755" x="3524250" y="4116388"/>
          <p14:tracePt t="25763" x="3530600" y="4116388"/>
          <p14:tracePt t="25770" x="3538538" y="4102100"/>
          <p14:tracePt t="25779" x="3552825" y="4102100"/>
          <p14:tracePt t="25787" x="3587750" y="4087813"/>
          <p14:tracePt t="25795" x="3608388" y="4087813"/>
          <p14:tracePt t="25803" x="3636963" y="4079875"/>
          <p14:tracePt t="25811" x="3665538" y="4079875"/>
          <p14:tracePt t="25819" x="3708400" y="4073525"/>
          <p14:tracePt t="25827" x="3744913" y="4059238"/>
          <p14:tracePt t="25836" x="3794125" y="4051300"/>
          <p14:tracePt t="25843" x="3851275" y="4051300"/>
          <p14:tracePt t="25852" x="3922713" y="4044950"/>
          <p14:tracePt t="25859" x="3987800" y="4037013"/>
          <p14:tracePt t="25869" x="4044950" y="4037013"/>
          <p14:tracePt t="25875" x="4122738" y="4037013"/>
          <p14:tracePt t="25885" x="4186238" y="4037013"/>
          <p14:tracePt t="25891" x="4251325" y="4037013"/>
          <p14:tracePt t="25903" x="4300538" y="4037013"/>
          <p14:tracePt t="25907" x="4357688" y="4037013"/>
          <p14:tracePt t="25915" x="4400550" y="4037013"/>
          <p14:tracePt t="25923" x="4429125" y="4037013"/>
          <p14:tracePt t="25931" x="4443413" y="4037013"/>
          <p14:tracePt t="25939" x="4451350" y="4037013"/>
          <p14:tracePt t="25947" x="4457700" y="4037013"/>
          <p14:tracePt t="25955" x="4465638" y="4037013"/>
          <p14:tracePt t="25963" x="4471988" y="4037013"/>
          <p14:tracePt t="26019" x="4471988" y="4044950"/>
          <p14:tracePt t="26027" x="4471988" y="4059238"/>
          <p14:tracePt t="26035" x="4471988" y="4087813"/>
          <p14:tracePt t="26043" x="4443413" y="4137025"/>
          <p14:tracePt t="26053" x="4422775" y="4179888"/>
          <p14:tracePt t="26059" x="4400550" y="4222750"/>
          <p14:tracePt t="26067" x="4386263" y="4273550"/>
          <p14:tracePt t="26075" x="4357688" y="4322763"/>
          <p14:tracePt t="26086" x="4329113" y="4379913"/>
          <p14:tracePt t="26091" x="4322763" y="4422775"/>
          <p14:tracePt t="26099" x="4314825" y="4473575"/>
          <p14:tracePt t="26107" x="4294188" y="4537075"/>
          <p14:tracePt t="26115" x="4294188" y="4559300"/>
          <p14:tracePt t="26123" x="4294188" y="4594225"/>
          <p14:tracePt t="26131" x="4294188" y="4614863"/>
          <p14:tracePt t="26139" x="4294188" y="4629150"/>
          <p14:tracePt t="26147" x="4294188" y="4643438"/>
          <p14:tracePt t="26195" x="4286250" y="4651375"/>
          <p14:tracePt t="26203" x="4257675" y="4657725"/>
          <p14:tracePt t="26211" x="4229100" y="4657725"/>
          <p14:tracePt t="26219" x="4171950" y="4657725"/>
          <p14:tracePt t="26227" x="4108450" y="4657725"/>
          <p14:tracePt t="26235" x="4044950" y="4657725"/>
          <p14:tracePt t="26243" x="3973513" y="4657725"/>
          <p14:tracePt t="26253" x="3873500" y="4657725"/>
          <p14:tracePt t="26259" x="3787775" y="4657725"/>
          <p14:tracePt t="26269" x="3708400" y="4657725"/>
          <p14:tracePt t="26275" x="3622675" y="4679950"/>
          <p14:tracePt t="26286" x="3544888" y="4686300"/>
          <p14:tracePt t="26291" x="3481388" y="4694238"/>
          <p14:tracePt t="26300" x="3424238" y="4708525"/>
          <p14:tracePt t="26307" x="3381375" y="4714875"/>
          <p14:tracePt t="26315" x="3352800" y="4714875"/>
          <p14:tracePt t="26323" x="3324225" y="4714875"/>
          <p14:tracePt t="26331" x="3309938" y="4714875"/>
          <p14:tracePt t="26339" x="3295650" y="4714875"/>
          <p14:tracePt t="26491" x="3295650" y="4700588"/>
          <p14:tracePt t="26507" x="3295650" y="4686300"/>
          <p14:tracePt t="26515" x="3295650" y="4679950"/>
          <p14:tracePt t="26523" x="3302000" y="4672013"/>
          <p14:tracePt t="26531" x="3302000" y="4651375"/>
          <p14:tracePt t="26547" x="3316288" y="4643438"/>
          <p14:tracePt t="26555" x="3316288" y="4622800"/>
          <p14:tracePt t="26579" x="3316288" y="4614863"/>
          <p14:tracePt t="27363" x="3324225" y="4614863"/>
          <p14:tracePt t="27395" x="3330575" y="4614863"/>
          <p14:tracePt t="27443" x="3338513" y="4614863"/>
          <p14:tracePt t="27451" x="3344863" y="4614863"/>
          <p14:tracePt t="27459" x="3359150" y="4622800"/>
          <p14:tracePt t="27467" x="3395663" y="4622800"/>
          <p14:tracePt t="27699" x="3387725" y="4614863"/>
          <p14:tracePt t="27707" x="3381375" y="4608513"/>
          <p14:tracePt t="27715" x="3381375" y="4594225"/>
          <p14:tracePt t="27723" x="3367088" y="4572000"/>
          <p14:tracePt t="27731" x="3367088" y="4551363"/>
          <p14:tracePt t="27739" x="3367088" y="4530725"/>
          <p14:tracePt t="27747" x="3367088" y="4508500"/>
          <p14:tracePt t="27755" x="3367088" y="4487863"/>
          <p14:tracePt t="27763" x="3359150" y="4451350"/>
          <p14:tracePt t="27771" x="3352800" y="4402138"/>
          <p14:tracePt t="27779" x="3352800" y="4359275"/>
          <p14:tracePt t="27786" x="3338513" y="4308475"/>
          <p14:tracePt t="27795" x="3330575" y="4244975"/>
          <p14:tracePt t="27803" x="3330575" y="4179888"/>
          <p14:tracePt t="27811" x="3330575" y="4102100"/>
          <p14:tracePt t="27819" x="3330575" y="4037013"/>
          <p14:tracePt t="27827" x="3330575" y="3981450"/>
          <p14:tracePt t="27836" x="3330575" y="3924300"/>
          <p14:tracePt t="27843" x="3330575" y="3873500"/>
          <p14:tracePt t="27852" x="3330575" y="3830638"/>
          <p14:tracePt t="27859" x="3330575" y="3787775"/>
          <p14:tracePt t="27869" x="3330575" y="3759200"/>
          <p14:tracePt t="27876" x="3330575" y="3738563"/>
          <p14:tracePt t="27883" x="3330575" y="3730625"/>
          <p14:tracePt t="27891" x="3330575" y="3716338"/>
          <p14:tracePt t="27903" x="3330575" y="3702050"/>
          <p14:tracePt t="27963" x="3330575" y="3695700"/>
          <p14:tracePt t="27979" x="3330575" y="3687763"/>
          <p14:tracePt t="27987" x="3330575" y="3681413"/>
          <p14:tracePt t="28003" x="3330575" y="3673475"/>
          <p14:tracePt t="28011" x="3330575" y="3667125"/>
          <p14:tracePt t="28018" x="3330575" y="3659188"/>
          <p14:tracePt t="28036" x="3330575" y="3652838"/>
          <p14:tracePt t="28043" x="3330575" y="3644900"/>
          <p14:tracePt t="28051" x="3330575" y="3638550"/>
          <p14:tracePt t="28115" x="3330575" y="3630613"/>
          <p14:tracePt t="28123" x="3330575" y="3624263"/>
          <p14:tracePt t="28139" x="3330575" y="3616325"/>
          <p14:tracePt t="28155" x="3338513" y="3602038"/>
          <p14:tracePt t="28171" x="3344863" y="3595688"/>
          <p14:tracePt t="28187" x="3352800" y="3587750"/>
          <p14:tracePt t="28203" x="3352800" y="3581400"/>
          <p14:tracePt t="28267" x="3352800" y="3573463"/>
          <p14:tracePt t="28307" x="3359150" y="3573463"/>
          <p14:tracePt t="28371" x="3359150" y="3559175"/>
          <p14:tracePt t="28396" x="3359150" y="3552825"/>
          <p14:tracePt t="31046" x="3359150" y="3495675"/>
          <p14:tracePt t="31051" x="3316288" y="3424238"/>
          <p14:tracePt t="31059" x="3244850" y="3289300"/>
          <p14:tracePt t="31067" x="3159125" y="3138488"/>
          <p14:tracePt t="31075" x="3052763" y="2952750"/>
          <p14:tracePt t="31086" x="2974975" y="2782888"/>
          <p14:tracePt t="31091" x="2846388" y="2560638"/>
          <p14:tracePt t="31099" x="2746375" y="2317750"/>
          <p14:tracePt t="31107" x="2617788" y="2076450"/>
          <p14:tracePt t="31115" x="2525713" y="1905000"/>
          <p14:tracePt t="31123" x="2454275" y="1739900"/>
          <p14:tracePt t="31131" x="2374900" y="1576388"/>
          <p14:tracePt t="31139" x="2274888" y="1370013"/>
          <p14:tracePt t="31147" x="2189163" y="1112838"/>
          <p14:tracePt t="31155" x="2111375" y="841375"/>
          <p14:tracePt t="31163" x="2082800" y="549275"/>
          <p14:tracePt t="31170" x="2039938" y="357188"/>
          <p14:tracePt t="31179" x="2032000" y="234950"/>
          <p14:tracePt t="31187" x="2032000" y="157163"/>
          <p14:tracePt t="31195" x="2032000" y="92075"/>
          <p14:tracePt t="31203" x="2032000" y="49213"/>
          <p14:tracePt t="31211" x="2046288" y="49213"/>
          <p14:tracePt t="31443" x="2039938" y="28575"/>
          <p14:tracePt t="31499" x="2032000" y="28575"/>
          <p14:tracePt t="31507" x="2011363" y="28575"/>
          <p14:tracePt t="31515" x="1982788" y="28575"/>
          <p14:tracePt t="31523" x="1925638" y="14288"/>
          <p14:tracePt t="31531" x="1890713" y="0"/>
          <p14:tracePt t="31642" x="998538" y="34925"/>
          <p14:tracePt t="31651" x="949325" y="57150"/>
          <p14:tracePt t="31659" x="892175" y="85725"/>
          <p14:tracePt t="31669" x="849313" y="128588"/>
          <p14:tracePt t="31675" x="798513" y="177800"/>
          <p14:tracePt t="31683" x="755650" y="228600"/>
          <p14:tracePt t="31691" x="727075" y="249238"/>
          <p14:tracePt t="31699" x="698500" y="292100"/>
          <p14:tracePt t="31707" x="684213" y="342900"/>
          <p14:tracePt t="31715" x="669925" y="406400"/>
          <p14:tracePt t="31723" x="655638" y="442913"/>
          <p14:tracePt t="31731" x="635000" y="514350"/>
          <p14:tracePt t="31739" x="612775" y="584200"/>
          <p14:tracePt t="31747" x="584200" y="677863"/>
          <p14:tracePt t="31755" x="549275" y="769938"/>
          <p14:tracePt t="31763" x="512763" y="855663"/>
          <p14:tracePt t="31770" x="471488" y="927100"/>
          <p14:tracePt t="31779" x="449263" y="984250"/>
          <p14:tracePt t="31787" x="420688" y="1055688"/>
          <p14:tracePt t="31795" x="392113" y="1098550"/>
          <p14:tracePt t="31803" x="377825" y="1135063"/>
          <p14:tracePt t="31811" x="377825" y="1147763"/>
          <p14:tracePt t="31843" x="377825" y="1155700"/>
          <p14:tracePt t="31850" x="392113" y="1162050"/>
          <p14:tracePt t="31859" x="442913" y="1169988"/>
          <p14:tracePt t="31869" x="492125" y="1190625"/>
          <p14:tracePt t="31875" x="569913" y="1204913"/>
          <p14:tracePt t="31886" x="655638" y="1233488"/>
          <p14:tracePt t="31903" x="935038" y="1290638"/>
          <p14:tracePt t="31907" x="1112838" y="1312863"/>
          <p14:tracePt t="31915" x="1233488" y="1319213"/>
          <p14:tracePt t="31923" x="1376363" y="1319213"/>
          <p14:tracePt t="31931" x="1490663" y="1319213"/>
          <p14:tracePt t="31939" x="1576388" y="1319213"/>
          <p14:tracePt t="31947" x="1647825" y="1298575"/>
          <p14:tracePt t="31955" x="1682750" y="1262063"/>
          <p14:tracePt t="31963" x="1704975" y="1227138"/>
          <p14:tracePt t="31971" x="1719263" y="1212850"/>
          <p14:tracePt t="31979" x="1739900" y="1198563"/>
          <p14:tracePt t="31987" x="1747838" y="1198563"/>
          <p14:tracePt t="31995" x="1776413" y="1190625"/>
          <p14:tracePt t="32003" x="1790700" y="1184275"/>
          <p14:tracePt t="32012" x="1804988" y="1176338"/>
          <p14:tracePt t="32019" x="1811338" y="1176338"/>
          <p14:tracePt t="32035" x="1811338" y="1169988"/>
          <p14:tracePt t="32043" x="1811338" y="1155700"/>
          <p14:tracePt t="32053" x="1782763" y="1141413"/>
          <p14:tracePt t="32059" x="1739900" y="1127125"/>
          <p14:tracePt t="32069" x="1690688" y="1106488"/>
          <p14:tracePt t="32075" x="1633538" y="1098550"/>
          <p14:tracePt t="32086" x="1547813" y="1069975"/>
          <p14:tracePt t="32091" x="1470025" y="1055688"/>
          <p14:tracePt t="32099" x="1376363" y="1049338"/>
          <p14:tracePt t="32107" x="1276350" y="1041400"/>
          <p14:tracePt t="32115" x="1169988" y="1012825"/>
          <p14:tracePt t="32123" x="1076325" y="1006475"/>
          <p14:tracePt t="32131" x="977900" y="998538"/>
          <p14:tracePt t="32139" x="884238" y="977900"/>
          <p14:tracePt t="32147" x="769938" y="977900"/>
          <p14:tracePt t="32155" x="627063" y="963613"/>
          <p14:tracePt t="32163" x="477838" y="935038"/>
          <p14:tracePt t="32171" x="363538" y="920750"/>
          <p14:tracePt t="32179" x="271463" y="912813"/>
          <p14:tracePt t="32187" x="206375" y="898525"/>
          <p14:tracePt t="32195" x="171450" y="898525"/>
          <p14:tracePt t="32211" x="163513" y="898525"/>
          <p14:tracePt t="32235" x="171450" y="898525"/>
          <p14:tracePt t="32243" x="200025" y="898525"/>
          <p14:tracePt t="32252" x="228600" y="898525"/>
          <p14:tracePt t="32259" x="257175" y="906463"/>
          <p14:tracePt t="32270" x="285750" y="906463"/>
          <p14:tracePt t="32275" x="328613" y="906463"/>
          <p14:tracePt t="32286" x="392113" y="906463"/>
          <p14:tracePt t="32292" x="471488" y="906463"/>
          <p14:tracePt t="32299" x="569913" y="906463"/>
          <p14:tracePt t="32307" x="706438" y="906463"/>
          <p14:tracePt t="32315" x="841375" y="906463"/>
          <p14:tracePt t="32323" x="977900" y="906463"/>
          <p14:tracePt t="32331" x="1133475" y="906463"/>
          <p14:tracePt t="32339" x="1290638" y="906463"/>
          <p14:tracePt t="32347" x="1404938" y="906463"/>
          <p14:tracePt t="32355" x="1533525" y="927100"/>
          <p14:tracePt t="32363" x="1639888" y="941388"/>
          <p14:tracePt t="32371" x="1662113" y="941388"/>
          <p14:tracePt t="32379" x="1733550" y="977900"/>
          <p14:tracePt t="32386" x="1847850" y="1027113"/>
          <p14:tracePt t="32395" x="1990725" y="1127125"/>
          <p14:tracePt t="32403" x="2146300" y="1247775"/>
          <p14:tracePt t="32411" x="2346325" y="1427163"/>
          <p14:tracePt t="32419" x="2517775" y="1598613"/>
          <p14:tracePt t="32427" x="2681288" y="1797050"/>
          <p14:tracePt t="32436" x="2852738" y="1982788"/>
          <p14:tracePt t="32443" x="2981325" y="2154238"/>
          <p14:tracePt t="32453" x="3124200" y="2339975"/>
          <p14:tracePt t="32459" x="3252788" y="2468563"/>
          <p14:tracePt t="32470" x="3387725" y="2597150"/>
          <p14:tracePt t="32475" x="3495675" y="2711450"/>
          <p14:tracePt t="32486" x="3651250" y="2817813"/>
          <p14:tracePt t="32491" x="3736975" y="2889250"/>
          <p14:tracePt t="32499" x="3808413" y="2938463"/>
          <p14:tracePt t="32507" x="3873500" y="2989263"/>
          <p14:tracePt t="32515" x="3930650" y="3017838"/>
          <p14:tracePt t="32523" x="3965575" y="3046413"/>
          <p14:tracePt t="32531" x="3979863" y="3060700"/>
          <p14:tracePt t="32539" x="4008438" y="3089275"/>
          <p14:tracePt t="32547" x="4044950" y="3109913"/>
          <p14:tracePt t="32555" x="4059238" y="3117850"/>
          <p14:tracePt t="32563" x="4071938" y="3138488"/>
          <p14:tracePt t="32571" x="4079875" y="3138488"/>
          <p14:tracePt t="32579" x="4086225" y="3138488"/>
          <p14:tracePt t="32611" x="4094163" y="3146425"/>
          <p14:tracePt t="32635" x="4100513" y="3160713"/>
          <p14:tracePt t="32691" x="4100513" y="3175000"/>
          <p14:tracePt t="32699" x="4100513" y="3203575"/>
          <p14:tracePt t="32707" x="4114800" y="3246438"/>
          <p14:tracePt t="32715" x="4143375" y="3281363"/>
          <p14:tracePt t="32723" x="4171950" y="3317875"/>
          <p14:tracePt t="32731" x="4214813" y="3360738"/>
          <p14:tracePt t="32739" x="4251325" y="3395663"/>
          <p14:tracePt t="32747" x="4294188" y="3417888"/>
          <p14:tracePt t="32755" x="4322763" y="3424238"/>
          <p14:tracePt t="32763" x="4357688" y="3430588"/>
          <p14:tracePt t="32771" x="4386263" y="3430588"/>
          <p14:tracePt t="32779" x="4414838" y="3430588"/>
          <p14:tracePt t="32786" x="4443413" y="3430588"/>
          <p14:tracePt t="32795" x="4471988" y="3430588"/>
          <p14:tracePt t="32803" x="4522788" y="3430588"/>
          <p14:tracePt t="32811" x="4565650" y="3417888"/>
          <p14:tracePt t="32819" x="4592638" y="3409950"/>
          <p14:tracePt t="32827" x="4629150" y="3409950"/>
          <p14:tracePt t="32836" x="4649788" y="3403600"/>
          <p14:tracePt t="32843" x="4657725" y="3395663"/>
          <p14:tracePt t="32853" x="4664075" y="3395663"/>
          <p14:tracePt t="32875" x="4664075" y="3389313"/>
          <p14:tracePt t="32886" x="4664075" y="3381375"/>
          <p14:tracePt t="32900" x="4643438" y="3360738"/>
          <p14:tracePt t="32907" x="4629150" y="3360738"/>
          <p14:tracePt t="32915" x="4600575" y="3352800"/>
          <p14:tracePt t="32923" x="4572000" y="3352800"/>
          <p14:tracePt t="32931" x="4537075" y="3338513"/>
          <p14:tracePt t="32939" x="4486275" y="3332163"/>
          <p14:tracePt t="32947" x="4437063" y="3332163"/>
          <p14:tracePt t="32955" x="4400550" y="3324225"/>
          <p14:tracePt t="32963" x="4351338" y="3317875"/>
          <p14:tracePt t="32971" x="4300538" y="3303588"/>
          <p14:tracePt t="32979" x="4251325" y="3303588"/>
          <p14:tracePt t="32987" x="4194175" y="3289300"/>
          <p14:tracePt t="32995" x="4143375" y="3289300"/>
          <p14:tracePt t="33003" x="4086225" y="3281363"/>
          <p14:tracePt t="33011" x="4016375" y="3267075"/>
          <p14:tracePt t="33020" x="3979863" y="3267075"/>
          <p14:tracePt t="33027" x="3930650" y="3267075"/>
          <p14:tracePt t="33035" x="3873500" y="3267075"/>
          <p14:tracePt t="33043" x="3830638" y="3267075"/>
          <p14:tracePt t="33053" x="3779838" y="3267075"/>
          <p14:tracePt t="33059" x="3736975" y="3267075"/>
          <p14:tracePt t="33070" x="3702050" y="3267075"/>
          <p14:tracePt t="33075" x="3665538" y="3267075"/>
          <p14:tracePt t="33086" x="3644900" y="3267075"/>
          <p14:tracePt t="33091" x="3616325" y="3267075"/>
          <p14:tracePt t="33099" x="3594100" y="3267075"/>
          <p14:tracePt t="33107" x="3565525" y="3267075"/>
          <p14:tracePt t="33115" x="3559175" y="3267075"/>
          <p14:tracePt t="33123" x="3552825" y="3267075"/>
          <p14:tracePt t="33131" x="3538538" y="3275013"/>
          <p14:tracePt t="33179" x="3538538" y="3281363"/>
          <p14:tracePt t="33187" x="3544888" y="3295650"/>
          <p14:tracePt t="33195" x="3565525" y="3303588"/>
          <p14:tracePt t="33203" x="3608388" y="3309938"/>
          <p14:tracePt t="33211" x="3673475" y="3309938"/>
          <p14:tracePt t="33220" x="3736975" y="3317875"/>
          <p14:tracePt t="33227" x="3822700" y="3332163"/>
          <p14:tracePt t="33236" x="3922713" y="3352800"/>
          <p14:tracePt t="33243" x="4030663" y="3360738"/>
          <p14:tracePt t="33253" x="4137025" y="3375025"/>
          <p14:tracePt t="33259" x="4229100" y="3395663"/>
          <p14:tracePt t="33270" x="4322763" y="3409950"/>
          <p14:tracePt t="33275" x="4422775" y="3417888"/>
          <p14:tracePt t="33286" x="4500563" y="3430588"/>
          <p14:tracePt t="33291" x="4565650" y="3430588"/>
          <p14:tracePt t="33299" x="4600575" y="3430588"/>
          <p14:tracePt t="33307" x="4629150" y="3430588"/>
          <p14:tracePt t="33315" x="4643438" y="3430588"/>
          <p14:tracePt t="33331" x="4649788" y="3430588"/>
          <p14:tracePt t="33363" x="4643438" y="3430588"/>
          <p14:tracePt t="33370" x="4606925" y="3430588"/>
          <p14:tracePt t="33379" x="4557713" y="3430588"/>
          <p14:tracePt t="33387" x="4471988" y="3430588"/>
          <p14:tracePt t="33395" x="4379913" y="3430588"/>
          <p14:tracePt t="33403" x="4265613" y="3430588"/>
          <p14:tracePt t="33411" x="4065588" y="3430588"/>
          <p14:tracePt t="33420" x="3930650" y="3430588"/>
          <p14:tracePt t="33427" x="3794125" y="3430588"/>
          <p14:tracePt t="33436" x="3659188" y="3430588"/>
          <p14:tracePt t="33443" x="3552825" y="3430588"/>
          <p14:tracePt t="33453" x="3467100" y="3430588"/>
          <p14:tracePt t="33459" x="3409950" y="3430588"/>
          <p14:tracePt t="33469" x="3395663" y="3430588"/>
          <p14:tracePt t="33475" x="3387725" y="3430588"/>
          <p14:tracePt t="33539" x="3381375" y="3438525"/>
          <p14:tracePt t="35331" x="3381375" y="3409950"/>
          <p14:tracePt t="35339" x="3381375" y="3381375"/>
          <p14:tracePt t="35347" x="3381375" y="3360738"/>
          <p14:tracePt t="35355" x="3381375" y="3352800"/>
          <p14:tracePt t="35363" x="3381375" y="3338513"/>
          <p14:tracePt t="35371" x="3381375" y="3332163"/>
          <p14:tracePt t="35379" x="3381375" y="3324225"/>
          <p14:tracePt t="35387" x="3381375" y="3309938"/>
          <p14:tracePt t="35403" x="3373438" y="3289300"/>
          <p14:tracePt t="35411" x="3373438" y="3281363"/>
          <p14:tracePt t="35427" x="3367088" y="3260725"/>
          <p14:tracePt t="35437" x="3352800" y="3246438"/>
          <p14:tracePt t="35443" x="3352800" y="3238500"/>
          <p14:tracePt t="35450" x="3338513" y="3203575"/>
          <p14:tracePt t="35459" x="3330575" y="3189288"/>
          <p14:tracePt t="35470" x="3324225" y="3160713"/>
          <p14:tracePt t="35475" x="3309938" y="3146425"/>
          <p14:tracePt t="35483" x="3302000" y="3124200"/>
          <p14:tracePt t="35491" x="3295650" y="3103563"/>
          <p14:tracePt t="35499" x="3281363" y="3089275"/>
          <p14:tracePt t="35507" x="3267075" y="3067050"/>
          <p14:tracePt t="35515" x="3259138" y="3052763"/>
          <p14:tracePt t="35523" x="3252788" y="3024188"/>
          <p14:tracePt t="35531" x="3244850" y="3009900"/>
          <p14:tracePt t="35539" x="3238500" y="2995613"/>
          <p14:tracePt t="35547" x="3230563" y="2981325"/>
          <p14:tracePt t="35555" x="3216275" y="2967038"/>
          <p14:tracePt t="35563" x="3209925" y="2952750"/>
          <p14:tracePt t="35570" x="3209925" y="2938463"/>
          <p14:tracePt t="35579" x="3195638" y="2932113"/>
          <p14:tracePt t="35587" x="3187700" y="2909888"/>
          <p14:tracePt t="35595" x="3173413" y="2895600"/>
          <p14:tracePt t="35603" x="3159125" y="2881313"/>
          <p14:tracePt t="35611" x="3144838" y="2860675"/>
          <p14:tracePt t="35620" x="3124200" y="2840038"/>
          <p14:tracePt t="35627" x="3101975" y="2817813"/>
          <p14:tracePt t="35636" x="3073400" y="2789238"/>
          <p14:tracePt t="35643" x="3046413" y="2768600"/>
          <p14:tracePt t="35653" x="3038475" y="2760663"/>
          <p14:tracePt t="35659" x="3024188" y="2746375"/>
          <p14:tracePt t="35670" x="3017838" y="2740025"/>
          <p14:tracePt t="35686" x="3009900" y="2732088"/>
          <p14:tracePt t="35699" x="3009900" y="2717800"/>
          <p14:tracePt t="35715" x="3009900" y="2711450"/>
          <p14:tracePt t="35739" x="3009900" y="2703513"/>
          <p14:tracePt t="35747" x="3017838" y="2689225"/>
          <p14:tracePt t="35795" x="3017838" y="2682875"/>
          <p14:tracePt t="35803" x="3009900" y="2668588"/>
          <p14:tracePt t="35819" x="3003550" y="2660650"/>
          <p14:tracePt t="35828" x="2995613" y="2660650"/>
          <p14:tracePt t="35835" x="2989263" y="2654300"/>
          <p14:tracePt t="35843" x="2974975" y="2640013"/>
          <p14:tracePt t="35853" x="2974975" y="2632075"/>
          <p14:tracePt t="35859" x="2952750" y="2625725"/>
          <p14:tracePt t="35870" x="2952750" y="2617788"/>
          <p14:tracePt t="35875" x="2938463" y="2617788"/>
          <p14:tracePt t="35883" x="2917825" y="2611438"/>
          <p14:tracePt t="35891" x="2895600" y="2603500"/>
          <p14:tracePt t="35907" x="2881313" y="2597150"/>
          <p14:tracePt t="35915" x="2867025" y="2589213"/>
          <p14:tracePt t="35923" x="2846388" y="2582863"/>
          <p14:tracePt t="35931" x="2824163" y="2574925"/>
          <p14:tracePt t="35939" x="2803525" y="2574925"/>
          <p14:tracePt t="35947" x="2789238" y="2568575"/>
          <p14:tracePt t="35955" x="2760663" y="2568575"/>
          <p14:tracePt t="35963" x="2738438" y="2560638"/>
          <p14:tracePt t="35971" x="2709863" y="2560638"/>
          <p14:tracePt t="35979" x="2681288" y="2554288"/>
          <p14:tracePt t="35987" x="2652713" y="2554288"/>
          <p14:tracePt t="35995" x="2617788" y="2554288"/>
          <p14:tracePt t="36003" x="2595563" y="2546350"/>
          <p14:tracePt t="36011" x="2552700" y="2540000"/>
          <p14:tracePt t="36020" x="2525713" y="2532063"/>
          <p14:tracePt t="36027" x="2497138" y="2532063"/>
          <p14:tracePt t="36035" x="2460625" y="2532063"/>
          <p14:tracePt t="36043" x="2432050" y="2532063"/>
          <p14:tracePt t="36053" x="2411413" y="2532063"/>
          <p14:tracePt t="36059" x="2389188" y="2532063"/>
          <p14:tracePt t="36067" x="2374900" y="2532063"/>
          <p14:tracePt t="36075" x="2360613" y="2532063"/>
          <p14:tracePt t="36086" x="2354263" y="2532063"/>
          <p14:tracePt t="36091" x="2339975" y="2532063"/>
          <p14:tracePt t="36099" x="2325688" y="2532063"/>
          <p14:tracePt t="36107" x="2311400" y="2532063"/>
          <p14:tracePt t="36115" x="2303463" y="2532063"/>
          <p14:tracePt t="36123" x="2289175" y="2532063"/>
          <p14:tracePt t="36131" x="2282825" y="2532063"/>
          <p14:tracePt t="36139" x="2260600" y="2532063"/>
          <p14:tracePt t="36147" x="2246313" y="2532063"/>
          <p14:tracePt t="36155" x="2232025" y="2532063"/>
          <p14:tracePt t="36163" x="2225675" y="2540000"/>
          <p14:tracePt t="36171" x="2211388" y="2540000"/>
          <p14:tracePt t="36179" x="2203450" y="2546350"/>
          <p14:tracePt t="36187" x="2197100" y="2546350"/>
          <p14:tracePt t="36195" x="2182813" y="2554288"/>
          <p14:tracePt t="36203" x="2168525" y="2568575"/>
          <p14:tracePt t="36220" x="2154238" y="2582863"/>
          <p14:tracePt t="36227" x="2154238" y="2589213"/>
          <p14:tracePt t="36235" x="2146300" y="2589213"/>
          <p14:tracePt t="36243" x="2139950" y="2597150"/>
          <p14:tracePt t="36253" x="2139950" y="2603500"/>
          <p14:tracePt t="36270" x="2139950" y="2611438"/>
          <p14:tracePt t="36291" x="2132013" y="2625725"/>
          <p14:tracePt t="36307" x="2132013" y="2632075"/>
          <p14:tracePt t="36323" x="2132013" y="2646363"/>
          <p14:tracePt t="36331" x="2132013" y="2654300"/>
          <p14:tracePt t="36339" x="2132013" y="2668588"/>
          <p14:tracePt t="36355" x="2132013" y="2674938"/>
          <p14:tracePt t="36371" x="2132013" y="2689225"/>
          <p14:tracePt t="36379" x="2132013" y="2697163"/>
          <p14:tracePt t="36387" x="2132013" y="2703513"/>
          <p14:tracePt t="36395" x="2132013" y="2711450"/>
          <p14:tracePt t="36403" x="2132013" y="2717800"/>
          <p14:tracePt t="36411" x="2132013" y="2732088"/>
          <p14:tracePt t="36420" x="2139950" y="2740025"/>
          <p14:tracePt t="36427" x="2146300" y="2760663"/>
          <p14:tracePt t="36436" x="2154238" y="2768600"/>
          <p14:tracePt t="36443" x="2160588" y="2774950"/>
          <p14:tracePt t="36453" x="2168525" y="2782888"/>
          <p14:tracePt t="36470" x="2182813" y="2797175"/>
          <p14:tracePt t="36475" x="2189163" y="2811463"/>
          <p14:tracePt t="36483" x="2197100" y="2817813"/>
          <p14:tracePt t="36491" x="2217738" y="2840038"/>
          <p14:tracePt t="36499" x="2232025" y="2854325"/>
          <p14:tracePt t="36507" x="2246313" y="2867025"/>
          <p14:tracePt t="36515" x="2274888" y="2881313"/>
          <p14:tracePt t="36523" x="2297113" y="2895600"/>
          <p14:tracePt t="36531" x="2317750" y="2895600"/>
          <p14:tracePt t="36539" x="2332038" y="2909888"/>
          <p14:tracePt t="36547" x="2360613" y="2924175"/>
          <p14:tracePt t="36555" x="2382838" y="2932113"/>
          <p14:tracePt t="36563" x="2389188" y="2938463"/>
          <p14:tracePt t="36570" x="2417763" y="2938463"/>
          <p14:tracePt t="36579" x="2432050" y="2946400"/>
          <p14:tracePt t="36587" x="2454275" y="2952750"/>
          <p14:tracePt t="36595" x="2474913" y="2952750"/>
          <p14:tracePt t="36603" x="2497138" y="2960688"/>
          <p14:tracePt t="36611" x="2517775" y="2960688"/>
          <p14:tracePt t="36620" x="2546350" y="2967038"/>
          <p14:tracePt t="36627" x="2574925" y="2967038"/>
          <p14:tracePt t="36636" x="2603500" y="2967038"/>
          <p14:tracePt t="36643" x="2632075" y="2967038"/>
          <p14:tracePt t="36653" x="2660650" y="2967038"/>
          <p14:tracePt t="36659" x="2681288" y="2967038"/>
          <p14:tracePt t="36670" x="2709863" y="2967038"/>
          <p14:tracePt t="36675" x="2724150" y="2967038"/>
          <p14:tracePt t="36686" x="2746375" y="2967038"/>
          <p14:tracePt t="36691" x="2767013" y="2967038"/>
          <p14:tracePt t="36699" x="2781300" y="2967038"/>
          <p14:tracePt t="36707" x="2789238" y="2967038"/>
          <p14:tracePt t="36715" x="2803525" y="2952750"/>
          <p14:tracePt t="36723" x="2817813" y="2946400"/>
          <p14:tracePt t="36731" x="2824163" y="2938463"/>
          <p14:tracePt t="36739" x="2832100" y="2932113"/>
          <p14:tracePt t="36747" x="2846388" y="2917825"/>
          <p14:tracePt t="36754" x="2852738" y="2903538"/>
          <p14:tracePt t="36763" x="2852738" y="2881313"/>
          <p14:tracePt t="36771" x="2860675" y="2867025"/>
          <p14:tracePt t="36779" x="2874963" y="2854325"/>
          <p14:tracePt t="36786" x="2874963" y="2840038"/>
          <p14:tracePt t="36795" x="2881313" y="2825750"/>
          <p14:tracePt t="36803" x="2889250" y="2817813"/>
          <p14:tracePt t="36811" x="2895600" y="2797175"/>
          <p14:tracePt t="36820" x="2903538" y="2782888"/>
          <p14:tracePt t="36836" x="2909888" y="2774950"/>
          <p14:tracePt t="36843" x="2909888" y="2754313"/>
          <p14:tracePt t="36853" x="2909888" y="2746375"/>
          <p14:tracePt t="36859" x="2917825" y="2740025"/>
          <p14:tracePt t="36870" x="2924175" y="2717800"/>
          <p14:tracePt t="36875" x="2924175" y="2703513"/>
          <p14:tracePt t="36886" x="2924175" y="2697163"/>
          <p14:tracePt t="36904" x="2924175" y="2682875"/>
          <p14:tracePt t="36907" x="2924175" y="2668588"/>
          <p14:tracePt t="36915" x="2924175" y="2654300"/>
          <p14:tracePt t="36923" x="2932113" y="2654300"/>
          <p14:tracePt t="36931" x="2932113" y="2646363"/>
          <p14:tracePt t="36939" x="2932113" y="2632075"/>
          <p14:tracePt t="36955" x="2932113" y="2617788"/>
          <p14:tracePt t="36963" x="2932113" y="2603500"/>
          <p14:tracePt t="36971" x="2932113" y="2589213"/>
          <p14:tracePt t="36979" x="2924175" y="2568575"/>
          <p14:tracePt t="36987" x="2909888" y="2554288"/>
          <p14:tracePt t="36995" x="2895600" y="2540000"/>
          <p14:tracePt t="37003" x="2860675" y="2517775"/>
          <p14:tracePt t="37011" x="2832100" y="2503488"/>
          <p14:tracePt t="37020" x="2809875" y="2489200"/>
          <p14:tracePt t="37027" x="2781300" y="2482850"/>
          <p14:tracePt t="37035" x="2760663" y="2468563"/>
          <p14:tracePt t="37043" x="2738438" y="2460625"/>
          <p14:tracePt t="37053" x="2724150" y="2446338"/>
          <p14:tracePt t="37059" x="2709863" y="2446338"/>
          <p14:tracePt t="37070" x="2689225" y="2446338"/>
          <p14:tracePt t="37076" x="2674938" y="2439988"/>
          <p14:tracePt t="37086" x="2660650" y="2439988"/>
          <p14:tracePt t="37091" x="2632075" y="2439988"/>
          <p14:tracePt t="37099" x="2603500" y="2439988"/>
          <p14:tracePt t="37107" x="2566988" y="2439988"/>
          <p14:tracePt t="37115" x="2540000" y="2439988"/>
          <p14:tracePt t="37123" x="2497138" y="2439988"/>
          <p14:tracePt t="37131" x="2468563" y="2439988"/>
          <p14:tracePt t="37139" x="2432050" y="2439988"/>
          <p14:tracePt t="37147" x="2403475" y="2439988"/>
          <p14:tracePt t="37154" x="2374900" y="2439988"/>
          <p14:tracePt t="37163" x="2346325" y="2446338"/>
          <p14:tracePt t="37170" x="2325688" y="2446338"/>
          <p14:tracePt t="37179" x="2311400" y="2460625"/>
          <p14:tracePt t="37187" x="2289175" y="2474913"/>
          <p14:tracePt t="37195" x="2282825" y="2474913"/>
          <p14:tracePt t="37203" x="2254250" y="2489200"/>
          <p14:tracePt t="37220" x="2246313" y="2503488"/>
          <p14:tracePt t="37227" x="2217738" y="2525713"/>
          <p14:tracePt t="37243" x="2197100" y="2546350"/>
          <p14:tracePt t="37253" x="2197100" y="2560638"/>
          <p14:tracePt t="37259" x="2189163" y="2574925"/>
          <p14:tracePt t="37270" x="2189163" y="2582863"/>
          <p14:tracePt t="37275" x="2174875" y="2597150"/>
          <p14:tracePt t="37286" x="2174875" y="2611438"/>
          <p14:tracePt t="37291" x="2174875" y="2617788"/>
          <p14:tracePt t="37299" x="2174875" y="2632075"/>
          <p14:tracePt t="37307" x="2174875" y="2640013"/>
          <p14:tracePt t="37315" x="2174875" y="2654300"/>
          <p14:tracePt t="37323" x="2174875" y="2660650"/>
          <p14:tracePt t="37331" x="2174875" y="2668588"/>
          <p14:tracePt t="37339" x="2174875" y="2689225"/>
          <p14:tracePt t="37347" x="2174875" y="2703513"/>
          <p14:tracePt t="37355" x="2174875" y="2725738"/>
          <p14:tracePt t="37363" x="2174875" y="2740025"/>
          <p14:tracePt t="37371" x="2174875" y="2746375"/>
          <p14:tracePt t="37379" x="2182813" y="2768600"/>
          <p14:tracePt t="37388" x="2197100" y="2797175"/>
          <p14:tracePt t="37395" x="2211388" y="2803525"/>
          <p14:tracePt t="37403" x="2225675" y="2825750"/>
          <p14:tracePt t="37411" x="2232025" y="2832100"/>
          <p14:tracePt t="37421" x="2239963" y="2846388"/>
          <p14:tracePt t="37427" x="2246313" y="2846388"/>
          <p14:tracePt t="37436" x="2254250" y="2854325"/>
          <p14:tracePt t="37443" x="2268538" y="2860675"/>
          <p14:tracePt t="37453" x="2282825" y="2867025"/>
          <p14:tracePt t="37459" x="2297113" y="2881313"/>
          <p14:tracePt t="37471" x="2317750" y="2889250"/>
          <p14:tracePt t="37475" x="2339975" y="2895600"/>
          <p14:tracePt t="37486" x="2360613" y="2903538"/>
          <p14:tracePt t="37491" x="2397125" y="2909888"/>
          <p14:tracePt t="37499" x="2432050" y="2917825"/>
          <p14:tracePt t="37507" x="2474913" y="2932113"/>
          <p14:tracePt t="37515" x="2517775" y="2946400"/>
          <p14:tracePt t="37523" x="2552700" y="2952750"/>
          <p14:tracePt t="37531" x="2589213" y="2960688"/>
          <p14:tracePt t="37539" x="2632075" y="2974975"/>
          <p14:tracePt t="37547" x="2652713" y="2981325"/>
          <p14:tracePt t="37554" x="2689225" y="2981325"/>
          <p14:tracePt t="37563" x="2724150" y="3003550"/>
          <p14:tracePt t="37571" x="2752725" y="3009900"/>
          <p14:tracePt t="37579" x="2817813" y="3032125"/>
          <p14:tracePt t="37587" x="2846388" y="3032125"/>
          <p14:tracePt t="37595" x="2874963" y="3032125"/>
          <p14:tracePt t="37603" x="2909888" y="3032125"/>
          <p14:tracePt t="37611" x="2938463" y="3032125"/>
          <p14:tracePt t="37620" x="2974975" y="3032125"/>
          <p14:tracePt t="37627" x="3003550" y="3032125"/>
          <p14:tracePt t="37636" x="3009900" y="3032125"/>
          <p14:tracePt t="37643" x="3032125" y="3032125"/>
          <p14:tracePt t="37653" x="3046413" y="3024188"/>
          <p14:tracePt t="37659" x="3067050" y="3017838"/>
          <p14:tracePt t="37671" x="3081338" y="3003550"/>
          <p14:tracePt t="37675" x="3087688" y="2981325"/>
          <p14:tracePt t="37686" x="3095625" y="2981325"/>
          <p14:tracePt t="37691" x="3095625" y="2967038"/>
          <p14:tracePt t="37699" x="3101975" y="2952750"/>
          <p14:tracePt t="37707" x="3101975" y="2932113"/>
          <p14:tracePt t="37715" x="3109913" y="2909888"/>
          <p14:tracePt t="37723" x="3109913" y="2903538"/>
          <p14:tracePt t="37731" x="3109913" y="2881313"/>
          <p14:tracePt t="37747" x="3116263" y="2867025"/>
          <p14:tracePt t="37754" x="3116263" y="2860675"/>
          <p14:tracePt t="37763" x="3116263" y="2854325"/>
          <p14:tracePt t="37770" x="3116263" y="2846388"/>
          <p14:tracePt t="37779" x="3116263" y="2840038"/>
          <p14:tracePt t="37787" x="3116263" y="2832100"/>
          <p14:tracePt t="39003" x="3116263" y="2825750"/>
          <p14:tracePt t="39011" x="3116263" y="2811463"/>
          <p14:tracePt t="39019" x="3116263" y="2803525"/>
          <p14:tracePt t="39027" x="3101975" y="2789238"/>
          <p14:tracePt t="39037" x="3073400" y="2782888"/>
          <p14:tracePt t="39043" x="3059113" y="2774950"/>
          <p14:tracePt t="39053" x="3052763" y="2768600"/>
          <p14:tracePt t="39059" x="3046413" y="2768600"/>
          <p14:tracePt t="39070" x="3038475" y="2760663"/>
          <p14:tracePt t="39115" x="3032125" y="2760663"/>
          <p14:tracePt t="39123" x="3024188" y="2754313"/>
          <p14:tracePt t="39131" x="3009900" y="2746375"/>
          <p14:tracePt t="39139" x="2989263" y="2746375"/>
          <p14:tracePt t="39147" x="2946400" y="2746375"/>
          <p14:tracePt t="39154" x="2867025" y="2725738"/>
          <p14:tracePt t="39163" x="2803525" y="2717800"/>
          <p14:tracePt t="39171" x="2717800" y="2717800"/>
          <p14:tracePt t="39179" x="2624138" y="2703513"/>
          <p14:tracePt t="39187" x="2517775" y="2697163"/>
          <p14:tracePt t="39195" x="2411413" y="2689225"/>
          <p14:tracePt t="39203" x="2311400" y="2689225"/>
          <p14:tracePt t="39211" x="2197100" y="2689225"/>
          <p14:tracePt t="39220" x="2054225" y="2689225"/>
          <p14:tracePt t="39227" x="1939925" y="2689225"/>
          <p14:tracePt t="39237" x="1847850" y="2689225"/>
          <p14:tracePt t="39243" x="1739900" y="2689225"/>
          <p14:tracePt t="39253" x="1662113" y="2682875"/>
          <p14:tracePt t="39259" x="1597025" y="2668588"/>
          <p14:tracePt t="39270" x="1554163" y="2660650"/>
          <p14:tracePt t="39275" x="1525588" y="2654300"/>
          <p14:tracePt t="39286" x="1504950" y="2654300"/>
          <p14:tracePt t="39291" x="1490663" y="2646363"/>
          <p14:tracePt t="39299" x="1470025" y="2640013"/>
          <p14:tracePt t="39307" x="1441450" y="2632075"/>
          <p14:tracePt t="39315" x="1419225" y="2617788"/>
          <p14:tracePt t="39323" x="1376363" y="2597150"/>
          <p14:tracePt t="39331" x="1347788" y="2589213"/>
          <p14:tracePt t="39339" x="1298575" y="2560638"/>
          <p14:tracePt t="39347" x="1262063" y="2546350"/>
          <p14:tracePt t="39355" x="1184275" y="2525713"/>
          <p14:tracePt t="39363" x="1090613" y="2517775"/>
          <p14:tracePt t="39370" x="1019175" y="2511425"/>
          <p14:tracePt t="39379" x="935038" y="2497138"/>
          <p14:tracePt t="39387" x="849313" y="2482850"/>
          <p14:tracePt t="39395" x="777875" y="2482850"/>
          <p14:tracePt t="39403" x="720725" y="2482850"/>
          <p14:tracePt t="39411" x="641350" y="2468563"/>
          <p14:tracePt t="39420" x="577850" y="2468563"/>
          <p14:tracePt t="39427" x="512763" y="2468563"/>
          <p14:tracePt t="39436" x="485775" y="2468563"/>
          <p14:tracePt t="39443" x="477838" y="2468563"/>
          <p14:tracePt t="39483" x="477838" y="2482850"/>
          <p14:tracePt t="39491" x="492125" y="2503488"/>
          <p14:tracePt t="39499" x="512763" y="2540000"/>
          <p14:tracePt t="39507" x="527050" y="2568575"/>
          <p14:tracePt t="39515" x="534988" y="2582863"/>
          <p14:tracePt t="39523" x="555625" y="2611438"/>
          <p14:tracePt t="39531" x="555625" y="2625725"/>
          <p14:tracePt t="39539" x="563563" y="2646363"/>
          <p14:tracePt t="39547" x="569913" y="2660650"/>
          <p14:tracePt t="39554" x="577850" y="2668588"/>
          <p14:tracePt t="39563" x="584200" y="2674938"/>
          <p14:tracePt t="39579" x="598488" y="2682875"/>
          <p14:tracePt t="39587" x="606425" y="2689225"/>
          <p14:tracePt t="39595" x="620713" y="2689225"/>
          <p14:tracePt t="39603" x="641350" y="2689225"/>
          <p14:tracePt t="39611" x="655638" y="2689225"/>
          <p14:tracePt t="39621" x="677863" y="2689225"/>
          <p14:tracePt t="39627" x="706438" y="2689225"/>
          <p14:tracePt t="39637" x="735013" y="2689225"/>
          <p14:tracePt t="39643" x="755650" y="2689225"/>
          <p14:tracePt t="39654" x="798513" y="2682875"/>
          <p14:tracePt t="39659" x="820738" y="2674938"/>
          <p14:tracePt t="39670" x="841375" y="2660650"/>
          <p14:tracePt t="39675" x="863600" y="2654300"/>
          <p14:tracePt t="39687" x="884238" y="2640013"/>
          <p14:tracePt t="39691" x="884238" y="2625725"/>
          <p14:tracePt t="39699" x="892175" y="2603500"/>
          <p14:tracePt t="39707" x="906463" y="2589213"/>
          <p14:tracePt t="39715" x="906463" y="2568575"/>
          <p14:tracePt t="39722" x="906463" y="2540000"/>
          <p14:tracePt t="39731" x="906463" y="2511425"/>
          <p14:tracePt t="39738" x="906463" y="2474913"/>
          <p14:tracePt t="39747" x="906463" y="2446338"/>
          <p14:tracePt t="39755" x="906463" y="2411413"/>
          <p14:tracePt t="39763" x="920750" y="2374900"/>
          <p14:tracePt t="39770" x="927100" y="2346325"/>
          <p14:tracePt t="39779" x="941388" y="2332038"/>
          <p14:tracePt t="39787" x="949325" y="2303463"/>
          <p14:tracePt t="39795" x="955675" y="2289175"/>
          <p14:tracePt t="39803" x="963613" y="2276475"/>
          <p14:tracePt t="39811" x="969963" y="2268538"/>
          <p14:tracePt t="39820" x="977900" y="2247900"/>
          <p14:tracePt t="39837" x="977900" y="2233613"/>
          <p14:tracePt t="39843" x="977900" y="2219325"/>
          <p14:tracePt t="39854" x="977900" y="2205038"/>
          <p14:tracePt t="39859" x="977900" y="2176463"/>
          <p14:tracePt t="39870" x="977900" y="2139950"/>
          <p14:tracePt t="39875" x="977900" y="2119313"/>
          <p14:tracePt t="39883" x="955675" y="2076450"/>
          <p14:tracePt t="39904" x="912813" y="1997075"/>
          <p14:tracePt t="39907" x="906463" y="1962150"/>
          <p14:tracePt t="39915" x="877888" y="1919288"/>
          <p14:tracePt t="39923" x="869950" y="1868488"/>
          <p14:tracePt t="39931" x="855663" y="1839913"/>
          <p14:tracePt t="39939" x="849313" y="1797050"/>
          <p14:tracePt t="39947" x="849313" y="1776413"/>
          <p14:tracePt t="39955" x="849313" y="1754188"/>
          <p14:tracePt t="39971" x="849313" y="1747838"/>
          <p14:tracePt t="39995" x="849313" y="1733550"/>
          <p14:tracePt t="40011" x="849313" y="1719263"/>
          <p14:tracePt t="40020" x="855663" y="1719263"/>
          <p14:tracePt t="40027" x="898525" y="1704975"/>
          <p14:tracePt t="40035" x="920750" y="1698625"/>
          <p14:tracePt t="40043" x="963613" y="1684338"/>
          <p14:tracePt t="40053" x="1012825" y="1655763"/>
          <p14:tracePt t="40059" x="1041400" y="1641475"/>
          <p14:tracePt t="40070" x="1062038" y="1627188"/>
          <p14:tracePt t="40075" x="1084263" y="1604963"/>
          <p14:tracePt t="40087" x="1098550" y="1598613"/>
          <p14:tracePt t="40091" x="1104900" y="1584325"/>
          <p14:tracePt t="40099" x="1104900" y="1576388"/>
          <p14:tracePt t="40107" x="1104900" y="1562100"/>
          <p14:tracePt t="40115" x="1104900" y="1547813"/>
          <p14:tracePt t="40123" x="1104900" y="1533525"/>
          <p14:tracePt t="40131" x="1104900" y="1504950"/>
          <p14:tracePt t="40139" x="1084263" y="1470025"/>
          <p14:tracePt t="40147" x="1062038" y="1447800"/>
          <p14:tracePt t="40154" x="1033463" y="1419225"/>
          <p14:tracePt t="40163" x="992188" y="1404938"/>
          <p14:tracePt t="40171" x="977900" y="1398588"/>
          <p14:tracePt t="40179" x="949325" y="1390650"/>
          <p14:tracePt t="40187" x="920750" y="1390650"/>
          <p14:tracePt t="40195" x="892175" y="1390650"/>
          <p14:tracePt t="40203" x="869950" y="1390650"/>
          <p14:tracePt t="40211" x="841375" y="1390650"/>
          <p14:tracePt t="40220" x="820738" y="1390650"/>
          <p14:tracePt t="40227" x="784225" y="1390650"/>
          <p14:tracePt t="40236" x="735013" y="1412875"/>
          <p14:tracePt t="40243" x="692150" y="1441450"/>
          <p14:tracePt t="40253" x="655638" y="1455738"/>
          <p14:tracePt t="40259" x="612775" y="1484313"/>
          <p14:tracePt t="40270" x="584200" y="1512888"/>
          <p14:tracePt t="40275" x="555625" y="1547813"/>
          <p14:tracePt t="40287" x="541338" y="1570038"/>
          <p14:tracePt t="40291" x="527050" y="1598613"/>
          <p14:tracePt t="40299" x="527050" y="1619250"/>
          <p14:tracePt t="40307" x="527050" y="1655763"/>
          <p14:tracePt t="40315" x="527050" y="1690688"/>
          <p14:tracePt t="40323" x="527050" y="1719263"/>
          <p14:tracePt t="40331" x="534988" y="1762125"/>
          <p14:tracePt t="40339" x="555625" y="1811338"/>
          <p14:tracePt t="40347" x="577850" y="1854200"/>
          <p14:tracePt t="40355" x="606425" y="1890713"/>
          <p14:tracePt t="40363" x="641350" y="1925638"/>
          <p14:tracePt t="40370" x="669925" y="1947863"/>
          <p14:tracePt t="40379" x="692150" y="1976438"/>
          <p14:tracePt t="40387" x="735013" y="2005013"/>
          <p14:tracePt t="40395" x="769938" y="2011363"/>
          <p14:tracePt t="40403" x="812800" y="2033588"/>
          <p14:tracePt t="40411" x="820738" y="2033588"/>
          <p14:tracePt t="40420" x="827088" y="2033588"/>
          <p14:tracePt t="40427" x="849313" y="2033588"/>
          <p14:tracePt t="40437" x="869950" y="2033588"/>
          <p14:tracePt t="40442" x="884238" y="2033588"/>
          <p14:tracePt t="40453" x="898525" y="2033588"/>
          <p14:tracePt t="40459" x="912813" y="2033588"/>
          <p14:tracePt t="40470" x="920750" y="2033588"/>
          <p14:tracePt t="40475" x="927100" y="2033588"/>
          <p14:tracePt t="40487" x="935038" y="2033588"/>
          <p14:tracePt t="41571" x="941388" y="2033588"/>
          <p14:tracePt t="41579" x="963613" y="2033588"/>
          <p14:tracePt t="41587" x="1012825" y="2047875"/>
          <p14:tracePt t="41595" x="1062038" y="2076450"/>
          <p14:tracePt t="41604" x="1119188" y="2097088"/>
          <p14:tracePt t="41611" x="1169988" y="2133600"/>
          <p14:tracePt t="41621" x="1241425" y="2176463"/>
          <p14:tracePt t="41627" x="1290638" y="2205038"/>
          <p14:tracePt t="41638" x="1362075" y="2239963"/>
          <p14:tracePt t="41643" x="1412875" y="2276475"/>
          <p14:tracePt t="41654" x="1484313" y="2311400"/>
          <p14:tracePt t="41659" x="1554163" y="2354263"/>
          <p14:tracePt t="41667" x="1633538" y="2403475"/>
          <p14:tracePt t="41675" x="1676400" y="2432050"/>
          <p14:tracePt t="41687" x="1739900" y="2468563"/>
          <p14:tracePt t="41691" x="1790700" y="2517775"/>
          <p14:tracePt t="41699" x="1862138" y="2560638"/>
          <p14:tracePt t="41707" x="1925638" y="2611438"/>
          <p14:tracePt t="41715" x="1976438" y="2660650"/>
          <p14:tracePt t="41723" x="2060575" y="2732088"/>
          <p14:tracePt t="41731" x="2139950" y="2789238"/>
          <p14:tracePt t="41739" x="2203450" y="2846388"/>
          <p14:tracePt t="41747" x="2297113" y="2909888"/>
          <p14:tracePt t="41754" x="2374900" y="2952750"/>
          <p14:tracePt t="41763" x="2460625" y="3024188"/>
          <p14:tracePt t="41770" x="2525713" y="3067050"/>
          <p14:tracePt t="41779" x="2589213" y="3109913"/>
          <p14:tracePt t="41787" x="2667000" y="3146425"/>
          <p14:tracePt t="41795" x="2732088" y="3175000"/>
          <p14:tracePt t="41803" x="2781300" y="3209925"/>
          <p14:tracePt t="41811" x="2824163" y="3217863"/>
          <p14:tracePt t="41820" x="2867025" y="3238500"/>
          <p14:tracePt t="41827" x="2889250" y="3252788"/>
          <p14:tracePt t="41837" x="2895600" y="3260725"/>
          <p14:tracePt t="41853" x="2903538" y="3260725"/>
          <p14:tracePt t="41859" x="2895600" y="3260725"/>
          <p14:tracePt t="41870" x="2867025" y="3260725"/>
          <p14:tracePt t="41875" x="2860675" y="3260725"/>
          <p14:tracePt t="41955" x="2846388" y="3238500"/>
          <p14:tracePt t="41963" x="2832100" y="3232150"/>
          <p14:tracePt t="41971" x="2817813" y="3224213"/>
          <p14:tracePt t="41979" x="2809875" y="3217863"/>
          <p14:tracePt t="41987" x="2795588" y="3209925"/>
          <p14:tracePt t="42027" x="2789238" y="3209925"/>
          <p14:tracePt t="42035" x="2789238" y="3195638"/>
          <p14:tracePt t="42155" x="2795588" y="3195638"/>
          <p14:tracePt t="42163" x="2803525" y="3195638"/>
          <p14:tracePt t="42171" x="2817813" y="3195638"/>
          <p14:tracePt t="42179" x="2824163" y="3195638"/>
          <p14:tracePt t="42187" x="2832100" y="3195638"/>
          <p14:tracePt t="42195" x="2838450" y="3195638"/>
          <p14:tracePt t="42251" x="2846388" y="3195638"/>
          <p14:tracePt t="42275" x="2852738" y="3195638"/>
          <p14:tracePt t="42283" x="2860675" y="3195638"/>
          <p14:tracePt t="42291" x="2867025" y="3203575"/>
          <p14:tracePt t="42307" x="2881313" y="3203575"/>
          <p14:tracePt t="42315" x="2903538" y="3217863"/>
          <p14:tracePt t="42323" x="2917825" y="3224213"/>
          <p14:tracePt t="42331" x="2946400" y="3246438"/>
          <p14:tracePt t="42339" x="2952750" y="3252788"/>
          <p14:tracePt t="42355" x="2952750" y="3267075"/>
          <p14:tracePt t="42363" x="2952750" y="3275013"/>
          <p14:tracePt t="42523" x="2952750" y="3267075"/>
          <p14:tracePt t="42539" x="2952750" y="3260725"/>
          <p14:tracePt t="42547" x="2960688" y="3246438"/>
          <p14:tracePt t="42563" x="2974975" y="3232150"/>
          <p14:tracePt t="42571" x="2989263" y="3217863"/>
          <p14:tracePt t="42579" x="2989263" y="3209925"/>
          <p14:tracePt t="42587" x="2995613" y="3203575"/>
          <p14:tracePt t="42595" x="2995613" y="3195638"/>
          <p14:tracePt t="42604" x="2995613" y="3189288"/>
          <p14:tracePt t="42611" x="2995613" y="3175000"/>
          <p14:tracePt t="42621" x="2995613" y="3160713"/>
          <p14:tracePt t="42627" x="2995613" y="3146425"/>
          <p14:tracePt t="42637" x="2995613" y="3124200"/>
          <p14:tracePt t="42643" x="2981325" y="3109913"/>
          <p14:tracePt t="42654" x="2981325" y="3103563"/>
          <p14:tracePt t="42659" x="2981325" y="3081338"/>
          <p14:tracePt t="42670" x="2974975" y="3067050"/>
          <p14:tracePt t="42675" x="2967038" y="3060700"/>
          <p14:tracePt t="42687" x="2960688" y="3046413"/>
          <p14:tracePt t="42691" x="2960688" y="3024188"/>
          <p14:tracePt t="42699" x="2960688" y="3017838"/>
          <p14:tracePt t="42707" x="2952750" y="3003550"/>
          <p14:tracePt t="42715" x="2946400" y="2995613"/>
          <p14:tracePt t="42731" x="2946400" y="2981325"/>
          <p14:tracePt t="42747" x="2946400" y="2974975"/>
          <p14:tracePt t="42755" x="2946400" y="2960688"/>
          <p14:tracePt t="42771" x="2946400" y="2952750"/>
          <p14:tracePt t="42779" x="2938463" y="2938463"/>
          <p14:tracePt t="42795" x="2932113" y="2924175"/>
          <p14:tracePt t="42803" x="2932113" y="2909888"/>
          <p14:tracePt t="42811" x="2932113" y="2903538"/>
          <p14:tracePt t="42820" x="2917825" y="2895600"/>
          <p14:tracePt t="42827" x="2917825" y="2881313"/>
          <p14:tracePt t="42843" x="2917825" y="2874963"/>
          <p14:tracePt t="42867" x="2917825" y="2867025"/>
          <p14:tracePt t="42931" x="2917825" y="2860675"/>
          <p14:tracePt t="42955" x="2917825" y="2854325"/>
          <p14:tracePt t="42979" x="2917825" y="2846388"/>
          <p14:tracePt t="42995" x="2917825" y="2840038"/>
          <p14:tracePt t="43539" x="2917825" y="2825750"/>
          <p14:tracePt t="43547" x="2924175" y="2817813"/>
          <p14:tracePt t="43555" x="2938463" y="2811463"/>
          <p14:tracePt t="43563" x="2946400" y="2811463"/>
          <p14:tracePt t="43571" x="2952750" y="2811463"/>
          <p14:tracePt t="43579" x="2960688" y="2811463"/>
          <p14:tracePt t="43627" x="2967038" y="2803525"/>
          <p14:tracePt t="43667" x="2967038" y="2797175"/>
          <p14:tracePt t="43691" x="2981325" y="2782888"/>
          <p14:tracePt t="43707" x="2981325" y="2774950"/>
          <p14:tracePt t="43723" x="2981325" y="2760663"/>
          <p14:tracePt t="43747" x="2981325" y="2754313"/>
          <p14:tracePt t="43763" x="2981325" y="2740025"/>
          <p14:tracePt t="43771" x="2981325" y="2732088"/>
          <p14:tracePt t="43803" x="2981325" y="2717800"/>
          <p14:tracePt t="43819" x="2981325" y="2711450"/>
          <p14:tracePt t="43843" x="2974975" y="2697163"/>
          <p14:tracePt t="43867" x="2974975" y="2689225"/>
          <p14:tracePt t="43875" x="2974975" y="2682875"/>
          <p14:tracePt t="43891" x="2974975" y="2674938"/>
          <p14:tracePt t="43900" x="2967038" y="2674938"/>
          <p14:tracePt t="43907" x="2967038" y="2668588"/>
          <p14:tracePt t="43931" x="2960688" y="2660650"/>
          <p14:tracePt t="43947" x="2960688" y="2654300"/>
          <p14:tracePt t="43955" x="2952750" y="2654300"/>
          <p14:tracePt t="43971" x="2952750" y="2646363"/>
          <p14:tracePt t="43995" x="2946400" y="2646363"/>
          <p14:tracePt t="44004" x="2946400" y="2640013"/>
          <p14:tracePt t="44019" x="2932113" y="2632075"/>
          <p14:tracePt t="44043" x="2932113" y="2625725"/>
          <p14:tracePt t="44059" x="2924175" y="2625725"/>
          <p14:tracePt t="44083" x="2917825" y="2617788"/>
          <p14:tracePt t="44139" x="2909888" y="2611438"/>
          <p14:tracePt t="44163" x="2903538" y="2611438"/>
          <p14:tracePt t="44203" x="2895600" y="2603500"/>
          <p14:tracePt t="44299" x="2881313" y="2603500"/>
          <p14:tracePt t="44547" x="2874963" y="2603500"/>
          <p14:tracePt t="44571" x="2860675" y="2603500"/>
          <p14:tracePt t="44595" x="2852738" y="2597150"/>
          <p14:tracePt t="44611" x="2838450" y="2597150"/>
          <p14:tracePt t="44635" x="2832100" y="2597150"/>
          <p14:tracePt t="44643" x="2817813" y="2597150"/>
          <p14:tracePt t="44659" x="2809875" y="2597150"/>
          <p14:tracePt t="44667" x="2803525" y="2589213"/>
          <p14:tracePt t="44675" x="2795588" y="2589213"/>
          <p14:tracePt t="44687" x="2789238" y="2589213"/>
          <p14:tracePt t="44691" x="2781300" y="2589213"/>
          <p14:tracePt t="44699" x="2774950" y="2589213"/>
          <p14:tracePt t="44707" x="2767013" y="2589213"/>
          <p14:tracePt t="44715" x="2760663" y="2589213"/>
          <p14:tracePt t="44723" x="2752725" y="2589213"/>
          <p14:tracePt t="44739" x="2746375" y="2589213"/>
          <p14:tracePt t="44747" x="2732088" y="2589213"/>
          <p14:tracePt t="44755" x="2732088" y="2582863"/>
          <p14:tracePt t="44763" x="2724150" y="2582863"/>
          <p14:tracePt t="44771" x="2717800" y="2582863"/>
          <p14:tracePt t="44779" x="2709863" y="2582863"/>
          <p14:tracePt t="44795" x="2703513" y="2582863"/>
          <p14:tracePt t="44804" x="2689225" y="2582863"/>
          <p14:tracePt t="44820" x="2681288" y="2582863"/>
          <p14:tracePt t="44827" x="2667000" y="2582863"/>
          <p14:tracePt t="44837" x="2660650" y="2582863"/>
          <p14:tracePt t="44843" x="2646363" y="2582863"/>
          <p14:tracePt t="44853" x="2632075" y="2582863"/>
          <p14:tracePt t="44859" x="2617788" y="2582863"/>
          <p14:tracePt t="44875" x="2603500" y="2582863"/>
          <p14:tracePt t="44883" x="2595563" y="2582863"/>
          <p14:tracePt t="44891" x="2589213" y="2582863"/>
          <p14:tracePt t="44905" x="2581275" y="2582863"/>
          <p14:tracePt t="44907" x="2574925" y="2582863"/>
          <p14:tracePt t="44923" x="2566988" y="2582863"/>
          <p14:tracePt t="44931" x="2560638" y="2582863"/>
          <p14:tracePt t="44947" x="2552700" y="2582863"/>
          <p14:tracePt t="44971" x="2546350" y="2582863"/>
          <p14:tracePt t="44995" x="2532063" y="2582863"/>
          <p14:tracePt t="45011" x="2517775" y="2582863"/>
          <p14:tracePt t="45021" x="2511425" y="2582863"/>
          <p14:tracePt t="45027" x="2503488" y="2589213"/>
          <p14:tracePt t="45043" x="2497138" y="2589213"/>
          <p14:tracePt t="45054" x="2489200" y="2589213"/>
          <p14:tracePt t="45059" x="2482850" y="2589213"/>
          <p14:tracePt t="45075" x="2474913" y="2597150"/>
          <p14:tracePt t="45091" x="2460625" y="2597150"/>
          <p14:tracePt t="45123" x="2454275" y="2597150"/>
          <p14:tracePt t="45131" x="2446338" y="2603500"/>
          <p14:tracePt t="45139" x="2439988" y="2603500"/>
          <p14:tracePt t="45163" x="2432050" y="2611438"/>
          <p14:tracePt t="45171" x="2425700" y="2611438"/>
          <p14:tracePt t="45187" x="2417763" y="2611438"/>
          <p14:tracePt t="45205" x="2411413" y="2611438"/>
          <p14:tracePt t="45211" x="2403475" y="2611438"/>
          <p14:tracePt t="45220" x="2403475" y="2617788"/>
          <p14:tracePt t="45237" x="2397125" y="2617788"/>
          <p14:tracePt t="45243" x="2389188" y="2617788"/>
          <p14:tracePt t="45254" x="2382838" y="2625725"/>
          <p14:tracePt t="45271" x="2374900" y="2625725"/>
          <p14:tracePt t="45275" x="2368550" y="2632075"/>
          <p14:tracePt t="45287" x="2354263" y="2640013"/>
          <p14:tracePt t="45299" x="2346325" y="2646363"/>
          <p14:tracePt t="45307" x="2339975" y="2654300"/>
          <p14:tracePt t="45315" x="2332038" y="2654300"/>
          <p14:tracePt t="45323" x="2325688" y="2660650"/>
          <p14:tracePt t="45331" x="2317750" y="2668588"/>
          <p14:tracePt t="45339" x="2311400" y="2674938"/>
          <p14:tracePt t="45354" x="2303463" y="2682875"/>
          <p14:tracePt t="45371" x="2289175" y="2697163"/>
          <p14:tracePt t="45395" x="2282825" y="2711450"/>
          <p14:tracePt t="45411" x="2282825" y="2717800"/>
          <p14:tracePt t="45421" x="2274888" y="2732088"/>
          <p14:tracePt t="45437" x="2268538" y="2746375"/>
          <p14:tracePt t="45443" x="2268538" y="2754313"/>
          <p14:tracePt t="45454" x="2268538" y="2760663"/>
          <p14:tracePt t="45459" x="2268538" y="2768600"/>
          <p14:tracePt t="45471" x="2268538" y="2774950"/>
          <p14:tracePt t="45475" x="2268538" y="2782888"/>
          <p14:tracePt t="45487" x="2268538" y="2797175"/>
          <p14:tracePt t="45491" x="2268538" y="2803525"/>
          <p14:tracePt t="45499" x="2268538" y="2811463"/>
          <p14:tracePt t="45507" x="2268538" y="2825750"/>
          <p14:tracePt t="45515" x="2268538" y="2832100"/>
          <p14:tracePt t="45523" x="2268538" y="2840038"/>
          <p14:tracePt t="45539" x="2268538" y="2846388"/>
          <p14:tracePt t="45563" x="2268538" y="2854325"/>
          <p14:tracePt t="45571" x="2268538" y="2860675"/>
          <p14:tracePt t="45579" x="2268538" y="2867025"/>
          <p14:tracePt t="45587" x="2268538" y="2881313"/>
          <p14:tracePt t="45595" x="2268538" y="2895600"/>
          <p14:tracePt t="45611" x="2268538" y="2903538"/>
          <p14:tracePt t="45621" x="2274888" y="2909888"/>
          <p14:tracePt t="45637" x="2289175" y="2924175"/>
          <p14:tracePt t="45654" x="2297113" y="2938463"/>
          <p14:tracePt t="45659" x="2297113" y="2946400"/>
          <p14:tracePt t="45671" x="2303463" y="2946400"/>
          <p14:tracePt t="45675" x="2303463" y="2952750"/>
          <p14:tracePt t="45687" x="2311400" y="2952750"/>
          <p14:tracePt t="45691" x="2317750" y="2960688"/>
          <p14:tracePt t="45699" x="2332038" y="2967038"/>
          <p14:tracePt t="45715" x="2339975" y="2974975"/>
          <p14:tracePt t="45723" x="2354263" y="2981325"/>
          <p14:tracePt t="45731" x="2354263" y="2989263"/>
          <p14:tracePt t="45739" x="2360613" y="2989263"/>
          <p14:tracePt t="45747" x="2382838" y="3003550"/>
          <p14:tracePt t="45763" x="2389188" y="3009900"/>
          <p14:tracePt t="45771" x="2397125" y="3017838"/>
          <p14:tracePt t="45787" x="2411413" y="3032125"/>
          <p14:tracePt t="45804" x="2417763" y="3032125"/>
          <p14:tracePt t="45811" x="2417763" y="3038475"/>
          <p14:tracePt t="45827" x="2425700" y="3038475"/>
          <p14:tracePt t="45843" x="2439988" y="3038475"/>
          <p14:tracePt t="45854" x="2454275" y="3052763"/>
          <p14:tracePt t="45859" x="2460625" y="3060700"/>
          <p14:tracePt t="45871" x="2474913" y="3060700"/>
          <p14:tracePt t="45876" x="2489200" y="3060700"/>
          <p14:tracePt t="45887" x="2503488" y="3067050"/>
          <p14:tracePt t="45905" x="2525713" y="3067050"/>
          <p14:tracePt t="45907" x="2546350" y="3081338"/>
          <p14:tracePt t="45915" x="2566988" y="3081338"/>
          <p14:tracePt t="45923" x="2581275" y="3089275"/>
          <p14:tracePt t="45931" x="2595563" y="3089275"/>
          <p14:tracePt t="45938" x="2617788" y="3089275"/>
          <p14:tracePt t="45947" x="2632075" y="3089275"/>
          <p14:tracePt t="45955" x="2652713" y="3095625"/>
          <p14:tracePt t="45963" x="2674938" y="3095625"/>
          <p14:tracePt t="45971" x="2681288" y="3095625"/>
          <p14:tracePt t="45979" x="2703513" y="3095625"/>
          <p14:tracePt t="45987" x="2724150" y="3095625"/>
          <p14:tracePt t="45995" x="2746375" y="3095625"/>
          <p14:tracePt t="46003" x="2760663" y="3095625"/>
          <p14:tracePt t="46011" x="2789238" y="3095625"/>
          <p14:tracePt t="46021" x="2809875" y="3095625"/>
          <p14:tracePt t="46027" x="2832100" y="3095625"/>
          <p14:tracePt t="46035" x="2846388" y="3095625"/>
          <p14:tracePt t="46043" x="2867025" y="3095625"/>
          <p14:tracePt t="46054" x="2889250" y="3095625"/>
          <p14:tracePt t="46059" x="2909888" y="3095625"/>
          <p14:tracePt t="46067" x="2924175" y="3089275"/>
          <p14:tracePt t="46075" x="2938463" y="3081338"/>
          <p14:tracePt t="46083" x="2960688" y="3074988"/>
          <p14:tracePt t="46091" x="2974975" y="3074988"/>
          <p14:tracePt t="46099" x="2995613" y="3060700"/>
          <p14:tracePt t="46107" x="3003550" y="3052763"/>
          <p14:tracePt t="46115" x="3017838" y="3046413"/>
          <p14:tracePt t="46123" x="3032125" y="3038475"/>
          <p14:tracePt t="46131" x="3038475" y="3024188"/>
          <p14:tracePt t="46139" x="3052763" y="3024188"/>
          <p14:tracePt t="46147" x="3059113" y="3017838"/>
          <p14:tracePt t="46154" x="3073400" y="3009900"/>
          <p14:tracePt t="46163" x="3081338" y="3003550"/>
          <p14:tracePt t="46179" x="3087688" y="2995613"/>
          <p14:tracePt t="46188" x="3087688" y="2989263"/>
          <p14:tracePt t="46195" x="3095625" y="2981325"/>
          <p14:tracePt t="46203" x="3095625" y="2974975"/>
          <p14:tracePt t="46315" x="3101975" y="2967038"/>
          <p14:tracePt t="46339" x="3109913" y="2960688"/>
          <p14:tracePt t="46499" x="3109913" y="2952750"/>
          <p14:tracePt t="46515" x="3116263" y="2946400"/>
          <p14:tracePt t="46531" x="3116263" y="2938463"/>
          <p14:tracePt t="46547" x="3116263" y="2932113"/>
          <p14:tracePt t="46619" x="3101975" y="2917825"/>
          <p14:tracePt t="46627" x="3095625" y="2917825"/>
          <p14:tracePt t="46635" x="3073400" y="2909888"/>
          <p14:tracePt t="46643" x="3067050" y="2903538"/>
          <p14:tracePt t="46651" x="3052763" y="2903538"/>
          <p14:tracePt t="46659" x="3046413" y="2895600"/>
          <p14:tracePt t="46671" x="3032125" y="2889250"/>
          <p14:tracePt t="46675" x="3017838" y="2881313"/>
          <p14:tracePt t="46691" x="2995613" y="2867025"/>
          <p14:tracePt t="46699" x="2989263" y="2860675"/>
          <p14:tracePt t="46707" x="2981325" y="2854325"/>
          <p14:tracePt t="46715" x="2974975" y="2854325"/>
          <p14:tracePt t="46723" x="2974975" y="2846388"/>
          <p14:tracePt t="46763" x="2974975" y="2840038"/>
          <p14:tracePt t="46787" x="2967038" y="2825750"/>
          <p14:tracePt t="46867" x="2967038" y="2817813"/>
          <p14:tracePt t="46899" x="2960688" y="2811463"/>
          <p14:tracePt t="48387" x="2967038" y="2811463"/>
          <p14:tracePt t="48394" x="2974975" y="2811463"/>
          <p14:tracePt t="48403" x="2989263" y="2811463"/>
          <p14:tracePt t="48410" x="2995613" y="2811463"/>
          <p14:tracePt t="48421" x="3009900" y="2811463"/>
          <p14:tracePt t="48426" x="3032125" y="2817813"/>
          <p14:tracePt t="48439" x="3032125" y="2825750"/>
          <p14:tracePt t="48443" x="3046413" y="2832100"/>
          <p14:tracePt t="48771" x="3046413" y="2825750"/>
          <p14:tracePt t="48819" x="3046413" y="2811463"/>
          <p14:tracePt t="48835" x="3038475" y="2797175"/>
          <p14:tracePt t="48843" x="3017838" y="2797175"/>
          <p14:tracePt t="48850" x="2995613" y="2797175"/>
          <p14:tracePt t="48858" x="2967038" y="2782888"/>
          <p14:tracePt t="48867" x="2924175" y="2768600"/>
          <p14:tracePt t="48875" x="2889250" y="2760663"/>
          <p14:tracePt t="48888" x="2824163" y="2740025"/>
          <p14:tracePt t="48891" x="2774950" y="2725738"/>
          <p14:tracePt t="48899" x="2709863" y="2703513"/>
          <p14:tracePt t="48907" x="2638425" y="2689225"/>
          <p14:tracePt t="48915" x="2566988" y="2660650"/>
          <p14:tracePt t="48922" x="2511425" y="2646363"/>
          <p14:tracePt t="48931" x="2454275" y="2632075"/>
          <p14:tracePt t="48939" x="2382838" y="2617788"/>
          <p14:tracePt t="48947" x="2332038" y="2611438"/>
          <p14:tracePt t="48954" x="2268538" y="2589213"/>
          <p14:tracePt t="48963" x="2217738" y="2582863"/>
          <p14:tracePt t="48971" x="2160588" y="2560638"/>
          <p14:tracePt t="48979" x="2089150" y="2554288"/>
          <p14:tracePt t="48987" x="2032000" y="2546350"/>
          <p14:tracePt t="48995" x="1939925" y="2540000"/>
          <p14:tracePt t="49004" x="1825625" y="2511425"/>
          <p14:tracePt t="49011" x="1697038" y="2482850"/>
          <p14:tracePt t="49019" x="1547813" y="2454275"/>
          <p14:tracePt t="49027" x="1390650" y="2411413"/>
          <p14:tracePt t="49038" x="1204913" y="2389188"/>
          <p14:tracePt t="49043" x="998538" y="2354263"/>
          <p14:tracePt t="49051" x="835025" y="2332038"/>
          <p14:tracePt t="49059" x="663575" y="2303463"/>
          <p14:tracePt t="49071" x="506413" y="2289175"/>
          <p14:tracePt t="49075" x="400050" y="2276475"/>
          <p14:tracePt t="49087" x="306388" y="2262188"/>
          <p14:tracePt t="49091" x="234950" y="2254250"/>
          <p14:tracePt t="49099" x="163513" y="2233613"/>
          <p14:tracePt t="49107" x="120650" y="2219325"/>
          <p14:tracePt t="49115" x="100013" y="2211388"/>
          <p14:tracePt t="49123" x="71438" y="2190750"/>
          <p14:tracePt t="49131" x="57150" y="2182813"/>
          <p14:tracePt t="49138" x="49213" y="2176463"/>
          <p14:tracePt t="49147" x="49213" y="2168525"/>
          <p14:tracePt t="49155" x="49213" y="2147888"/>
          <p14:tracePt t="49163" x="49213" y="2125663"/>
          <p14:tracePt t="49171" x="49213" y="2111375"/>
          <p14:tracePt t="49179" x="49213" y="2082800"/>
          <p14:tracePt t="49188" x="63500" y="2062163"/>
          <p14:tracePt t="49195" x="85725" y="2039938"/>
          <p14:tracePt t="49204" x="100013" y="2019300"/>
          <p14:tracePt t="49211" x="128588" y="1982788"/>
          <p14:tracePt t="49218" x="142875" y="1968500"/>
          <p14:tracePt t="49227" x="157163" y="1962150"/>
          <p14:tracePt t="49238" x="171450" y="1933575"/>
          <p14:tracePt t="49243" x="177800" y="1911350"/>
          <p14:tracePt t="49259" x="185738" y="1905000"/>
          <p14:tracePt t="49271" x="192088" y="1897063"/>
          <p14:tracePt t="49275" x="192088" y="1890713"/>
          <p14:tracePt t="49331" x="200025" y="1890713"/>
          <p14:tracePt t="49339" x="214313" y="1890713"/>
          <p14:tracePt t="49347" x="220663" y="1890713"/>
          <p14:tracePt t="49354" x="234950" y="1890713"/>
          <p14:tracePt t="49363" x="242888" y="1890713"/>
          <p14:tracePt t="49371" x="249238" y="1890713"/>
          <p14:tracePt t="49379" x="263525" y="1890713"/>
          <p14:tracePt t="49395" x="271463" y="1890713"/>
          <p14:tracePt t="49404" x="285750" y="1897063"/>
          <p14:tracePt t="49411" x="292100" y="1897063"/>
          <p14:tracePt t="49421" x="314325" y="1911350"/>
          <p14:tracePt t="49427" x="328613" y="1911350"/>
          <p14:tracePt t="49438" x="342900" y="1911350"/>
          <p14:tracePt t="49443" x="363538" y="1919288"/>
          <p14:tracePt t="49454" x="377825" y="1919288"/>
          <p14:tracePt t="49459" x="392113" y="1919288"/>
          <p14:tracePt t="49471" x="414338" y="1919288"/>
          <p14:tracePt t="49475" x="420688" y="1919288"/>
          <p14:tracePt t="49487" x="434975" y="1919288"/>
          <p14:tracePt t="49491" x="442913" y="1919288"/>
          <p14:tracePt t="49499" x="449263" y="1919288"/>
          <p14:tracePt t="49507" x="457200" y="1919288"/>
          <p14:tracePt t="49515" x="463550" y="1919288"/>
          <p14:tracePt t="49523" x="477838" y="1919288"/>
          <p14:tracePt t="49547" x="485775" y="1911350"/>
          <p14:tracePt t="49555" x="500063" y="1911350"/>
          <p14:tracePt t="49579" x="506413" y="1911350"/>
          <p14:tracePt t="49588" x="520700" y="1911350"/>
          <p14:tracePt t="49595" x="527050" y="1911350"/>
          <p14:tracePt t="49604" x="541338" y="1911350"/>
          <p14:tracePt t="49611" x="549275" y="1911350"/>
          <p14:tracePt t="49621" x="569913" y="1911350"/>
          <p14:tracePt t="49627" x="584200" y="1911350"/>
          <p14:tracePt t="49638" x="606425" y="1911350"/>
          <p14:tracePt t="49643" x="620713" y="1911350"/>
          <p14:tracePt t="49654" x="635000" y="1905000"/>
          <p14:tracePt t="49659" x="649288" y="1905000"/>
          <p14:tracePt t="49671" x="663575" y="1905000"/>
          <p14:tracePt t="49675" x="684213" y="1897063"/>
          <p14:tracePt t="49691" x="692150" y="1890713"/>
          <p14:tracePt t="49699" x="706438" y="1882775"/>
          <p14:tracePt t="49715" x="712788" y="1876425"/>
          <p14:tracePt t="49731" x="720725" y="1868488"/>
          <p14:tracePt t="49738" x="727075" y="1862138"/>
          <p14:tracePt t="49747" x="727075" y="1854200"/>
          <p14:tracePt t="49754" x="727075" y="1847850"/>
          <p14:tracePt t="49763" x="727075" y="1833563"/>
          <p14:tracePt t="49771" x="727075" y="1825625"/>
          <p14:tracePt t="49779" x="727075" y="1819275"/>
          <p14:tracePt t="49788" x="727075" y="1811338"/>
          <p14:tracePt t="49804" x="727075" y="1804988"/>
          <p14:tracePt t="49843" x="727075" y="1790700"/>
          <p14:tracePt t="49883" x="720725" y="1782763"/>
          <p14:tracePt t="49931" x="706438" y="1782763"/>
          <p14:tracePt t="49955" x="698500" y="1782763"/>
          <p14:tracePt t="49963" x="684213" y="1782763"/>
          <p14:tracePt t="49979" x="677863" y="1782763"/>
          <p14:tracePt t="49995" x="663575" y="1782763"/>
          <p14:tracePt t="50004" x="655638" y="1782763"/>
          <p14:tracePt t="50027" x="649288" y="1782763"/>
          <p14:tracePt t="50043" x="635000" y="1782763"/>
          <p14:tracePt t="50059" x="635000" y="1790700"/>
          <p14:tracePt t="50083" x="635000" y="1797050"/>
          <p14:tracePt t="50107" x="635000" y="1804988"/>
          <p14:tracePt t="50131" x="635000" y="1811338"/>
          <p14:tracePt t="50147" x="635000" y="1819275"/>
          <p14:tracePt t="50163" x="635000" y="1825625"/>
          <p14:tracePt t="50195" x="635000" y="1833563"/>
          <p14:tracePt t="50204" x="635000" y="1839913"/>
          <p14:tracePt t="50227" x="635000" y="1847850"/>
          <p14:tracePt t="50237" x="635000" y="1854200"/>
          <p14:tracePt t="50267" x="635000" y="1862138"/>
          <p14:tracePt t="50323" x="641350" y="1862138"/>
          <p14:tracePt t="50331" x="649288" y="1862138"/>
          <p14:tracePt t="50347" x="655638" y="1862138"/>
          <p14:tracePt t="50363" x="663575" y="1862138"/>
          <p14:tracePt t="50371" x="677863" y="1862138"/>
          <p14:tracePt t="50387" x="692150" y="1862138"/>
          <p14:tracePt t="50395" x="698500" y="1862138"/>
          <p14:tracePt t="50411" x="712788" y="1862138"/>
          <p14:tracePt t="50421" x="720725" y="1862138"/>
          <p14:tracePt t="50438" x="735013" y="1862138"/>
          <p14:tracePt t="50771" x="741363" y="1862138"/>
          <p14:tracePt t="50779" x="749300" y="1868488"/>
          <p14:tracePt t="50795" x="755650" y="1868488"/>
          <p14:tracePt t="50811" x="763588" y="1868488"/>
          <p14:tracePt t="50827" x="777875" y="1882775"/>
          <p14:tracePt t="50851" x="792163" y="1882775"/>
          <p14:tracePt t="50867" x="798513" y="1890713"/>
          <p14:tracePt t="50875" x="806450" y="1890713"/>
          <p14:tracePt t="50891" x="820738" y="1897063"/>
          <p14:tracePt t="50917" x="835025" y="1905000"/>
          <p14:tracePt t="50923" x="849313" y="1905000"/>
          <p14:tracePt t="50931" x="855663" y="1911350"/>
          <p14:tracePt t="50938" x="869950" y="1911350"/>
          <p14:tracePt t="50947" x="884238" y="1911350"/>
          <p14:tracePt t="50955" x="906463" y="1925638"/>
          <p14:tracePt t="50963" x="920750" y="1933575"/>
          <p14:tracePt t="50971" x="941388" y="1939925"/>
          <p14:tracePt t="50979" x="969963" y="1962150"/>
          <p14:tracePt t="50988" x="998538" y="1968500"/>
          <p14:tracePt t="50995" x="1033463" y="1968500"/>
          <p14:tracePt t="51003" x="1090613" y="1997075"/>
          <p14:tracePt t="51011" x="1112838" y="1997075"/>
          <p14:tracePt t="51021" x="1155700" y="2005013"/>
          <p14:tracePt t="51027" x="1190625" y="2011363"/>
          <p14:tracePt t="51035" x="1227138" y="2033588"/>
          <p14:tracePt t="51043" x="1270000" y="2039938"/>
          <p14:tracePt t="51054" x="1312863" y="2047875"/>
          <p14:tracePt t="51059" x="1362075" y="2062163"/>
          <p14:tracePt t="51067" x="1404938" y="2068513"/>
          <p14:tracePt t="51075" x="1462088" y="2076450"/>
          <p14:tracePt t="51087" x="1512888" y="2097088"/>
          <p14:tracePt t="51091" x="1568450" y="2105025"/>
          <p14:tracePt t="51099" x="1619250" y="2111375"/>
          <p14:tracePt t="51107" x="1690688" y="2119313"/>
          <p14:tracePt t="51115" x="1733550" y="2133600"/>
          <p14:tracePt t="51123" x="1804988" y="2147888"/>
          <p14:tracePt t="51131" x="1876425" y="2168525"/>
          <p14:tracePt t="51139" x="1962150" y="2197100"/>
          <p14:tracePt t="51147" x="2032000" y="2211388"/>
          <p14:tracePt t="51155" x="2111375" y="2225675"/>
          <p14:tracePt t="51163" x="2174875" y="2233613"/>
          <p14:tracePt t="51171" x="2225675" y="2247900"/>
          <p14:tracePt t="51179" x="2297113" y="2254250"/>
          <p14:tracePt t="51188" x="2354263" y="2262188"/>
          <p14:tracePt t="51195" x="2403475" y="2268538"/>
          <p14:tracePt t="51203" x="2460625" y="2268538"/>
          <p14:tracePt t="51211" x="2540000" y="2282825"/>
          <p14:tracePt t="51221" x="2609850" y="2297113"/>
          <p14:tracePt t="51227" x="2681288" y="2297113"/>
          <p14:tracePt t="51235" x="2746375" y="2303463"/>
          <p14:tracePt t="51243" x="2824163" y="2303463"/>
          <p14:tracePt t="51254" x="2881313" y="2303463"/>
          <p14:tracePt t="51259" x="2932113" y="2303463"/>
          <p14:tracePt t="51271" x="2989263" y="2303463"/>
          <p14:tracePt t="51275" x="3046413" y="2303463"/>
          <p14:tracePt t="51287" x="3101975" y="2303463"/>
          <p14:tracePt t="51291" x="3167063" y="2325688"/>
          <p14:tracePt t="51299" x="3216275" y="2325688"/>
          <p14:tracePt t="51307" x="3281363" y="2325688"/>
          <p14:tracePt t="51315" x="3338513" y="2325688"/>
          <p14:tracePt t="51323" x="3387725" y="2325688"/>
          <p14:tracePt t="51331" x="3424238" y="2325688"/>
          <p14:tracePt t="51338" x="3473450" y="2325688"/>
          <p14:tracePt t="51347" x="3516313" y="2325688"/>
          <p14:tracePt t="51355" x="3538538" y="2325688"/>
          <p14:tracePt t="51363" x="3552825" y="2325688"/>
          <p14:tracePt t="51371" x="3573463" y="2325688"/>
          <p14:tracePt t="51379" x="3594100" y="2317750"/>
          <p14:tracePt t="51388" x="3622675" y="2311400"/>
          <p14:tracePt t="51395" x="3659188" y="2297113"/>
          <p14:tracePt t="51404" x="3708400" y="2289175"/>
          <p14:tracePt t="51411" x="3765550" y="2289175"/>
          <p14:tracePt t="51421" x="3808413" y="2289175"/>
          <p14:tracePt t="51427" x="3879850" y="2289175"/>
          <p14:tracePt t="51437" x="3937000" y="2289175"/>
          <p14:tracePt t="51443" x="3979863" y="2289175"/>
          <p14:tracePt t="51454" x="4022725" y="2289175"/>
          <p14:tracePt t="51459" x="4059238" y="2289175"/>
          <p14:tracePt t="51472" x="4100513" y="2289175"/>
          <p14:tracePt t="51475" x="4114800" y="2289175"/>
          <p14:tracePt t="51483" x="4129088" y="2282825"/>
          <p14:tracePt t="51491" x="4137025" y="2282825"/>
          <p14:tracePt t="51499" x="4151313" y="2268538"/>
          <p14:tracePt t="51531" x="4157663" y="2262188"/>
          <p14:tracePt t="51587" x="4157663" y="2254250"/>
          <p14:tracePt t="51611" x="4157663" y="2247900"/>
          <p14:tracePt t="51618" x="4157663" y="2239963"/>
          <p14:tracePt t="51627" x="4157663" y="2233613"/>
          <p14:tracePt t="51643" x="4157663" y="2225675"/>
          <p14:tracePt t="51667" x="4157663" y="2211388"/>
          <p14:tracePt t="51755" x="4157663" y="2205038"/>
          <p14:tracePt t="51875" x="4157663" y="2190750"/>
          <p14:tracePt t="51907" x="4157663" y="2182813"/>
          <p14:tracePt t="51963" x="4157663" y="2168525"/>
          <p14:tracePt t="51971" x="4165600" y="2168525"/>
          <p14:tracePt t="52011" x="4165600" y="2162175"/>
          <p14:tracePt t="52027" x="4171950" y="2162175"/>
          <p14:tracePt t="52035" x="4171950" y="2154238"/>
          <p14:tracePt t="52067" x="4179888" y="2147888"/>
          <p14:tracePt t="52115" x="4179888" y="2139950"/>
          <p14:tracePt t="52123" x="4179888" y="2133600"/>
          <p14:tracePt t="52139" x="4179888" y="2125663"/>
          <p14:tracePt t="52147" x="4186238" y="2119313"/>
          <p14:tracePt t="52155" x="4194175" y="2105025"/>
          <p14:tracePt t="52163" x="4194175" y="2097088"/>
          <p14:tracePt t="52179" x="4194175" y="2082800"/>
          <p14:tracePt t="52187" x="4194175" y="2068513"/>
          <p14:tracePt t="52195" x="4194175" y="2062163"/>
          <p14:tracePt t="52204" x="4194175" y="2054225"/>
          <p14:tracePt t="52211" x="4194175" y="2033588"/>
          <p14:tracePt t="52221" x="4194175" y="2025650"/>
          <p14:tracePt t="52227" x="4194175" y="2011363"/>
          <p14:tracePt t="52238" x="4194175" y="2005013"/>
          <p14:tracePt t="52243" x="4194175" y="1990725"/>
          <p14:tracePt t="52254" x="4194175" y="1982788"/>
          <p14:tracePt t="52259" x="4194175" y="1976438"/>
          <p14:tracePt t="52271" x="4194175" y="1962150"/>
          <p14:tracePt t="52275" x="4194175" y="1954213"/>
          <p14:tracePt t="52288" x="4186238" y="1939925"/>
          <p14:tracePt t="52291" x="4179888" y="1919288"/>
          <p14:tracePt t="52299" x="4165600" y="1911350"/>
          <p14:tracePt t="52307" x="4151313" y="1897063"/>
          <p14:tracePt t="52315" x="4137025" y="1876425"/>
          <p14:tracePt t="52331" x="4122738" y="1868488"/>
          <p14:tracePt t="52339" x="4108450" y="1854200"/>
          <p14:tracePt t="52347" x="4100513" y="1847850"/>
          <p14:tracePt t="52355" x="4094163" y="1847850"/>
          <p14:tracePt t="52363" x="4079875" y="1847850"/>
          <p14:tracePt t="52371" x="4065588" y="1833563"/>
          <p14:tracePt t="52379" x="4051300" y="1833563"/>
          <p14:tracePt t="52388" x="4044950" y="1833563"/>
          <p14:tracePt t="52395" x="4022725" y="1833563"/>
          <p14:tracePt t="52404" x="4008438" y="1833563"/>
          <p14:tracePt t="52411" x="3994150" y="1833563"/>
          <p14:tracePt t="52421" x="3979863" y="1833563"/>
          <p14:tracePt t="52427" x="3973513" y="1833563"/>
          <p14:tracePt t="52438" x="3951288" y="1833563"/>
          <p14:tracePt t="52443" x="3944938" y="1833563"/>
          <p14:tracePt t="52454" x="3922713" y="1833563"/>
          <p14:tracePt t="52472" x="3916363" y="1833563"/>
          <p14:tracePt t="52475" x="3908425" y="1833563"/>
          <p14:tracePt t="52491" x="3902075" y="1833563"/>
          <p14:tracePt t="52532" x="3894138" y="1833563"/>
          <p14:tracePt t="52555" x="3879850" y="1847850"/>
          <p14:tracePt t="52579" x="3879850" y="1854200"/>
          <p14:tracePt t="52603" x="3873500" y="1868488"/>
          <p14:tracePt t="52667" x="3873500" y="1876425"/>
          <p14:tracePt t="52707" x="3873500" y="1890713"/>
          <p14:tracePt t="52723" x="3873500" y="1897063"/>
          <p14:tracePt t="52739" x="3873500" y="1911350"/>
          <p14:tracePt t="52747" x="3859213" y="1925638"/>
          <p14:tracePt t="52763" x="3851275" y="1939925"/>
          <p14:tracePt t="52771" x="3844925" y="1954213"/>
          <p14:tracePt t="52779" x="3836988" y="1976438"/>
          <p14:tracePt t="52788" x="3830638" y="1997075"/>
          <p14:tracePt t="52795" x="3822700" y="2019300"/>
          <p14:tracePt t="52804" x="3816350" y="2039938"/>
          <p14:tracePt t="52811" x="3816350" y="2047875"/>
          <p14:tracePt t="52822" x="3816350" y="2068513"/>
          <p14:tracePt t="52827" x="3816350" y="2090738"/>
          <p14:tracePt t="52839" x="3816350" y="2105025"/>
          <p14:tracePt t="52843" x="3816350" y="2125663"/>
          <p14:tracePt t="52859" x="3816350" y="2133600"/>
          <p14:tracePt t="52872" x="3816350" y="2147888"/>
          <p14:tracePt t="52875" x="3822700" y="2154238"/>
          <p14:tracePt t="52888" x="3830638" y="2162175"/>
          <p14:tracePt t="52891" x="3836988" y="2162175"/>
          <p14:tracePt t="52905" x="3836988" y="2168525"/>
          <p14:tracePt t="52907" x="3851275" y="2182813"/>
          <p14:tracePt t="52915" x="3859213" y="2182813"/>
          <p14:tracePt t="52923" x="3873500" y="2197100"/>
          <p14:tracePt t="52931" x="3887788" y="2211388"/>
          <p14:tracePt t="52939" x="3894138" y="2219325"/>
          <p14:tracePt t="52947" x="3916363" y="2233613"/>
          <p14:tracePt t="52957" x="3922713" y="2233613"/>
          <p14:tracePt t="52963" x="3930650" y="2239963"/>
          <p14:tracePt t="52971" x="3944938" y="2247900"/>
          <p14:tracePt t="52979" x="3951288" y="2254250"/>
          <p14:tracePt t="52988" x="3959225" y="2254250"/>
          <p14:tracePt t="52995" x="3965575" y="2254250"/>
          <p14:tracePt t="53011" x="3973513" y="2254250"/>
          <p14:tracePt t="53022" x="3979863" y="2254250"/>
          <p14:tracePt t="53026" x="3987800" y="2254250"/>
          <p14:tracePt t="53035" x="4002088" y="2254250"/>
          <p14:tracePt t="53043" x="4016375" y="2254250"/>
          <p14:tracePt t="53054" x="4022725" y="2254250"/>
          <p14:tracePt t="53059" x="4051300" y="2239963"/>
          <p14:tracePt t="53072" x="4065588" y="2233613"/>
          <p14:tracePt t="53075" x="4094163" y="2205038"/>
          <p14:tracePt t="53088" x="4100513" y="2197100"/>
          <p14:tracePt t="53091" x="4108450" y="2182813"/>
          <p14:tracePt t="53099" x="4122738" y="2176463"/>
          <p14:tracePt t="53107" x="4122738" y="2168525"/>
          <p14:tracePt t="53115" x="4122738" y="2154238"/>
          <p14:tracePt t="53123" x="4122738" y="2139950"/>
          <p14:tracePt t="53139" x="4122738" y="2133600"/>
          <p14:tracePt t="53275" x="4122738" y="2125663"/>
          <p14:tracePt t="53923" x="4122738" y="2119313"/>
          <p14:tracePt t="54796" x="4108450" y="2119313"/>
          <p14:tracePt t="54811" x="4100513" y="2119313"/>
          <p14:tracePt t="54819" x="4094163" y="2119313"/>
          <p14:tracePt t="54827" x="4086225" y="2119313"/>
          <p14:tracePt t="54838" x="4071938" y="2133600"/>
          <p14:tracePt t="54843" x="4071938" y="2139950"/>
          <p14:tracePt t="54855" x="4065588" y="2139950"/>
          <p14:tracePt t="54859" x="4065588" y="2176463"/>
          <p14:tracePt t="54871" x="4065588" y="2205038"/>
          <p14:tracePt t="54875" x="4065588" y="2233613"/>
          <p14:tracePt t="54883" x="4065588" y="2239963"/>
          <p14:tracePt t="55123" x="4059238" y="2239963"/>
          <p14:tracePt t="55131" x="4030663" y="2225675"/>
          <p14:tracePt t="55147" x="4008438" y="2225675"/>
          <p14:tracePt t="55155" x="4002088" y="2225675"/>
          <p14:tracePt t="55163" x="3979863" y="2225675"/>
          <p14:tracePt t="55171" x="3937000" y="2219325"/>
          <p14:tracePt t="55179" x="3908425" y="2219325"/>
          <p14:tracePt t="55187" x="3873500" y="2219325"/>
          <p14:tracePt t="55195" x="3859213" y="2211388"/>
          <p14:tracePt t="55205" x="3816350" y="2211388"/>
          <p14:tracePt t="55211" x="3779838" y="2211388"/>
          <p14:tracePt t="55219" x="3736975" y="2211388"/>
          <p14:tracePt t="55227" x="3708400" y="2211388"/>
          <p14:tracePt t="55238" x="3673475" y="2211388"/>
          <p14:tracePt t="55243" x="3622675" y="2211388"/>
          <p14:tracePt t="55251" x="3587750" y="2225675"/>
          <p14:tracePt t="55259" x="3552825" y="2233613"/>
          <p14:tracePt t="55272" x="3509963" y="2239963"/>
          <p14:tracePt t="55275" x="3452813" y="2247900"/>
          <p14:tracePt t="55289" x="3395663" y="2254250"/>
          <p14:tracePt t="55291" x="3359150" y="2268538"/>
          <p14:tracePt t="55299" x="3302000" y="2276475"/>
          <p14:tracePt t="55307" x="3244850" y="2282825"/>
          <p14:tracePt t="55316" x="3187700" y="2297113"/>
          <p14:tracePt t="55323" x="3109913" y="2303463"/>
          <p14:tracePt t="55331" x="3032125" y="2325688"/>
          <p14:tracePt t="55339" x="2952750" y="2346325"/>
          <p14:tracePt t="55347" x="2881313" y="2368550"/>
          <p14:tracePt t="55355" x="2803525" y="2397125"/>
          <p14:tracePt t="55363" x="2717800" y="2417763"/>
          <p14:tracePt t="55371" x="2617788" y="2454275"/>
          <p14:tracePt t="55379" x="2532063" y="2474913"/>
          <p14:tracePt t="55388" x="2446338" y="2497138"/>
          <p14:tracePt t="55395" x="2368550" y="2517775"/>
          <p14:tracePt t="55404" x="2289175" y="2532063"/>
          <p14:tracePt t="55411" x="2239963" y="2540000"/>
          <p14:tracePt t="55421" x="2182813" y="2546350"/>
          <p14:tracePt t="55427" x="2132013" y="2554288"/>
          <p14:tracePt t="55438" x="2097088" y="2554288"/>
          <p14:tracePt t="55443" x="2054225" y="2568575"/>
          <p14:tracePt t="55455" x="2019300" y="2574925"/>
          <p14:tracePt t="55459" x="1982788" y="2574925"/>
          <p14:tracePt t="55472" x="1947863" y="2574925"/>
          <p14:tracePt t="55475" x="1905000" y="2582863"/>
          <p14:tracePt t="55488" x="1847850" y="2597150"/>
          <p14:tracePt t="55491" x="1804988" y="2611438"/>
          <p14:tracePt t="55499" x="1754188" y="2632075"/>
          <p14:tracePt t="55507" x="1711325" y="2640013"/>
          <p14:tracePt t="55515" x="1682750" y="2646363"/>
          <p14:tracePt t="55522" x="1639888" y="2660650"/>
          <p14:tracePt t="55531" x="1604963" y="2674938"/>
          <p14:tracePt t="55538" x="1576388" y="2682875"/>
          <p14:tracePt t="55547" x="1539875" y="2689225"/>
          <p14:tracePt t="55555" x="1525588" y="2689225"/>
          <p14:tracePt t="55563" x="1498600" y="2689225"/>
          <p14:tracePt t="55571" x="1455738" y="2703513"/>
          <p14:tracePt t="55579" x="1427163" y="2711450"/>
          <p14:tracePt t="55588" x="1384300" y="2711450"/>
          <p14:tracePt t="55595" x="1362075" y="2711450"/>
          <p14:tracePt t="55605" x="1333500" y="2717800"/>
          <p14:tracePt t="55611" x="1312863" y="2717800"/>
          <p14:tracePt t="55621" x="1298575" y="2717800"/>
          <p14:tracePt t="55627" x="1270000" y="2732088"/>
          <p14:tracePt t="55638" x="1247775" y="2732088"/>
          <p14:tracePt t="55643" x="1233488" y="2740025"/>
          <p14:tracePt t="55654" x="1227138" y="2740025"/>
          <p14:tracePt t="55659" x="1204913" y="2740025"/>
          <p14:tracePt t="55671" x="1198563" y="2740025"/>
          <p14:tracePt t="55675" x="1176338" y="2740025"/>
          <p14:tracePt t="55688" x="1169988" y="2740025"/>
          <p14:tracePt t="55691" x="1155700" y="2740025"/>
          <p14:tracePt t="55699" x="1147763" y="2746375"/>
          <p14:tracePt t="55707" x="1141413" y="2746375"/>
          <p14:tracePt t="55715" x="1133475" y="2746375"/>
          <p14:tracePt t="55723" x="1127125" y="2746375"/>
          <p14:tracePt t="55738" x="1119188" y="2754313"/>
          <p14:tracePt t="55803" x="1112838" y="2754313"/>
          <p14:tracePt t="55819" x="1112838" y="2760663"/>
          <p14:tracePt t="55827" x="1104900" y="2760663"/>
          <p14:tracePt t="55835" x="1098550" y="2760663"/>
          <p14:tracePt t="55843" x="1090613" y="2760663"/>
          <p14:tracePt t="55855" x="1084263" y="2768600"/>
          <p14:tracePt t="55859" x="1076325" y="2774950"/>
          <p14:tracePt t="55875" x="1069975" y="2782888"/>
          <p14:tracePt t="55888" x="1062038" y="2782888"/>
          <p14:tracePt t="56003" x="1055688" y="2782888"/>
          <p14:tracePt t="56027" x="1055688" y="2774950"/>
          <p14:tracePt t="56034" x="1055688" y="2768600"/>
          <p14:tracePt t="56043" x="1055688" y="2760663"/>
          <p14:tracePt t="56050" x="1062038" y="2754313"/>
          <p14:tracePt t="56067" x="1062038" y="2740025"/>
          <p14:tracePt t="56083" x="1062038" y="2732088"/>
          <p14:tracePt t="56091" x="1069975" y="2717800"/>
          <p14:tracePt t="56107" x="1076325" y="2703513"/>
          <p14:tracePt t="56115" x="1076325" y="2697163"/>
          <p14:tracePt t="56123" x="1076325" y="2689225"/>
          <p14:tracePt t="56131" x="1076325" y="2682875"/>
          <p14:tracePt t="56147" x="1076325" y="2674938"/>
          <p14:tracePt t="56155" x="1076325" y="2668588"/>
          <p14:tracePt t="56187" x="1076325" y="2660650"/>
          <p14:tracePt t="56203" x="1076325" y="2654300"/>
          <p14:tracePt t="56219" x="1076325" y="2646363"/>
          <p14:tracePt t="56227" x="1076325" y="2640013"/>
          <p14:tracePt t="56243" x="1076325" y="2632075"/>
          <p14:tracePt t="56255" x="1076325" y="2625725"/>
          <p14:tracePt t="56259" x="1076325" y="2617788"/>
          <p14:tracePt t="56272" x="1076325" y="2603500"/>
          <p14:tracePt t="56275" x="1069975" y="2597150"/>
          <p14:tracePt t="56288" x="1062038" y="2589213"/>
          <p14:tracePt t="56291" x="1055688" y="2574925"/>
          <p14:tracePt t="56315" x="1047750" y="2568575"/>
          <p14:tracePt t="56323" x="1041400" y="2560638"/>
          <p14:tracePt t="56331" x="1033463" y="2554288"/>
          <p14:tracePt t="56355" x="1019175" y="2554288"/>
          <p14:tracePt t="56371" x="1019175" y="2546350"/>
          <p14:tracePt t="56387" x="998538" y="2540000"/>
          <p14:tracePt t="56403" x="984250" y="2532063"/>
          <p14:tracePt t="56411" x="969963" y="2532063"/>
          <p14:tracePt t="56421" x="949325" y="2525713"/>
          <p14:tracePt t="56427" x="935038" y="2525713"/>
          <p14:tracePt t="56438" x="912813" y="2511425"/>
          <p14:tracePt t="56442" x="898525" y="2511425"/>
          <p14:tracePt t="56455" x="877888" y="2503488"/>
          <p14:tracePt t="56459" x="855663" y="2503488"/>
          <p14:tracePt t="56472" x="841375" y="2503488"/>
          <p14:tracePt t="56475" x="835025" y="2503488"/>
          <p14:tracePt t="56488" x="820738" y="2503488"/>
          <p14:tracePt t="56491" x="812800" y="2503488"/>
          <p14:tracePt t="56499" x="792163" y="2503488"/>
          <p14:tracePt t="56507" x="784225" y="2503488"/>
          <p14:tracePt t="56515" x="769938" y="2503488"/>
          <p14:tracePt t="56523" x="763588" y="2503488"/>
          <p14:tracePt t="56538" x="755650" y="2503488"/>
          <p14:tracePt t="56547" x="749300" y="2503488"/>
          <p14:tracePt t="56563" x="741363" y="2503488"/>
          <p14:tracePt t="56571" x="735013" y="2503488"/>
          <p14:tracePt t="56579" x="727075" y="2503488"/>
          <p14:tracePt t="56595" x="720725" y="2503488"/>
          <p14:tracePt t="56605" x="712788" y="2503488"/>
          <p14:tracePt t="56611" x="706438" y="2503488"/>
          <p14:tracePt t="56627" x="698500" y="2503488"/>
          <p14:tracePt t="56638" x="692150" y="2503488"/>
          <p14:tracePt t="56642" x="684213" y="2503488"/>
          <p14:tracePt t="56659" x="677863" y="2503488"/>
          <p14:tracePt t="56675" x="669925" y="2503488"/>
          <p14:tracePt t="56691" x="663575" y="2503488"/>
          <p14:tracePt t="56707" x="655638" y="2503488"/>
          <p14:tracePt t="56715" x="655638" y="2511425"/>
          <p14:tracePt t="56723" x="649288" y="2511425"/>
          <p14:tracePt t="56731" x="641350" y="2517775"/>
          <p14:tracePt t="56763" x="635000" y="2517775"/>
          <p14:tracePt t="56779" x="635000" y="2525713"/>
          <p14:tracePt t="56811" x="627063" y="2525713"/>
          <p14:tracePt t="56859" x="620713" y="2532063"/>
          <p14:tracePt t="56931" x="612775" y="2540000"/>
          <p14:tracePt t="56939" x="606425" y="2546350"/>
          <p14:tracePt t="56987" x="598488" y="2554288"/>
          <p14:tracePt t="57019" x="592138" y="2554288"/>
          <p14:tracePt t="57035" x="592138" y="2560638"/>
          <p14:tracePt t="57043" x="584200" y="2560638"/>
          <p14:tracePt t="57051" x="584200" y="2568575"/>
          <p14:tracePt t="57067" x="577850" y="2574925"/>
          <p14:tracePt t="57091" x="577850" y="2582863"/>
          <p14:tracePt t="57115" x="569913" y="2597150"/>
          <p14:tracePt t="57139" x="569913" y="2603500"/>
          <p14:tracePt t="57147" x="563563" y="2611438"/>
          <p14:tracePt t="57163" x="563563" y="2632075"/>
          <p14:tracePt t="57171" x="555625" y="2632075"/>
          <p14:tracePt t="57188" x="549275" y="2640013"/>
          <p14:tracePt t="57195" x="549275" y="2654300"/>
          <p14:tracePt t="57211" x="549275" y="2660650"/>
          <p14:tracePt t="57227" x="549275" y="2674938"/>
          <p14:tracePt t="57243" x="549275" y="2682875"/>
          <p14:tracePt t="57259" x="549275" y="2697163"/>
          <p14:tracePt t="57275" x="549275" y="2703513"/>
          <p14:tracePt t="57299" x="549275" y="2717800"/>
          <p14:tracePt t="57315" x="549275" y="2725738"/>
          <p14:tracePt t="57331" x="549275" y="2732088"/>
          <p14:tracePt t="57338" x="549275" y="2740025"/>
          <p14:tracePt t="57347" x="549275" y="2746375"/>
          <p14:tracePt t="57363" x="549275" y="2754313"/>
          <p14:tracePt t="57371" x="549275" y="2768600"/>
          <p14:tracePt t="57388" x="549275" y="2782888"/>
          <p14:tracePt t="57395" x="549275" y="2789238"/>
          <p14:tracePt t="57411" x="549275" y="2797175"/>
          <p14:tracePt t="57422" x="549275" y="2803525"/>
          <p14:tracePt t="57427" x="549275" y="2811463"/>
          <p14:tracePt t="57438" x="549275" y="2825750"/>
          <p14:tracePt t="57455" x="549275" y="2832100"/>
          <p14:tracePt t="57459" x="555625" y="2840038"/>
          <p14:tracePt t="57472" x="555625" y="2846388"/>
          <p14:tracePt t="57491" x="555625" y="2854325"/>
          <p14:tracePt t="57499" x="555625" y="2860675"/>
          <p14:tracePt t="57507" x="563563" y="2867025"/>
          <p14:tracePt t="57515" x="569913" y="2867025"/>
          <p14:tracePt t="57523" x="569913" y="2874963"/>
          <p14:tracePt t="57532" x="569913" y="2881313"/>
          <p14:tracePt t="57539" x="577850" y="2881313"/>
          <p14:tracePt t="57555" x="577850" y="2889250"/>
          <p14:tracePt t="57563" x="584200" y="2895600"/>
          <p14:tracePt t="57571" x="592138" y="2909888"/>
          <p14:tracePt t="57579" x="598488" y="2917825"/>
          <p14:tracePt t="57595" x="606425" y="2932113"/>
          <p14:tracePt t="57607" x="612775" y="2932113"/>
          <p14:tracePt t="57611" x="620713" y="2938463"/>
          <p14:tracePt t="57621" x="627063" y="2938463"/>
          <p14:tracePt t="57627" x="627063" y="2946400"/>
          <p14:tracePt t="57641" x="649288" y="2952750"/>
          <p14:tracePt t="57643" x="655638" y="2952750"/>
          <p14:tracePt t="57655" x="663575" y="2967038"/>
          <p14:tracePt t="57659" x="669925" y="2967038"/>
          <p14:tracePt t="57673" x="684213" y="2967038"/>
          <p14:tracePt t="57675" x="698500" y="2967038"/>
          <p14:tracePt t="57688" x="712788" y="2974975"/>
          <p14:tracePt t="57691" x="720725" y="2981325"/>
          <p14:tracePt t="57699" x="735013" y="2989263"/>
          <p14:tracePt t="57707" x="749300" y="2995613"/>
          <p14:tracePt t="57715" x="763588" y="3003550"/>
          <p14:tracePt t="57723" x="777875" y="3009900"/>
          <p14:tracePt t="57731" x="792163" y="3009900"/>
          <p14:tracePt t="57738" x="798513" y="3017838"/>
          <p14:tracePt t="57747" x="820738" y="3017838"/>
          <p14:tracePt t="57763" x="827088" y="3017838"/>
          <p14:tracePt t="57774" x="835025" y="3017838"/>
          <p14:tracePt t="57779" x="841375" y="3024188"/>
          <p14:tracePt t="58163" x="849313" y="3024188"/>
          <p14:tracePt t="58171" x="855663" y="3024188"/>
          <p14:tracePt t="58179" x="863600" y="3024188"/>
          <p14:tracePt t="58189" x="869950" y="3024188"/>
          <p14:tracePt t="58195" x="877888" y="3024188"/>
          <p14:tracePt t="58205" x="898525" y="3032125"/>
          <p14:tracePt t="58211" x="912813" y="3032125"/>
          <p14:tracePt t="58222" x="920750" y="3038475"/>
          <p14:tracePt t="58227" x="935038" y="3038475"/>
          <p14:tracePt t="58238" x="955675" y="3038475"/>
          <p14:tracePt t="58243" x="977900" y="3038475"/>
          <p14:tracePt t="58251" x="1012825" y="3038475"/>
          <p14:tracePt t="58259" x="1062038" y="3038475"/>
          <p14:tracePt t="58272" x="1119188" y="3038475"/>
          <p14:tracePt t="58275" x="1176338" y="3038475"/>
          <p14:tracePt t="58283" x="1233488" y="3038475"/>
          <p14:tracePt t="58291" x="1298575" y="3038475"/>
          <p14:tracePt t="58299" x="1347788" y="3038475"/>
          <p14:tracePt t="58307" x="1404938" y="3038475"/>
          <p14:tracePt t="58315" x="1447800" y="3038475"/>
          <p14:tracePt t="58323" x="1476375" y="3038475"/>
          <p14:tracePt t="58331" x="1504950" y="3038475"/>
          <p14:tracePt t="58339" x="1525588" y="3038475"/>
          <p14:tracePt t="58347" x="1539875" y="3038475"/>
          <p14:tracePt t="58355" x="1554163" y="3038475"/>
          <p14:tracePt t="58363" x="1576388" y="3038475"/>
          <p14:tracePt t="58372" x="1582738" y="3038475"/>
          <p14:tracePt t="58379" x="1597025" y="3038475"/>
          <p14:tracePt t="58388" x="1611313" y="3038475"/>
          <p14:tracePt t="58407" x="1633538" y="3038475"/>
          <p14:tracePt t="58411" x="1639888" y="3038475"/>
          <p14:tracePt t="58422" x="1647825" y="3032125"/>
          <p14:tracePt t="58427" x="1662113" y="3017838"/>
          <p14:tracePt t="58440" x="1676400" y="3009900"/>
          <p14:tracePt t="58443" x="1690688" y="2989263"/>
          <p14:tracePt t="58459" x="1711325" y="2967038"/>
          <p14:tracePt t="58471" x="1711325" y="2952750"/>
          <p14:tracePt t="58475" x="1719263" y="2924175"/>
          <p14:tracePt t="58489" x="1719263" y="2909888"/>
          <p14:tracePt t="58491" x="1719263" y="2903538"/>
          <p14:tracePt t="58499" x="1719263" y="2895600"/>
          <p14:tracePt t="58507" x="1719263" y="2889250"/>
          <p14:tracePt t="58515" x="1719263" y="2881313"/>
          <p14:tracePt t="58523" x="1704975" y="2860675"/>
          <p14:tracePt t="58531" x="1682750" y="2860675"/>
          <p14:tracePt t="58539" x="1647825" y="2854325"/>
          <p14:tracePt t="58547" x="1619250" y="2846388"/>
          <p14:tracePt t="58555" x="1568450" y="2832100"/>
          <p14:tracePt t="58563" x="1519238" y="2825750"/>
          <p14:tracePt t="58572" x="1484313" y="2825750"/>
          <p14:tracePt t="58579" x="1441450" y="2825750"/>
          <p14:tracePt t="58588" x="1412875" y="2825750"/>
          <p14:tracePt t="58595" x="1376363" y="2825750"/>
          <p14:tracePt t="58605" x="1355725" y="2825750"/>
          <p14:tracePt t="58611" x="1327150" y="2825750"/>
          <p14:tracePt t="58622" x="1312863" y="2825750"/>
          <p14:tracePt t="58627" x="1290638" y="2825750"/>
          <p14:tracePt t="58638" x="1276350" y="2832100"/>
          <p14:tracePt t="58643" x="1276350" y="2840038"/>
          <p14:tracePt t="58655" x="1262063" y="2846388"/>
          <p14:tracePt t="58659" x="1247775" y="2854325"/>
          <p14:tracePt t="58675" x="1219200" y="2860675"/>
          <p14:tracePt t="58688" x="1198563" y="2867025"/>
          <p14:tracePt t="58691" x="1190625" y="2867025"/>
          <p14:tracePt t="58699" x="1169988" y="2874963"/>
          <p14:tracePt t="58707" x="1155700" y="2874963"/>
          <p14:tracePt t="58715" x="1141413" y="2881313"/>
          <p14:tracePt t="58723" x="1119188" y="2889250"/>
          <p14:tracePt t="58739" x="1112838" y="2889250"/>
          <p14:tracePt t="58747" x="1098550" y="2903538"/>
          <p14:tracePt t="58971" x="1098550" y="2917825"/>
          <p14:tracePt t="59491" x="1098550" y="2924175"/>
          <p14:tracePt t="59523" x="1098550" y="2932113"/>
          <p14:tracePt t="59547" x="1104900" y="2938463"/>
          <p14:tracePt t="59555" x="1119188" y="2938463"/>
          <p14:tracePt t="59571" x="1133475" y="2938463"/>
          <p14:tracePt t="59579" x="1147763" y="2946400"/>
          <p14:tracePt t="59603" x="1155700" y="2946400"/>
          <p14:tracePt t="59611" x="1162050" y="2946400"/>
          <p14:tracePt t="59635" x="1169988" y="2946400"/>
          <p14:tracePt t="59643" x="1176338" y="2946400"/>
          <p14:tracePt t="59659" x="1184275" y="2946400"/>
          <p14:tracePt t="59715" x="1190625" y="2946400"/>
          <p14:tracePt t="59763" x="1198563" y="2946400"/>
          <p14:tracePt t="59771" x="1204913" y="2946400"/>
          <p14:tracePt t="60435" x="1212850" y="2946400"/>
          <p14:tracePt t="60443" x="1227138" y="2946400"/>
          <p14:tracePt t="60451" x="1255713" y="2946400"/>
          <p14:tracePt t="60460" x="1276350" y="2938463"/>
          <p14:tracePt t="60472" x="1304925" y="2938463"/>
          <p14:tracePt t="60475" x="1347788" y="2932113"/>
          <p14:tracePt t="60491" x="1412875" y="2917825"/>
          <p14:tracePt t="60499" x="1441450" y="2909888"/>
          <p14:tracePt t="60507" x="1462088" y="2909888"/>
          <p14:tracePt t="60515" x="1476375" y="2903538"/>
          <p14:tracePt t="60524" x="1498600" y="2903538"/>
          <p14:tracePt t="60531" x="1512888" y="2889250"/>
          <p14:tracePt t="60539" x="1525588" y="2889250"/>
          <p14:tracePt t="60547" x="1539875" y="2881313"/>
          <p14:tracePt t="60555" x="1547813" y="2881313"/>
          <p14:tracePt t="60563" x="1554163" y="2881313"/>
          <p14:tracePt t="60572" x="1568450" y="2874963"/>
          <p14:tracePt t="60587" x="1576388" y="2874963"/>
          <p14:tracePt t="60605" x="1582738" y="2867025"/>
          <p14:tracePt t="62763" x="1590675" y="2860675"/>
          <p14:tracePt t="62771" x="1597025" y="2854325"/>
          <p14:tracePt t="62779" x="1611313" y="2846388"/>
          <p14:tracePt t="62788" x="1625600" y="2846388"/>
          <p14:tracePt t="62795" x="1633538" y="2846388"/>
          <p14:tracePt t="62805" x="1639888" y="2846388"/>
          <p14:tracePt t="62822" x="1647825" y="2840038"/>
          <p14:tracePt t="62827" x="1654175" y="2840038"/>
          <p14:tracePt t="62839" x="1662113" y="2840038"/>
          <p14:tracePt t="62843" x="1662113" y="2832100"/>
          <p14:tracePt t="62851" x="1668463" y="2832100"/>
          <p14:tracePt t="62859" x="1676400" y="2832100"/>
          <p14:tracePt t="62872" x="1682750" y="2832100"/>
          <p14:tracePt t="62875" x="1697038" y="2817813"/>
          <p14:tracePt t="62883" x="1704975" y="2817813"/>
          <p14:tracePt t="62891" x="1711325" y="2817813"/>
          <p14:tracePt t="62899" x="1725613" y="2817813"/>
          <p14:tracePt t="62915" x="1733550" y="2811463"/>
          <p14:tracePt t="62923" x="1747838" y="2811463"/>
          <p14:tracePt t="62931" x="1754188" y="2803525"/>
          <p14:tracePt t="62938" x="1762125" y="2797175"/>
          <p14:tracePt t="62947" x="1768475" y="2797175"/>
          <p14:tracePt t="62955" x="1776413" y="2789238"/>
          <p14:tracePt t="63043" x="1782763" y="2782888"/>
          <p14:tracePt t="63059" x="1790700" y="2774950"/>
          <p14:tracePt t="63067" x="1797050" y="2768600"/>
          <p14:tracePt t="63099" x="1797050" y="2760663"/>
          <p14:tracePt t="63107" x="1804988" y="2754313"/>
          <p14:tracePt t="63123" x="1804988" y="2746375"/>
          <p14:tracePt t="63139" x="1804988" y="2732088"/>
          <p14:tracePt t="63147" x="1819275" y="2717800"/>
          <p14:tracePt t="63155" x="1819275" y="2711450"/>
          <p14:tracePt t="63173" x="1819275" y="2689225"/>
          <p14:tracePt t="63179" x="1825625" y="2674938"/>
          <p14:tracePt t="63188" x="1825625" y="2654300"/>
          <p14:tracePt t="63195" x="1825625" y="2632075"/>
          <p14:tracePt t="63205" x="1833563" y="2617788"/>
          <p14:tracePt t="63211" x="1847850" y="2582863"/>
          <p14:tracePt t="63222" x="1847850" y="2568575"/>
          <p14:tracePt t="63227" x="1847850" y="2540000"/>
          <p14:tracePt t="63239" x="1854200" y="2503488"/>
          <p14:tracePt t="63243" x="1854200" y="2482850"/>
          <p14:tracePt t="63255" x="1854200" y="2446338"/>
          <p14:tracePt t="63259" x="1854200" y="2425700"/>
          <p14:tracePt t="63267" x="1854200" y="2397125"/>
          <p14:tracePt t="63275" x="1854200" y="2368550"/>
          <p14:tracePt t="63283" x="1854200" y="2346325"/>
          <p14:tracePt t="63291" x="1854200" y="2325688"/>
          <p14:tracePt t="63299" x="1854200" y="2303463"/>
          <p14:tracePt t="63307" x="1854200" y="2282825"/>
          <p14:tracePt t="63315" x="1854200" y="2262188"/>
          <p14:tracePt t="63322" x="1854200" y="2254250"/>
          <p14:tracePt t="63331" x="1854200" y="2239963"/>
          <p14:tracePt t="63339" x="1854200" y="2233613"/>
          <p14:tracePt t="63355" x="1854200" y="2219325"/>
          <p14:tracePt t="63459" x="1862138" y="2219325"/>
          <p14:tracePt t="63475" x="1868488" y="2219325"/>
          <p14:tracePt t="63483" x="1876425" y="2219325"/>
          <p14:tracePt t="63491" x="1890713" y="2225675"/>
          <p14:tracePt t="63499" x="1905000" y="2239963"/>
          <p14:tracePt t="63507" x="1911350" y="2247900"/>
          <p14:tracePt t="63515" x="1925638" y="2268538"/>
          <p14:tracePt t="63522" x="1933575" y="2276475"/>
          <p14:tracePt t="63531" x="1947863" y="2282825"/>
          <p14:tracePt t="63539" x="1954213" y="2289175"/>
          <p14:tracePt t="63547" x="1962150" y="2297113"/>
          <p14:tracePt t="63555" x="1968500" y="2297113"/>
          <p14:tracePt t="63563" x="1976438" y="2303463"/>
          <p14:tracePt t="63572" x="1982788" y="2303463"/>
          <p14:tracePt t="63589" x="1990725" y="2303463"/>
          <p14:tracePt t="63595" x="1997075" y="2311400"/>
          <p14:tracePt t="63605" x="2011363" y="2311400"/>
          <p14:tracePt t="63611" x="2032000" y="2317750"/>
          <p14:tracePt t="63622" x="2039938" y="2317750"/>
          <p14:tracePt t="63627" x="2074863" y="2325688"/>
          <p14:tracePt t="63638" x="2103438" y="2332038"/>
          <p14:tracePt t="63643" x="2125663" y="2332038"/>
          <p14:tracePt t="63655" x="2154238" y="2332038"/>
          <p14:tracePt t="63659" x="2168525" y="2339975"/>
          <p14:tracePt t="63672" x="2189163" y="2339975"/>
          <p14:tracePt t="63675" x="2217738" y="2339975"/>
          <p14:tracePt t="63688" x="2260600" y="2339975"/>
          <p14:tracePt t="63691" x="2303463" y="2339975"/>
          <p14:tracePt t="63699" x="2354263" y="2339975"/>
          <p14:tracePt t="63707" x="2417763" y="2339975"/>
          <p14:tracePt t="63715" x="2474913" y="2339975"/>
          <p14:tracePt t="63722" x="2525713" y="2339975"/>
          <p14:tracePt t="63731" x="2566988" y="2339975"/>
          <p14:tracePt t="63739" x="2624138" y="2339975"/>
          <p14:tracePt t="63747" x="2660650" y="2339975"/>
          <p14:tracePt t="63755" x="2703513" y="2325688"/>
          <p14:tracePt t="63763" x="2724150" y="2317750"/>
          <p14:tracePt t="63772" x="2752725" y="2303463"/>
          <p14:tracePt t="63779" x="2774950" y="2289175"/>
          <p14:tracePt t="63789" x="2789238" y="2276475"/>
          <p14:tracePt t="63795" x="2809875" y="2239963"/>
          <p14:tracePt t="63805" x="2817813" y="2225675"/>
          <p14:tracePt t="63811" x="2824163" y="2211388"/>
          <p14:tracePt t="63822" x="2838450" y="2176463"/>
          <p14:tracePt t="63827" x="2846388" y="2154238"/>
          <p14:tracePt t="63839" x="2846388" y="2133600"/>
          <p14:tracePt t="63855" x="2852738" y="2119313"/>
          <p14:tracePt t="63859" x="2852738" y="2111375"/>
          <p14:tracePt t="63875" x="2860675" y="2105025"/>
          <p14:tracePt t="63923" x="2867025" y="2090738"/>
          <p14:tracePt t="64443" x="2867025" y="2082800"/>
          <p14:tracePt t="64459" x="2881313" y="2082800"/>
          <p14:tracePt t="64484" x="2889250" y="2082800"/>
          <p14:tracePt t="64491" x="2895600" y="2082800"/>
          <p14:tracePt t="64499" x="2903538" y="2090738"/>
          <p14:tracePt t="64531" x="2909888" y="2097088"/>
          <p14:tracePt t="64547" x="2909888" y="2105025"/>
          <p14:tracePt t="64555" x="2917825" y="2105025"/>
          <p14:tracePt t="64563" x="2924175" y="2111375"/>
          <p14:tracePt t="64579" x="2932113" y="2119313"/>
          <p14:tracePt t="64587" x="2960688" y="2133600"/>
          <p14:tracePt t="64605" x="2974975" y="2133600"/>
          <p14:tracePt t="64611" x="2981325" y="2139950"/>
          <p14:tracePt t="64622" x="3009900" y="2147888"/>
          <p14:tracePt t="64627" x="3032125" y="2154238"/>
          <p14:tracePt t="64642" x="3059113" y="2162175"/>
          <p14:tracePt t="64642" x="3087688" y="2168525"/>
          <p14:tracePt t="64659" x="3187700" y="2190750"/>
          <p14:tracePt t="64672" x="3238500" y="2190750"/>
          <p14:tracePt t="64675" x="3287713" y="2197100"/>
          <p14:tracePt t="64688" x="3338513" y="2205038"/>
          <p14:tracePt t="64691" x="3402013" y="2211388"/>
          <p14:tracePt t="64699" x="3444875" y="2211388"/>
          <p14:tracePt t="64707" x="3487738" y="2211388"/>
          <p14:tracePt t="64715" x="3544888" y="2225675"/>
          <p14:tracePt t="64722" x="3579813" y="2233613"/>
          <p14:tracePt t="64731" x="3636963" y="2239963"/>
          <p14:tracePt t="64739" x="3687763" y="2247900"/>
          <p14:tracePt t="64747" x="3736975" y="2247900"/>
          <p14:tracePt t="64755" x="3794125" y="2247900"/>
          <p14:tracePt t="64763" x="3830638" y="2247900"/>
          <p14:tracePt t="64772" x="3887788" y="2247900"/>
          <p14:tracePt t="64779" x="3930650" y="2247900"/>
          <p14:tracePt t="64789" x="3965575" y="2247900"/>
          <p14:tracePt t="64795" x="3987800" y="2247900"/>
          <p14:tracePt t="64805" x="4008438" y="2247900"/>
          <p14:tracePt t="64811" x="4016375" y="2247900"/>
          <p14:tracePt t="64822" x="4030663" y="2247900"/>
          <p14:tracePt t="64827" x="4037013" y="2247900"/>
          <p14:tracePt t="64839" x="4044950" y="2247900"/>
          <p14:tracePt t="64855" x="4065588" y="2239963"/>
          <p14:tracePt t="64872" x="4079875" y="2233613"/>
          <p14:tracePt t="64876" x="4086225" y="2225675"/>
          <p14:tracePt t="64888" x="4100513" y="2211388"/>
          <p14:tracePt t="64890" x="4114800" y="2205038"/>
          <p14:tracePt t="64899" x="4122738" y="2197100"/>
          <p14:tracePt t="64907" x="4137025" y="2182813"/>
          <p14:tracePt t="64915" x="4151313" y="2176463"/>
          <p14:tracePt t="64922" x="4151313" y="2168525"/>
          <p14:tracePt t="64931" x="4165600" y="2162175"/>
          <p14:tracePt t="65203" x="4165600" y="2154238"/>
          <p14:tracePt t="65219" x="4165600" y="2147888"/>
          <p14:tracePt t="65531" x="4165600" y="2139950"/>
          <p14:tracePt t="66571" x="4165600" y="2133600"/>
          <p14:tracePt t="66579" x="4165600" y="2125663"/>
          <p14:tracePt t="66597" x="4165600" y="2119313"/>
          <p14:tracePt t="66715" x="4157663" y="2119313"/>
          <p14:tracePt t="66723" x="4151313" y="2125663"/>
          <p14:tracePt t="66731" x="4137025" y="2133600"/>
          <p14:tracePt t="66739" x="4114800" y="2139950"/>
          <p14:tracePt t="66747" x="4100513" y="2139950"/>
          <p14:tracePt t="66755" x="4086225" y="2147888"/>
          <p14:tracePt t="66763" x="4059238" y="2154238"/>
          <p14:tracePt t="66772" x="4016375" y="2168525"/>
          <p14:tracePt t="66779" x="3965575" y="2182813"/>
          <p14:tracePt t="66789" x="3908425" y="2205038"/>
          <p14:tracePt t="66795" x="3836988" y="2211388"/>
          <p14:tracePt t="66803" x="3730625" y="2219325"/>
          <p14:tracePt t="66811" x="3636963" y="2239963"/>
          <p14:tracePt t="66822" x="3487738" y="2262188"/>
          <p14:tracePt t="66827" x="3367088" y="2268538"/>
          <p14:tracePt t="66835" x="3181350" y="2303463"/>
          <p14:tracePt t="66843" x="3017838" y="2325688"/>
          <p14:tracePt t="66855" x="2846388" y="2354263"/>
          <p14:tracePt t="66859" x="2689225" y="2354263"/>
          <p14:tracePt t="66867" x="2489200" y="2374900"/>
          <p14:tracePt t="66875" x="2332038" y="2374900"/>
          <p14:tracePt t="66894" x="1847850" y="2374900"/>
          <p14:tracePt t="66899" x="1654175" y="2374900"/>
          <p14:tracePt t="66907" x="1498600" y="2374900"/>
          <p14:tracePt t="66915" x="1362075" y="2374900"/>
          <p14:tracePt t="66922" x="1219200" y="2374900"/>
          <p14:tracePt t="66931" x="1084263" y="2374900"/>
          <p14:tracePt t="66939" x="992188" y="2374900"/>
          <p14:tracePt t="66947" x="877888" y="2374900"/>
          <p14:tracePt t="66956" x="792163" y="2374900"/>
          <p14:tracePt t="66963" x="692150" y="2360613"/>
          <p14:tracePt t="66972" x="598488" y="2339975"/>
          <p14:tracePt t="66979" x="506413" y="2297113"/>
          <p14:tracePt t="66987" x="420688" y="2254250"/>
          <p14:tracePt t="66995" x="363538" y="2219325"/>
          <p14:tracePt t="67006" x="306388" y="2190750"/>
          <p14:tracePt t="67011" x="263525" y="2154238"/>
          <p14:tracePt t="67019" x="228600" y="2119313"/>
          <p14:tracePt t="67027" x="220663" y="2090738"/>
          <p14:tracePt t="67040" x="185738" y="2039938"/>
          <p14:tracePt t="67043" x="177800" y="1997075"/>
          <p14:tracePt t="67051" x="157163" y="1939925"/>
          <p14:tracePt t="67059" x="149225" y="1882775"/>
          <p14:tracePt t="67076" x="149225" y="1776413"/>
          <p14:tracePt t="67088" x="157163" y="1754188"/>
          <p14:tracePt t="67091" x="171450" y="1739900"/>
          <p14:tracePt t="67099" x="192088" y="1733550"/>
          <p14:tracePt t="67107" x="206375" y="1719263"/>
          <p14:tracePt t="67115" x="228600" y="1719263"/>
          <p14:tracePt t="67123" x="234950" y="1712913"/>
          <p14:tracePt t="67131" x="249238" y="1704975"/>
          <p14:tracePt t="67141" x="257175" y="1704975"/>
          <p14:tracePt t="67211" x="263525" y="1704975"/>
          <p14:tracePt t="67219" x="277813" y="1704975"/>
          <p14:tracePt t="67227" x="300038" y="1719263"/>
          <p14:tracePt t="67239" x="334963" y="1719263"/>
          <p14:tracePt t="67243" x="349250" y="1725613"/>
          <p14:tracePt t="67255" x="385763" y="1739900"/>
          <p14:tracePt t="67499" x="385763" y="1725613"/>
          <p14:tracePt t="67523" x="385763" y="1719263"/>
          <p14:tracePt t="67531" x="385763" y="1712913"/>
          <p14:tracePt t="67539" x="392113" y="1704975"/>
          <p14:tracePt t="67675" x="400050" y="1698625"/>
          <p14:tracePt t="67939" x="400050" y="1690688"/>
          <p14:tracePt t="67955" x="400050" y="1684338"/>
          <p14:tracePt t="67979" x="392113" y="1676400"/>
          <p14:tracePt t="68043" x="385763" y="1676400"/>
          <p14:tracePt t="68059" x="371475" y="1662113"/>
          <p14:tracePt t="68099" x="357188" y="1655763"/>
          <p14:tracePt t="68131" x="349250" y="1655763"/>
          <p14:tracePt t="68139" x="349250" y="1647825"/>
          <p14:tracePt t="68299" x="342900" y="1647825"/>
          <p14:tracePt t="69067" x="342900" y="1641475"/>
          <p14:tracePt t="69091" x="349250" y="1641475"/>
          <p14:tracePt t="69107" x="357188" y="1647825"/>
          <p14:tracePt t="69131" x="363538" y="1647825"/>
          <p14:tracePt t="69139" x="371475" y="1655763"/>
          <p14:tracePt t="69163" x="377825" y="1655763"/>
          <p14:tracePt t="69171" x="392113" y="1662113"/>
          <p14:tracePt t="69187" x="400050" y="1662113"/>
          <p14:tracePt t="69195" x="406400" y="1662113"/>
          <p14:tracePt t="69206" x="414338" y="1670050"/>
          <p14:tracePt t="69227" x="428625" y="1676400"/>
          <p14:tracePt t="69239" x="434975" y="1676400"/>
          <p14:tracePt t="69255" x="442913" y="1684338"/>
          <p14:tracePt t="69259" x="449263" y="1684338"/>
          <p14:tracePt t="69272" x="457200" y="1684338"/>
          <p14:tracePt t="69275" x="463550" y="1684338"/>
          <p14:tracePt t="69291" x="471488" y="1684338"/>
          <p14:tracePt t="69299" x="477838" y="1684338"/>
          <p14:tracePt t="69331" x="485775" y="1684338"/>
          <p14:tracePt t="69931" x="492125" y="1684338"/>
          <p14:tracePt t="69963" x="500063" y="1684338"/>
          <p14:tracePt t="70011" x="506413" y="1684338"/>
          <p14:tracePt t="70027" x="506413" y="1676400"/>
          <p14:tracePt t="70043" x="506413" y="1670050"/>
          <p14:tracePt t="70051" x="512763" y="1662113"/>
          <p14:tracePt t="70059" x="520700" y="1662113"/>
          <p14:tracePt t="70083" x="520700" y="1655763"/>
          <p14:tracePt t="70099" x="520700" y="1647825"/>
          <p14:tracePt t="70115" x="520700" y="1641475"/>
          <p14:tracePt t="70123" x="520700" y="1633538"/>
          <p14:tracePt t="70139" x="520700" y="1627188"/>
          <p14:tracePt t="70147" x="527050" y="1619250"/>
          <p14:tracePt t="70163" x="527050" y="1612900"/>
          <p14:tracePt t="70203" x="541338" y="1604963"/>
          <p14:tracePt t="70227" x="563563" y="1604963"/>
          <p14:tracePt t="70235" x="569913" y="1598613"/>
          <p14:tracePt t="70243" x="584200" y="1598613"/>
          <p14:tracePt t="70256" x="606425" y="1598613"/>
          <p14:tracePt t="70259" x="620713" y="1598613"/>
          <p14:tracePt t="70272" x="641350" y="1598613"/>
          <p14:tracePt t="70275" x="669925" y="1598613"/>
          <p14:tracePt t="70289" x="692150" y="1590675"/>
          <p14:tracePt t="70290" x="706438" y="1590675"/>
          <p14:tracePt t="70299" x="735013" y="1590675"/>
          <p14:tracePt t="70307" x="763588" y="1584325"/>
          <p14:tracePt t="70315" x="798513" y="1570038"/>
          <p14:tracePt t="70322" x="820738" y="1562100"/>
          <p14:tracePt t="70331" x="849313" y="1555750"/>
          <p14:tracePt t="70339" x="869950" y="1555750"/>
          <p14:tracePt t="70347" x="898525" y="1541463"/>
          <p14:tracePt t="70356" x="912813" y="1533525"/>
          <p14:tracePt t="70363" x="927100" y="1527175"/>
          <p14:tracePt t="70372" x="935038" y="1527175"/>
          <p14:tracePt t="70379" x="955675" y="1512888"/>
          <p14:tracePt t="70389" x="963613" y="1512888"/>
          <p14:tracePt t="70395" x="984250" y="1498600"/>
          <p14:tracePt t="70406" x="992188" y="1490663"/>
          <p14:tracePt t="70411" x="998538" y="1484313"/>
          <p14:tracePt t="70422" x="1006475" y="1476375"/>
          <p14:tracePt t="70427" x="1012825" y="1470025"/>
          <p14:tracePt t="70443" x="1027113" y="1462088"/>
          <p14:tracePt t="70455" x="1027113" y="1447800"/>
          <p14:tracePt t="70474" x="1027113" y="1441450"/>
          <p14:tracePt t="73764" x="1033463" y="1433513"/>
          <p14:tracePt t="73819" x="1041400" y="1433513"/>
          <p14:tracePt t="73876" x="1047750" y="1433513"/>
          <p14:tracePt t="73899" x="1055688" y="1433513"/>
          <p14:tracePt t="73931" x="1062038" y="1433513"/>
          <p14:tracePt t="74003" x="1069975" y="1433513"/>
          <p14:tracePt t="75083" x="1069975" y="1441450"/>
          <p14:tracePt t="75131" x="1076325" y="1441450"/>
          <p14:tracePt t="75563" x="1084263" y="1441450"/>
          <p14:tracePt t="75707" x="1090613" y="1441450"/>
          <p14:tracePt t="75755" x="1098550" y="1441450"/>
          <p14:tracePt t="75763" x="1104900" y="1441450"/>
          <p14:tracePt t="75771" x="1112838" y="1441450"/>
          <p14:tracePt t="75779" x="1127125" y="1441450"/>
          <p14:tracePt t="75789" x="1133475" y="1441450"/>
          <p14:tracePt t="75795" x="1147763" y="1441450"/>
          <p14:tracePt t="75809" x="1162050" y="1441450"/>
          <p14:tracePt t="75811" x="1190625" y="1447800"/>
          <p14:tracePt t="75819" x="1241425" y="1455738"/>
          <p14:tracePt t="75827" x="1298575" y="1470025"/>
          <p14:tracePt t="75839" x="1390650" y="1484313"/>
          <p14:tracePt t="75843" x="1484313" y="1490663"/>
          <p14:tracePt t="75851" x="1604963" y="1527175"/>
          <p14:tracePt t="75859" x="1768475" y="1541463"/>
          <p14:tracePt t="75873" x="1939925" y="1570038"/>
          <p14:tracePt t="75874" x="2103438" y="1590675"/>
          <p14:tracePt t="75907" x="2652713" y="1676400"/>
          <p14:tracePt t="75915" x="2752725" y="1684338"/>
          <p14:tracePt t="75923" x="2874963" y="1712913"/>
          <p14:tracePt t="75931" x="2981325" y="1719263"/>
          <p14:tracePt t="75939" x="3087688" y="1733550"/>
          <p14:tracePt t="75947" x="3181350" y="1754188"/>
          <p14:tracePt t="75956" x="3273425" y="1762125"/>
          <p14:tracePt t="75963" x="3359150" y="1768475"/>
          <p14:tracePt t="75972" x="3438525" y="1790700"/>
          <p14:tracePt t="75979" x="3538538" y="1797050"/>
          <p14:tracePt t="75987" x="3622675" y="1804988"/>
          <p14:tracePt t="75995" x="3708400" y="1819275"/>
          <p14:tracePt t="76006" x="3816350" y="1839913"/>
          <p14:tracePt t="76011" x="3902075" y="1847850"/>
          <p14:tracePt t="76018" x="3987800" y="1862138"/>
          <p14:tracePt t="76027" x="4051300" y="1868488"/>
          <p14:tracePt t="76039" x="4129088" y="1882775"/>
          <p14:tracePt t="76043" x="4194175" y="1882775"/>
          <p14:tracePt t="76051" x="4251325" y="1897063"/>
          <p14:tracePt t="76059" x="4308475" y="1905000"/>
          <p14:tracePt t="76072" x="4337050" y="1911350"/>
          <p14:tracePt t="76075" x="4343400" y="1911350"/>
          <p14:tracePt t="76089" x="4351338" y="1911350"/>
          <p14:tracePt t="76099" x="4357688" y="1911350"/>
          <p14:tracePt t="76115" x="4365625" y="1911350"/>
          <p14:tracePt t="76123" x="4394200" y="1911350"/>
          <p14:tracePt t="76131" x="4465638" y="1919288"/>
          <p14:tracePt t="76139" x="4529138" y="1933575"/>
          <p14:tracePt t="76147" x="4614863" y="1939925"/>
          <p14:tracePt t="76155" x="4700588" y="1962150"/>
          <p14:tracePt t="76163" x="4792663" y="1976438"/>
          <p14:tracePt t="76173" x="4886325" y="1982788"/>
          <p14:tracePt t="76179" x="4949825" y="1982788"/>
          <p14:tracePt t="76187" x="5000625" y="1990725"/>
          <p14:tracePt t="76195" x="5021263" y="1990725"/>
          <p14:tracePt t="76206" x="5029200" y="1990725"/>
          <p14:tracePt t="76243" x="5043488" y="2005013"/>
          <p14:tracePt t="76256" x="5057775" y="2019300"/>
          <p14:tracePt t="76259" x="5092700" y="2054225"/>
          <p14:tracePt t="76272" x="5135563" y="2097088"/>
          <p14:tracePt t="76275" x="5199063" y="2154238"/>
          <p14:tracePt t="76289" x="5249863" y="2182813"/>
          <p14:tracePt t="76291" x="5321300" y="2233613"/>
          <p14:tracePt t="76300" x="5364163" y="2247900"/>
          <p14:tracePt t="76307" x="5421313" y="2276475"/>
          <p14:tracePt t="76315" x="5464175" y="2289175"/>
          <p14:tracePt t="76323" x="5484813" y="2297113"/>
          <p14:tracePt t="76331" x="5499100" y="2297113"/>
          <p14:tracePt t="76339" x="5507038" y="2297113"/>
          <p14:tracePt t="76363" x="5513388" y="2297113"/>
          <p14:tracePt t="76395" x="5513388" y="2282825"/>
          <p14:tracePt t="76411" x="5513388" y="2276475"/>
          <p14:tracePt t="76419" x="5513388" y="2254250"/>
          <p14:tracePt t="76427" x="5507038" y="2247900"/>
          <p14:tracePt t="76439" x="5499100" y="2233613"/>
          <p14:tracePt t="76442" x="5484813" y="2211388"/>
          <p14:tracePt t="76456" x="5478463" y="2197100"/>
          <p14:tracePt t="76459" x="5470525" y="2182813"/>
          <p14:tracePt t="76472" x="5464175" y="2176463"/>
          <p14:tracePt t="76475" x="5456238" y="2168525"/>
          <p14:tracePt t="76489" x="5449888" y="2162175"/>
          <p14:tracePt t="76491" x="5435600" y="2154238"/>
          <p14:tracePt t="76499" x="5427663" y="2147888"/>
          <p14:tracePt t="76507" x="5413375" y="2147888"/>
          <p14:tracePt t="76515" x="5392738" y="2139950"/>
          <p14:tracePt t="76523" x="5370513" y="2125663"/>
          <p14:tracePt t="76531" x="5356225" y="2125663"/>
          <p14:tracePt t="76539" x="5327650" y="2119313"/>
          <p14:tracePt t="76547" x="5284788" y="2119313"/>
          <p14:tracePt t="76556" x="5249863" y="2111375"/>
          <p14:tracePt t="76563" x="5199063" y="2111375"/>
          <p14:tracePt t="76572" x="5156200" y="2097088"/>
          <p14:tracePt t="76579" x="5099050" y="2090738"/>
          <p14:tracePt t="76589" x="5043488" y="2082800"/>
          <p14:tracePt t="76595" x="4986338" y="2082800"/>
          <p14:tracePt t="76606" x="4935538" y="2082800"/>
          <p14:tracePt t="76611" x="4878388" y="2082800"/>
          <p14:tracePt t="76622" x="4843463" y="2082800"/>
          <p14:tracePt t="76627" x="4814888" y="2082800"/>
          <p14:tracePt t="76639" x="4786313" y="2082800"/>
          <p14:tracePt t="76643" x="4764088" y="2082800"/>
          <p14:tracePt t="76657" x="4735513" y="2082800"/>
          <p14:tracePt t="76658" x="4721225" y="2090738"/>
          <p14:tracePt t="76673" x="4706938" y="2105025"/>
          <p14:tracePt t="76675" x="4692650" y="2111375"/>
          <p14:tracePt t="76689" x="4692650" y="2125663"/>
          <p14:tracePt t="76691" x="4678363" y="2147888"/>
          <p14:tracePt t="76707" x="4678363" y="2162175"/>
          <p14:tracePt t="76715" x="4678363" y="2168525"/>
          <p14:tracePt t="76723" x="4678363" y="2190750"/>
          <p14:tracePt t="76731" x="4678363" y="2197100"/>
          <p14:tracePt t="76739" x="4678363" y="2219325"/>
          <p14:tracePt t="76756" x="4678363" y="2233613"/>
          <p14:tracePt t="76763" x="4678363" y="2254250"/>
          <p14:tracePt t="76772" x="4692650" y="2268538"/>
          <p14:tracePt t="76779" x="4706938" y="2282825"/>
          <p14:tracePt t="76789" x="4714875" y="2297113"/>
          <p14:tracePt t="76795" x="4735513" y="2317750"/>
          <p14:tracePt t="76806" x="4757738" y="2332038"/>
          <p14:tracePt t="76811" x="4772025" y="2346325"/>
          <p14:tracePt t="76822" x="4786313" y="2354263"/>
          <p14:tracePt t="76827" x="4800600" y="2360613"/>
          <p14:tracePt t="76839" x="4821238" y="2368550"/>
          <p14:tracePt t="76843" x="4835525" y="2368550"/>
          <p14:tracePt t="76856" x="4849813" y="2374900"/>
          <p14:tracePt t="76859" x="4864100" y="2382838"/>
          <p14:tracePt t="76873" x="4886325" y="2382838"/>
          <p14:tracePt t="76875" x="4900613" y="2382838"/>
          <p14:tracePt t="76889" x="4929188" y="2382838"/>
          <p14:tracePt t="76890" x="4957763" y="2382838"/>
          <p14:tracePt t="76899" x="5006975" y="2382838"/>
          <p14:tracePt t="76907" x="5035550" y="2382838"/>
          <p14:tracePt t="76915" x="5072063" y="2382838"/>
          <p14:tracePt t="76923" x="5106988" y="2382838"/>
          <p14:tracePt t="76931" x="5127625" y="2382838"/>
          <p14:tracePt t="76939" x="5149850" y="2374900"/>
          <p14:tracePt t="76947" x="5164138" y="2374900"/>
          <p14:tracePt t="76955" x="5170488" y="2368550"/>
          <p14:tracePt t="76963" x="5184775" y="2354263"/>
          <p14:tracePt t="77003" x="5184775" y="2346325"/>
          <p14:tracePt t="79619" x="5184775" y="2325688"/>
          <p14:tracePt t="79626" x="5141913" y="2311400"/>
          <p14:tracePt t="79635" x="5072063" y="2297113"/>
          <p14:tracePt t="79643" x="5014913" y="2289175"/>
          <p14:tracePt t="79656" x="4935538" y="2282825"/>
          <p14:tracePt t="79659" x="4849813" y="2247900"/>
          <p14:tracePt t="79673" x="4778375" y="2219325"/>
          <p14:tracePt t="79674" x="4686300" y="2211388"/>
          <p14:tracePt t="79689" x="4592638" y="2176463"/>
          <p14:tracePt t="79690" x="4471988" y="2154238"/>
          <p14:tracePt t="79699" x="4337050" y="2111375"/>
          <p14:tracePt t="79707" x="4179888" y="2062163"/>
          <p14:tracePt t="79715" x="4051300" y="2005013"/>
          <p14:tracePt t="79723" x="3930650" y="1954213"/>
          <p14:tracePt t="79731" x="3836988" y="1911350"/>
          <p14:tracePt t="79739" x="3759200" y="1882775"/>
          <p14:tracePt t="79747" x="3694113" y="1876425"/>
          <p14:tracePt t="79755" x="3622675" y="1854200"/>
          <p14:tracePt t="79763" x="3573463" y="1839913"/>
          <p14:tracePt t="79773" x="3516313" y="1819275"/>
          <p14:tracePt t="79779" x="3459163" y="1804988"/>
          <p14:tracePt t="79787" x="3409950" y="1790700"/>
          <p14:tracePt t="79795" x="3338513" y="1768475"/>
          <p14:tracePt t="79806" x="3281363" y="1747838"/>
          <p14:tracePt t="79811" x="3201988" y="1739900"/>
          <p14:tracePt t="79822" x="3116263" y="1733550"/>
          <p14:tracePt t="79827" x="3032125" y="1725613"/>
          <p14:tracePt t="79839" x="2946400" y="1712913"/>
          <p14:tracePt t="79843" x="2803525" y="1684338"/>
          <p14:tracePt t="79856" x="2603500" y="1662113"/>
          <p14:tracePt t="79859" x="2497138" y="1641475"/>
          <p14:tracePt t="79873" x="2360613" y="1612900"/>
          <p14:tracePt t="79874" x="2246313" y="1590675"/>
          <p14:tracePt t="79883" x="2097088" y="1562100"/>
          <p14:tracePt t="79891" x="1997075" y="1547813"/>
          <p14:tracePt t="79899" x="1897063" y="1541463"/>
          <p14:tracePt t="79907" x="1804988" y="1527175"/>
          <p14:tracePt t="79915" x="1719263" y="1512888"/>
          <p14:tracePt t="79923" x="1619250" y="1504950"/>
          <p14:tracePt t="79931" x="1533525" y="1490663"/>
          <p14:tracePt t="79939" x="1447800" y="1470025"/>
          <p14:tracePt t="79947" x="1362075" y="1462088"/>
          <p14:tracePt t="79955" x="1284288" y="1447800"/>
          <p14:tracePt t="79963" x="1227138" y="1447800"/>
          <p14:tracePt t="79973" x="1176338" y="1441450"/>
          <p14:tracePt t="79979" x="1119188" y="1433513"/>
          <p14:tracePt t="79987" x="1084263" y="1427163"/>
          <p14:tracePt t="79995" x="1033463" y="1427163"/>
          <p14:tracePt t="80006" x="1006475" y="1427163"/>
          <p14:tracePt t="80011" x="977900" y="1427163"/>
          <p14:tracePt t="80019" x="955675" y="1427163"/>
          <p14:tracePt t="80027" x="935038" y="1427163"/>
          <p14:tracePt t="80039" x="912813" y="1427163"/>
          <p14:tracePt t="80043" x="892175" y="1419225"/>
          <p14:tracePt t="80056" x="877888" y="1419225"/>
          <p14:tracePt t="80059" x="869950" y="1412875"/>
          <p14:tracePt t="80073" x="855663" y="1404938"/>
          <p14:tracePt t="80075" x="841375" y="1404938"/>
          <p14:tracePt t="80093" x="835025" y="1404938"/>
          <p14:tracePt t="80099" x="827088" y="1404938"/>
          <p14:tracePt t="80115" x="820738" y="1398588"/>
          <p14:tracePt t="80195" x="820738" y="1390650"/>
          <p14:tracePt t="80211" x="835025" y="1390650"/>
          <p14:tracePt t="80218" x="841375" y="1398588"/>
          <p14:tracePt t="80227" x="849313" y="1398588"/>
          <p14:tracePt t="80239" x="884238" y="1412875"/>
          <p14:tracePt t="80243" x="906463" y="1419225"/>
          <p14:tracePt t="80256" x="927100" y="1433513"/>
          <p14:tracePt t="80259" x="941388" y="1433513"/>
          <p14:tracePt t="80273" x="955675" y="1441450"/>
          <p14:tracePt t="80275" x="984250" y="1447800"/>
          <p14:tracePt t="80289" x="992188" y="1447800"/>
          <p14:tracePt t="80291" x="998538" y="1455738"/>
          <p14:tracePt t="80299" x="1006475" y="1455738"/>
          <p14:tracePt t="80306" x="1019175" y="1455738"/>
          <p14:tracePt t="80315" x="1027113" y="1455738"/>
          <p14:tracePt t="80323" x="1033463" y="1455738"/>
          <p14:tracePt t="80355" x="1041400" y="1462088"/>
          <p14:tracePt t="85307" x="1104900" y="1470025"/>
          <p14:tracePt t="85314" x="1212850" y="1470025"/>
          <p14:tracePt t="85323" x="1341438" y="1470025"/>
          <p14:tracePt t="85331" x="1476375" y="1470025"/>
          <p14:tracePt t="85340" x="1611313" y="1470025"/>
          <p14:tracePt t="85347" x="1733550" y="1470025"/>
          <p14:tracePt t="85356" x="1825625" y="1470025"/>
          <p14:tracePt t="85363" x="1911350" y="1470025"/>
          <p14:tracePt t="85373" x="1976438" y="1470025"/>
          <p14:tracePt t="85379" x="2060575" y="1470025"/>
          <p14:tracePt t="85389" x="2132013" y="1470025"/>
          <p14:tracePt t="85395" x="2197100" y="1470025"/>
          <p14:tracePt t="85403" x="2246313" y="1470025"/>
          <p14:tracePt t="85411" x="2297113" y="1484313"/>
          <p14:tracePt t="85423" x="2325688" y="1504950"/>
          <p14:tracePt t="85427" x="2354263" y="1519238"/>
          <p14:tracePt t="85435" x="2354263" y="1533525"/>
          <p14:tracePt t="85443" x="2360613" y="1533525"/>
          <p14:tracePt t="85635" x="2374900" y="1533525"/>
          <p14:tracePt t="85643" x="2374900" y="1527175"/>
          <p14:tracePt t="85651" x="2417763" y="1504950"/>
          <p14:tracePt t="85659" x="2489200" y="1462088"/>
          <p14:tracePt t="85673" x="2609850" y="1427163"/>
          <p14:tracePt t="85675" x="2824163" y="1370013"/>
          <p14:tracePt t="85689" x="3095625" y="1304925"/>
          <p14:tracePt t="85691" x="3416300" y="1233488"/>
          <p14:tracePt t="85699" x="3694113" y="1198563"/>
          <p14:tracePt t="85708" x="4037013" y="1147763"/>
          <p14:tracePt t="85715" x="4394200" y="1092200"/>
          <p14:tracePt t="85723" x="4729163" y="1077913"/>
          <p14:tracePt t="85731" x="5121275" y="1035050"/>
          <p14:tracePt t="85739" x="5449888" y="1035050"/>
          <p14:tracePt t="85747" x="5776913" y="1035050"/>
          <p14:tracePt t="85756" x="6084888" y="1035050"/>
          <p14:tracePt t="85763" x="6354763" y="1035050"/>
          <p14:tracePt t="85773" x="6591300" y="1035050"/>
          <p14:tracePt t="85779" x="6783388" y="1035050"/>
          <p14:tracePt t="85789" x="6869113" y="1035050"/>
          <p14:tracePt t="85795" x="6954838" y="1035050"/>
          <p14:tracePt t="85806" x="7032625" y="1035050"/>
          <p14:tracePt t="85811" x="7104063" y="1035050"/>
          <p14:tracePt t="85823" x="7161213" y="1041400"/>
          <p14:tracePt t="85827" x="7196138" y="1049338"/>
          <p14:tracePt t="85839" x="7224713" y="1063625"/>
          <p14:tracePt t="85843" x="7261225" y="1069975"/>
          <p14:tracePt t="85856" x="7281863" y="1069975"/>
          <p14:tracePt t="85859" x="7289800" y="1069975"/>
          <p14:tracePt t="85947" x="7296150" y="1084263"/>
          <p14:tracePt t="85955" x="7275513" y="1098550"/>
          <p14:tracePt t="85963" x="7218363" y="1127125"/>
          <p14:tracePt t="85973" x="7132638" y="1169988"/>
          <p14:tracePt t="85979" x="7061200" y="1198563"/>
          <p14:tracePt t="85989" x="6946900" y="1247775"/>
          <p14:tracePt t="85995" x="6869113" y="1290638"/>
          <p14:tracePt t="86006" x="6797675" y="1333500"/>
          <p14:tracePt t="86011" x="6726238" y="1355725"/>
          <p14:tracePt t="86023" x="6683375" y="1376363"/>
          <p14:tracePt t="86027" x="6640513" y="1404938"/>
          <p14:tracePt t="86039" x="6591300" y="1427163"/>
          <p14:tracePt t="86043" x="6569075" y="1447800"/>
          <p14:tracePt t="86056" x="6534150" y="1470025"/>
          <p14:tracePt t="86059" x="6519863" y="1484313"/>
          <p14:tracePt t="86072" x="6511925" y="1490663"/>
          <p14:tracePt t="86075" x="6505575" y="1504950"/>
          <p14:tracePt t="86091" x="6505575" y="1512888"/>
          <p14:tracePt t="86099" x="6505575" y="1519238"/>
          <p14:tracePt t="86107" x="6505575" y="1533525"/>
          <p14:tracePt t="86115" x="6505575" y="1541463"/>
          <p14:tracePt t="86283" x="6477000" y="1541463"/>
          <p14:tracePt t="86291" x="6469063" y="1541463"/>
          <p14:tracePt t="86299" x="6462713" y="1541463"/>
          <p14:tracePt t="86315" x="6454775" y="1541463"/>
          <p14:tracePt t="86323" x="6448425" y="1541463"/>
          <p14:tracePt t="86331" x="6440488" y="1541463"/>
          <p14:tracePt t="86347" x="6426200" y="1547813"/>
          <p14:tracePt t="86356" x="6419850" y="1555750"/>
          <p14:tracePt t="86372" x="6405563" y="1570038"/>
          <p14:tracePt t="86379" x="6397625" y="1576388"/>
          <p14:tracePt t="86389" x="6383338" y="1590675"/>
          <p14:tracePt t="86395" x="6376988" y="1604963"/>
          <p14:tracePt t="86406" x="6362700" y="1619250"/>
          <p14:tracePt t="86411" x="6354763" y="1633538"/>
          <p14:tracePt t="86423" x="6354763" y="1641475"/>
          <p14:tracePt t="86427" x="6348413" y="1662113"/>
          <p14:tracePt t="86439" x="6340475" y="1662113"/>
          <p14:tracePt t="86443" x="6334125" y="1676400"/>
          <p14:tracePt t="86456" x="6326188" y="1690688"/>
          <p14:tracePt t="86459" x="6319838" y="1690688"/>
          <p14:tracePt t="86475" x="6319838" y="1698625"/>
          <p14:tracePt t="86489" x="6319838" y="1704975"/>
          <p14:tracePt t="87195" x="6319838" y="1712913"/>
          <p14:tracePt t="87203" x="6319838" y="1719263"/>
          <p14:tracePt t="87275" x="6319838" y="1725613"/>
          <p14:tracePt t="87307" x="6319838" y="1733550"/>
          <p14:tracePt t="87339" x="6326188" y="1739900"/>
          <p14:tracePt t="87443" x="6334125" y="1739900"/>
          <p14:tracePt t="87475" x="6334125" y="1747838"/>
          <p14:tracePt t="87491" x="6340475" y="1747838"/>
          <p14:tracePt t="87515" x="6348413" y="1747838"/>
          <p14:tracePt t="87531" x="6362700" y="1747838"/>
          <p14:tracePt t="87547" x="6369050" y="1747838"/>
          <p14:tracePt t="87554" x="6391275" y="1747838"/>
          <p14:tracePt t="87563" x="6397625" y="1747838"/>
          <p14:tracePt t="87573" x="6405563" y="1747838"/>
          <p14:tracePt t="87579" x="6411913" y="1747838"/>
          <p14:tracePt t="87590" x="6419850" y="1747838"/>
          <p14:tracePt t="87595" x="6434138" y="1747838"/>
          <p14:tracePt t="87606" x="6440488" y="1747838"/>
          <p14:tracePt t="87611" x="6448425" y="1747838"/>
          <p14:tracePt t="87627" x="6454775" y="1739900"/>
          <p14:tracePt t="87639" x="6462713" y="1739900"/>
          <p14:tracePt t="87643" x="6483350" y="1725613"/>
          <p14:tracePt t="87659" x="6491288" y="1712913"/>
          <p14:tracePt t="87675" x="6491288" y="1704975"/>
          <p14:tracePt t="87689" x="6505575" y="1676400"/>
          <p14:tracePt t="87707" x="6505575" y="1662113"/>
          <p14:tracePt t="87715" x="6505575" y="1655763"/>
          <p14:tracePt t="87723" x="6505575" y="1641475"/>
          <p14:tracePt t="87731" x="6505575" y="1633538"/>
          <p14:tracePt t="87739" x="6505575" y="1627188"/>
          <p14:tracePt t="87747" x="6505575" y="1612900"/>
          <p14:tracePt t="87756" x="6505575" y="1598613"/>
          <p14:tracePt t="87763" x="6505575" y="1590675"/>
          <p14:tracePt t="87773" x="6505575" y="1570038"/>
          <p14:tracePt t="87779" x="6505575" y="1562100"/>
          <p14:tracePt t="87795" x="6505575" y="1547813"/>
          <p14:tracePt t="87806" x="6505575" y="1541463"/>
          <p14:tracePt t="87823" x="6497638" y="1527175"/>
          <p14:tracePt t="87840" x="6491288" y="1512888"/>
          <p14:tracePt t="87856" x="6483350" y="1504950"/>
          <p14:tracePt t="87859" x="6477000" y="1504950"/>
          <p14:tracePt t="87873" x="6477000" y="1498600"/>
          <p14:tracePt t="87874" x="6469063" y="1490663"/>
          <p14:tracePt t="87900" x="6448425" y="1476375"/>
          <p14:tracePt t="87908" x="6440488" y="1476375"/>
          <p14:tracePt t="87915" x="6426200" y="1476375"/>
          <p14:tracePt t="87923" x="6419850" y="1470025"/>
          <p14:tracePt t="87939" x="6411913" y="1462088"/>
          <p14:tracePt t="87947" x="6397625" y="1462088"/>
          <p14:tracePt t="87963" x="6391275" y="1462088"/>
          <p14:tracePt t="87973" x="6383338" y="1462088"/>
          <p14:tracePt t="87979" x="6376988" y="1462088"/>
          <p14:tracePt t="87995" x="6369050" y="1462088"/>
          <p14:tracePt t="88006" x="6362700" y="1462088"/>
          <p14:tracePt t="88011" x="6354763" y="1462088"/>
          <p14:tracePt t="88027" x="6340475" y="1462088"/>
          <p14:tracePt t="88040" x="6334125" y="1462088"/>
          <p14:tracePt t="88059" x="6326188" y="1462088"/>
          <p14:tracePt t="88073" x="6319838" y="1462088"/>
          <p14:tracePt t="88075" x="6305550" y="1470025"/>
          <p14:tracePt t="88099" x="6297613" y="1476375"/>
          <p14:tracePt t="88107" x="6297613" y="1484313"/>
          <p14:tracePt t="88115" x="6283325" y="1490663"/>
          <p14:tracePt t="88131" x="6276975" y="1498600"/>
          <p14:tracePt t="88139" x="6269038" y="1504950"/>
          <p14:tracePt t="88147" x="6262688" y="1512888"/>
          <p14:tracePt t="88155" x="6262688" y="1519238"/>
          <p14:tracePt t="88163" x="6262688" y="1527175"/>
          <p14:tracePt t="88173" x="6262688" y="1533525"/>
          <p14:tracePt t="88179" x="6254750" y="1541463"/>
          <p14:tracePt t="88194" x="6254750" y="1547813"/>
          <p14:tracePt t="88211" x="6254750" y="1562100"/>
          <p14:tracePt t="88227" x="6254750" y="1570038"/>
          <p14:tracePt t="88239" x="6248400" y="1584325"/>
          <p14:tracePt t="88243" x="6240463" y="1590675"/>
          <p14:tracePt t="88259" x="6240463" y="1598613"/>
          <p14:tracePt t="88273" x="6240463" y="1604963"/>
          <p14:tracePt t="88289" x="6240463" y="1612900"/>
          <p14:tracePt t="88291" x="6240463" y="1619250"/>
          <p14:tracePt t="88299" x="6240463" y="1627188"/>
          <p14:tracePt t="88323" x="6240463" y="1633538"/>
          <p14:tracePt t="88331" x="6240463" y="1641475"/>
          <p14:tracePt t="88340" x="6240463" y="1647825"/>
          <p14:tracePt t="88363" x="6240463" y="1655763"/>
          <p14:tracePt t="88373" x="6240463" y="1662113"/>
          <p14:tracePt t="88379" x="6240463" y="1670050"/>
          <p14:tracePt t="88395" x="6240463" y="1676400"/>
          <p14:tracePt t="88406" x="6240463" y="1684338"/>
          <p14:tracePt t="88411" x="6240463" y="1690688"/>
          <p14:tracePt t="88423" x="6240463" y="1698625"/>
          <p14:tracePt t="88439" x="6248400" y="1719263"/>
          <p14:tracePt t="88456" x="6254750" y="1725613"/>
          <p14:tracePt t="88459" x="6254750" y="1733550"/>
          <p14:tracePt t="88473" x="6262688" y="1747838"/>
          <p14:tracePt t="88475" x="6269038" y="1747838"/>
          <p14:tracePt t="88489" x="6269038" y="1762125"/>
          <p14:tracePt t="88499" x="6276975" y="1768475"/>
          <p14:tracePt t="88515" x="6291263" y="1776413"/>
          <p14:tracePt t="88531" x="6291263" y="1782763"/>
          <p14:tracePt t="88555" x="6291263" y="1790700"/>
          <p14:tracePt t="88587" x="6297613" y="1790700"/>
          <p14:tracePt t="88603" x="6305550" y="1804988"/>
          <p14:tracePt t="88635" x="6311900" y="1804988"/>
          <p14:tracePt t="88755" x="6326188" y="1811338"/>
          <p14:tracePt t="88803" x="6334125" y="1811338"/>
          <p14:tracePt t="88810" x="6334125" y="1819275"/>
          <p14:tracePt t="88819" x="6340475" y="1825625"/>
          <p14:tracePt t="88843" x="6354763" y="1825625"/>
          <p14:tracePt t="88891" x="6369050" y="1833563"/>
          <p14:tracePt t="88899" x="6376988" y="1833563"/>
          <p14:tracePt t="88907" x="6383338" y="1833563"/>
          <p14:tracePt t="88915" x="6383338" y="1839913"/>
          <p14:tracePt t="88923" x="6391275" y="1847850"/>
          <p14:tracePt t="88940" x="6397625" y="1847850"/>
          <p14:tracePt t="88963" x="6411913" y="1854200"/>
          <p14:tracePt t="88995" x="6419850" y="1854200"/>
          <p14:tracePt t="89043" x="6434138" y="1854200"/>
          <p14:tracePt t="89115" x="6440488" y="1854200"/>
          <p14:tracePt t="89147" x="6448425" y="1868488"/>
          <p14:tracePt t="89163" x="6454775" y="1868488"/>
          <p14:tracePt t="89219" x="6462713" y="1876425"/>
          <p14:tracePt t="89259" x="6469063" y="1890713"/>
          <p14:tracePt t="89267" x="6477000" y="1890713"/>
          <p14:tracePt t="89275" x="6477000" y="1897063"/>
          <p14:tracePt t="89289" x="6483350" y="1897063"/>
          <p14:tracePt t="89291" x="6483350" y="1905000"/>
          <p14:tracePt t="89307" x="6491288" y="1911350"/>
          <p14:tracePt t="89323" x="6491288" y="1919288"/>
          <p14:tracePt t="89340" x="6497638" y="1925638"/>
          <p14:tracePt t="89347" x="6505575" y="1925638"/>
          <p14:tracePt t="89371" x="6505575" y="1933575"/>
          <p14:tracePt t="89395" x="6511925" y="1939925"/>
          <p14:tracePt t="89411" x="6519863" y="1939925"/>
          <p14:tracePt t="89443" x="6534150" y="1939925"/>
          <p14:tracePt t="92355" x="6540500" y="1939925"/>
          <p14:tracePt t="92363" x="6548438" y="1939925"/>
          <p14:tracePt t="92370" x="6562725" y="1939925"/>
          <p14:tracePt t="92379" x="6569075" y="1939925"/>
          <p14:tracePt t="92390" x="6583363" y="1939925"/>
          <p14:tracePt t="92395" x="6597650" y="1939925"/>
          <p14:tracePt t="92406" x="6618288" y="1954213"/>
          <p14:tracePt t="92411" x="6626225" y="1962150"/>
          <p14:tracePt t="92424" x="6626225" y="1982788"/>
          <p14:tracePt t="92426" x="6626225" y="1990725"/>
          <p14:tracePt t="92699" x="6632575" y="1982788"/>
          <p14:tracePt t="92715" x="6640513" y="1976438"/>
          <p14:tracePt t="92723" x="6640513" y="1968500"/>
          <p14:tracePt t="92732" x="6646863" y="1962150"/>
          <p14:tracePt t="92779" x="6654800" y="1954213"/>
          <p14:tracePt t="92811" x="6669088" y="1939925"/>
          <p14:tracePt t="92891" x="6675438" y="1933575"/>
          <p14:tracePt t="92907" x="6683375" y="1919288"/>
          <p14:tracePt t="92939" x="6689725" y="1911350"/>
          <p14:tracePt t="92946" x="6689725" y="1905000"/>
          <p14:tracePt t="92971" x="6689725" y="1890713"/>
          <p14:tracePt t="92987" x="6704013" y="1882775"/>
          <p14:tracePt t="92995" x="6704013" y="1876425"/>
          <p14:tracePt t="93019" x="6704013" y="1868488"/>
          <p14:tracePt t="93027" x="6704013" y="1862138"/>
          <p14:tracePt t="93043" x="6704013" y="1854200"/>
          <p14:tracePt t="93059" x="6704013" y="1847850"/>
          <p14:tracePt t="93066" x="6704013" y="1839913"/>
          <p14:tracePt t="93075" x="6704013" y="1833563"/>
          <p14:tracePt t="93083" x="6711950" y="1825625"/>
          <p14:tracePt t="93091" x="6711950" y="1819275"/>
          <p14:tracePt t="93099" x="6711950" y="1811338"/>
          <p14:tracePt t="93115" x="6711950" y="1804988"/>
          <p14:tracePt t="93131" x="6711950" y="1797050"/>
          <p14:tracePt t="93147" x="6711950" y="1782763"/>
          <p14:tracePt t="93156" x="6711950" y="1776413"/>
          <p14:tracePt t="93163" x="6711950" y="1768475"/>
          <p14:tracePt t="93176" x="6711950" y="1762125"/>
          <p14:tracePt t="93179" x="6711950" y="1754188"/>
          <p14:tracePt t="93190" x="6711950" y="1747838"/>
          <p14:tracePt t="93195" x="6718300" y="1733550"/>
          <p14:tracePt t="93210" x="6726238" y="1733550"/>
          <p14:tracePt t="93223" x="6726238" y="1725613"/>
          <p14:tracePt t="93240" x="6726238" y="1719263"/>
          <p14:tracePt t="93259" x="6726238" y="1712913"/>
          <p14:tracePt t="93273" x="6726238" y="1704975"/>
          <p14:tracePt t="93274" x="6732588" y="1704975"/>
          <p14:tracePt t="93282" x="6732588" y="1698625"/>
          <p14:tracePt t="93291" x="6732588" y="1690688"/>
          <p14:tracePt t="93300" x="6746875" y="1676400"/>
          <p14:tracePt t="93315" x="6754813" y="1655763"/>
          <p14:tracePt t="93331" x="6754813" y="1647825"/>
          <p14:tracePt t="93339" x="6754813" y="1633538"/>
          <p14:tracePt t="93347" x="6754813" y="1627188"/>
          <p14:tracePt t="93356" x="6754813" y="1612900"/>
          <p14:tracePt t="93363" x="6769100" y="1604963"/>
          <p14:tracePt t="93379" x="6769100" y="1590675"/>
          <p14:tracePt t="93390" x="6769100" y="1584325"/>
          <p14:tracePt t="93406" x="6769100" y="1570038"/>
          <p14:tracePt t="93411" x="6769100" y="1562100"/>
          <p14:tracePt t="93427" x="6769100" y="1547813"/>
          <p14:tracePt t="94179" x="6769100" y="1541463"/>
          <p14:tracePt t="94203" x="6769100" y="1533525"/>
          <p14:tracePt t="94219" x="6769100" y="1527175"/>
          <p14:tracePt t="94243" x="6769100" y="1519238"/>
          <p14:tracePt t="94251" x="6775450" y="1519238"/>
          <p14:tracePt t="94267" x="6775450" y="1512888"/>
          <p14:tracePt t="94275" x="6775450" y="1504950"/>
          <p14:tracePt t="94323" x="6775450" y="1498600"/>
          <p14:tracePt t="94691" x="6783388" y="1498600"/>
          <p14:tracePt t="94699" x="6783388" y="1490663"/>
          <p14:tracePt t="94723" x="6789738" y="1490663"/>
          <p14:tracePt t="94731" x="6797675" y="1484313"/>
          <p14:tracePt t="94747" x="6804025" y="1476375"/>
          <p14:tracePt t="94803" x="6804025" y="1470025"/>
          <p14:tracePt t="94835" x="6811963" y="1470025"/>
          <p14:tracePt t="94842" x="6818313" y="1462088"/>
          <p14:tracePt t="94899" x="6818313" y="1455738"/>
          <p14:tracePt t="94947" x="6826250" y="1447800"/>
          <p14:tracePt t="94987" x="6826250" y="1441450"/>
          <p14:tracePt t="95011" x="6832600" y="1441450"/>
          <p14:tracePt t="95027" x="6832600" y="1433513"/>
          <p14:tracePt t="95034" x="6840538" y="1433513"/>
          <p14:tracePt t="95043" x="6846888" y="1427163"/>
          <p14:tracePt t="95056" x="6854825" y="1427163"/>
          <p14:tracePt t="95073" x="6861175" y="1427163"/>
          <p14:tracePt t="95075" x="6869113" y="1427163"/>
          <p14:tracePt t="95091" x="6875463" y="1427163"/>
          <p14:tracePt t="95115" x="6883400" y="1419225"/>
          <p14:tracePt t="95147" x="6889750" y="1419225"/>
          <p14:tracePt t="95155" x="6897688" y="1419225"/>
          <p14:tracePt t="95179" x="6904038" y="1419225"/>
          <p14:tracePt t="95187" x="6911975" y="1419225"/>
          <p14:tracePt t="95219" x="6918325" y="1419225"/>
          <p14:tracePt t="95226" x="6926263" y="1419225"/>
          <p14:tracePt t="95243" x="6932613" y="1419225"/>
          <p14:tracePt t="95283" x="6940550" y="1419225"/>
          <p14:tracePt t="95299" x="6946900" y="1419225"/>
          <p14:tracePt t="95307" x="6954838" y="1419225"/>
          <p14:tracePt t="95331" x="6961188" y="1419225"/>
          <p14:tracePt t="95363" x="6975475" y="1419225"/>
          <p14:tracePt t="95379" x="6983413" y="1412875"/>
          <p14:tracePt t="96691" x="6961188" y="1404938"/>
          <p14:tracePt t="96699" x="6918325" y="1390650"/>
          <p14:tracePt t="96707" x="6869113" y="1384300"/>
          <p14:tracePt t="96714" x="6818313" y="1376363"/>
          <p14:tracePt t="96723" x="6775450" y="1355725"/>
          <p14:tracePt t="96731" x="6740525" y="1355725"/>
          <p14:tracePt t="96740" x="6718300" y="1355725"/>
          <p14:tracePt t="96747" x="6697663" y="1355725"/>
          <p14:tracePt t="96757" x="6689725" y="1347788"/>
          <p14:tracePt t="96763" x="6669088" y="1347788"/>
          <p14:tracePt t="96779" x="6661150" y="1347788"/>
          <p14:tracePt t="96787" x="6646863" y="1347788"/>
          <p14:tracePt t="96807" x="6640513" y="1347788"/>
          <p14:tracePt t="96811" x="6618288" y="1347788"/>
          <p14:tracePt t="96819" x="6611938" y="1347788"/>
          <p14:tracePt t="96827" x="6591300" y="1341438"/>
          <p14:tracePt t="96840" x="6577013" y="1341438"/>
          <p14:tracePt t="96843" x="6548438" y="1333500"/>
          <p14:tracePt t="96851" x="6534150" y="1333500"/>
          <p14:tracePt t="96859" x="6511925" y="1333500"/>
          <p14:tracePt t="96874" x="6491288" y="1327150"/>
          <p14:tracePt t="96875" x="6469063" y="1327150"/>
          <p14:tracePt t="96890" x="6448425" y="1319213"/>
          <p14:tracePt t="96891" x="6434138" y="1319213"/>
          <p14:tracePt t="96908" x="6419850" y="1319213"/>
          <p14:tracePt t="96915" x="6405563" y="1312863"/>
          <p14:tracePt t="96939" x="6397625" y="1312863"/>
          <p14:tracePt t="96955" x="6391275" y="1312863"/>
          <p14:tracePt t="96979" x="6383338" y="1312863"/>
          <p14:tracePt t="97019" x="6376988" y="1304925"/>
          <p14:tracePt t="97283" x="6369050" y="1304925"/>
          <p14:tracePt t="97299" x="6362700" y="1304925"/>
          <p14:tracePt t="97315" x="6348413" y="1304925"/>
          <p14:tracePt t="97331" x="6340475" y="1304925"/>
          <p14:tracePt t="97339" x="6326188" y="1304925"/>
          <p14:tracePt t="97363" x="6319838" y="1304925"/>
          <p14:tracePt t="97379" x="6305550" y="1298575"/>
          <p14:tracePt t="97395" x="6297613" y="1298575"/>
          <p14:tracePt t="97411" x="6283325" y="1290638"/>
          <p14:tracePt t="97435" x="6276975" y="1290638"/>
          <p14:tracePt t="97507" x="6262688" y="1284288"/>
          <p14:tracePt t="97651" x="6254750" y="1284288"/>
          <p14:tracePt t="97667" x="6248400" y="1284288"/>
          <p14:tracePt t="97699" x="6240463" y="1284288"/>
          <p14:tracePt t="99491" x="6234113" y="1284288"/>
          <p14:tracePt t="99523" x="6226175" y="1284288"/>
          <p14:tracePt t="99555" x="6219825" y="1284288"/>
          <p14:tracePt t="99667" x="6211888" y="1284288"/>
          <p14:tracePt t="99691" x="6205538" y="1284288"/>
          <p14:tracePt t="99699" x="6197600" y="1284288"/>
          <p14:tracePt t="99803" x="6197600" y="1276350"/>
          <p14:tracePt t="99899" x="6197600" y="1270000"/>
          <p14:tracePt t="104811" x="6191250" y="1262063"/>
          <p14:tracePt t="104851" x="6197600" y="1276350"/>
          <p14:tracePt t="104867" x="6197600" y="1284288"/>
          <p14:tracePt t="104875" x="6205538" y="1298575"/>
          <p14:tracePt t="104889" x="6205538" y="1304925"/>
          <p14:tracePt t="104897" x="6211888" y="1333500"/>
          <p14:tracePt t="104899" x="6219825" y="1347788"/>
          <p14:tracePt t="104907" x="6219825" y="1362075"/>
          <p14:tracePt t="104915" x="6226175" y="1390650"/>
          <p14:tracePt t="104924" x="6226175" y="1404938"/>
          <p14:tracePt t="104931" x="6226175" y="1427163"/>
          <p14:tracePt t="104939" x="6226175" y="1441450"/>
          <p14:tracePt t="104947" x="6226175" y="1455738"/>
          <p14:tracePt t="104957" x="6226175" y="1476375"/>
          <p14:tracePt t="104963" x="6226175" y="1490663"/>
          <p14:tracePt t="104973" x="6226175" y="1512888"/>
          <p14:tracePt t="104979" x="6226175" y="1527175"/>
          <p14:tracePt t="104990" x="6226175" y="1541463"/>
          <p14:tracePt t="104995" x="6226175" y="1562100"/>
          <p14:tracePt t="105007" x="6226175" y="1570038"/>
          <p14:tracePt t="105011" x="6226175" y="1584325"/>
          <p14:tracePt t="105023" x="6226175" y="1598613"/>
          <p14:tracePt t="105027" x="6226175" y="1604963"/>
          <p14:tracePt t="105040" x="6226175" y="1612900"/>
          <p14:tracePt t="105042" x="6226175" y="1627188"/>
          <p14:tracePt t="105057" x="6226175" y="1641475"/>
          <p14:tracePt t="105073" x="6226175" y="1655763"/>
          <p14:tracePt t="105075" x="6226175" y="1662113"/>
          <p14:tracePt t="105090" x="6226175" y="1676400"/>
          <p14:tracePt t="105099" x="6219825" y="1698625"/>
          <p14:tracePt t="105107" x="6219825" y="1704975"/>
          <p14:tracePt t="105115" x="6219825" y="1725613"/>
          <p14:tracePt t="105123" x="6219825" y="1733550"/>
          <p14:tracePt t="105131" x="6219825" y="1747838"/>
          <p14:tracePt t="105140" x="6211888" y="1754188"/>
          <p14:tracePt t="105147" x="6211888" y="1776413"/>
          <p14:tracePt t="105157" x="6211888" y="1790700"/>
          <p14:tracePt t="105163" x="6205538" y="1804988"/>
          <p14:tracePt t="105173" x="6205538" y="1811338"/>
          <p14:tracePt t="105179" x="6197600" y="1839913"/>
          <p14:tracePt t="105190" x="6197600" y="1854200"/>
          <p14:tracePt t="105195" x="6197600" y="1882775"/>
          <p14:tracePt t="105207" x="6191250" y="1905000"/>
          <p14:tracePt t="105211" x="6183313" y="1939925"/>
          <p14:tracePt t="105223" x="6183313" y="1954213"/>
          <p14:tracePt t="105227" x="6183313" y="1976438"/>
          <p14:tracePt t="105240" x="6176963" y="1997075"/>
          <p14:tracePt t="105243" x="6176963" y="2005013"/>
          <p14:tracePt t="105257" x="6176963" y="2025650"/>
          <p14:tracePt t="105259" x="6169025" y="2054225"/>
          <p14:tracePt t="105273" x="6169025" y="2076450"/>
          <p14:tracePt t="105275" x="6169025" y="2105025"/>
          <p14:tracePt t="105290" x="6169025" y="2139950"/>
          <p14:tracePt t="105290" x="6169025" y="2176463"/>
          <p14:tracePt t="105299" x="6169025" y="2225675"/>
          <p14:tracePt t="105307" x="6169025" y="2262188"/>
          <p14:tracePt t="105315" x="6169025" y="2289175"/>
          <p14:tracePt t="105323" x="6169025" y="2317750"/>
          <p14:tracePt t="105331" x="6169025" y="2339975"/>
          <p14:tracePt t="105340" x="6169025" y="2354263"/>
          <p14:tracePt t="105347" x="6169025" y="2360613"/>
          <p14:tracePt t="105357" x="6176963" y="2368550"/>
          <p14:tracePt t="105363" x="6191250" y="2389188"/>
          <p14:tracePt t="105373" x="6211888" y="2411413"/>
          <p14:tracePt t="105379" x="6211888" y="2425700"/>
          <p14:tracePt t="106027" x="6205538" y="2417763"/>
          <p14:tracePt t="106411" x="6197600" y="2417763"/>
          <p14:tracePt t="106419" x="6183313" y="2417763"/>
          <p14:tracePt t="106427" x="6169025" y="2417763"/>
          <p14:tracePt t="106440" x="6154738" y="2417763"/>
          <p14:tracePt t="106457" x="6148388" y="2417763"/>
          <p14:tracePt t="106459" x="6140450" y="2417763"/>
          <p14:tracePt t="106474" x="6126163" y="2417763"/>
          <p14:tracePt t="106474" x="6119813" y="2417763"/>
          <p14:tracePt t="106490" x="6111875" y="2417763"/>
          <p14:tracePt t="106491" x="6105525" y="2417763"/>
          <p14:tracePt t="106499" x="6097588" y="2417763"/>
          <p14:tracePt t="106507" x="6091238" y="2417763"/>
          <p14:tracePt t="106515" x="6084888" y="2417763"/>
          <p14:tracePt t="106531" x="6076950" y="2417763"/>
          <p14:tracePt t="106539" x="6070600" y="2417763"/>
          <p14:tracePt t="106557" x="6062663" y="2417763"/>
          <p14:tracePt t="106590" x="6056313" y="2417763"/>
          <p14:tracePt t="106595" x="6048375" y="2417763"/>
          <p14:tracePt t="106611" x="6042025" y="2417763"/>
          <p14:tracePt t="106623" x="6034088" y="2432050"/>
          <p14:tracePt t="106643" x="6027738" y="2432050"/>
          <p14:tracePt t="106657" x="6013450" y="2432050"/>
          <p14:tracePt t="106659" x="6013450" y="2439988"/>
          <p14:tracePt t="106673" x="5999163" y="2446338"/>
          <p14:tracePt t="106675" x="5991225" y="2454275"/>
          <p14:tracePt t="106683" x="5984875" y="2468563"/>
          <p14:tracePt t="106690" x="5970588" y="2489200"/>
          <p14:tracePt t="106699" x="5970588" y="2497138"/>
          <p14:tracePt t="106707" x="5962650" y="2503488"/>
          <p14:tracePt t="106715" x="5956300" y="2532063"/>
          <p14:tracePt t="106723" x="5956300" y="2540000"/>
          <p14:tracePt t="106731" x="5948363" y="2546350"/>
          <p14:tracePt t="106740" x="5948363" y="2560638"/>
          <p14:tracePt t="106747" x="5942013" y="2574925"/>
          <p14:tracePt t="106757" x="5942013" y="2589213"/>
          <p14:tracePt t="106763" x="5942013" y="2603500"/>
          <p14:tracePt t="106775" x="5942013" y="2611438"/>
          <p14:tracePt t="106779" x="5942013" y="2632075"/>
          <p14:tracePt t="106790" x="5942013" y="2646363"/>
          <p14:tracePt t="106795" x="5942013" y="2668588"/>
          <p14:tracePt t="106807" x="5942013" y="2689225"/>
          <p14:tracePt t="106811" x="5942013" y="2711450"/>
          <p14:tracePt t="106823" x="5948363" y="2725738"/>
          <p14:tracePt t="106827" x="5948363" y="2740025"/>
          <p14:tracePt t="106840" x="5948363" y="2760663"/>
          <p14:tracePt t="106843" x="5956300" y="2774950"/>
          <p14:tracePt t="106857" x="5970588" y="2797175"/>
          <p14:tracePt t="106859" x="5970588" y="2817813"/>
          <p14:tracePt t="106873" x="5970588" y="2832100"/>
          <p14:tracePt t="106875" x="5976938" y="2854325"/>
          <p14:tracePt t="106882" x="5984875" y="2874963"/>
          <p14:tracePt t="106894" x="5999163" y="2895600"/>
          <p14:tracePt t="106899" x="5999163" y="2909888"/>
          <p14:tracePt t="106924" x="6005513" y="2924175"/>
          <p14:tracePt t="106931" x="6013450" y="2932113"/>
          <p14:tracePt t="106947" x="6013450" y="2946400"/>
          <p14:tracePt t="106957" x="6019800" y="2952750"/>
          <p14:tracePt t="106963" x="6027738" y="2960688"/>
          <p14:tracePt t="106973" x="6034088" y="2967038"/>
          <p14:tracePt t="106979" x="6034088" y="2974975"/>
          <p14:tracePt t="106987" x="6042025" y="2974975"/>
          <p14:tracePt t="106995" x="6042025" y="2981325"/>
          <p14:tracePt t="107007" x="6056313" y="2989263"/>
          <p14:tracePt t="107010" x="6062663" y="2995613"/>
          <p14:tracePt t="107019" x="6070600" y="2995613"/>
          <p14:tracePt t="107027" x="6070600" y="3003550"/>
          <p14:tracePt t="107041" x="6091238" y="3009900"/>
          <p14:tracePt t="107043" x="6097588" y="3017838"/>
          <p14:tracePt t="107051" x="6105525" y="3024188"/>
          <p14:tracePt t="107074" x="6119813" y="3024188"/>
          <p14:tracePt t="107075" x="6126163" y="3024188"/>
          <p14:tracePt t="107090" x="6134100" y="3038475"/>
          <p14:tracePt t="107091" x="6140450" y="3038475"/>
          <p14:tracePt t="107099" x="6148388" y="3038475"/>
          <p14:tracePt t="107107" x="6154738" y="3038475"/>
          <p14:tracePt t="107124" x="6169025" y="3038475"/>
          <p14:tracePt t="107131" x="6176963" y="3038475"/>
          <p14:tracePt t="107140" x="6183313" y="3038475"/>
          <p14:tracePt t="107147" x="6197600" y="3038475"/>
          <p14:tracePt t="107163" x="6205538" y="3038475"/>
          <p14:tracePt t="107179" x="6211888" y="3038475"/>
          <p14:tracePt t="107195" x="6219825" y="3038475"/>
          <p14:tracePt t="107207" x="6226175" y="3038475"/>
          <p14:tracePt t="107227" x="6234113" y="3038475"/>
          <p14:tracePt t="107395" x="6234113" y="3024188"/>
          <p14:tracePt t="107539" x="6234113" y="3017838"/>
          <p14:tracePt t="107571" x="6240463" y="3017838"/>
          <p14:tracePt t="107715" x="6240463" y="3003550"/>
          <p14:tracePt t="110411" x="6254750" y="3003550"/>
          <p14:tracePt t="110423" x="6276975" y="3003550"/>
          <p14:tracePt t="110430" x="6291263" y="3003550"/>
          <p14:tracePt t="110440" x="6326188" y="3009900"/>
          <p14:tracePt t="110443" x="6348413" y="3024188"/>
          <p14:tracePt t="110457" x="6383338" y="3032125"/>
          <p14:tracePt t="110459" x="6405563" y="3032125"/>
          <p14:tracePt t="110474" x="6419850" y="3038475"/>
          <p14:tracePt t="110475" x="6440488" y="3038475"/>
          <p14:tracePt t="110490" x="6462713" y="3038475"/>
          <p14:tracePt t="110491" x="6491288" y="3052763"/>
          <p14:tracePt t="110499" x="6511925" y="3052763"/>
          <p14:tracePt t="110507" x="6526213" y="3052763"/>
          <p14:tracePt t="110515" x="6540500" y="3052763"/>
          <p14:tracePt t="110524" x="6569075" y="3052763"/>
          <p14:tracePt t="110531" x="6591300" y="3052763"/>
          <p14:tracePt t="110539" x="6604000" y="3052763"/>
          <p14:tracePt t="110547" x="6626225" y="3052763"/>
          <p14:tracePt t="110557" x="6654800" y="3052763"/>
          <p14:tracePt t="110563" x="6689725" y="3060700"/>
          <p14:tracePt t="110570" x="6711950" y="3060700"/>
          <p14:tracePt t="110579" x="6740525" y="3067050"/>
          <p14:tracePt t="110590" x="6775450" y="3089275"/>
          <p14:tracePt t="110595" x="6797675" y="3089275"/>
          <p14:tracePt t="110607" x="6811963" y="3089275"/>
          <p14:tracePt t="110611" x="6826250" y="3095625"/>
          <p14:tracePt t="110624" x="6846888" y="3095625"/>
          <p14:tracePt t="110627" x="6861175" y="3103563"/>
          <p14:tracePt t="110640" x="6875463" y="3103563"/>
          <p14:tracePt t="110643" x="6897688" y="3103563"/>
          <p14:tracePt t="110657" x="6911975" y="3103563"/>
          <p14:tracePt t="110659" x="6940550" y="3109913"/>
          <p14:tracePt t="110674" x="6961188" y="3109913"/>
          <p14:tracePt t="110674" x="6983413" y="3117850"/>
          <p14:tracePt t="110690" x="7011988" y="3117850"/>
          <p14:tracePt t="110691" x="7040563" y="3124200"/>
          <p14:tracePt t="110699" x="7083425" y="3132138"/>
          <p14:tracePt t="110707" x="7104063" y="3132138"/>
          <p14:tracePt t="110715" x="7124700" y="3132138"/>
          <p14:tracePt t="110724" x="7146925" y="3146425"/>
          <p14:tracePt t="110731" x="7167563" y="3146425"/>
          <p14:tracePt t="110740" x="7189788" y="3146425"/>
          <p14:tracePt t="110747" x="7210425" y="3146425"/>
          <p14:tracePt t="110763" x="7224713" y="3146425"/>
          <p14:tracePt t="110774" x="7239000" y="3138488"/>
          <p14:tracePt t="110790" x="7246938" y="3132138"/>
          <p14:tracePt t="110795" x="7246938" y="3117850"/>
          <p14:tracePt t="110807" x="7246938" y="3095625"/>
          <p14:tracePt t="110811" x="7253288" y="3081338"/>
          <p14:tracePt t="110824" x="7253288" y="3060700"/>
          <p14:tracePt t="110827" x="7253288" y="3038475"/>
          <p14:tracePt t="110840" x="7253288" y="3017838"/>
          <p14:tracePt t="110843" x="7253288" y="2995613"/>
          <p14:tracePt t="110859" x="7253288" y="2974975"/>
          <p14:tracePt t="110879" x="7232650" y="2938463"/>
          <p14:tracePt t="110891" x="7204075" y="2909888"/>
          <p14:tracePt t="110899" x="7204075" y="2903538"/>
          <p14:tracePt t="110907" x="7189788" y="2889250"/>
          <p14:tracePt t="110915" x="7175500" y="2881313"/>
          <p14:tracePt t="110924" x="7161213" y="2874963"/>
          <p14:tracePt t="110931" x="7153275" y="2867025"/>
          <p14:tracePt t="110941" x="7138988" y="2860675"/>
          <p14:tracePt t="110957" x="7132638" y="2854325"/>
          <p14:tracePt t="110963" x="7118350" y="2846388"/>
          <p14:tracePt t="110971" x="7104063" y="2832100"/>
          <p14:tracePt t="110979" x="7089775" y="2832100"/>
          <p14:tracePt t="110991" x="7089775" y="2825750"/>
          <p14:tracePt t="110995" x="7061200" y="2825750"/>
          <p14:tracePt t="111003" x="7046913" y="2817813"/>
          <p14:tracePt t="111011" x="7018338" y="2811463"/>
          <p14:tracePt t="111024" x="7004050" y="2803525"/>
          <p14:tracePt t="111027" x="6969125" y="2797175"/>
          <p14:tracePt t="111035" x="6946900" y="2789238"/>
          <p14:tracePt t="111043" x="6926263" y="2782888"/>
          <p14:tracePt t="111057" x="6897688" y="2774950"/>
          <p14:tracePt t="111058" x="6883400" y="2768600"/>
          <p14:tracePt t="111074" x="6854825" y="2768600"/>
          <p14:tracePt t="111074" x="6832600" y="2760663"/>
          <p14:tracePt t="111083" x="6804025" y="2754313"/>
          <p14:tracePt t="111090" x="6783388" y="2746375"/>
          <p14:tracePt t="111099" x="6754813" y="2746375"/>
          <p14:tracePt t="111107" x="6726238" y="2740025"/>
          <p14:tracePt t="111115" x="6704013" y="2740025"/>
          <p14:tracePt t="111124" x="6683375" y="2732088"/>
          <p14:tracePt t="111131" x="6654800" y="2732088"/>
          <p14:tracePt t="111139" x="6640513" y="2732088"/>
          <p14:tracePt t="111147" x="6611938" y="2732088"/>
          <p14:tracePt t="111157" x="6591300" y="2732088"/>
          <p14:tracePt t="111163" x="6577013" y="2732088"/>
          <p14:tracePt t="111171" x="6554788" y="2732088"/>
          <p14:tracePt t="111179" x="6526213" y="2732088"/>
          <p14:tracePt t="111191" x="6505575" y="2732088"/>
          <p14:tracePt t="111195" x="6491288" y="2732088"/>
          <p14:tracePt t="111203" x="6469063" y="2732088"/>
          <p14:tracePt t="111211" x="6440488" y="2732088"/>
          <p14:tracePt t="111224" x="6419850" y="2732088"/>
          <p14:tracePt t="111227" x="6391275" y="2732088"/>
          <p14:tracePt t="111241" x="6369050" y="2732088"/>
          <p14:tracePt t="111242" x="6334125" y="2740025"/>
          <p14:tracePt t="111257" x="6311900" y="2754313"/>
          <p14:tracePt t="111259" x="6297613" y="2760663"/>
          <p14:tracePt t="111274" x="6276975" y="2760663"/>
          <p14:tracePt t="111275" x="6248400" y="2774950"/>
          <p14:tracePt t="111290" x="6226175" y="2789238"/>
          <p14:tracePt t="111299" x="6219825" y="2789238"/>
          <p14:tracePt t="111307" x="6211888" y="2803525"/>
          <p14:tracePt t="111315" x="6197600" y="2811463"/>
          <p14:tracePt t="111323" x="6197600" y="2825750"/>
          <p14:tracePt t="111331" x="6191250" y="2832100"/>
          <p14:tracePt t="111340" x="6183313" y="2840038"/>
          <p14:tracePt t="111347" x="6169025" y="2854325"/>
          <p14:tracePt t="111357" x="6169025" y="2860675"/>
          <p14:tracePt t="111363" x="6169025" y="2867025"/>
          <p14:tracePt t="111377" x="6169025" y="2874963"/>
          <p14:tracePt t="111379" x="6162675" y="2895600"/>
          <p14:tracePt t="111390" x="6162675" y="2903538"/>
          <p14:tracePt t="111395" x="6162675" y="2924175"/>
          <p14:tracePt t="111411" x="6162675" y="2946400"/>
          <p14:tracePt t="111424" x="6162675" y="2960688"/>
          <p14:tracePt t="111427" x="6162675" y="2974975"/>
          <p14:tracePt t="111445" x="6162675" y="3009900"/>
          <p14:tracePt t="111457" x="6169025" y="3024188"/>
          <p14:tracePt t="111459" x="6176963" y="3032125"/>
          <p14:tracePt t="111474" x="6183313" y="3052763"/>
          <p14:tracePt t="111490" x="6191250" y="3074988"/>
          <p14:tracePt t="111491" x="6197600" y="3081338"/>
          <p14:tracePt t="111499" x="6197600" y="3095625"/>
          <p14:tracePt t="111507" x="6211888" y="3109913"/>
          <p14:tracePt t="111515" x="6219825" y="3124200"/>
          <p14:tracePt t="111524" x="6226175" y="3132138"/>
          <p14:tracePt t="111531" x="6234113" y="3138488"/>
          <p14:tracePt t="111540" x="6248400" y="3152775"/>
          <p14:tracePt t="111547" x="6262688" y="3160713"/>
          <p14:tracePt t="111557" x="6269038" y="3167063"/>
          <p14:tracePt t="111563" x="6291263" y="3175000"/>
          <p14:tracePt t="111574" x="6311900" y="3195638"/>
          <p14:tracePt t="111579" x="6326188" y="3195638"/>
          <p14:tracePt t="111590" x="6340475" y="3209925"/>
          <p14:tracePt t="111595" x="6362700" y="3209925"/>
          <p14:tracePt t="111611" x="6419850" y="3217863"/>
          <p14:tracePt t="111624" x="6448425" y="3238500"/>
          <p14:tracePt t="111627" x="6483350" y="3246438"/>
          <p14:tracePt t="111640" x="6526213" y="3252788"/>
          <p14:tracePt t="111643" x="6554788" y="3267075"/>
          <p14:tracePt t="111657" x="6604000" y="3275013"/>
          <p14:tracePt t="111658" x="6646863" y="3275013"/>
          <p14:tracePt t="111674" x="6683375" y="3275013"/>
          <p14:tracePt t="111675" x="6726238" y="3275013"/>
          <p14:tracePt t="111690" x="6769100" y="3275013"/>
          <p14:tracePt t="111691" x="6811963" y="3275013"/>
          <p14:tracePt t="111699" x="6840538" y="3275013"/>
          <p14:tracePt t="111708" x="6875463" y="3275013"/>
          <p14:tracePt t="111715" x="6904038" y="3275013"/>
          <p14:tracePt t="111724" x="6926263" y="3275013"/>
          <p14:tracePt t="111731" x="6946900" y="3275013"/>
          <p14:tracePt t="111745" x="6961188" y="3267075"/>
          <p14:tracePt t="111747" x="6983413" y="3260725"/>
          <p14:tracePt t="111757" x="6989763" y="3260725"/>
          <p14:tracePt t="111763" x="7004050" y="3246438"/>
          <p14:tracePt t="111774" x="7004050" y="3238500"/>
          <p14:tracePt t="111779" x="7011988" y="3232150"/>
          <p14:tracePt t="111790" x="7018338" y="3224213"/>
          <p14:tracePt t="111795" x="7026275" y="3217863"/>
          <p14:tracePt t="111811" x="7040563" y="3195638"/>
          <p14:tracePt t="111823" x="7040563" y="3189288"/>
          <p14:tracePt t="111827" x="7054850" y="3175000"/>
          <p14:tracePt t="111844" x="7054850" y="3160713"/>
          <p14:tracePt t="111857" x="7061200" y="3152775"/>
          <p14:tracePt t="111859" x="7069138" y="3146425"/>
          <p14:tracePt t="111874" x="7069138" y="3138488"/>
          <p14:tracePt t="111875" x="7075488" y="3132138"/>
          <p14:tracePt t="111890" x="7083425" y="3124200"/>
          <p14:tracePt t="111908" x="7083425" y="3109913"/>
          <p14:tracePt t="111939" x="7083425" y="3103563"/>
          <p14:tracePt t="111947" x="7083425" y="3095625"/>
          <p14:tracePt t="111961" x="7083425" y="3089275"/>
          <p14:tracePt t="111974" x="7083425" y="3081338"/>
          <p14:tracePt t="111979" x="7083425" y="3074988"/>
          <p14:tracePt t="111990" x="7083425" y="3067050"/>
          <p14:tracePt t="111995" x="7083425" y="3060700"/>
          <p14:tracePt t="112003" x="7083425" y="3052763"/>
          <p14:tracePt t="112011" x="7083425" y="3046413"/>
          <p14:tracePt t="112027" x="7083425" y="3038475"/>
          <p14:tracePt t="112057" x="7083425" y="3032125"/>
          <p14:tracePt t="112075" x="7083425" y="3024188"/>
          <p14:tracePt t="112123" x="7083425" y="3017838"/>
          <p14:tracePt t="112147" x="7083425" y="3009900"/>
          <p14:tracePt t="112155" x="7083425" y="3003550"/>
          <p14:tracePt t="112179" x="7075488" y="2995613"/>
          <p14:tracePt t="115115" x="7061200" y="2995613"/>
          <p14:tracePt t="115131" x="7054850" y="3003550"/>
          <p14:tracePt t="115147" x="7061200" y="3032125"/>
          <p14:tracePt t="115155" x="7069138" y="3038475"/>
          <p14:tracePt t="115163" x="7075488" y="3038475"/>
          <p14:tracePt t="115659" x="7069138" y="3032125"/>
          <p14:tracePt t="115691" x="7061200" y="3032125"/>
          <p14:tracePt t="115795" x="7054850" y="3032125"/>
          <p14:tracePt t="116596" x="7061200" y="3060700"/>
          <p14:tracePt t="116603" x="7075488" y="3089275"/>
          <p14:tracePt t="116611" x="7104063" y="3132138"/>
          <p14:tracePt t="116624" x="7132638" y="3189288"/>
          <p14:tracePt t="116627" x="7146925" y="3224213"/>
          <p14:tracePt t="116641" x="7167563" y="3267075"/>
          <p14:tracePt t="116643" x="7175500" y="3303588"/>
          <p14:tracePt t="116657" x="7189788" y="3367088"/>
          <p14:tracePt t="116658" x="7189788" y="3417888"/>
          <p14:tracePt t="116674" x="7189788" y="3481388"/>
          <p14:tracePt t="116674" x="7189788" y="3559175"/>
          <p14:tracePt t="116683" x="7161213" y="3644900"/>
          <p14:tracePt t="116691" x="7132638" y="3724275"/>
          <p14:tracePt t="116699" x="7112000" y="3795713"/>
          <p14:tracePt t="116707" x="7075488" y="3852863"/>
          <p14:tracePt t="116715" x="7054850" y="3916363"/>
          <p14:tracePt t="116723" x="7046913" y="3967163"/>
          <p14:tracePt t="116731" x="7040563" y="4008438"/>
          <p14:tracePt t="116741" x="7018338" y="4051300"/>
          <p14:tracePt t="116747" x="7018338" y="4079875"/>
          <p14:tracePt t="116755" x="7018338" y="4116388"/>
          <p14:tracePt t="116763" x="7018338" y="4130675"/>
          <p14:tracePt t="116774" x="7011988" y="4151313"/>
          <p14:tracePt t="116779" x="7011988" y="4159250"/>
          <p14:tracePt t="116791" x="7011988" y="4165600"/>
          <p14:tracePt t="116795" x="7011988" y="4179888"/>
          <p14:tracePt t="116807" x="7011988" y="4187825"/>
          <p14:tracePt t="116811" x="7018338" y="4202113"/>
          <p14:tracePt t="116824" x="7026275" y="4202113"/>
          <p14:tracePt t="117011" x="7026275" y="4194175"/>
          <p14:tracePt t="117019" x="7026275" y="4187825"/>
          <p14:tracePt t="117043" x="7026275" y="4179888"/>
          <p14:tracePt t="117339" x="7026275" y="4173538"/>
          <p14:tracePt t="117355" x="7026275" y="4159250"/>
          <p14:tracePt t="117363" x="7040563" y="4130675"/>
          <p14:tracePt t="117371" x="7040563" y="4116388"/>
          <p14:tracePt t="117379" x="7040563" y="4108450"/>
          <p14:tracePt t="117391" x="7040563" y="4087813"/>
          <p14:tracePt t="117395" x="7040563" y="4073525"/>
          <p14:tracePt t="117407" x="7040563" y="4059238"/>
          <p14:tracePt t="117411" x="7040563" y="4044950"/>
          <p14:tracePt t="117424" x="7040563" y="4030663"/>
          <p14:tracePt t="117427" x="7040563" y="4016375"/>
          <p14:tracePt t="117441" x="7040563" y="4008438"/>
          <p14:tracePt t="117443" x="7032625" y="3995738"/>
          <p14:tracePt t="117458" x="7018338" y="3987800"/>
          <p14:tracePt t="117458" x="7018338" y="3981450"/>
          <p14:tracePt t="117474" x="7011988" y="3973513"/>
          <p14:tracePt t="117475" x="7011988" y="3967163"/>
          <p14:tracePt t="117490" x="7004050" y="3959225"/>
          <p14:tracePt t="117507" x="6997700" y="3952875"/>
          <p14:tracePt t="117555" x="6989763" y="3952875"/>
          <p14:tracePt t="117571" x="6989763" y="3944938"/>
          <p14:tracePt t="117603" x="6975475" y="3944938"/>
          <p14:tracePt t="121707" x="6954838" y="3930650"/>
          <p14:tracePt t="121715" x="6940550" y="3924300"/>
          <p14:tracePt t="121723" x="6932613" y="3916363"/>
          <p14:tracePt t="121731" x="6926263" y="3910013"/>
          <p14:tracePt t="121827" x="6918325" y="3910013"/>
          <p14:tracePt t="121835" x="6911975" y="3910013"/>
          <p14:tracePt t="121859" x="6904038" y="3910013"/>
          <p14:tracePt t="121867" x="6897688" y="3910013"/>
          <p14:tracePt t="121875" x="6883400" y="3910013"/>
          <p14:tracePt t="121883" x="6869113" y="3910013"/>
          <p14:tracePt t="121891" x="6846888" y="3910013"/>
          <p14:tracePt t="121925" x="6761163" y="3895725"/>
          <p14:tracePt t="121931" x="6746875" y="3895725"/>
          <p14:tracePt t="121939" x="6718300" y="3887788"/>
          <p14:tracePt t="121947" x="6704013" y="3887788"/>
          <p14:tracePt t="121958" x="6689725" y="3887788"/>
          <p14:tracePt t="121963" x="6683375" y="3887788"/>
          <p14:tracePt t="121974" x="6675438" y="3887788"/>
          <p14:tracePt t="121979" x="6669088" y="3887788"/>
          <p14:tracePt t="124411" x="6669088" y="3895725"/>
          <p14:tracePt t="124419" x="6683375" y="3910013"/>
          <p14:tracePt t="124427" x="6689725" y="3916363"/>
          <p14:tracePt t="126307" x="6683375" y="3916363"/>
          <p14:tracePt t="126371" x="6683375" y="3924300"/>
          <p14:tracePt t="126395" x="6683375" y="3930650"/>
          <p14:tracePt t="126403" x="6683375" y="3938588"/>
          <p14:tracePt t="126411" x="6683375" y="3952875"/>
          <p14:tracePt t="126424" x="6683375" y="3967163"/>
          <p14:tracePt t="126427" x="6675438" y="3987800"/>
          <p14:tracePt t="126435" x="6669088" y="4002088"/>
          <p14:tracePt t="126443" x="6661150" y="4016375"/>
          <p14:tracePt t="126458" x="6661150" y="4037013"/>
          <p14:tracePt t="126458" x="6661150" y="4051300"/>
          <p14:tracePt t="126467" x="6646863" y="4073525"/>
          <p14:tracePt t="126475" x="6640513" y="4087813"/>
          <p14:tracePt t="126491" x="6618288" y="4116388"/>
          <p14:tracePt t="126499" x="6611938" y="4122738"/>
          <p14:tracePt t="126506" x="6604000" y="4137025"/>
          <p14:tracePt t="126515" x="6604000" y="4151313"/>
          <p14:tracePt t="126531" x="6604000" y="4159250"/>
          <p14:tracePt t="126595" x="6597650" y="4165600"/>
          <p14:tracePt t="126619" x="6591300" y="4173538"/>
          <p14:tracePt t="126907" x="6591300" y="4165600"/>
          <p14:tracePt t="126931" x="6583363" y="4159250"/>
          <p14:tracePt t="126939" x="6583363" y="4151313"/>
          <p14:tracePt t="126979" x="6583363" y="4144963"/>
          <p14:tracePt t="127003" x="6583363" y="4137025"/>
          <p14:tracePt t="127027" x="6583363" y="4130675"/>
          <p14:tracePt t="127036" x="6577013" y="4122738"/>
          <p14:tracePt t="127044" x="6569075" y="4122738"/>
          <p14:tracePt t="127075" x="6569075" y="4116388"/>
          <p14:tracePt t="127091" x="6562725" y="4116388"/>
          <p14:tracePt t="127107" x="6562725" y="4108450"/>
          <p14:tracePt t="127115" x="6554788" y="4108450"/>
          <p14:tracePt t="127124" x="6554788" y="4102100"/>
          <p14:tracePt t="127141" x="6548438" y="4094163"/>
          <p14:tracePt t="127171" x="6540500" y="4094163"/>
          <p14:tracePt t="127187" x="6534150" y="4094163"/>
          <p14:tracePt t="127195" x="6526213" y="4094163"/>
          <p14:tracePt t="127207" x="6511925" y="4087813"/>
          <p14:tracePt t="127211" x="6505575" y="4079875"/>
          <p14:tracePt t="127224" x="6491288" y="4079875"/>
          <p14:tracePt t="127227" x="6483350" y="4079875"/>
          <p14:tracePt t="127241" x="6477000" y="4073525"/>
          <p14:tracePt t="127243" x="6462713" y="4073525"/>
          <p14:tracePt t="127259" x="6454775" y="4073525"/>
          <p14:tracePt t="127274" x="6440488" y="4073525"/>
          <p14:tracePt t="127275" x="6434138" y="4073525"/>
          <p14:tracePt t="127291" x="6411913" y="4073525"/>
          <p14:tracePt t="127299" x="6397625" y="4073525"/>
          <p14:tracePt t="127307" x="6391275" y="4073525"/>
          <p14:tracePt t="127324" x="6369050" y="4073525"/>
          <p14:tracePt t="127331" x="6362700" y="4073525"/>
          <p14:tracePt t="127341" x="6348413" y="4073525"/>
          <p14:tracePt t="127347" x="6340475" y="4073525"/>
          <p14:tracePt t="127357" x="6326188" y="4073525"/>
          <p14:tracePt t="127363" x="6319838" y="4073525"/>
          <p14:tracePt t="127374" x="6311900" y="4073525"/>
          <p14:tracePt t="127379" x="6305550" y="4073525"/>
          <p14:tracePt t="127391" x="6297613" y="4073525"/>
          <p14:tracePt t="127395" x="6291263" y="4073525"/>
          <p14:tracePt t="127407" x="6276975" y="4079875"/>
          <p14:tracePt t="127425" x="6262688" y="4079875"/>
          <p14:tracePt t="127427" x="6248400" y="4079875"/>
          <p14:tracePt t="127443" x="6234113" y="4079875"/>
          <p14:tracePt t="127459" x="6226175" y="4079875"/>
          <p14:tracePt t="127475" x="6211888" y="4087813"/>
          <p14:tracePt t="127483" x="6197600" y="4102100"/>
          <p14:tracePt t="127507" x="6191250" y="4102100"/>
          <p14:tracePt t="127515" x="6183313" y="4108450"/>
          <p14:tracePt t="127524" x="6176963" y="4108450"/>
          <p14:tracePt t="127531" x="6169025" y="4116388"/>
          <p14:tracePt t="127541" x="6154738" y="4122738"/>
          <p14:tracePt t="127547" x="6154738" y="4130675"/>
          <p14:tracePt t="127557" x="6148388" y="4130675"/>
          <p14:tracePt t="127563" x="6148388" y="4137025"/>
          <p14:tracePt t="127574" x="6140450" y="4137025"/>
          <p14:tracePt t="127579" x="6134100" y="4144963"/>
          <p14:tracePt t="127595" x="6134100" y="4151313"/>
          <p14:tracePt t="127611" x="6134100" y="4159250"/>
          <p14:tracePt t="127624" x="6126163" y="4165600"/>
          <p14:tracePt t="127641" x="6126163" y="4179888"/>
          <p14:tracePt t="127643" x="6119813" y="4187825"/>
          <p14:tracePt t="127657" x="6119813" y="4194175"/>
          <p14:tracePt t="127675" x="6119813" y="4216400"/>
          <p14:tracePt t="127691" x="6111875" y="4244975"/>
          <p14:tracePt t="127699" x="6111875" y="4251325"/>
          <p14:tracePt t="127707" x="6111875" y="4259263"/>
          <p14:tracePt t="127724" x="6111875" y="4265613"/>
          <p14:tracePt t="127731" x="6111875" y="4273550"/>
          <p14:tracePt t="127747" x="6111875" y="4279900"/>
          <p14:tracePt t="127757" x="6105525" y="4294188"/>
          <p14:tracePt t="127774" x="6105525" y="4308475"/>
          <p14:tracePt t="127779" x="6105525" y="4322763"/>
          <p14:tracePt t="127791" x="6097588" y="4337050"/>
          <p14:tracePt t="127807" x="6091238" y="4351338"/>
          <p14:tracePt t="127810" x="6091238" y="4359275"/>
          <p14:tracePt t="127824" x="6091238" y="4373563"/>
          <p14:tracePt t="127841" x="6091238" y="4379913"/>
          <p14:tracePt t="127843" x="6091238" y="4394200"/>
          <p14:tracePt t="127857" x="6091238" y="4402138"/>
          <p14:tracePt t="127858" x="6091238" y="4416425"/>
          <p14:tracePt t="127875" x="6091238" y="4437063"/>
          <p14:tracePt t="127891" x="6091238" y="4445000"/>
          <p14:tracePt t="127908" x="6091238" y="4459288"/>
          <p14:tracePt t="127915" x="6091238" y="4465638"/>
          <p14:tracePt t="127924" x="6091238" y="4479925"/>
          <p14:tracePt t="127941" x="6091238" y="4487863"/>
          <p14:tracePt t="127947" x="6091238" y="4502150"/>
          <p14:tracePt t="127963" x="6091238" y="4516438"/>
          <p14:tracePt t="127971" x="6091238" y="4522788"/>
          <p14:tracePt t="127979" x="6091238" y="4530725"/>
          <p14:tracePt t="127991" x="6091238" y="4537075"/>
          <p14:tracePt t="127995" x="6091238" y="4545013"/>
          <p14:tracePt t="128003" x="6091238" y="4551363"/>
          <p14:tracePt t="128011" x="6091238" y="4559300"/>
          <p14:tracePt t="128027" x="6091238" y="4565650"/>
          <p14:tracePt t="128043" x="6097588" y="4572000"/>
          <p14:tracePt t="128058" x="6105525" y="4579938"/>
          <p14:tracePt t="128075" x="6111875" y="4594225"/>
          <p14:tracePt t="128091" x="6126163" y="4600575"/>
          <p14:tracePt t="128099" x="6126163" y="4614863"/>
          <p14:tracePt t="128108" x="6140450" y="4622800"/>
          <p14:tracePt t="128115" x="6140450" y="4629150"/>
          <p14:tracePt t="128124" x="6148388" y="4629150"/>
          <p14:tracePt t="128131" x="6148388" y="4637088"/>
          <p14:tracePt t="128139" x="6162675" y="4643438"/>
          <p14:tracePt t="128158" x="6176963" y="4643438"/>
          <p14:tracePt t="128171" x="6183313" y="4643438"/>
          <p14:tracePt t="128191" x="6191250" y="4643438"/>
          <p14:tracePt t="128195" x="6197600" y="4651375"/>
          <p14:tracePt t="128203" x="6205538" y="4651375"/>
          <p14:tracePt t="128211" x="6219825" y="4657725"/>
          <p14:tracePt t="128224" x="6226175" y="4657725"/>
          <p14:tracePt t="128227" x="6240463" y="4665663"/>
          <p14:tracePt t="128241" x="6248400" y="4665663"/>
          <p14:tracePt t="128243" x="6269038" y="4665663"/>
          <p14:tracePt t="128258" x="6283325" y="4665663"/>
          <p14:tracePt t="128258" x="6305550" y="4665663"/>
          <p14:tracePt t="128275" x="6334125" y="4665663"/>
          <p14:tracePt t="128291" x="6348413" y="4665663"/>
          <p14:tracePt t="128299" x="6354763" y="4665663"/>
          <p14:tracePt t="128307" x="6362700" y="4665663"/>
          <p14:tracePt t="128315" x="6369050" y="4665663"/>
          <p14:tracePt t="128331" x="6376988" y="4665663"/>
          <p14:tracePt t="128341" x="6383338" y="4665663"/>
          <p14:tracePt t="128347" x="6391275" y="4665663"/>
          <p14:tracePt t="128357" x="6397625" y="4665663"/>
          <p14:tracePt t="128363" x="6411913" y="4665663"/>
          <p14:tracePt t="128374" x="6419850" y="4665663"/>
          <p14:tracePt t="128379" x="6434138" y="4665663"/>
          <p14:tracePt t="128391" x="6448425" y="4665663"/>
          <p14:tracePt t="128395" x="6462713" y="4657725"/>
          <p14:tracePt t="128411" x="6477000" y="4657725"/>
          <p14:tracePt t="128425" x="6483350" y="4657725"/>
          <p14:tracePt t="128427" x="6491288" y="4657725"/>
          <p14:tracePt t="128441" x="6497638" y="4657725"/>
          <p14:tracePt t="128443" x="6505575" y="4657725"/>
          <p14:tracePt t="128458" x="6511925" y="4657725"/>
          <p14:tracePt t="128459" x="6519863" y="4657725"/>
          <p14:tracePt t="128474" x="6526213" y="4657725"/>
          <p14:tracePt t="128474" x="6534150" y="4657725"/>
          <p14:tracePt t="128491" x="6562725" y="4657725"/>
          <p14:tracePt t="128499" x="6577013" y="4657725"/>
          <p14:tracePt t="128507" x="6597650" y="4657725"/>
          <p14:tracePt t="128515" x="6626225" y="4657725"/>
          <p14:tracePt t="128524" x="6661150" y="4657725"/>
          <p14:tracePt t="128531" x="6689725" y="4657725"/>
          <p14:tracePt t="128541" x="6732588" y="4657725"/>
          <p14:tracePt t="128547" x="6761163" y="4657725"/>
          <p14:tracePt t="128558" x="6783388" y="4657725"/>
          <p14:tracePt t="128563" x="6804025" y="4657725"/>
          <p14:tracePt t="128574" x="6811963" y="4657725"/>
          <p14:tracePt t="128579" x="6832600" y="4657725"/>
          <p14:tracePt t="128591" x="6840538" y="4657725"/>
          <p14:tracePt t="128595" x="6854825" y="4657725"/>
          <p14:tracePt t="128611" x="6861175" y="4657725"/>
          <p14:tracePt t="128625" x="6875463" y="4657725"/>
          <p14:tracePt t="128641" x="6883400" y="4657725"/>
          <p14:tracePt t="128658" x="6897688" y="4657725"/>
          <p14:tracePt t="128674" x="6904038" y="4657725"/>
          <p14:tracePt t="128747" x="6911975" y="4657725"/>
          <p14:tracePt t="128755" x="6918325" y="4657725"/>
          <p14:tracePt t="128763" x="6926263" y="4657725"/>
          <p14:tracePt t="128779" x="6932613" y="4657725"/>
          <p14:tracePt t="128791" x="6940550" y="4657725"/>
          <p14:tracePt t="128795" x="6946900" y="4657725"/>
          <p14:tracePt t="128808" x="6954838" y="4657725"/>
          <p14:tracePt t="128811" x="6969125" y="4657725"/>
          <p14:tracePt t="128825" x="6983413" y="4657725"/>
          <p14:tracePt t="128827" x="6989763" y="4657725"/>
          <p14:tracePt t="128841" x="7004050" y="4651375"/>
          <p14:tracePt t="128842" x="7018338" y="4651375"/>
          <p14:tracePt t="128858" x="7040563" y="4651375"/>
          <p14:tracePt t="128858" x="7046913" y="4651375"/>
          <p14:tracePt t="128875" x="7089775" y="4651375"/>
          <p14:tracePt t="128891" x="7118350" y="4651375"/>
          <p14:tracePt t="128899" x="7138988" y="4651375"/>
          <p14:tracePt t="128907" x="7161213" y="4651375"/>
          <p14:tracePt t="128925" x="7196138" y="4651375"/>
          <p14:tracePt t="128931" x="7218363" y="4651375"/>
          <p14:tracePt t="128941" x="7239000" y="4651375"/>
          <p14:tracePt t="128947" x="7253288" y="4651375"/>
          <p14:tracePt t="128958" x="7275513" y="4651375"/>
          <p14:tracePt t="128963" x="7289800" y="4651375"/>
          <p14:tracePt t="128974" x="7304088" y="4651375"/>
          <p14:tracePt t="128979" x="7318375" y="4651375"/>
          <p14:tracePt t="128987" x="7324725" y="4651375"/>
          <p14:tracePt t="128995" x="7339013" y="4651375"/>
          <p14:tracePt t="129008" x="7346950" y="4651375"/>
          <p14:tracePt t="129019" x="7353300" y="4651375"/>
          <p14:tracePt t="129027" x="7361238" y="4651375"/>
          <p14:tracePt t="129041" x="7367588" y="4651375"/>
          <p14:tracePt t="129043" x="7375525" y="4651375"/>
          <p14:tracePt t="129050" x="7381875" y="4651375"/>
          <p14:tracePt t="129075" x="7389813" y="4643438"/>
          <p14:tracePt t="129091" x="7396163" y="4637088"/>
          <p14:tracePt t="129115" x="7404100" y="4637088"/>
          <p14:tracePt t="129131" x="7410450" y="4629150"/>
          <p14:tracePt t="129158" x="7418388" y="4614863"/>
          <p14:tracePt t="129171" x="7418388" y="4608513"/>
          <p14:tracePt t="129179" x="7418388" y="4600575"/>
          <p14:tracePt t="129191" x="7418388" y="4594225"/>
          <p14:tracePt t="129195" x="7418388" y="4579938"/>
          <p14:tracePt t="129203" x="7432675" y="4565650"/>
          <p14:tracePt t="129211" x="7432675" y="4551363"/>
          <p14:tracePt t="129224" x="7432675" y="4545013"/>
          <p14:tracePt t="129227" x="7432675" y="4522788"/>
          <p14:tracePt t="129241" x="7432675" y="4516438"/>
          <p14:tracePt t="129243" x="7432675" y="4494213"/>
          <p14:tracePt t="129258" x="7432675" y="4479925"/>
          <p14:tracePt t="129258" x="7432675" y="4473575"/>
          <p14:tracePt t="129275" x="7432675" y="4430713"/>
          <p14:tracePt t="129291" x="7432675" y="4422775"/>
          <p14:tracePt t="129299" x="7432675" y="4408488"/>
          <p14:tracePt t="129307" x="7432675" y="4402138"/>
          <p14:tracePt t="129315" x="7432675" y="4387850"/>
          <p14:tracePt t="129324" x="7432675" y="4379913"/>
          <p14:tracePt t="129341" x="7432675" y="4373563"/>
          <p14:tracePt t="129347" x="7432675" y="4365625"/>
          <p14:tracePt t="129358" x="7432675" y="4359275"/>
          <p14:tracePt t="129374" x="7432675" y="4351338"/>
          <p14:tracePt t="129378" x="7432675" y="4344988"/>
          <p14:tracePt t="129391" x="7432675" y="4337050"/>
          <p14:tracePt t="129395" x="7432675" y="4322763"/>
          <p14:tracePt t="129408" x="7432675" y="4308475"/>
          <p14:tracePt t="129410" x="7432675" y="4287838"/>
          <p14:tracePt t="129424" x="7432675" y="4265613"/>
          <p14:tracePt t="129441" x="7432675" y="4259263"/>
          <p14:tracePt t="129443" x="7432675" y="4244975"/>
          <p14:tracePt t="129459" x="7432675" y="4237038"/>
          <p14:tracePt t="129475" x="7432675" y="4216400"/>
          <p14:tracePt t="129491" x="7432675" y="4194175"/>
          <p14:tracePt t="129499" x="7432675" y="4187825"/>
          <p14:tracePt t="129507" x="7432675" y="4179888"/>
          <p14:tracePt t="129515" x="7432675" y="4173538"/>
          <p14:tracePt t="129524" x="7432675" y="4165600"/>
          <p14:tracePt t="129531" x="7432675" y="4159250"/>
          <p14:tracePt t="129547" x="7424738" y="4151313"/>
          <p14:tracePt t="129563" x="7418388" y="4144963"/>
          <p14:tracePt t="129574" x="7410450" y="4144963"/>
          <p14:tracePt t="129591" x="7404100" y="4130675"/>
          <p14:tracePt t="129595" x="7396163" y="4130675"/>
          <p14:tracePt t="129608" x="7381875" y="4122738"/>
          <p14:tracePt t="129611" x="7367588" y="4116388"/>
          <p14:tracePt t="129624" x="7367588" y="4108450"/>
          <p14:tracePt t="129627" x="7353300" y="4102100"/>
          <p14:tracePt t="129641" x="7332663" y="4102100"/>
          <p14:tracePt t="129658" x="7324725" y="4094163"/>
          <p14:tracePt t="129659" x="7310438" y="4087813"/>
          <p14:tracePt t="129675" x="7304088" y="4087813"/>
          <p14:tracePt t="129691" x="7296150" y="4079875"/>
          <p14:tracePt t="129699" x="7289800" y="4073525"/>
          <p14:tracePt t="129715" x="7281863" y="4073525"/>
          <p14:tracePt t="129724" x="7275513" y="4073525"/>
          <p14:tracePt t="129741" x="7261225" y="4059238"/>
          <p14:tracePt t="129747" x="7246938" y="4059238"/>
          <p14:tracePt t="129762" x="7224713" y="4051300"/>
          <p14:tracePt t="129775" x="7218363" y="4051300"/>
          <p14:tracePt t="129778" x="7210425" y="4051300"/>
          <p14:tracePt t="129791" x="7196138" y="4044950"/>
          <p14:tracePt t="129795" x="7175500" y="4044950"/>
          <p14:tracePt t="129808" x="7153275" y="4044950"/>
          <p14:tracePt t="129811" x="7146925" y="4037013"/>
          <p14:tracePt t="129825" x="7132638" y="4037013"/>
          <p14:tracePt t="129827" x="7118350" y="4037013"/>
          <p14:tracePt t="129846" x="7097713" y="4030663"/>
          <p14:tracePt t="129859" x="7075488" y="4030663"/>
          <p14:tracePt t="129874" x="7069138" y="4030663"/>
          <p14:tracePt t="129876" x="7054850" y="4030663"/>
          <p14:tracePt t="129898" x="7032625" y="4030663"/>
          <p14:tracePt t="129898" x="7026275" y="4030663"/>
          <p14:tracePt t="129908" x="7004050" y="4030663"/>
          <p14:tracePt t="129915" x="6989763" y="4030663"/>
          <p14:tracePt t="129929" x="6975475" y="4030663"/>
          <p14:tracePt t="129931" x="6946900" y="4030663"/>
          <p14:tracePt t="129941" x="6932613" y="4030663"/>
          <p14:tracePt t="129947" x="6918325" y="4030663"/>
          <p14:tracePt t="129963" x="6861175" y="4030663"/>
          <p14:tracePt t="129974" x="6832600" y="4030663"/>
          <p14:tracePt t="129979" x="6783388" y="4030663"/>
          <p14:tracePt t="129995" x="6726238" y="4030663"/>
          <p14:tracePt t="130003" x="6697663" y="4030663"/>
          <p14:tracePt t="130011" x="6683375" y="4030663"/>
          <p14:tracePt t="130025" x="6661150" y="4030663"/>
          <p14:tracePt t="130027" x="6654800" y="4030663"/>
          <p14:tracePt t="130035" x="6646863" y="4030663"/>
          <p14:tracePt t="130259" x="6640513" y="4030663"/>
          <p14:tracePt t="130268" x="6640513" y="4044950"/>
          <p14:tracePt t="130276" x="6640513" y="4059238"/>
          <p14:tracePt t="130292" x="6640513" y="4116388"/>
          <p14:tracePt t="130299" x="6640513" y="4159250"/>
          <p14:tracePt t="130307" x="6640513" y="4194175"/>
          <p14:tracePt t="130315" x="6640513" y="4244975"/>
          <p14:tracePt t="130326" x="6640513" y="4302125"/>
          <p14:tracePt t="130331" x="6640513" y="4322763"/>
          <p14:tracePt t="130339" x="6640513" y="4365625"/>
          <p14:tracePt t="130347" x="6640513" y="4408488"/>
          <p14:tracePt t="130358" x="6640513" y="4445000"/>
          <p14:tracePt t="130363" x="6640513" y="4465638"/>
          <p14:tracePt t="130371" x="6640513" y="4494213"/>
          <p14:tracePt t="130379" x="6640513" y="4516438"/>
          <p14:tracePt t="130391" x="6640513" y="4522788"/>
          <p14:tracePt t="130395" x="6632575" y="4545013"/>
          <p14:tracePt t="130408" x="6632575" y="4551363"/>
          <p14:tracePt t="130411" x="6632575" y="4559300"/>
          <p14:tracePt t="130425" x="6632575" y="4565650"/>
          <p14:tracePt t="130563" x="6626225" y="4565650"/>
          <p14:tracePt t="130579" x="6618288" y="4565650"/>
          <p14:tracePt t="130595" x="6611938" y="4545013"/>
          <p14:tracePt t="130604" x="6611938" y="4522788"/>
          <p14:tracePt t="130612" x="6611938" y="4516438"/>
          <p14:tracePt t="130625" x="6611938" y="4502150"/>
          <p14:tracePt t="130627" x="6611938" y="4487863"/>
          <p14:tracePt t="130641" x="6611938" y="4473575"/>
          <p14:tracePt t="130643" x="6604000" y="4459288"/>
          <p14:tracePt t="130658" x="6604000" y="4437063"/>
          <p14:tracePt t="130675" x="6604000" y="4416425"/>
          <p14:tracePt t="130691" x="6604000" y="4402138"/>
          <p14:tracePt t="130715" x="6604000" y="4394200"/>
          <p14:tracePt t="130867" x="6604000" y="4379913"/>
          <p14:tracePt t="130891" x="6604000" y="4373563"/>
          <p14:tracePt t="130907" x="6604000" y="4359275"/>
          <p14:tracePt t="130971" x="6604000" y="4351338"/>
          <p14:tracePt t="131003" x="6604000" y="4337050"/>
          <p14:tracePt t="131019" x="6604000" y="4330700"/>
          <p14:tracePt t="131379" x="6604000" y="4316413"/>
          <p14:tracePt t="131387" x="6597650" y="4308475"/>
          <p14:tracePt t="131396" x="6591300" y="4302125"/>
          <p14:tracePt t="131412" x="6583363" y="4287838"/>
          <p14:tracePt t="131430" x="6562725" y="4265613"/>
          <p14:tracePt t="131441" x="6534150" y="4237038"/>
          <p14:tracePt t="131443" x="6526213" y="4222750"/>
          <p14:tracePt t="131458" x="6511925" y="4208463"/>
          <p14:tracePt t="131458" x="6491288" y="4194175"/>
          <p14:tracePt t="131467" x="6469063" y="4165600"/>
          <p14:tracePt t="131475" x="6434138" y="4151313"/>
          <p14:tracePt t="131491" x="6376988" y="4122738"/>
          <p14:tracePt t="131499" x="6354763" y="4102100"/>
          <p14:tracePt t="131507" x="6319838" y="4094163"/>
          <p14:tracePt t="131515" x="6291263" y="4065588"/>
          <p14:tracePt t="131525" x="6276975" y="4044950"/>
          <p14:tracePt t="131531" x="6254750" y="4037013"/>
          <p14:tracePt t="131539" x="6219825" y="4016375"/>
          <p14:tracePt t="131547" x="6191250" y="4002088"/>
          <p14:tracePt t="131562" x="6154738" y="3981450"/>
          <p14:tracePt t="131563" x="6111875" y="3959225"/>
          <p14:tracePt t="131574" x="6070600" y="3944938"/>
          <p14:tracePt t="131579" x="6027738" y="3930650"/>
          <p14:tracePt t="131591" x="5976938" y="3902075"/>
          <p14:tracePt t="131595" x="5919788" y="3881438"/>
          <p14:tracePt t="131608" x="5870575" y="3867150"/>
          <p14:tracePt t="131611" x="5791200" y="3844925"/>
          <p14:tracePt t="131625" x="5734050" y="3830638"/>
          <p14:tracePt t="131627" x="5656263" y="3810000"/>
          <p14:tracePt t="131641" x="5605463" y="3802063"/>
          <p14:tracePt t="131643" x="5535613" y="3781425"/>
          <p14:tracePt t="131658" x="5470525" y="3767138"/>
          <p14:tracePt t="131659" x="5399088" y="3759200"/>
          <p14:tracePt t="131675" x="5292725" y="3752850"/>
          <p14:tracePt t="131691" x="5207000" y="3744913"/>
          <p14:tracePt t="131699" x="5149850" y="3744913"/>
          <p14:tracePt t="131707" x="5099050" y="3744913"/>
          <p14:tracePt t="131715" x="5035550" y="3744913"/>
          <p14:tracePt t="131725" x="4978400" y="3744913"/>
          <p14:tracePt t="131731" x="4921250" y="3744913"/>
          <p14:tracePt t="131742" x="4864100" y="3744913"/>
          <p14:tracePt t="131747" x="4814888" y="3744913"/>
          <p14:tracePt t="131758" x="4786313" y="3744913"/>
          <p14:tracePt t="131763" x="4735513" y="3744913"/>
          <p14:tracePt t="131775" x="4700588" y="3744913"/>
          <p14:tracePt t="131779" x="4657725" y="3744913"/>
          <p14:tracePt t="131791" x="4629150" y="3744913"/>
          <p14:tracePt t="131795" x="4600575" y="3744913"/>
          <p14:tracePt t="131808" x="4565650" y="3759200"/>
          <p14:tracePt t="131811" x="4537075" y="3759200"/>
          <p14:tracePt t="131825" x="4508500" y="3767138"/>
          <p14:tracePt t="131827" x="4479925" y="3773488"/>
          <p14:tracePt t="131841" x="4457700" y="3773488"/>
          <p14:tracePt t="131843" x="4443413" y="3787775"/>
          <p14:tracePt t="131858" x="4422775" y="3795713"/>
          <p14:tracePt t="131859" x="4414838" y="3795713"/>
          <p14:tracePt t="131875" x="4394200" y="3795713"/>
          <p14:tracePt t="131883" x="4386263" y="3795713"/>
          <p14:tracePt t="131891" x="4379913" y="3802063"/>
          <p14:tracePt t="131908" x="4371975" y="3802063"/>
          <p14:tracePt t="131932" x="4357688" y="3802063"/>
          <p14:tracePt t="131955" x="4351338" y="3802063"/>
          <p14:tracePt t="135275" x="4351338" y="3810000"/>
          <p14:tracePt t="135291" x="4351338" y="3816350"/>
          <p14:tracePt t="135403" x="4357688" y="3816350"/>
          <p14:tracePt t="135483" x="4365625" y="3816350"/>
          <p14:tracePt t="135499" x="4379913" y="3816350"/>
          <p14:tracePt t="135523" x="4386263" y="3816350"/>
          <p14:tracePt t="135667" x="4386263" y="3810000"/>
          <p14:tracePt t="135715" x="4379913" y="3802063"/>
          <p14:tracePt t="135763" x="4371975" y="3795713"/>
          <p14:tracePt t="135772" x="4357688" y="3795713"/>
          <p14:tracePt t="135780" x="4351338" y="3787775"/>
          <p14:tracePt t="135792" x="4343400" y="3787775"/>
          <p14:tracePt t="135795" x="4329113" y="3787775"/>
          <p14:tracePt t="135808" x="4322763" y="3781425"/>
          <p14:tracePt t="135811" x="4308475" y="3767138"/>
          <p14:tracePt t="135825" x="4294188" y="3759200"/>
          <p14:tracePt t="135827" x="4279900" y="3752850"/>
          <p14:tracePt t="135842" x="4265613" y="3738563"/>
          <p14:tracePt t="135858" x="4243388" y="3724275"/>
          <p14:tracePt t="135875" x="4229100" y="3709988"/>
          <p14:tracePt t="135892" x="4214813" y="3681413"/>
          <p14:tracePt t="135899" x="4200525" y="3667125"/>
          <p14:tracePt t="135908" x="4194175" y="3652838"/>
          <p14:tracePt t="135915" x="4179888" y="3630613"/>
          <p14:tracePt t="135925" x="4171950" y="3616325"/>
          <p14:tracePt t="135931" x="4171950" y="3595688"/>
          <p14:tracePt t="135942" x="4157663" y="3581400"/>
          <p14:tracePt t="135947" x="4151313" y="3559175"/>
          <p14:tracePt t="135958" x="4151313" y="3538538"/>
          <p14:tracePt t="135963" x="4143375" y="3502025"/>
          <p14:tracePt t="135975" x="4143375" y="3473450"/>
          <p14:tracePt t="135979" x="4122738" y="3444875"/>
          <p14:tracePt t="135987" x="4114800" y="3403600"/>
          <p14:tracePt t="135995" x="4100513" y="3352800"/>
          <p14:tracePt t="136009" x="4086225" y="3309938"/>
          <p14:tracePt t="136011" x="4079875" y="3275013"/>
          <p14:tracePt t="136019" x="4065588" y="3232150"/>
          <p14:tracePt t="136027" x="4051300" y="3189288"/>
          <p14:tracePt t="136042" x="4044950" y="3138488"/>
          <p14:tracePt t="136042" x="4037013" y="3095625"/>
          <p14:tracePt t="136051" x="4022725" y="3060700"/>
          <p14:tracePt t="136059" x="4016375" y="3003550"/>
          <p14:tracePt t="136075" x="4008438" y="2924175"/>
          <p14:tracePt t="136091" x="3987800" y="2811463"/>
          <p14:tracePt t="136099" x="3987800" y="2782888"/>
          <p14:tracePt t="136108" x="3979863" y="2740025"/>
          <p14:tracePt t="136115" x="3973513" y="2711450"/>
          <p14:tracePt t="136126" x="3959225" y="2682875"/>
          <p14:tracePt t="136131" x="3959225" y="2632075"/>
          <p14:tracePt t="136141" x="3951288" y="2589213"/>
          <p14:tracePt t="136147" x="3944938" y="2560638"/>
          <p14:tracePt t="136155" x="3944938" y="2525713"/>
          <p14:tracePt t="136163" x="3937000" y="2482850"/>
          <p14:tracePt t="136175" x="3922713" y="2425700"/>
          <p14:tracePt t="136179" x="3916363" y="2374900"/>
          <p14:tracePt t="136187" x="3916363" y="2317750"/>
          <p14:tracePt t="136195" x="3908425" y="2268538"/>
          <p14:tracePt t="136208" x="3902075" y="2211388"/>
          <p14:tracePt t="136211" x="3902075" y="2162175"/>
          <p14:tracePt t="136219" x="3902075" y="2125663"/>
          <p14:tracePt t="136227" x="3902075" y="2076450"/>
          <p14:tracePt t="136241" x="3902075" y="2033588"/>
          <p14:tracePt t="136243" x="3902075" y="1990725"/>
          <p14:tracePt t="136258" x="3902075" y="1939925"/>
          <p14:tracePt t="136259" x="3902075" y="1911350"/>
          <p14:tracePt t="136275" x="3902075" y="1833563"/>
          <p14:tracePt t="136283" x="3902075" y="1804988"/>
          <p14:tracePt t="136291" x="3902075" y="1754188"/>
          <p14:tracePt t="136299" x="3902075" y="1725613"/>
          <p14:tracePt t="136308" x="3902075" y="1698625"/>
          <p14:tracePt t="136315" x="3902075" y="1690688"/>
          <p14:tracePt t="136325" x="3902075" y="1670050"/>
          <p14:tracePt t="136331" x="3902075" y="1647825"/>
          <p14:tracePt t="136341" x="3902075" y="1627188"/>
          <p14:tracePt t="136347" x="3902075" y="1598613"/>
          <p14:tracePt t="136358" x="3902075" y="1576388"/>
          <p14:tracePt t="136363" x="3902075" y="1555750"/>
          <p14:tracePt t="136375" x="3902075" y="1533525"/>
          <p14:tracePt t="136379" x="3902075" y="1504950"/>
          <p14:tracePt t="136391" x="3908425" y="1490663"/>
          <p14:tracePt t="136395" x="3916363" y="1470025"/>
          <p14:tracePt t="136408" x="3922713" y="1447800"/>
          <p14:tracePt t="136411" x="3930650" y="1441450"/>
          <p14:tracePt t="136425" x="3930650" y="1419225"/>
          <p14:tracePt t="136427" x="3930650" y="1412875"/>
          <p14:tracePt t="136442" x="3937000" y="1398588"/>
          <p14:tracePt t="136443" x="3944938" y="1390650"/>
          <p14:tracePt t="136458" x="3944938" y="1370013"/>
          <p14:tracePt t="136475" x="3944938" y="1362075"/>
          <p14:tracePt t="136491" x="3944938" y="1347788"/>
          <p14:tracePt t="136499" x="3944938" y="1341438"/>
          <p14:tracePt t="136508" x="3944938" y="1327150"/>
          <p14:tracePt t="136525" x="3944938" y="1319213"/>
          <p14:tracePt t="136531" x="3944938" y="1312863"/>
          <p14:tracePt t="136541" x="3944938" y="1304925"/>
          <p14:tracePt t="136547" x="3951288" y="1304925"/>
          <p14:tracePt t="136564" x="3951288" y="1290638"/>
          <p14:tracePt t="136763" x="3951288" y="1284288"/>
          <p14:tracePt t="136771" x="3944938" y="1284288"/>
          <p14:tracePt t="136795" x="3937000" y="1284288"/>
          <p14:tracePt t="136804" x="3930650" y="1284288"/>
          <p14:tracePt t="136812" x="3922713" y="1284288"/>
          <p14:tracePt t="136843" x="3908425" y="1284288"/>
          <p14:tracePt t="136859" x="3902075" y="1284288"/>
          <p14:tracePt t="136963" x="3894138" y="1290638"/>
          <p14:tracePt t="137115" x="3887788" y="1290638"/>
          <p14:tracePt t="137124" x="3879850" y="1298575"/>
          <p14:tracePt t="137133" x="3879850" y="1304925"/>
          <p14:tracePt t="137142" x="3873500" y="1312863"/>
          <p14:tracePt t="137147" x="3873500" y="1319213"/>
          <p14:tracePt t="137159" x="3873500" y="1327150"/>
          <p14:tracePt t="137163" x="3873500" y="1341438"/>
          <p14:tracePt t="137175" x="3873500" y="1347788"/>
          <p14:tracePt t="137179" x="3865563" y="1362075"/>
          <p14:tracePt t="137191" x="3859213" y="1376363"/>
          <p14:tracePt t="137195" x="3859213" y="1384300"/>
          <p14:tracePt t="137203" x="3851275" y="1398588"/>
          <p14:tracePt t="137211" x="3851275" y="1404938"/>
          <p14:tracePt t="137225" x="3844925" y="1419225"/>
          <p14:tracePt t="137227" x="3836988" y="1441450"/>
          <p14:tracePt t="137235" x="3836988" y="1462088"/>
          <p14:tracePt t="137243" x="3830638" y="1484313"/>
          <p14:tracePt t="137259" x="3822700" y="1533525"/>
          <p14:tracePt t="137267" x="3822700" y="1562100"/>
          <p14:tracePt t="137275" x="3816350" y="1584325"/>
          <p14:tracePt t="137283" x="3816350" y="1598613"/>
          <p14:tracePt t="137292" x="3816350" y="1619250"/>
          <p14:tracePt t="137299" x="3816350" y="1641475"/>
          <p14:tracePt t="137308" x="3816350" y="1662113"/>
          <p14:tracePt t="137315" x="3802063" y="1698625"/>
          <p14:tracePt t="137325" x="3794125" y="1725613"/>
          <p14:tracePt t="137331" x="3794125" y="1762125"/>
          <p14:tracePt t="137342" x="3794125" y="1790700"/>
          <p14:tracePt t="137347" x="3779838" y="1833563"/>
          <p14:tracePt t="137358" x="3779838" y="1862138"/>
          <p14:tracePt t="137363" x="3779838" y="1882775"/>
          <p14:tracePt t="137375" x="3779838" y="1905000"/>
          <p14:tracePt t="137379" x="3765550" y="1939925"/>
          <p14:tracePt t="137392" x="3765550" y="1976438"/>
          <p14:tracePt t="137395" x="3759200" y="2025650"/>
          <p14:tracePt t="137408" x="3751263" y="2076450"/>
          <p14:tracePt t="137411" x="3744913" y="2119313"/>
          <p14:tracePt t="137425" x="3744913" y="2147888"/>
          <p14:tracePt t="137427" x="3722688" y="2190750"/>
          <p14:tracePt t="137441" x="3722688" y="2219325"/>
          <p14:tracePt t="137442" x="3722688" y="2239963"/>
          <p14:tracePt t="137459" x="3716338" y="2289175"/>
          <p14:tracePt t="137475" x="3716338" y="2354263"/>
          <p14:tracePt t="137491" x="3702050" y="2397125"/>
          <p14:tracePt t="137499" x="3694113" y="2417763"/>
          <p14:tracePt t="137508" x="3694113" y="2439988"/>
          <p14:tracePt t="137515" x="3687763" y="2460625"/>
          <p14:tracePt t="137525" x="3687763" y="2482850"/>
          <p14:tracePt t="137531" x="3687763" y="2503488"/>
          <p14:tracePt t="137541" x="3687763" y="2517775"/>
          <p14:tracePt t="137547" x="3687763" y="2532063"/>
          <p14:tracePt t="137558" x="3665538" y="2546350"/>
          <p14:tracePt t="137563" x="3665538" y="2568575"/>
          <p14:tracePt t="137575" x="3665538" y="2589213"/>
          <p14:tracePt t="137579" x="3665538" y="2603500"/>
          <p14:tracePt t="137592" x="3665538" y="2625725"/>
          <p14:tracePt t="137595" x="3665538" y="2640013"/>
          <p14:tracePt t="137608" x="3659188" y="2654300"/>
          <p14:tracePt t="137611" x="3659188" y="2660650"/>
          <p14:tracePt t="137625" x="3644900" y="2682875"/>
          <p14:tracePt t="137642" x="3644900" y="2703513"/>
          <p14:tracePt t="137643" x="3644900" y="2717800"/>
          <p14:tracePt t="137659" x="3644900" y="2732088"/>
          <p14:tracePt t="137691" x="3644900" y="2740025"/>
          <p14:tracePt t="137723" x="3636963" y="2740025"/>
          <p14:tracePt t="137747" x="3622675" y="2740025"/>
          <p14:tracePt t="137763" x="3616325" y="2725738"/>
          <p14:tracePt t="137772" x="3594100" y="2697163"/>
          <p14:tracePt t="137781" x="3594100" y="2689225"/>
          <p14:tracePt t="137791" x="3587750" y="2674938"/>
          <p14:tracePt t="137795" x="3565525" y="2646363"/>
          <p14:tracePt t="137811" x="3565525" y="2625725"/>
          <p14:tracePt t="137825" x="3565525" y="2617788"/>
          <p14:tracePt t="137827" x="3559175" y="2597150"/>
          <p14:tracePt t="137841" x="3559175" y="2574925"/>
          <p14:tracePt t="137843" x="3559175" y="2568575"/>
          <p14:tracePt t="137858" x="3559175" y="2546350"/>
          <p14:tracePt t="137875" x="3559175" y="2511425"/>
          <p14:tracePt t="137883" x="3559175" y="2497138"/>
          <p14:tracePt t="137892" x="3559175" y="2489200"/>
          <p14:tracePt t="137909" x="3559175" y="2468563"/>
          <p14:tracePt t="137915" x="3559175" y="2446338"/>
          <p14:tracePt t="137925" x="3559175" y="2417763"/>
          <p14:tracePt t="137931" x="3559175" y="2397125"/>
          <p14:tracePt t="137942" x="3559175" y="2360613"/>
          <p14:tracePt t="137947" x="3559175" y="2332038"/>
          <p14:tracePt t="137958" x="3559175" y="2303463"/>
          <p14:tracePt t="137963" x="3559175" y="2268538"/>
          <p14:tracePt t="137975" x="3559175" y="2239963"/>
          <p14:tracePt t="137979" x="3559175" y="2197100"/>
          <p14:tracePt t="137992" x="3559175" y="2147888"/>
          <p14:tracePt t="137995" x="3559175" y="2133600"/>
          <p14:tracePt t="138003" x="3559175" y="2105025"/>
          <p14:tracePt t="138011" x="3559175" y="2076450"/>
          <p14:tracePt t="138025" x="3559175" y="2047875"/>
          <p14:tracePt t="138027" x="3559175" y="2019300"/>
          <p14:tracePt t="138035" x="3559175" y="1990725"/>
          <p14:tracePt t="138043" x="3559175" y="1962150"/>
          <p14:tracePt t="138059" x="3559175" y="1890713"/>
          <p14:tracePt t="138067" x="3559175" y="1854200"/>
          <p14:tracePt t="138075" x="3559175" y="1839913"/>
          <p14:tracePt t="138091" x="3559175" y="1797050"/>
          <p14:tracePt t="138099" x="3559175" y="1768475"/>
          <p14:tracePt t="138108" x="3559175" y="1747838"/>
          <p14:tracePt t="138115" x="3559175" y="1725613"/>
          <p14:tracePt t="138125" x="3559175" y="1712913"/>
          <p14:tracePt t="138131" x="3559175" y="1690688"/>
          <p14:tracePt t="138147" x="3565525" y="1684338"/>
          <p14:tracePt t="138163" x="3565525" y="1670050"/>
          <p14:tracePt t="138403" x="3565525" y="1676400"/>
          <p14:tracePt t="138412" x="3565525" y="1684338"/>
          <p14:tracePt t="138421" x="3565525" y="1690688"/>
          <p14:tracePt t="138430" x="3565525" y="1704975"/>
          <p14:tracePt t="138435" x="3565525" y="1719263"/>
          <p14:tracePt t="138443" x="3565525" y="1739900"/>
          <p14:tracePt t="138459" x="3573463" y="1768475"/>
          <p14:tracePt t="138475" x="3587750" y="1825625"/>
          <p14:tracePt t="138483" x="3594100" y="1847850"/>
          <p14:tracePt t="138492" x="3602038" y="1876425"/>
          <p14:tracePt t="138499" x="3608388" y="1905000"/>
          <p14:tracePt t="138508" x="3630613" y="1954213"/>
          <p14:tracePt t="138515" x="3636963" y="2005013"/>
          <p14:tracePt t="138525" x="3659188" y="2047875"/>
          <p14:tracePt t="138530" x="3673475" y="2097088"/>
          <p14:tracePt t="138541" x="3673475" y="2147888"/>
          <p14:tracePt t="138547" x="3679825" y="2190750"/>
          <p14:tracePt t="138558" x="3694113" y="2225675"/>
          <p14:tracePt t="138563" x="3694113" y="2268538"/>
          <p14:tracePt t="138575" x="3702050" y="2317750"/>
          <p14:tracePt t="138579" x="3708400" y="2368550"/>
          <p14:tracePt t="138592" x="3708400" y="2411413"/>
          <p14:tracePt t="138595" x="3708400" y="2468563"/>
          <p14:tracePt t="138608" x="3708400" y="2525713"/>
          <p14:tracePt t="138611" x="3708400" y="2603500"/>
          <p14:tracePt t="138625" x="3708400" y="2668588"/>
          <p14:tracePt t="138627" x="3708400" y="2754313"/>
          <p14:tracePt t="138641" x="3708400" y="2811463"/>
          <p14:tracePt t="138643" x="3708400" y="2889250"/>
          <p14:tracePt t="138658" x="3708400" y="2952750"/>
          <p14:tracePt t="138659" x="3708400" y="2995613"/>
          <p14:tracePt t="138675" x="3730625" y="3103563"/>
          <p14:tracePt t="138691" x="3736975" y="3181350"/>
          <p14:tracePt t="138699" x="3744913" y="3224213"/>
          <p14:tracePt t="138708" x="3765550" y="3275013"/>
          <p14:tracePt t="138715" x="3779838" y="3324225"/>
          <p14:tracePt t="138725" x="3779838" y="3360738"/>
          <p14:tracePt t="138731" x="3802063" y="3409950"/>
          <p14:tracePt t="138742" x="3808413" y="3444875"/>
          <p14:tracePt t="138747" x="3822700" y="3495675"/>
          <p14:tracePt t="138758" x="3836988" y="3524250"/>
          <p14:tracePt t="138763" x="3865563" y="3581400"/>
          <p14:tracePt t="138775" x="3879850" y="3595688"/>
          <p14:tracePt t="138779" x="3902075" y="3624263"/>
          <p14:tracePt t="138792" x="3916363" y="3659188"/>
          <p14:tracePt t="138795" x="3937000" y="3681413"/>
          <p14:tracePt t="138808" x="3937000" y="3687763"/>
          <p14:tracePt t="138811" x="3937000" y="3695700"/>
          <p14:tracePt t="138825" x="3944938" y="3709988"/>
          <p14:tracePt t="138827" x="3944938" y="3724275"/>
          <p14:tracePt t="138842" x="3959225" y="3744913"/>
          <p14:tracePt t="138843" x="3965575" y="3781425"/>
          <p14:tracePt t="138859" x="4016375" y="3881438"/>
          <p14:tracePt t="138875" x="4079875" y="3995738"/>
          <p14:tracePt t="138892" x="4151313" y="4065588"/>
          <p14:tracePt t="138899" x="4171950" y="4079875"/>
          <p14:tracePt t="138909" x="4200525" y="4087813"/>
          <p14:tracePt t="138915" x="4208463" y="4094163"/>
          <p14:tracePt t="138925" x="4214813" y="4094163"/>
          <p14:tracePt t="138931" x="4222750" y="4094163"/>
          <p14:tracePt t="138955" x="4229100" y="4094163"/>
          <p14:tracePt t="138963" x="4243388" y="4094163"/>
          <p14:tracePt t="138979" x="4251325" y="4094163"/>
          <p14:tracePt t="138992" x="4257675" y="4094163"/>
          <p14:tracePt t="139003" x="4265613" y="4094163"/>
          <p14:tracePt t="139025" x="4271963" y="4094163"/>
          <p14:tracePt t="139027" x="4279900" y="4079875"/>
          <p14:tracePt t="139035" x="4286250" y="4065588"/>
          <p14:tracePt t="139043" x="4294188" y="4051300"/>
          <p14:tracePt t="139067" x="4300538" y="4044950"/>
          <p14:tracePt t="139076" x="4300538" y="4037013"/>
          <p14:tracePt t="139091" x="4314825" y="4030663"/>
          <p14:tracePt t="139115" x="4322763" y="4030663"/>
          <p14:tracePt t="139125" x="4329113" y="4022725"/>
          <p14:tracePt t="139139" x="4337050" y="4016375"/>
          <p14:tracePt t="139147" x="4343400" y="4016375"/>
          <p14:tracePt t="139158" x="4351338" y="4002088"/>
          <p14:tracePt t="139163" x="4357688" y="4002088"/>
          <p14:tracePt t="139170" x="4365625" y="3995738"/>
          <p14:tracePt t="139179" x="4371975" y="3995738"/>
          <p14:tracePt t="139195" x="4379913" y="3987800"/>
          <p14:tracePt t="139225" x="4379913" y="3981450"/>
          <p14:tracePt t="139242" x="4386263" y="3967163"/>
          <p14:tracePt t="139242" x="4386263" y="3959225"/>
          <p14:tracePt t="139259" x="4386263" y="3944938"/>
          <p14:tracePt t="139275" x="4386263" y="3924300"/>
          <p14:tracePt t="139299" x="4386263" y="3916363"/>
          <p14:tracePt t="139308" x="4386263" y="3910013"/>
          <p14:tracePt t="139315" x="4371975" y="3895725"/>
          <p14:tracePt t="139325" x="4357688" y="3887788"/>
          <p14:tracePt t="139331" x="4329113" y="3873500"/>
          <p14:tracePt t="139342" x="4314825" y="3867150"/>
          <p14:tracePt t="139347" x="4294188" y="3867150"/>
          <p14:tracePt t="139358" x="4271963" y="3859213"/>
          <p14:tracePt t="139363" x="4237038" y="3859213"/>
          <p14:tracePt t="139375" x="4200525" y="3844925"/>
          <p14:tracePt t="139379" x="4151313" y="3844925"/>
          <p14:tracePt t="139391" x="4108450" y="3844925"/>
          <p14:tracePt t="139395" x="4065588" y="3844925"/>
          <p14:tracePt t="139408" x="4037013" y="3844925"/>
          <p14:tracePt t="139411" x="4002088" y="3844925"/>
          <p14:tracePt t="139425" x="3951288" y="3844925"/>
          <p14:tracePt t="139427" x="3916363" y="3844925"/>
          <p14:tracePt t="139442" x="3865563" y="3844925"/>
          <p14:tracePt t="139442" x="3816350" y="3844925"/>
          <p14:tracePt t="139459" x="3744913" y="3852863"/>
          <p14:tracePt t="139475" x="3659188" y="3881438"/>
          <p14:tracePt t="139492" x="3594100" y="3916363"/>
          <p14:tracePt t="139499" x="3565525" y="3938588"/>
          <p14:tracePt t="139508" x="3538538" y="3944938"/>
          <p14:tracePt t="139515" x="3509963" y="3967163"/>
          <p14:tracePt t="139525" x="3495675" y="3981450"/>
          <p14:tracePt t="139531" x="3473450" y="4002088"/>
          <p14:tracePt t="139542" x="3459163" y="4016375"/>
          <p14:tracePt t="139547" x="3438525" y="4051300"/>
          <p14:tracePt t="139558" x="3409950" y="4079875"/>
          <p14:tracePt t="139563" x="3387725" y="4102100"/>
          <p14:tracePt t="139575" x="3381375" y="4122738"/>
          <p14:tracePt t="139579" x="3359150" y="4151313"/>
          <p14:tracePt t="139592" x="3352800" y="4173538"/>
          <p14:tracePt t="139595" x="3352800" y="4187825"/>
          <p14:tracePt t="139608" x="3352800" y="4208463"/>
          <p14:tracePt t="139611" x="3352800" y="4230688"/>
          <p14:tracePt t="139625" x="3352800" y="4251325"/>
          <p14:tracePt t="139627" x="3352800" y="4265613"/>
          <p14:tracePt t="139642" x="3352800" y="4287838"/>
          <p14:tracePt t="139643" x="3352800" y="4302125"/>
          <p14:tracePt t="139659" x="3367088" y="4344988"/>
          <p14:tracePt t="139675" x="3387725" y="4373563"/>
          <p14:tracePt t="139692" x="3416300" y="4416425"/>
          <p14:tracePt t="139699" x="3438525" y="4445000"/>
          <p14:tracePt t="139708" x="3467100" y="4465638"/>
          <p14:tracePt t="139715" x="3509963" y="4473575"/>
          <p14:tracePt t="139725" x="3538538" y="4494213"/>
          <p14:tracePt t="139731" x="3579813" y="4502150"/>
          <p14:tracePt t="139742" x="3630613" y="4522788"/>
          <p14:tracePt t="139747" x="3673475" y="4530725"/>
          <p14:tracePt t="139758" x="3722688" y="4545013"/>
          <p14:tracePt t="139763" x="3787775" y="4559300"/>
          <p14:tracePt t="139775" x="3859213" y="4565650"/>
          <p14:tracePt t="139779" x="3916363" y="4572000"/>
          <p14:tracePt t="139792" x="3973513" y="4579938"/>
          <p14:tracePt t="139795" x="4022725" y="4594225"/>
          <p14:tracePt t="139808" x="4094163" y="4600575"/>
          <p14:tracePt t="139811" x="4129088" y="4600575"/>
          <p14:tracePt t="139825" x="4186238" y="4608513"/>
          <p14:tracePt t="139827" x="4229100" y="4608513"/>
          <p14:tracePt t="139842" x="4265613" y="4608513"/>
          <p14:tracePt t="139842" x="4314825" y="4608513"/>
          <p14:tracePt t="139859" x="4400550" y="4594225"/>
          <p14:tracePt t="139875" x="4479925" y="4537075"/>
          <p14:tracePt t="139892" x="4543425" y="4451350"/>
          <p14:tracePt t="139899" x="4572000" y="4416425"/>
          <p14:tracePt t="139908" x="4586288" y="4394200"/>
          <p14:tracePt t="139915" x="4600575" y="4373563"/>
          <p14:tracePt t="139926" x="4600575" y="4351338"/>
          <p14:tracePt t="139931" x="4600575" y="4330700"/>
          <p14:tracePt t="139942" x="4600575" y="4316413"/>
          <p14:tracePt t="139947" x="4600575" y="4287838"/>
          <p14:tracePt t="139955" x="4600575" y="4265613"/>
          <p14:tracePt t="139963" x="4600575" y="4237038"/>
          <p14:tracePt t="139975" x="4592638" y="4208463"/>
          <p14:tracePt t="139979" x="4565650" y="4173538"/>
          <p14:tracePt t="139987" x="4537075" y="4151313"/>
          <p14:tracePt t="139995" x="4514850" y="4130675"/>
          <p14:tracePt t="140009" x="4479925" y="4108450"/>
          <p14:tracePt t="140011" x="4429125" y="4079875"/>
          <p14:tracePt t="140019" x="4379913" y="4059238"/>
          <p14:tracePt t="140027" x="4329113" y="4044950"/>
          <p14:tracePt t="140042" x="4286250" y="4022725"/>
          <p14:tracePt t="140042" x="4243388" y="4016375"/>
          <p14:tracePt t="140059" x="4194175" y="4002088"/>
          <p14:tracePt t="140076" x="4157663" y="3981450"/>
          <p14:tracePt t="140083" x="4151313" y="3981450"/>
          <p14:tracePt t="140092" x="4143375" y="3981450"/>
          <p14:tracePt t="140531" x="4165600" y="3981450"/>
          <p14:tracePt t="140540" x="4194175" y="3981450"/>
          <p14:tracePt t="140549" x="4237038" y="3981450"/>
          <p14:tracePt t="140559" x="4300538" y="3981450"/>
          <p14:tracePt t="140563" x="4379913" y="3987800"/>
          <p14:tracePt t="140576" x="4471988" y="4008438"/>
          <p14:tracePt t="140579" x="4629150" y="4044950"/>
          <p14:tracePt t="140592" x="4821238" y="4102100"/>
          <p14:tracePt t="140595" x="5113338" y="4179888"/>
          <p14:tracePt t="140609" x="5499100" y="4294188"/>
          <p14:tracePt t="140611" x="5942013" y="4459288"/>
          <p14:tracePt t="140619" x="6483350" y="4643438"/>
          <p14:tracePt t="140627" x="6989763" y="4794250"/>
          <p14:tracePt t="140643" x="8159750" y="5108575"/>
          <p14:tracePt t="141773" x="8331200" y="4686300"/>
          <p14:tracePt t="141782" x="7816850" y="4608513"/>
          <p14:tracePt t="141792" x="7289800" y="4530725"/>
          <p14:tracePt t="141795" x="6875463" y="4459288"/>
          <p14:tracePt t="141809" x="6477000" y="4402138"/>
          <p14:tracePt t="141811" x="6140450" y="4351338"/>
          <p14:tracePt t="141825" x="5819775" y="4308475"/>
          <p14:tracePt t="141827" x="5521325" y="4273550"/>
          <p14:tracePt t="141842" x="5356225" y="4251325"/>
          <p14:tracePt t="141843" x="5221288" y="4208463"/>
          <p14:tracePt t="141851" x="5127625" y="4179888"/>
          <p14:tracePt t="141859" x="5064125" y="4165600"/>
          <p14:tracePt t="141876" x="4992688" y="4137025"/>
          <p14:tracePt t="141883" x="4964113" y="4122738"/>
          <p14:tracePt t="141910" x="4949825" y="4094163"/>
          <p14:tracePt t="141923" x="4949825" y="4079875"/>
          <p14:tracePt t="141931" x="4949825" y="4073525"/>
          <p14:tracePt t="141942" x="4949825" y="4065588"/>
          <p14:tracePt t="141958" x="4949825" y="4059238"/>
          <p14:tracePt t="141971" x="4949825" y="4051300"/>
          <p14:tracePt t="142003" x="4957763" y="4037013"/>
          <p14:tracePt t="142026" x="4957763" y="4030663"/>
          <p14:tracePt t="142035" x="4957763" y="4022725"/>
          <p14:tracePt t="142043" x="4957763" y="4008438"/>
          <p14:tracePt t="142059" x="4957763" y="3995738"/>
          <p14:tracePt t="142075" x="4957763" y="3973513"/>
          <p14:tracePt t="142092" x="4943475" y="3967163"/>
          <p14:tracePt t="142283" x="4929188" y="3959225"/>
          <p14:tracePt t="142292" x="4892675" y="3952875"/>
          <p14:tracePt t="142301" x="4843463" y="3938588"/>
          <p14:tracePt t="142311" x="4814888" y="3930650"/>
          <p14:tracePt t="142315" x="4778375" y="3924300"/>
          <p14:tracePt t="142326" x="4743450" y="3916363"/>
          <p14:tracePt t="142331" x="4714875" y="3916363"/>
          <p14:tracePt t="142342" x="4692650" y="3902075"/>
          <p14:tracePt t="142347" x="4686300" y="3902075"/>
          <p14:tracePt t="142359" x="4664075" y="3902075"/>
          <p14:tracePt t="142363" x="4657725" y="3902075"/>
          <p14:tracePt t="142376" x="4621213" y="3902075"/>
          <p14:tracePt t="142379" x="4578350" y="3902075"/>
          <p14:tracePt t="142392" x="4543425" y="3902075"/>
          <p14:tracePt t="142395" x="4508500" y="3902075"/>
          <p14:tracePt t="142408" x="4457700" y="3902075"/>
          <p14:tracePt t="142411" x="4400550" y="3902075"/>
          <p14:tracePt t="142425" x="4329113" y="3902075"/>
          <p14:tracePt t="142426" x="4286250" y="3902075"/>
          <p14:tracePt t="142442" x="4257675" y="3902075"/>
          <p14:tracePt t="142443" x="4237038" y="3902075"/>
          <p14:tracePt t="142459" x="4229100" y="3902075"/>
          <p14:tracePt t="142947" x="4222750" y="3902075"/>
          <p14:tracePt t="142957" x="4214813" y="3895725"/>
          <p14:tracePt t="142966" x="4208463" y="3887788"/>
          <p14:tracePt t="142976" x="4194175" y="3873500"/>
          <p14:tracePt t="142992" x="4186238" y="3867150"/>
          <p14:tracePt t="143050" x="4179888" y="3859213"/>
          <p14:tracePt t="143067" x="4171950" y="3852863"/>
          <p14:tracePt t="143076" x="4171950" y="3844925"/>
          <p14:tracePt t="143099" x="4165600" y="3844925"/>
          <p14:tracePt t="143715" x="4151313" y="3844925"/>
          <p14:tracePt t="143724" x="4143375" y="3838575"/>
          <p14:tracePt t="143733" x="4137025" y="3830638"/>
          <p14:tracePt t="143742" x="4114800" y="3824288"/>
          <p14:tracePt t="143747" x="4094163" y="3816350"/>
          <p14:tracePt t="143759" x="4086225" y="3816350"/>
          <p14:tracePt t="143763" x="4065588" y="3810000"/>
          <p14:tracePt t="143775" x="4030663" y="3795713"/>
          <p14:tracePt t="143779" x="4008438" y="3787775"/>
          <p14:tracePt t="143792" x="3965575" y="3767138"/>
          <p14:tracePt t="143795" x="3944938" y="3759200"/>
          <p14:tracePt t="143803" x="3916363" y="3759200"/>
          <p14:tracePt t="143811" x="3879850" y="3738563"/>
          <p14:tracePt t="143825" x="3851275" y="3724275"/>
          <p14:tracePt t="143827" x="3822700" y="3709988"/>
          <p14:tracePt t="143834" x="3794125" y="3695700"/>
          <p14:tracePt t="143843" x="3779838" y="3695700"/>
          <p14:tracePt t="143859" x="3751263" y="3681413"/>
          <p14:tracePt t="143867" x="3736975" y="3673475"/>
          <p14:tracePt t="143876" x="3722688" y="3659188"/>
          <p14:tracePt t="143892" x="3702050" y="3644900"/>
          <p14:tracePt t="143899" x="3694113" y="3644900"/>
          <p14:tracePt t="143909" x="3679825" y="3630613"/>
          <p14:tracePt t="143925" x="3665538" y="3624263"/>
          <p14:tracePt t="143931" x="3665538" y="3616325"/>
          <p14:tracePt t="143943" x="3659188" y="3609975"/>
          <p14:tracePt t="143947" x="3636963" y="3602038"/>
          <p14:tracePt t="143959" x="3630613" y="3587750"/>
          <p14:tracePt t="143963" x="3622675" y="3581400"/>
          <p14:tracePt t="143975" x="3622675" y="3567113"/>
          <p14:tracePt t="143979" x="3616325" y="3552825"/>
          <p14:tracePt t="143987" x="3608388" y="3530600"/>
          <p14:tracePt t="143995" x="3602038" y="3524250"/>
          <p14:tracePt t="144009" x="3602038" y="3502025"/>
          <p14:tracePt t="144011" x="3587750" y="3473450"/>
          <p14:tracePt t="144019" x="3579813" y="3444875"/>
          <p14:tracePt t="144027" x="3573463" y="3417888"/>
          <p14:tracePt t="144043" x="3552825" y="3346450"/>
          <p14:tracePt t="144051" x="3552825" y="3303588"/>
          <p14:tracePt t="144059" x="3544888" y="3252788"/>
          <p14:tracePt t="144075" x="3538538" y="3181350"/>
          <p14:tracePt t="144092" x="3524250" y="3103563"/>
          <p14:tracePt t="144099" x="3524250" y="3067050"/>
          <p14:tracePt t="144109" x="3524250" y="3017838"/>
          <p14:tracePt t="144114" x="3524250" y="2981325"/>
          <p14:tracePt t="144125" x="3524250" y="2952750"/>
          <p14:tracePt t="144131" x="3516313" y="2909888"/>
          <p14:tracePt t="144142" x="3516313" y="2860675"/>
          <p14:tracePt t="144147" x="3516313" y="2832100"/>
          <p14:tracePt t="144155" x="3516313" y="2803525"/>
          <p14:tracePt t="144163" x="3516313" y="2768600"/>
          <p14:tracePt t="144176" x="3516313" y="2725738"/>
          <p14:tracePt t="144179" x="3516313" y="2689225"/>
          <p14:tracePt t="144187" x="3516313" y="2668588"/>
          <p14:tracePt t="144195" x="3516313" y="2632075"/>
          <p14:tracePt t="144209" x="3516313" y="2582863"/>
          <p14:tracePt t="144211" x="3516313" y="2554288"/>
          <p14:tracePt t="144219" x="3524250" y="2503488"/>
          <p14:tracePt t="144227" x="3524250" y="2460625"/>
          <p14:tracePt t="144249" x="3538538" y="2382838"/>
          <p14:tracePt t="144259" x="3544888" y="2311400"/>
          <p14:tracePt t="144275" x="3565525" y="2247900"/>
          <p14:tracePt t="144283" x="3579813" y="2211388"/>
          <p14:tracePt t="144292" x="3587750" y="2182813"/>
          <p14:tracePt t="144299" x="3602038" y="2154238"/>
          <p14:tracePt t="144309" x="3602038" y="2125663"/>
          <p14:tracePt t="144315" x="3616325" y="2097088"/>
          <p14:tracePt t="144325" x="3630613" y="2082800"/>
          <p14:tracePt t="144331" x="3644900" y="2054225"/>
          <p14:tracePt t="144342" x="3659188" y="2019300"/>
          <p14:tracePt t="144347" x="3687763" y="1997075"/>
          <p14:tracePt t="144359" x="3702050" y="1976438"/>
          <p14:tracePt t="144363" x="3722688" y="1954213"/>
          <p14:tracePt t="144375" x="3736975" y="1925638"/>
          <p14:tracePt t="144379" x="3765550" y="1905000"/>
          <p14:tracePt t="144392" x="3787775" y="1890713"/>
          <p14:tracePt t="144395" x="3802063" y="1876425"/>
          <p14:tracePt t="144409" x="3830638" y="1862138"/>
          <p14:tracePt t="144411" x="3844925" y="1854200"/>
          <p14:tracePt t="144426" x="3859213" y="1847850"/>
          <p14:tracePt t="144426" x="3879850" y="1833563"/>
          <p14:tracePt t="144442" x="3908425" y="1825625"/>
          <p14:tracePt t="144443" x="3937000" y="1811338"/>
          <p14:tracePt t="144459" x="4022725" y="1776413"/>
          <p14:tracePt t="144476" x="4114800" y="1747838"/>
          <p14:tracePt t="144498" x="4165600" y="1733550"/>
          <p14:tracePt t="144498" x="4200525" y="1725613"/>
          <p14:tracePt t="144509" x="4214813" y="1719263"/>
          <p14:tracePt t="144515" x="4237038" y="1712913"/>
          <p14:tracePt t="144525" x="4251325" y="1712913"/>
          <p14:tracePt t="144531" x="4265613" y="1704975"/>
          <p14:tracePt t="144542" x="4294188" y="1698625"/>
          <p14:tracePt t="144547" x="4329113" y="1684338"/>
          <p14:tracePt t="144559" x="4357688" y="1684338"/>
          <p14:tracePt t="144563" x="4386263" y="1676400"/>
          <p14:tracePt t="144576" x="4414838" y="1655763"/>
          <p14:tracePt t="144579" x="4443413" y="1655763"/>
          <p14:tracePt t="144592" x="4479925" y="1647825"/>
          <p14:tracePt t="144595" x="4508500" y="1633538"/>
          <p14:tracePt t="144609" x="4522788" y="1633538"/>
          <p14:tracePt t="144611" x="4537075" y="1627188"/>
          <p14:tracePt t="144626" x="4572000" y="1619250"/>
          <p14:tracePt t="144627" x="4600575" y="1612900"/>
          <p14:tracePt t="144643" x="4692650" y="1598613"/>
          <p14:tracePt t="144659" x="4786313" y="1584325"/>
          <p14:tracePt t="144676" x="4886325" y="1562100"/>
          <p14:tracePt t="144693" x="4964113" y="1547813"/>
          <p14:tracePt t="144699" x="5000625" y="1547813"/>
          <p14:tracePt t="144709" x="5035550" y="1533525"/>
          <p14:tracePt t="144715" x="5072063" y="1527175"/>
          <p14:tracePt t="144725" x="5106988" y="1527175"/>
          <p14:tracePt t="144731" x="5149850" y="1527175"/>
          <p14:tracePt t="144742" x="5170488" y="1527175"/>
          <p14:tracePt t="144747" x="5213350" y="1527175"/>
          <p14:tracePt t="144759" x="5227638" y="1527175"/>
          <p14:tracePt t="144763" x="5256213" y="1527175"/>
          <p14:tracePt t="144776" x="5284788" y="1527175"/>
          <p14:tracePt t="144779" x="5307013" y="1527175"/>
          <p14:tracePt t="144792" x="5335588" y="1527175"/>
          <p14:tracePt t="144795" x="5356225" y="1527175"/>
          <p14:tracePt t="144809" x="5378450" y="1527175"/>
          <p14:tracePt t="144810" x="5392738" y="1527175"/>
          <p14:tracePt t="144826" x="5413375" y="1527175"/>
          <p14:tracePt t="144827" x="5421313" y="1527175"/>
          <p14:tracePt t="144843" x="5470525" y="1527175"/>
          <p14:tracePt t="144859" x="5527675" y="1541463"/>
          <p14:tracePt t="144877" x="5591175" y="1555750"/>
          <p14:tracePt t="144892" x="5634038" y="1570038"/>
          <p14:tracePt t="144899" x="5670550" y="1590675"/>
          <p14:tracePt t="144909" x="5699125" y="1598613"/>
          <p14:tracePt t="144915" x="5727700" y="1598613"/>
          <p14:tracePt t="144925" x="5770563" y="1619250"/>
          <p14:tracePt t="144931" x="5813425" y="1641475"/>
          <p14:tracePt t="144942" x="5856288" y="1662113"/>
          <p14:tracePt t="144947" x="5927725" y="1690688"/>
          <p14:tracePt t="144958" x="5962650" y="1712913"/>
          <p14:tracePt t="144963" x="6019800" y="1733550"/>
          <p14:tracePt t="144971" x="6048375" y="1739900"/>
          <p14:tracePt t="144979" x="6084888" y="1762125"/>
          <p14:tracePt t="144992" x="6111875" y="1776413"/>
          <p14:tracePt t="144995" x="6148388" y="1797050"/>
          <p14:tracePt t="145003" x="6169025" y="1811338"/>
          <p14:tracePt t="145011" x="6197600" y="1833563"/>
          <p14:tracePt t="145026" x="6234113" y="1862138"/>
          <p14:tracePt t="145026" x="6254750" y="1876425"/>
          <p14:tracePt t="145035" x="6283325" y="1905000"/>
          <p14:tracePt t="145043" x="6305550" y="1933575"/>
          <p14:tracePt t="145059" x="6354763" y="1976438"/>
          <p14:tracePt t="145076" x="6397625" y="2025650"/>
          <p14:tracePt t="145092" x="6426200" y="2082800"/>
          <p14:tracePt t="145099" x="6448425" y="2111375"/>
          <p14:tracePt t="145109" x="6462713" y="2147888"/>
          <p14:tracePt t="145115" x="6483350" y="2190750"/>
          <p14:tracePt t="145126" x="6497638" y="2233613"/>
          <p14:tracePt t="145131" x="6505575" y="2254250"/>
          <p14:tracePt t="145139" x="6519863" y="2282825"/>
          <p14:tracePt t="145147" x="6540500" y="2325688"/>
          <p14:tracePt t="145159" x="6548438" y="2346325"/>
          <p14:tracePt t="145163" x="6562725" y="2382838"/>
          <p14:tracePt t="145171" x="6569075" y="2403475"/>
          <p14:tracePt t="145179" x="6583363" y="2439988"/>
          <p14:tracePt t="145193" x="6604000" y="2482850"/>
          <p14:tracePt t="145195" x="6611938" y="2511425"/>
          <p14:tracePt t="145203" x="6626225" y="2560638"/>
          <p14:tracePt t="145211" x="6654800" y="2625725"/>
          <p14:tracePt t="145226" x="6661150" y="2660650"/>
          <p14:tracePt t="145226" x="6683375" y="2732088"/>
          <p14:tracePt t="145244" x="6697663" y="2803525"/>
          <p14:tracePt t="145259" x="6711950" y="2889250"/>
          <p14:tracePt t="145276" x="6726238" y="2960688"/>
          <p14:tracePt t="145292" x="6726238" y="3017838"/>
          <p14:tracePt t="145299" x="6726238" y="3060700"/>
          <p14:tracePt t="145309" x="6726238" y="3089275"/>
          <p14:tracePt t="145315" x="6726238" y="3117850"/>
          <p14:tracePt t="145325" x="6726238" y="3146425"/>
          <p14:tracePt t="145331" x="6726238" y="3175000"/>
          <p14:tracePt t="145342" x="6726238" y="3203575"/>
          <p14:tracePt t="145347" x="6711950" y="3238500"/>
          <p14:tracePt t="145359" x="6697663" y="3275013"/>
          <p14:tracePt t="145363" x="6683375" y="3303588"/>
          <p14:tracePt t="145375" x="6669088" y="3338513"/>
          <p14:tracePt t="145379" x="6646863" y="3375025"/>
          <p14:tracePt t="145392" x="6626225" y="3403600"/>
          <p14:tracePt t="145395" x="6611938" y="3430588"/>
          <p14:tracePt t="145409" x="6591300" y="3459163"/>
          <p14:tracePt t="145411" x="6554788" y="3495675"/>
          <p14:tracePt t="145426" x="6526213" y="3524250"/>
          <p14:tracePt t="145427" x="6505575" y="3552825"/>
          <p14:tracePt t="145442" x="6477000" y="3573463"/>
          <p14:tracePt t="145443" x="6448425" y="3602038"/>
          <p14:tracePt t="145459" x="6376988" y="3659188"/>
          <p14:tracePt t="145476" x="6319838" y="3702050"/>
          <p14:tracePt t="145483" x="6297613" y="3716338"/>
          <p14:tracePt t="145493" x="6262688" y="3738563"/>
          <p14:tracePt t="145499" x="6240463" y="3759200"/>
          <p14:tracePt t="145509" x="6211888" y="3781425"/>
          <p14:tracePt t="145515" x="6191250" y="3802063"/>
          <p14:tracePt t="145526" x="6154738" y="3830638"/>
          <p14:tracePt t="145531" x="6111875" y="3859213"/>
          <p14:tracePt t="145542" x="6070600" y="3887788"/>
          <p14:tracePt t="145547" x="6034088" y="3916363"/>
          <p14:tracePt t="145559" x="5991225" y="3944938"/>
          <p14:tracePt t="145563" x="5956300" y="3973513"/>
          <p14:tracePt t="145576" x="5905500" y="4002088"/>
          <p14:tracePt t="145579" x="5870575" y="4030663"/>
          <p14:tracePt t="145592" x="5827713" y="4065588"/>
          <p14:tracePt t="145595" x="5791200" y="4102100"/>
          <p14:tracePt t="145609" x="5770563" y="4116388"/>
          <p14:tracePt t="145611" x="5741988" y="4144963"/>
          <p14:tracePt t="145626" x="5705475" y="4173538"/>
          <p14:tracePt t="145627" x="5662613" y="4202113"/>
          <p14:tracePt t="145643" x="5613400" y="4237038"/>
          <p14:tracePt t="145665" x="5556250" y="4259263"/>
          <p14:tracePt t="145676" x="5527675" y="4273550"/>
          <p14:tracePt t="145692" x="5492750" y="4294188"/>
          <p14:tracePt t="145699" x="5478463" y="4302125"/>
          <p14:tracePt t="145709" x="5456238" y="4302125"/>
          <p14:tracePt t="145715" x="5441950" y="4302125"/>
          <p14:tracePt t="145726" x="5413375" y="4316413"/>
          <p14:tracePt t="145731" x="5392738" y="4322763"/>
          <p14:tracePt t="145743" x="5370513" y="4330700"/>
          <p14:tracePt t="145747" x="5335588" y="4330700"/>
          <p14:tracePt t="145759" x="5321300" y="4330700"/>
          <p14:tracePt t="145763" x="5292725" y="4330700"/>
          <p14:tracePt t="145777" x="5264150" y="4344988"/>
          <p14:tracePt t="145779" x="5235575" y="4344988"/>
          <p14:tracePt t="145793" x="5199063" y="4351338"/>
          <p14:tracePt t="145795" x="5164138" y="4351338"/>
          <p14:tracePt t="145809" x="5106988" y="4351338"/>
          <p14:tracePt t="145810" x="5057775" y="4351338"/>
          <p14:tracePt t="145826" x="5000625" y="4351338"/>
          <p14:tracePt t="145826" x="4943475" y="4351338"/>
          <p14:tracePt t="145843" x="4821238" y="4351338"/>
          <p14:tracePt t="145859" x="4700588" y="4337050"/>
          <p14:tracePt t="145876" x="4551363" y="4265613"/>
          <p14:tracePt t="145883" x="4500563" y="4251325"/>
          <p14:tracePt t="145892" x="4422775" y="4216400"/>
          <p14:tracePt t="145899" x="4394200" y="4194175"/>
          <p14:tracePt t="145909" x="4337050" y="4165600"/>
          <p14:tracePt t="145915" x="4294188" y="4151313"/>
          <p14:tracePt t="145926" x="4251325" y="4108450"/>
          <p14:tracePt t="145931" x="4208463" y="4065588"/>
          <p14:tracePt t="145942" x="4165600" y="4022725"/>
          <p14:tracePt t="145947" x="4108450" y="3959225"/>
          <p14:tracePt t="145955" x="4065588" y="3895725"/>
          <p14:tracePt t="145963" x="4016375" y="3773488"/>
          <p14:tracePt t="145976" x="3951288" y="3616325"/>
          <p14:tracePt t="145979" x="3908425" y="3444875"/>
          <p14:tracePt t="145987" x="3865563" y="3267075"/>
          <p14:tracePt t="145995" x="3859213" y="3124200"/>
          <p14:tracePt t="146009" x="3851275" y="3003550"/>
          <p14:tracePt t="146011" x="3851275" y="2909888"/>
          <p14:tracePt t="146018" x="3851275" y="2832100"/>
          <p14:tracePt t="146026" x="3865563" y="2768600"/>
          <p14:tracePt t="146043" x="3922713" y="2640013"/>
          <p14:tracePt t="146059" x="3994150" y="2511425"/>
          <p14:tracePt t="146076" x="4059238" y="2389188"/>
          <p14:tracePt t="146092" x="4094163" y="2311400"/>
          <p14:tracePt t="146099" x="4122738" y="2262188"/>
          <p14:tracePt t="146107" x="4129088" y="2239963"/>
          <p14:tracePt t="146115" x="4129088" y="2225675"/>
          <p14:tracePt t="146126" x="4129088" y="2205038"/>
          <p14:tracePt t="146131" x="4137025" y="2205038"/>
          <p14:tracePt t="146139" x="4137025" y="2197100"/>
          <p14:tracePt t="146147" x="4143375" y="2190750"/>
          <p14:tracePt t="146171" x="4143375" y="2182813"/>
          <p14:tracePt t="146211" x="4143375" y="2176463"/>
          <p14:tracePt t="146459" x="4165600" y="2154238"/>
          <p14:tracePt t="146468" x="4214813" y="2105025"/>
          <p14:tracePt t="146477" x="4286250" y="2076450"/>
          <p14:tracePt t="146492" x="4508500" y="2039938"/>
          <p14:tracePt t="146499" x="4700588" y="2039938"/>
          <p14:tracePt t="146509" x="5014913" y="2039938"/>
          <p14:tracePt t="146515" x="5349875" y="2076450"/>
          <p14:tracePt t="146526" x="5691188" y="2125663"/>
          <p14:tracePt t="146531" x="6062663" y="2182813"/>
          <p14:tracePt t="146543" x="6419850" y="2211388"/>
          <p14:tracePt t="146547" x="6754813" y="2239963"/>
          <p14:tracePt t="146560" x="6989763" y="2239963"/>
          <p14:tracePt t="146563" x="7124700" y="2239963"/>
          <p14:tracePt t="146571" x="7189788" y="2239963"/>
          <p14:tracePt t="146579" x="7204075" y="2233613"/>
          <p14:tracePt t="146593" x="7210425" y="2233613"/>
          <p14:tracePt t="146603" x="7210425" y="2211388"/>
          <p14:tracePt t="146611" x="7181850" y="2176463"/>
          <p14:tracePt t="146626" x="7118350" y="2133600"/>
          <p14:tracePt t="146627" x="7026275" y="2062163"/>
          <p14:tracePt t="146635" x="6897688" y="1962150"/>
          <p14:tracePt t="146643" x="6797675" y="1882775"/>
          <p14:tracePt t="146659" x="6562725" y="1704975"/>
          <p14:tracePt t="146676" x="6148388" y="1419225"/>
          <p14:tracePt t="146683" x="5976938" y="1333500"/>
          <p14:tracePt t="146692" x="5719763" y="1198563"/>
          <p14:tracePt t="146699" x="5535613" y="1120775"/>
          <p14:tracePt t="146709" x="5341938" y="1063625"/>
          <p14:tracePt t="146715" x="5178425" y="1041400"/>
          <p14:tracePt t="146726" x="5049838" y="1035050"/>
          <p14:tracePt t="146731" x="4949825" y="1035050"/>
          <p14:tracePt t="146742" x="4835525" y="1035050"/>
          <p14:tracePt t="146747" x="4714875" y="1035050"/>
          <p14:tracePt t="146759" x="4572000" y="1077913"/>
          <p14:tracePt t="146763" x="4394200" y="1141413"/>
          <p14:tracePt t="146777" x="4229100" y="1219200"/>
          <p14:tracePt t="146779" x="4059238" y="1312863"/>
          <p14:tracePt t="146793" x="3930650" y="1390650"/>
          <p14:tracePt t="146795" x="3794125" y="1462088"/>
          <p14:tracePt t="146809" x="3702050" y="1527175"/>
          <p14:tracePt t="146810" x="3608388" y="1576388"/>
          <p14:tracePt t="146826" x="3530600" y="1633538"/>
          <p14:tracePt t="146826" x="3459163" y="1690688"/>
          <p14:tracePt t="146843" x="3373438" y="1768475"/>
          <p14:tracePt t="146860" x="3352800" y="1839913"/>
          <p14:tracePt t="146877" x="3330575" y="1968500"/>
          <p14:tracePt t="146883" x="3330575" y="2025650"/>
          <p14:tracePt t="146892" x="3330575" y="2090738"/>
          <p14:tracePt t="146910" x="3330575" y="2190750"/>
          <p14:tracePt t="146915" x="3330575" y="2219325"/>
          <p14:tracePt t="146926" x="3359150" y="2262188"/>
          <p14:tracePt t="146931" x="3395663" y="2289175"/>
          <p14:tracePt t="146942" x="3438525" y="2325688"/>
          <p14:tracePt t="146947" x="3487738" y="2346325"/>
          <p14:tracePt t="146959" x="3552825" y="2389188"/>
          <p14:tracePt t="146962" x="3616325" y="2425700"/>
          <p14:tracePt t="146976" x="3665538" y="2454275"/>
          <p14:tracePt t="146979" x="3716338" y="2489200"/>
          <p14:tracePt t="146992" x="3794125" y="2525713"/>
          <p14:tracePt t="146995" x="3844925" y="2525713"/>
          <p14:tracePt t="147003" x="3922713" y="2560638"/>
          <p14:tracePt t="147011" x="4002088" y="2568575"/>
          <p14:tracePt t="147026" x="4094163" y="2574925"/>
          <p14:tracePt t="147027" x="4194175" y="2589213"/>
          <p14:tracePt t="147035" x="4314825" y="2611438"/>
          <p14:tracePt t="147043" x="4437063" y="2617788"/>
          <p14:tracePt t="147059" x="4686300" y="2617788"/>
          <p14:tracePt t="147067" x="4829175" y="2617788"/>
          <p14:tracePt t="147075" x="4964113" y="2617788"/>
          <p14:tracePt t="147092" x="5192713" y="2582863"/>
          <p14:tracePt t="147098" x="5278438" y="2546350"/>
          <p14:tracePt t="147109" x="5356225" y="2525713"/>
          <p14:tracePt t="147115" x="5427663" y="2489200"/>
          <p14:tracePt t="147126" x="5478463" y="2446338"/>
          <p14:tracePt t="147131" x="5527675" y="2411413"/>
          <p14:tracePt t="147143" x="5556250" y="2360613"/>
          <p14:tracePt t="147146" x="5591175" y="2289175"/>
          <p14:tracePt t="147159" x="5599113" y="2254250"/>
          <p14:tracePt t="147163" x="5613400" y="2211388"/>
          <p14:tracePt t="147171" x="5613400" y="2162175"/>
          <p14:tracePt t="147179" x="5613400" y="2147888"/>
          <p14:tracePt t="147193" x="5613400" y="2119313"/>
          <p14:tracePt t="147195" x="5605463" y="2076450"/>
          <p14:tracePt t="147203" x="5584825" y="2054225"/>
          <p14:tracePt t="147211" x="5556250" y="2019300"/>
          <p14:tracePt t="147226" x="5513388" y="1990725"/>
          <p14:tracePt t="147226" x="5449888" y="1976438"/>
          <p14:tracePt t="147234" x="5384800" y="1947863"/>
          <p14:tracePt t="147243" x="5321300" y="1933575"/>
          <p14:tracePt t="147259" x="5264150" y="1919288"/>
          <p14:tracePt t="147276" x="5256213" y="1919288"/>
          <p14:tracePt t="147347" x="5270500" y="1925638"/>
          <p14:tracePt t="147357" x="5307013" y="1954213"/>
          <p14:tracePt t="147367" x="5378450" y="1990725"/>
          <p14:tracePt t="147377" x="5456238" y="2033588"/>
          <p14:tracePt t="147379" x="5499100" y="2076450"/>
          <p14:tracePt t="147400" x="5641975" y="2211388"/>
          <p14:tracePt t="147411" x="5776913" y="2425700"/>
          <p14:tracePt t="147427" x="5848350" y="2689225"/>
          <p14:tracePt t="147443" x="5884863" y="2946400"/>
          <p14:tracePt t="147459" x="5899150" y="3152775"/>
          <p14:tracePt t="147476" x="5942013" y="3338513"/>
          <p14:tracePt t="147492" x="5962650" y="3481388"/>
          <p14:tracePt t="147499" x="5970588" y="3552825"/>
          <p14:tracePt t="147509" x="5976938" y="3595688"/>
          <p14:tracePt t="147515" x="6005513" y="3667125"/>
          <p14:tracePt t="147526" x="6019800" y="3738563"/>
          <p14:tracePt t="147531" x="6042025" y="3781425"/>
          <p14:tracePt t="147542" x="6056313" y="3830638"/>
          <p14:tracePt t="147547" x="6062663" y="3852863"/>
          <p14:tracePt t="147559" x="6076950" y="3873500"/>
          <p14:tracePt t="147563" x="6091238" y="3902075"/>
          <p14:tracePt t="147576" x="6105525" y="3916363"/>
          <p14:tracePt t="147579" x="6111875" y="3930650"/>
          <p14:tracePt t="147593" x="6134100" y="3944938"/>
          <p14:tracePt t="147595" x="6154738" y="3959225"/>
          <p14:tracePt t="147609" x="6169025" y="3973513"/>
          <p14:tracePt t="147611" x="6197600" y="3987800"/>
          <p14:tracePt t="147626" x="6234113" y="4016375"/>
          <p14:tracePt t="147627" x="6269038" y="4037013"/>
          <p14:tracePt t="147643" x="6326188" y="4079875"/>
          <p14:tracePt t="147659" x="6383338" y="4102100"/>
          <p14:tracePt t="147676" x="6426200" y="4130675"/>
          <p14:tracePt t="147692" x="6462713" y="4137025"/>
          <p14:tracePt t="147699" x="6483350" y="4144963"/>
          <p14:tracePt t="147709" x="6497638" y="4144963"/>
          <p14:tracePt t="147715" x="6511925" y="4144963"/>
          <p14:tracePt t="147726" x="6534150" y="4144963"/>
          <p14:tracePt t="147731" x="6562725" y="4144963"/>
          <p14:tracePt t="147743" x="6583363" y="4144963"/>
          <p14:tracePt t="147747" x="6597650" y="4144963"/>
          <p14:tracePt t="147759" x="6618288" y="4137025"/>
          <p14:tracePt t="147763" x="6626225" y="4137025"/>
          <p14:tracePt t="147776" x="6640513" y="4122738"/>
          <p14:tracePt t="147779" x="6646863" y="4122738"/>
          <p14:tracePt t="147795" x="6646863" y="4116388"/>
          <p14:tracePt t="147811" x="6646863" y="4102100"/>
          <p14:tracePt t="147826" x="6646863" y="4094163"/>
          <p14:tracePt t="147843" x="6646863" y="4073525"/>
          <p14:tracePt t="147859" x="6640513" y="4065588"/>
          <p14:tracePt t="147876" x="6626225" y="4051300"/>
          <p14:tracePt t="147883" x="6618288" y="4044950"/>
          <p14:tracePt t="147893" x="6611938" y="4044950"/>
          <p14:tracePt t="147899" x="6604000" y="4044950"/>
          <p14:tracePt t="147909" x="6591300" y="4037013"/>
          <p14:tracePt t="147915" x="6583363" y="4030663"/>
          <p14:tracePt t="147926" x="6569075" y="4030663"/>
          <p14:tracePt t="147931" x="6554788" y="4022725"/>
          <p14:tracePt t="147944" x="6540500" y="4022725"/>
          <p14:tracePt t="147947" x="6526213" y="4022725"/>
          <p14:tracePt t="147959" x="6519863" y="4022725"/>
          <p14:tracePt t="147963" x="6505575" y="4022725"/>
          <p14:tracePt t="147971" x="6491288" y="4022725"/>
          <p14:tracePt t="147979" x="6483350" y="4022725"/>
          <p14:tracePt t="147993" x="6477000" y="4022725"/>
          <p14:tracePt t="148003" x="6469063" y="4022725"/>
          <p14:tracePt t="148011" x="6454775" y="4022725"/>
          <p14:tracePt t="148026" x="6448425" y="4022725"/>
          <p14:tracePt t="148026" x="6434138" y="4022725"/>
          <p14:tracePt t="148035" x="6426200" y="4022725"/>
          <p14:tracePt t="148043" x="6411913" y="4022725"/>
          <p14:tracePt t="148059" x="6391275" y="4022725"/>
          <p14:tracePt t="148076" x="6362700" y="4030663"/>
          <p14:tracePt t="148092" x="6326188" y="4037013"/>
          <p14:tracePt t="148099" x="6305550" y="4059238"/>
          <p14:tracePt t="148109" x="6291263" y="4065588"/>
          <p14:tracePt t="148115" x="6276975" y="4065588"/>
          <p14:tracePt t="148126" x="6269038" y="4079875"/>
          <p14:tracePt t="148131" x="6262688" y="4079875"/>
          <p14:tracePt t="148139" x="6254750" y="4087813"/>
          <p14:tracePt t="148147" x="6248400" y="4094163"/>
          <p14:tracePt t="148179" x="6240463" y="4094163"/>
          <p14:tracePt t="148193" x="6240463" y="4102100"/>
          <p14:tracePt t="148195" x="6234113" y="4102100"/>
          <p14:tracePt t="148427" x="6234113" y="4094163"/>
          <p14:tracePt t="148437" x="6248400" y="4079875"/>
          <p14:tracePt t="148447" x="6262688" y="4059238"/>
          <p14:tracePt t="148460" x="6262688" y="3981450"/>
          <p14:tracePt t="148476" x="6262688" y="3867150"/>
          <p14:tracePt t="148494" x="6169025" y="3681413"/>
          <p14:tracePt t="148500" x="6105525" y="3538538"/>
          <p14:tracePt t="148509" x="5976938" y="3360738"/>
          <p14:tracePt t="148515" x="5842000" y="3167063"/>
          <p14:tracePt t="148526" x="5676900" y="2967038"/>
          <p14:tracePt t="148530" x="5541963" y="2754313"/>
          <p14:tracePt t="148543" x="5456238" y="2589213"/>
          <p14:tracePt t="148547" x="5378450" y="2439988"/>
          <p14:tracePt t="148559" x="5341938" y="2354263"/>
          <p14:tracePt t="148563" x="5299075" y="2247900"/>
          <p14:tracePt t="148576" x="5256213" y="2147888"/>
          <p14:tracePt t="148579" x="5213350" y="2062163"/>
          <p14:tracePt t="148593" x="5178425" y="1997075"/>
          <p14:tracePt t="148594" x="5149850" y="1962150"/>
          <p14:tracePt t="148609" x="5121275" y="1911350"/>
          <p14:tracePt t="148610" x="5099050" y="1882775"/>
          <p14:tracePt t="148627" x="5084763" y="1862138"/>
          <p14:tracePt t="148643" x="5078413" y="1862138"/>
          <p14:tracePt t="148747" x="5078413" y="1854200"/>
          <p14:tracePt t="148763" x="5099050" y="1847850"/>
          <p14:tracePt t="148773" x="5135563" y="1839913"/>
          <p14:tracePt t="148783" x="5164138" y="1825625"/>
          <p14:tracePt t="148793" x="5199063" y="1797050"/>
          <p14:tracePt t="148795" x="5241925" y="1768475"/>
          <p14:tracePt t="148809" x="5264150" y="1733550"/>
          <p14:tracePt t="148811" x="5278438" y="1698625"/>
          <p14:tracePt t="148826" x="5284788" y="1655763"/>
          <p14:tracePt t="148827" x="5284788" y="1627188"/>
          <p14:tracePt t="148843" x="5284788" y="1576388"/>
          <p14:tracePt t="148859" x="5221288" y="1533525"/>
          <p14:tracePt t="148877" x="5099050" y="1527175"/>
          <p14:tracePt t="148893" x="4949825" y="1527175"/>
          <p14:tracePt t="148899" x="4864100" y="1527175"/>
          <p14:tracePt t="148909" x="4743450" y="1547813"/>
          <p14:tracePt t="148915" x="4664075" y="1570038"/>
          <p14:tracePt t="148926" x="4578350" y="1590675"/>
          <p14:tracePt t="148931" x="4500563" y="1598613"/>
          <p14:tracePt t="148943" x="4429125" y="1627188"/>
          <p14:tracePt t="148947" x="4365625" y="1633538"/>
          <p14:tracePt t="148960" x="4314825" y="1641475"/>
          <p14:tracePt t="148963" x="4251325" y="1647825"/>
          <p14:tracePt t="148971" x="4186238" y="1662113"/>
          <p14:tracePt t="148979" x="4137025" y="1670050"/>
          <p14:tracePt t="148993" x="4108450" y="1676400"/>
          <p14:tracePt t="148995" x="4065588" y="1698625"/>
          <p14:tracePt t="149003" x="4044950" y="1704975"/>
          <p14:tracePt t="149011" x="4008438" y="1739900"/>
          <p14:tracePt t="149027" x="3930650" y="1833563"/>
          <p14:tracePt t="149035" x="3887788" y="1882775"/>
          <p14:tracePt t="149042" x="3859213" y="1925638"/>
          <p14:tracePt t="149060" x="3816350" y="2047875"/>
          <p14:tracePt t="149076" x="3794125" y="2168525"/>
          <p14:tracePt t="149092" x="3794125" y="2325688"/>
          <p14:tracePt t="149099" x="3794125" y="2389188"/>
          <p14:tracePt t="149110" x="3822700" y="2468563"/>
          <p14:tracePt t="149115" x="3887788" y="2554288"/>
          <p14:tracePt t="149126" x="3973513" y="2640013"/>
          <p14:tracePt t="149131" x="4086225" y="2732088"/>
          <p14:tracePt t="149139" x="4222750" y="2811463"/>
          <p14:tracePt t="149147" x="4422775" y="2881313"/>
          <p14:tracePt t="149160" x="4649788" y="2932113"/>
          <p14:tracePt t="149163" x="4849813" y="2952750"/>
          <p14:tracePt t="149171" x="5113338" y="2974975"/>
          <p14:tracePt t="149179" x="5307013" y="2974975"/>
          <p14:tracePt t="149193" x="5541963" y="2974975"/>
          <p14:tracePt t="149195" x="5784850" y="2924175"/>
          <p14:tracePt t="149202" x="6027738" y="2895600"/>
          <p14:tracePt t="149211" x="6276975" y="2840038"/>
          <p14:tracePt t="149226" x="6483350" y="2740025"/>
          <p14:tracePt t="149227" x="6646863" y="2660650"/>
          <p14:tracePt t="149243" x="6769100" y="2511425"/>
          <p14:tracePt t="149259" x="6818313" y="2317750"/>
          <p14:tracePt t="149276" x="6783388" y="2097088"/>
          <p14:tracePt t="149292" x="6675438" y="1954213"/>
          <p14:tracePt t="149299" x="6626225" y="1919288"/>
          <p14:tracePt t="149309" x="6577013" y="1905000"/>
          <p14:tracePt t="149315" x="6562725" y="1905000"/>
          <p14:tracePt t="149326" x="6548438" y="1905000"/>
          <p14:tracePt t="149331" x="6540500" y="1905000"/>
          <p14:tracePt t="149355" x="6534150" y="1905000"/>
          <p14:tracePt t="149370" x="6534150" y="1933575"/>
          <p14:tracePt t="149381" x="6548438" y="1982788"/>
          <p14:tracePt t="149393" x="6591300" y="2033588"/>
          <p14:tracePt t="149395" x="6640513" y="2090738"/>
          <p14:tracePt t="149409" x="6704013" y="2162175"/>
          <p14:tracePt t="149410" x="6769100" y="2239963"/>
          <p14:tracePt t="149426" x="6869113" y="2368550"/>
          <p14:tracePt t="149426" x="6983413" y="2503488"/>
          <p14:tracePt t="149444" x="7181850" y="2832100"/>
          <p14:tracePt t="149459" x="7289800" y="3132138"/>
          <p14:tracePt t="149476" x="7324725" y="3324225"/>
          <p14:tracePt t="149483" x="7332663" y="3417888"/>
          <p14:tracePt t="149493" x="7339013" y="3502025"/>
          <p14:tracePt t="149499" x="7361238" y="3602038"/>
          <p14:tracePt t="149509" x="7367588" y="3687763"/>
          <p14:tracePt t="149515" x="7375525" y="3752850"/>
          <p14:tracePt t="149526" x="7381875" y="3830638"/>
          <p14:tracePt t="149531" x="7404100" y="3887788"/>
          <p14:tracePt t="149543" x="7424738" y="3952875"/>
          <p14:tracePt t="149547" x="7446963" y="3981450"/>
          <p14:tracePt t="149561" x="7475538" y="4016375"/>
          <p14:tracePt t="149563" x="7504113" y="4051300"/>
          <p14:tracePt t="149576" x="7510463" y="4059238"/>
          <p14:tracePt t="149578" x="7518400" y="4073525"/>
          <p14:tracePt t="149593" x="7524750" y="4102100"/>
          <p14:tracePt t="149595" x="7546975" y="4116388"/>
          <p14:tracePt t="149610" x="7561263" y="4130675"/>
          <p14:tracePt t="149611" x="7567613" y="4144963"/>
          <p14:tracePt t="149627" x="7604125" y="4173538"/>
          <p14:tracePt t="149643" x="7639050" y="4187825"/>
          <p14:tracePt t="149660" x="7688263" y="4194175"/>
          <p14:tracePt t="149676" x="7724775" y="4194175"/>
          <p14:tracePt t="149693" x="7745413" y="4194175"/>
          <p14:tracePt t="149699" x="7767638" y="4187825"/>
          <p14:tracePt t="149709" x="7773988" y="4179888"/>
          <p14:tracePt t="149726" x="7788275" y="4165600"/>
          <p14:tracePt t="149731" x="7796213" y="4159250"/>
          <p14:tracePt t="149743" x="7802563" y="4151313"/>
          <p14:tracePt t="149747" x="7802563" y="4144963"/>
          <p14:tracePt t="149759" x="7802563" y="4130675"/>
          <p14:tracePt t="149763" x="7788275" y="4108450"/>
          <p14:tracePt t="149779" x="7767638" y="4094163"/>
          <p14:tracePt t="149793" x="7745413" y="4094163"/>
          <p14:tracePt t="149795" x="7696200" y="4079875"/>
          <p14:tracePt t="149809" x="7667625" y="4079875"/>
          <p14:tracePt t="149810" x="7618413" y="4079875"/>
          <p14:tracePt t="149827" x="7504113" y="4079875"/>
          <p14:tracePt t="149843" x="7361238" y="4079875"/>
          <p14:tracePt t="149859" x="7224713" y="4079875"/>
          <p14:tracePt t="149876" x="7124700" y="4079875"/>
          <p14:tracePt t="149882" x="7054850" y="4087813"/>
          <p14:tracePt t="149894" x="7018338" y="4108450"/>
          <p14:tracePt t="149911" x="6954838" y="4165600"/>
          <p14:tracePt t="149915" x="6932613" y="4208463"/>
          <p14:tracePt t="149926" x="6911975" y="4237038"/>
          <p14:tracePt t="149931" x="6897688" y="4265613"/>
          <p14:tracePt t="149943" x="6889750" y="4294188"/>
          <p14:tracePt t="149947" x="6889750" y="4322763"/>
          <p14:tracePt t="149959" x="6889750" y="4351338"/>
          <p14:tracePt t="149963" x="6883400" y="4379913"/>
          <p14:tracePt t="149971" x="6883400" y="4402138"/>
          <p14:tracePt t="149979" x="6883400" y="4430713"/>
          <p14:tracePt t="149993" x="6883400" y="4445000"/>
          <p14:tracePt t="149994" x="6883400" y="4465638"/>
          <p14:tracePt t="150003" x="6889750" y="4502150"/>
          <p14:tracePt t="150011" x="6911975" y="4530725"/>
          <p14:tracePt t="150027" x="6954838" y="4594225"/>
          <p14:tracePt t="150034" x="6975475" y="4608513"/>
          <p14:tracePt t="150043" x="6989763" y="4622800"/>
          <p14:tracePt t="150060" x="7054850" y="4665663"/>
          <p14:tracePt t="150076" x="7138988" y="4700588"/>
          <p14:tracePt t="150094" x="7224713" y="4729163"/>
          <p14:tracePt t="150099" x="7253288" y="4737100"/>
          <p14:tracePt t="150110" x="7289800" y="4737100"/>
          <p14:tracePt t="150115" x="7339013" y="4737100"/>
          <p14:tracePt t="150127" x="7367588" y="4737100"/>
          <p14:tracePt t="150131" x="7424738" y="4737100"/>
          <p14:tracePt t="150139" x="7475538" y="4729163"/>
          <p14:tracePt t="150147" x="7518400" y="4708525"/>
          <p14:tracePt t="150166" x="7610475" y="4657725"/>
          <p14:tracePt t="150171" x="7639050" y="4629150"/>
          <p14:tracePt t="150179" x="7667625" y="4586288"/>
          <p14:tracePt t="150193" x="7702550" y="4516438"/>
          <p14:tracePt t="150195" x="7739063" y="4459288"/>
          <p14:tracePt t="150203" x="7753350" y="4379913"/>
          <p14:tracePt t="150211" x="7759700" y="4308475"/>
          <p14:tracePt t="150227" x="7759700" y="4208463"/>
          <p14:tracePt t="150243" x="7745413" y="4165600"/>
          <p14:tracePt t="150260" x="7724775" y="4151313"/>
          <p14:tracePt t="150276" x="7702550" y="4151313"/>
          <p14:tracePt t="150293" x="7688263" y="4151313"/>
          <p14:tracePt t="150771" x="7681913" y="4151313"/>
          <p14:tracePt t="150781" x="7667625" y="4151313"/>
          <p14:tracePt t="150792" x="7653338" y="4151313"/>
          <p14:tracePt t="150803" x="7581900" y="4151313"/>
          <p14:tracePt t="150813" x="7518400" y="4159250"/>
          <p14:tracePt t="150827" x="7410450" y="4165600"/>
          <p14:tracePt t="150843" x="7318375" y="4187825"/>
          <p14:tracePt t="150859" x="7246938" y="4194175"/>
          <p14:tracePt t="150867" x="7224713" y="4194175"/>
          <p14:tracePt t="150875" x="7189788" y="4202113"/>
          <p14:tracePt t="150883" x="7181850" y="4216400"/>
          <p14:tracePt t="150893" x="7161213" y="4216400"/>
          <p14:tracePt t="150899" x="7146925" y="4222750"/>
          <p14:tracePt t="150907" x="7138988" y="4222750"/>
          <p14:tracePt t="150926" x="7132638" y="4230688"/>
          <p14:tracePt t="150987" x="7118350" y="4237038"/>
          <p14:tracePt t="151019" x="7112000" y="4244975"/>
          <p14:tracePt t="151043" x="7112000" y="4259263"/>
          <p14:tracePt t="151059" x="7112000" y="4273550"/>
          <p14:tracePt t="151069" x="7112000" y="4279900"/>
          <p14:tracePt t="151080" x="7112000" y="4287838"/>
          <p14:tracePt t="151093" x="7112000" y="4308475"/>
          <p14:tracePt t="151110" x="7112000" y="4316413"/>
          <p14:tracePt t="151115" x="7112000" y="4322763"/>
          <p14:tracePt t="151147" x="7112000" y="4330700"/>
          <p14:tracePt t="151163" x="7112000" y="4337050"/>
          <p14:tracePt t="151179" x="7118350" y="4337050"/>
          <p14:tracePt t="151195" x="7124700" y="4337050"/>
          <p14:tracePt t="151403" x="7132638" y="4344988"/>
          <p14:tracePt t="151427" x="7132638" y="4351338"/>
          <p14:tracePt t="151438" x="7132638" y="4359275"/>
          <p14:tracePt t="151447" x="7118350" y="4373563"/>
          <p14:tracePt t="151460" x="7104063" y="4408488"/>
          <p14:tracePt t="151476" x="7097713" y="4451350"/>
          <p14:tracePt t="151483" x="7097713" y="4459288"/>
          <p14:tracePt t="151493" x="7097713" y="4479925"/>
          <p14:tracePt t="151499" x="7097713" y="4494213"/>
          <p14:tracePt t="151510" x="7097713" y="4508500"/>
          <p14:tracePt t="151515" x="7097713" y="4522788"/>
          <p14:tracePt t="151526" x="7097713" y="4530725"/>
          <p14:tracePt t="151531" x="7097713" y="4537075"/>
          <p14:tracePt t="151543" x="7097713" y="4551363"/>
          <p14:tracePt t="151546" x="7097713" y="4559300"/>
          <p14:tracePt t="151560" x="7097713" y="4572000"/>
          <p14:tracePt t="151563" x="7097713" y="4579938"/>
          <p14:tracePt t="151576" x="7097713" y="4594225"/>
          <p14:tracePt t="151578" x="7112000" y="4600575"/>
          <p14:tracePt t="151593" x="7112000" y="4608513"/>
          <p14:tracePt t="151595" x="7112000" y="4622800"/>
          <p14:tracePt t="151610" x="7118350" y="4637088"/>
          <p14:tracePt t="151610" x="7124700" y="4637088"/>
          <p14:tracePt t="151627" x="7124700" y="4651375"/>
          <p14:tracePt t="151643" x="7132638" y="4665663"/>
          <p14:tracePt t="151660" x="7132638" y="4679950"/>
          <p14:tracePt t="151677" x="7132638" y="4686300"/>
          <p14:tracePt t="151683" x="7146925" y="4694238"/>
          <p14:tracePt t="151694" x="7146925" y="4700588"/>
          <p14:tracePt t="151715" x="7161213" y="4708525"/>
          <p14:tracePt t="151731" x="7167563" y="4708525"/>
          <p14:tracePt t="151743" x="7175500" y="4708525"/>
          <p14:tracePt t="151747" x="7189788" y="4708525"/>
          <p14:tracePt t="151759" x="7196138" y="4708525"/>
          <p14:tracePt t="151763" x="7218363" y="4708525"/>
          <p14:tracePt t="151776" x="7239000" y="4708525"/>
          <p14:tracePt t="151779" x="7253288" y="4708525"/>
          <p14:tracePt t="151793" x="7275513" y="4700588"/>
          <p14:tracePt t="151795" x="7289800" y="4686300"/>
          <p14:tracePt t="151809" x="7296150" y="4679950"/>
          <p14:tracePt t="151811" x="7304088" y="4679950"/>
          <p14:tracePt t="151827" x="7324725" y="4665663"/>
          <p14:tracePt t="151843" x="7339013" y="4651375"/>
          <p14:tracePt t="151859" x="7353300" y="4637088"/>
          <p14:tracePt t="151876" x="7367588" y="4608513"/>
          <p14:tracePt t="151882" x="7375525" y="4594225"/>
          <p14:tracePt t="151894" x="7375525" y="4579938"/>
          <p14:tracePt t="151910" x="7381875" y="4559300"/>
          <p14:tracePt t="151914" x="7389813" y="4545013"/>
          <p14:tracePt t="151926" x="7396163" y="4537075"/>
          <p14:tracePt t="151930" x="7396163" y="4522788"/>
          <p14:tracePt t="151943" x="7396163" y="4516438"/>
          <p14:tracePt t="151947" x="7396163" y="4508500"/>
          <p14:tracePt t="151963" x="7396163" y="4502150"/>
          <p14:tracePt t="151971" x="7396163" y="4487863"/>
          <p14:tracePt t="151993" x="7396163" y="4473575"/>
          <p14:tracePt t="151995" x="7396163" y="4465638"/>
          <p14:tracePt t="152003" x="7396163" y="4451350"/>
          <p14:tracePt t="152011" x="7396163" y="4437063"/>
          <p14:tracePt t="152027" x="7389813" y="4416425"/>
          <p14:tracePt t="152035" x="7381875" y="4402138"/>
          <p14:tracePt t="152043" x="7381875" y="4394200"/>
          <p14:tracePt t="152060" x="7375525" y="4387850"/>
          <p14:tracePt t="152076" x="7367588" y="4379913"/>
          <p14:tracePt t="152093" x="7361238" y="4373563"/>
          <p14:tracePt t="152110" x="7353300" y="4365625"/>
          <p14:tracePt t="152115" x="7339013" y="4351338"/>
          <p14:tracePt t="152123" x="7332663" y="4351338"/>
          <p14:tracePt t="152131" x="7324725" y="4337050"/>
          <p14:tracePt t="152143" x="7310438" y="4337050"/>
          <p14:tracePt t="152147" x="7296150" y="4322763"/>
          <p14:tracePt t="152155" x="7289800" y="4322763"/>
          <p14:tracePt t="152163" x="7281863" y="4322763"/>
          <p14:tracePt t="152177" x="7275513" y="4316413"/>
          <p14:tracePt t="152195" x="7267575" y="4308475"/>
          <p14:tracePt t="152211" x="7261225" y="4308475"/>
          <p14:tracePt t="152228" x="7246938" y="4294188"/>
          <p14:tracePt t="152243" x="7232650" y="4294188"/>
          <p14:tracePt t="152260" x="7204075" y="4279900"/>
          <p14:tracePt t="152277" x="7181850" y="4279900"/>
          <p14:tracePt t="152293" x="7161213" y="4279900"/>
          <p14:tracePt t="152299" x="7153275" y="4279900"/>
          <p14:tracePt t="152310" x="7138988" y="4279900"/>
          <p14:tracePt t="152315" x="7132638" y="4279900"/>
          <p14:tracePt t="152326" x="7118350" y="4279900"/>
          <p14:tracePt t="152331" x="7112000" y="4279900"/>
          <p14:tracePt t="152343" x="7083425" y="4279900"/>
          <p14:tracePt t="152347" x="7061200" y="4279900"/>
          <p14:tracePt t="152360" x="7040563" y="4279900"/>
          <p14:tracePt t="152363" x="7004050" y="4279900"/>
          <p14:tracePt t="152376" x="6983413" y="4279900"/>
          <p14:tracePt t="152379" x="6969125" y="4279900"/>
          <p14:tracePt t="152393" x="6946900" y="4279900"/>
          <p14:tracePt t="152394" x="6918325" y="4279900"/>
          <p14:tracePt t="152410" x="6904038" y="4287838"/>
          <p14:tracePt t="152411" x="6889750" y="4287838"/>
          <p14:tracePt t="152427" x="6861175" y="4302125"/>
          <p14:tracePt t="152443" x="6840538" y="4316413"/>
          <p14:tracePt t="152460" x="6826250" y="4330700"/>
          <p14:tracePt t="152476" x="6804025" y="4359275"/>
          <p14:tracePt t="152493" x="6797675" y="4365625"/>
          <p14:tracePt t="152499" x="6789738" y="4373563"/>
          <p14:tracePt t="152509" x="6789738" y="4379913"/>
          <p14:tracePt t="152515" x="6789738" y="4402138"/>
          <p14:tracePt t="152531" x="6783388" y="4408488"/>
          <p14:tracePt t="152544" x="6783388" y="4416425"/>
          <p14:tracePt t="152547" x="6783388" y="4422775"/>
          <p14:tracePt t="152560" x="6783388" y="4430713"/>
          <p14:tracePt t="152563" x="6775450" y="4437063"/>
          <p14:tracePt t="152576" x="6769100" y="4445000"/>
          <p14:tracePt t="152627" x="6769100" y="4451350"/>
          <p14:tracePt t="152675" x="6761163" y="4451350"/>
          <p14:tracePt t="152685" x="6761163" y="4459288"/>
          <p14:tracePt t="152695" x="6761163" y="4465638"/>
          <p14:tracePt t="152699" x="6754813" y="4465638"/>
          <p14:tracePt t="152715" x="6754813" y="4473575"/>
          <p14:tracePt t="152731" x="6746875" y="4473575"/>
          <p14:tracePt t="152755" x="6746875" y="4479925"/>
          <p14:tracePt t="152771" x="6746875" y="4487863"/>
          <p14:tracePt t="152782" x="6740525" y="4494213"/>
          <p14:tracePt t="152793" x="6740525" y="4502150"/>
          <p14:tracePt t="152809" x="6732588" y="4516438"/>
          <p14:tracePt t="152826" x="6732588" y="4522788"/>
          <p14:tracePt t="152843" x="6732588" y="4537075"/>
          <p14:tracePt t="152860" x="6732588" y="4545013"/>
          <p14:tracePt t="152876" x="6732588" y="4565650"/>
          <p14:tracePt t="152907" x="6732588" y="4572000"/>
          <p14:tracePt t="153115" x="6732588" y="4579938"/>
          <p14:tracePt t="158219" x="6740525" y="4586288"/>
          <p14:tracePt t="158229" x="6746875" y="4594225"/>
          <p14:tracePt t="158240" x="6754813" y="4594225"/>
          <p14:tracePt t="158251" x="6783388" y="4594225"/>
          <p14:tracePt t="158475" x="6775450" y="4594225"/>
          <p14:tracePt t="158486" x="6769100" y="4586288"/>
          <p14:tracePt t="158496" x="6746875" y="4572000"/>
          <p14:tracePt t="158499" x="6732588" y="4565650"/>
          <p14:tracePt t="158510" x="6718300" y="4565650"/>
          <p14:tracePt t="158515" x="6697663" y="4559300"/>
          <p14:tracePt t="158534" x="6669088" y="4551363"/>
          <p14:tracePt t="158544" x="6654800" y="4551363"/>
          <p14:tracePt t="158547" x="6640513" y="4545013"/>
          <p14:tracePt t="158563" x="6626225" y="4545013"/>
          <p14:tracePt t="158577" x="6618288" y="4545013"/>
          <p14:tracePt t="158579" x="6611938" y="4545013"/>
          <p14:tracePt t="158587" x="6597650" y="4545013"/>
          <p14:tracePt t="158595" x="6583363" y="4537075"/>
          <p14:tracePt t="158610" x="6577013" y="4537075"/>
          <p14:tracePt t="158611" x="6562725" y="4530725"/>
          <p14:tracePt t="158627" x="6519863" y="4530725"/>
          <p14:tracePt t="158643" x="6491288" y="4530725"/>
          <p14:tracePt t="158661" x="6454775" y="4508500"/>
          <p14:tracePt t="158677" x="6426200" y="4508500"/>
          <p14:tracePt t="158683" x="6419850" y="4502150"/>
          <p14:tracePt t="158694" x="6411913" y="4502150"/>
          <p14:tracePt t="158699" x="6397625" y="4502150"/>
          <p14:tracePt t="158710" x="6391275" y="4494213"/>
          <p14:tracePt t="158726" x="6376988" y="4487863"/>
          <p14:tracePt t="158743" x="6362700" y="4479925"/>
          <p14:tracePt t="158747" x="6348413" y="4473575"/>
          <p14:tracePt t="158760" x="6340475" y="4473575"/>
          <p14:tracePt t="158763" x="6326188" y="4465638"/>
          <p14:tracePt t="158779" x="6319838" y="4459288"/>
          <p14:tracePt t="158795" x="6305550" y="4459288"/>
          <p14:tracePt t="158947" x="6297613" y="4451350"/>
          <p14:tracePt t="159347" x="6291263" y="4451350"/>
          <p14:tracePt t="159371" x="6291263" y="4445000"/>
          <p14:tracePt t="159381" x="6283325" y="4445000"/>
          <p14:tracePt t="159391" x="6276975" y="4445000"/>
          <p14:tracePt t="159403" x="6262688" y="4437063"/>
          <p14:tracePt t="159413" x="6254750" y="4430713"/>
          <p14:tracePt t="159427" x="6234113" y="4422775"/>
          <p14:tracePt t="159443" x="6205538" y="4416425"/>
          <p14:tracePt t="159451" x="6191250" y="4416425"/>
          <p14:tracePt t="159477" x="6169025" y="4416425"/>
          <p14:tracePt t="159491" x="6162675" y="4416425"/>
          <p14:tracePt t="159499" x="6148388" y="4416425"/>
          <p14:tracePt t="159510" x="6140450" y="4408488"/>
          <p14:tracePt t="159555" x="6134100" y="4408488"/>
          <p14:tracePt t="159565" x="6134100" y="4402138"/>
          <p14:tracePt t="159576" x="6126163" y="4402138"/>
          <p14:tracePt t="159578" x="6126163" y="4394200"/>
          <p14:tracePt t="159667" x="6119813" y="4394200"/>
          <p14:tracePt t="159677" x="6111875" y="4394200"/>
          <p14:tracePt t="159691" x="6105525" y="4394200"/>
          <p14:tracePt t="159701" x="6097588" y="4387850"/>
          <p14:tracePt t="159723" x="6084888" y="4379913"/>
          <p14:tracePt t="159739" x="6076950" y="4379913"/>
          <p14:tracePt t="159749" x="6070600" y="4379913"/>
          <p14:tracePt t="159760" x="6062663" y="4373563"/>
          <p14:tracePt t="159777" x="6048375" y="4373563"/>
          <p14:tracePt t="159779" x="6034088" y="4365625"/>
          <p14:tracePt t="159793" x="6027738" y="4365625"/>
          <p14:tracePt t="159795" x="6013450" y="4365625"/>
          <p14:tracePt t="159810" x="5999163" y="4365625"/>
          <p14:tracePt t="159811" x="5984875" y="4365625"/>
          <p14:tracePt t="159827" x="5970588" y="4351338"/>
          <p14:tracePt t="159843" x="5962650" y="4351338"/>
          <p14:tracePt t="159860" x="5956300" y="4351338"/>
          <p14:tracePt t="159891" x="5948363" y="4351338"/>
          <p14:tracePt t="159901" x="5942013" y="4351338"/>
          <p14:tracePt t="159912" x="5934075" y="4351338"/>
          <p14:tracePt t="159933" x="5919788" y="4351338"/>
          <p14:tracePt t="159944" x="5913438" y="4351338"/>
          <p14:tracePt t="159954" x="5899150" y="4359275"/>
          <p14:tracePt t="159978" x="5891213" y="4359275"/>
          <p14:tracePt t="160067" x="5876925" y="4359275"/>
          <p14:tracePt t="160077" x="5876925" y="4365625"/>
          <p14:tracePt t="160275" x="5876925" y="4351338"/>
          <p14:tracePt t="160286" x="5862638" y="4351338"/>
          <p14:tracePt t="160296" x="5856288" y="4351338"/>
          <p14:tracePt t="160299" x="5848350" y="4351338"/>
          <p14:tracePt t="160310" x="5827713" y="4344988"/>
          <p14:tracePt t="160314" x="5819775" y="4344988"/>
          <p14:tracePt t="160344" x="5805488" y="4344988"/>
          <p14:tracePt t="160347" x="5799138" y="4344988"/>
          <p14:tracePt t="160360" x="5791200" y="4344988"/>
          <p14:tracePt t="160363" x="5784850" y="4344988"/>
          <p14:tracePt t="160377" x="5776913" y="4344988"/>
          <p14:tracePt t="160379" x="5770563" y="4344988"/>
          <p14:tracePt t="160419" x="5762625" y="4344988"/>
          <p14:tracePt t="160475" x="5756275" y="4344988"/>
          <p14:tracePt t="160523" x="5748338" y="4344988"/>
          <p14:tracePt t="160555" x="5741988" y="4344988"/>
          <p14:tracePt t="160587" x="5734050" y="4344988"/>
          <p14:tracePt t="160603" x="5719763" y="4344988"/>
          <p14:tracePt t="160619" x="5713413" y="4344988"/>
          <p14:tracePt t="160629" x="5699125" y="4344988"/>
          <p14:tracePt t="160641" x="5691188" y="4344988"/>
          <p14:tracePt t="160651" x="5676900" y="4344988"/>
          <p14:tracePt t="160667" x="5670550" y="4344988"/>
          <p14:tracePt t="160683" x="5656263" y="4344988"/>
          <p14:tracePt t="160707" x="5648325" y="4344988"/>
          <p14:tracePt t="160739" x="5634038" y="4344988"/>
          <p14:tracePt t="161067" x="5627688" y="4344988"/>
          <p14:tracePt t="161078" x="5613400" y="4344988"/>
          <p14:tracePt t="161091" x="5605463" y="4344988"/>
          <p14:tracePt t="161115" x="5591175" y="4344988"/>
          <p14:tracePt t="161251" x="5584825" y="4344988"/>
          <p14:tracePt t="161299" x="5578475" y="4344988"/>
          <p14:tracePt t="161310" x="5570538" y="4344988"/>
          <p14:tracePt t="161323" x="5564188" y="4344988"/>
          <p14:tracePt t="164251" x="5556250" y="4344988"/>
          <p14:tracePt t="164267" x="5549900" y="4344988"/>
          <p14:tracePt t="164278" x="5541963" y="4344988"/>
          <p14:tracePt t="164289" x="5541963" y="4337050"/>
          <p14:tracePt t="164300" x="5535613" y="4330700"/>
          <p14:tracePt t="164312" x="5527675" y="4316413"/>
          <p14:tracePt t="164327" x="5513388" y="4302125"/>
          <p14:tracePt t="164344" x="5513388" y="4294188"/>
          <p14:tracePt t="164363" x="5513388" y="4287838"/>
          <p14:tracePt t="164371" x="5507038" y="4279900"/>
          <p14:tracePt t="165523" x="5499100" y="4279900"/>
          <p14:tracePt t="165534" x="5484813" y="4287838"/>
          <p14:tracePt t="165545" x="5470525" y="4287838"/>
          <p14:tracePt t="165547" x="5435600" y="4302125"/>
          <p14:tracePt t="165560" x="5413375" y="4308475"/>
          <p14:tracePt t="165563" x="5384800" y="4316413"/>
          <p14:tracePt t="165577" x="5327650" y="4316413"/>
          <p14:tracePt t="165579" x="5270500" y="4322763"/>
          <p14:tracePt t="165594" x="5207000" y="4337050"/>
          <p14:tracePt t="165595" x="5156200" y="4344988"/>
          <p14:tracePt t="165611" x="5072063" y="4359275"/>
          <p14:tracePt t="165619" x="5043488" y="4359275"/>
          <p14:tracePt t="165627" x="5006975" y="4365625"/>
          <p14:tracePt t="165644" x="4978400" y="4365625"/>
          <p14:tracePt t="165659" x="4964113" y="4373563"/>
          <p14:tracePt t="165677" x="4935538" y="4379913"/>
          <p14:tracePt t="165683" x="4929188" y="4379913"/>
          <p14:tracePt t="165691" x="4900613" y="4379913"/>
          <p14:tracePt t="165699" x="4849813" y="4387850"/>
          <p14:tracePt t="165710" x="4792663" y="4387850"/>
          <p14:tracePt t="165715" x="4714875" y="4387850"/>
          <p14:tracePt t="165727" x="4621213" y="4387850"/>
          <p14:tracePt t="165731" x="4537075" y="4387850"/>
          <p14:tracePt t="165743" x="4422775" y="4387850"/>
          <p14:tracePt t="165747" x="4329113" y="4387850"/>
          <p14:tracePt t="165760" x="4222750" y="4387850"/>
          <p14:tracePt t="165763" x="4137025" y="4387850"/>
          <p14:tracePt t="165777" x="4022725" y="4387850"/>
          <p14:tracePt t="165779" x="3908425" y="4387850"/>
          <p14:tracePt t="165793" x="3765550" y="4387850"/>
          <p14:tracePt t="165794" x="3665538" y="4387850"/>
          <p14:tracePt t="165810" x="3552825" y="4387850"/>
          <p14:tracePt t="165811" x="3459163" y="4387850"/>
          <p14:tracePt t="165827" x="3209925" y="4387850"/>
          <p14:tracePt t="165843" x="2974975" y="4387850"/>
          <p14:tracePt t="165860" x="2752725" y="4387850"/>
          <p14:tracePt t="165877" x="2540000" y="4387850"/>
          <p14:tracePt t="165882" x="2439988" y="4387850"/>
          <p14:tracePt t="165893" x="2389188" y="4387850"/>
          <p14:tracePt t="165911" x="2232025" y="4387850"/>
          <p14:tracePt t="165915" x="2146300" y="4387850"/>
          <p14:tracePt t="165927" x="2068513" y="4387850"/>
          <p14:tracePt t="165931" x="1990725" y="4387850"/>
          <p14:tracePt t="165943" x="1919288" y="4387850"/>
          <p14:tracePt t="165947" x="1839913" y="4387850"/>
          <p14:tracePt t="165960" x="1782763" y="4387850"/>
          <p14:tracePt t="165963" x="1711325" y="4387850"/>
          <p14:tracePt t="165977" x="1625600" y="4387850"/>
          <p14:tracePt t="165979" x="1554163" y="4387850"/>
          <p14:tracePt t="165994" x="1470025" y="4387850"/>
          <p14:tracePt t="165995" x="1404938" y="4387850"/>
          <p14:tracePt t="166003" x="1333500" y="4373563"/>
          <p14:tracePt t="166011" x="1262063" y="4365625"/>
          <p14:tracePt t="166027" x="1112838" y="4344988"/>
          <p14:tracePt t="166035" x="1027113" y="4330700"/>
          <p14:tracePt t="166043" x="941388" y="4316413"/>
          <p14:tracePt t="166060" x="755650" y="4294188"/>
          <p14:tracePt t="166067" x="684213" y="4287838"/>
          <p14:tracePt t="166075" x="606425" y="4265613"/>
          <p14:tracePt t="166093" x="477838" y="4244975"/>
          <p14:tracePt t="166099" x="400050" y="4237038"/>
          <p14:tracePt t="166110" x="334963" y="4216400"/>
          <p14:tracePt t="166115" x="263525" y="4202113"/>
          <p14:tracePt t="166127" x="200025" y="4179888"/>
          <p14:tracePt t="166131" x="106363" y="4165600"/>
          <p14:tracePt t="166145" x="34925" y="4151313"/>
        </p14:tracePtLst>
      </p14:laserTraceLst>
    </p:ext>
  </p:extLs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4" name="Google Shape;594;p35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 </a:t>
            </a:r>
            <a:r>
              <a:rPr lang="en">
                <a:solidFill>
                  <a:schemeClr val="lt1"/>
                </a:solidFill>
              </a:rPr>
              <a:t>EXAMPLE</a:t>
            </a:r>
            <a:endParaRPr/>
          </a:p>
        </p:txBody>
      </p:sp>
      <p:sp>
        <p:nvSpPr>
          <p:cNvPr id="595" name="Google Shape;595;p35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9</a:t>
            </a:fld>
            <a:endParaRPr/>
          </a:p>
        </p:txBody>
      </p:sp>
      <p:grpSp>
        <p:nvGrpSpPr>
          <p:cNvPr id="596" name="Google Shape;596;p35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597" name="Google Shape;597;p35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598" name="Google Shape;598;p35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p36"/>
          <p:cNvSpPr/>
          <p:nvPr/>
        </p:nvSpPr>
        <p:spPr>
          <a:xfrm>
            <a:off x="6352500" y="788700"/>
            <a:ext cx="1138800" cy="361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4" name="Google Shape;604;p36"/>
          <p:cNvSpPr/>
          <p:nvPr/>
        </p:nvSpPr>
        <p:spPr>
          <a:xfrm>
            <a:off x="3429100" y="769125"/>
            <a:ext cx="1138800" cy="3617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05" name="Google Shape;605;p36"/>
          <p:cNvSpPr txBox="1"/>
          <p:nvPr/>
        </p:nvSpPr>
        <p:spPr>
          <a:xfrm>
            <a:off x="311700" y="-42100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3800" b="1">
                <a:solidFill>
                  <a:srgbClr val="666666"/>
                </a:solidFill>
                <a:latin typeface="Dosis"/>
                <a:ea typeface="Dosis"/>
                <a:cs typeface="Dosis"/>
                <a:sym typeface="Dosis"/>
              </a:rPr>
              <a:t>Data Example</a:t>
            </a:r>
            <a:endParaRPr sz="3800" b="1">
              <a:solidFill>
                <a:srgbClr val="666666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06" name="Google Shape;606;p36"/>
          <p:cNvSpPr txBox="1"/>
          <p:nvPr/>
        </p:nvSpPr>
        <p:spPr>
          <a:xfrm>
            <a:off x="8421384" y="1382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 sz="1300">
                <a:solidFill>
                  <a:srgbClr val="FFFFFF"/>
                </a:solidFill>
              </a:rPr>
              <a:t>10</a:t>
            </a:fld>
            <a:endParaRPr sz="1300">
              <a:solidFill>
                <a:srgbClr val="FFFFFF"/>
              </a:solidFill>
            </a:endParaRPr>
          </a:p>
        </p:txBody>
      </p:sp>
      <p:sp>
        <p:nvSpPr>
          <p:cNvPr id="607" name="Google Shape;607;p36"/>
          <p:cNvSpPr txBox="1"/>
          <p:nvPr/>
        </p:nvSpPr>
        <p:spPr>
          <a:xfrm>
            <a:off x="6822300" y="4802400"/>
            <a:ext cx="2321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Note: ignore the line pattern/dash</a:t>
            </a: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8" name="Google Shape;608;p36"/>
          <p:cNvSpPr/>
          <p:nvPr/>
        </p:nvSpPr>
        <p:spPr>
          <a:xfrm>
            <a:off x="3754926" y="1988502"/>
            <a:ext cx="455400" cy="4554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FFFFFF"/>
                </a:solidFill>
              </a:rPr>
              <a:t>MS-14</a:t>
            </a:r>
            <a:endParaRPr sz="800"/>
          </a:p>
        </p:txBody>
      </p:sp>
      <p:sp>
        <p:nvSpPr>
          <p:cNvPr id="609" name="Google Shape;609;p36"/>
          <p:cNvSpPr/>
          <p:nvPr/>
        </p:nvSpPr>
        <p:spPr>
          <a:xfrm>
            <a:off x="6676663" y="1223940"/>
            <a:ext cx="455400" cy="4554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LK-06</a:t>
            </a:r>
            <a:endParaRPr sz="800"/>
          </a:p>
        </p:txBody>
      </p:sp>
      <p:sp>
        <p:nvSpPr>
          <p:cNvPr id="610" name="Google Shape;610;p36"/>
          <p:cNvSpPr/>
          <p:nvPr/>
        </p:nvSpPr>
        <p:spPr>
          <a:xfrm>
            <a:off x="2294040" y="3558981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LS-29</a:t>
            </a:r>
            <a:endParaRPr sz="800" dirty="0"/>
          </a:p>
        </p:txBody>
      </p:sp>
      <p:sp>
        <p:nvSpPr>
          <p:cNvPr id="611" name="Google Shape;611;p36"/>
          <p:cNvSpPr/>
          <p:nvPr/>
        </p:nvSpPr>
        <p:spPr>
          <a:xfrm>
            <a:off x="2294040" y="1223929"/>
            <a:ext cx="455400" cy="4554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 dirty="0">
                <a:solidFill>
                  <a:srgbClr val="FFFFFF"/>
                </a:solidFill>
              </a:rPr>
              <a:t>LS-24</a:t>
            </a:r>
            <a:endParaRPr sz="800" dirty="0">
              <a:solidFill>
                <a:srgbClr val="FFFFFF"/>
              </a:solidFill>
            </a:endParaRPr>
          </a:p>
        </p:txBody>
      </p:sp>
      <p:sp>
        <p:nvSpPr>
          <p:cNvPr id="612" name="Google Shape;612;p36"/>
          <p:cNvSpPr/>
          <p:nvPr/>
        </p:nvSpPr>
        <p:spPr>
          <a:xfrm>
            <a:off x="3754926" y="2813017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MS-28</a:t>
            </a:r>
            <a:endParaRPr sz="800"/>
          </a:p>
        </p:txBody>
      </p:sp>
      <p:sp>
        <p:nvSpPr>
          <p:cNvPr id="613" name="Google Shape;613;p36"/>
          <p:cNvSpPr/>
          <p:nvPr/>
        </p:nvSpPr>
        <p:spPr>
          <a:xfrm>
            <a:off x="3754926" y="3557468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MS-30</a:t>
            </a:r>
            <a:endParaRPr sz="800"/>
          </a:p>
        </p:txBody>
      </p:sp>
      <p:sp>
        <p:nvSpPr>
          <p:cNvPr id="614" name="Google Shape;614;p36"/>
          <p:cNvSpPr/>
          <p:nvPr/>
        </p:nvSpPr>
        <p:spPr>
          <a:xfrm>
            <a:off x="5215812" y="2813019"/>
            <a:ext cx="455400" cy="4554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SP-06</a:t>
            </a:r>
            <a:endParaRPr sz="800"/>
          </a:p>
        </p:txBody>
      </p:sp>
      <p:sp>
        <p:nvSpPr>
          <p:cNvPr id="615" name="Google Shape;615;p36"/>
          <p:cNvSpPr/>
          <p:nvPr/>
        </p:nvSpPr>
        <p:spPr>
          <a:xfrm>
            <a:off x="5215812" y="3557470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SP-07</a:t>
            </a:r>
            <a:endParaRPr sz="800"/>
          </a:p>
        </p:txBody>
      </p:sp>
      <p:sp>
        <p:nvSpPr>
          <p:cNvPr id="616" name="Google Shape;616;p36"/>
          <p:cNvSpPr/>
          <p:nvPr/>
        </p:nvSpPr>
        <p:spPr>
          <a:xfrm>
            <a:off x="6676663" y="1988516"/>
            <a:ext cx="455400" cy="4554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LK-12</a:t>
            </a:r>
            <a:endParaRPr sz="800"/>
          </a:p>
        </p:txBody>
      </p:sp>
      <p:sp>
        <p:nvSpPr>
          <p:cNvPr id="617" name="Google Shape;617;p36"/>
          <p:cNvSpPr/>
          <p:nvPr/>
        </p:nvSpPr>
        <p:spPr>
          <a:xfrm>
            <a:off x="6676663" y="2805504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LK-13</a:t>
            </a:r>
            <a:endParaRPr sz="800"/>
          </a:p>
        </p:txBody>
      </p:sp>
      <p:sp>
        <p:nvSpPr>
          <p:cNvPr id="618" name="Google Shape;618;p36"/>
          <p:cNvSpPr/>
          <p:nvPr/>
        </p:nvSpPr>
        <p:spPr>
          <a:xfrm>
            <a:off x="6676688" y="3572205"/>
            <a:ext cx="455400" cy="455400"/>
          </a:xfrm>
          <a:prstGeom prst="ellipse">
            <a:avLst/>
          </a:prstGeom>
          <a:solidFill>
            <a:srgbClr val="D9D9D9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800">
                <a:solidFill>
                  <a:srgbClr val="FFFFFF"/>
                </a:solidFill>
              </a:rPr>
              <a:t>LK-14</a:t>
            </a:r>
            <a:endParaRPr sz="800"/>
          </a:p>
        </p:txBody>
      </p:sp>
      <p:sp>
        <p:nvSpPr>
          <p:cNvPr id="619" name="Google Shape;619;p36"/>
          <p:cNvSpPr txBox="1"/>
          <p:nvPr/>
        </p:nvSpPr>
        <p:spPr>
          <a:xfrm>
            <a:off x="1009936" y="1310075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A1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0" name="Google Shape;620;p36"/>
          <p:cNvSpPr txBox="1"/>
          <p:nvPr/>
        </p:nvSpPr>
        <p:spPr>
          <a:xfrm>
            <a:off x="1009936" y="1669141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A2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1" name="Google Shape;621;p36"/>
          <p:cNvSpPr txBox="1"/>
          <p:nvPr/>
        </p:nvSpPr>
        <p:spPr>
          <a:xfrm>
            <a:off x="1009936" y="2062539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B3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2" name="Google Shape;622;p36"/>
          <p:cNvSpPr txBox="1"/>
          <p:nvPr/>
        </p:nvSpPr>
        <p:spPr>
          <a:xfrm>
            <a:off x="179753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Laser Machine</a:t>
            </a:r>
            <a:endParaRPr>
              <a:solidFill>
                <a:srgbClr val="38444A"/>
              </a:solidFill>
            </a:endParaRPr>
          </a:p>
        </p:txBody>
      </p:sp>
      <p:sp>
        <p:nvSpPr>
          <p:cNvPr id="623" name="Google Shape;623;p36"/>
          <p:cNvSpPr txBox="1"/>
          <p:nvPr/>
        </p:nvSpPr>
        <p:spPr>
          <a:xfrm>
            <a:off x="20621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Station W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4" name="Google Shape;624;p36"/>
          <p:cNvSpPr txBox="1"/>
          <p:nvPr/>
        </p:nvSpPr>
        <p:spPr>
          <a:xfrm>
            <a:off x="3258428" y="939075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444A"/>
                </a:solidFill>
                <a:latin typeface="Open Sans"/>
                <a:ea typeface="Open Sans"/>
                <a:cs typeface="Open Sans"/>
                <a:sym typeface="Open Sans"/>
              </a:rPr>
              <a:t>COI Inspection</a:t>
            </a:r>
            <a:endParaRPr>
              <a:solidFill>
                <a:srgbClr val="38444A"/>
              </a:solidFill>
            </a:endParaRPr>
          </a:p>
        </p:txBody>
      </p:sp>
      <p:sp>
        <p:nvSpPr>
          <p:cNvPr id="625" name="Google Shape;625;p36"/>
          <p:cNvSpPr txBox="1"/>
          <p:nvPr/>
        </p:nvSpPr>
        <p:spPr>
          <a:xfrm>
            <a:off x="3523038" y="744763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Station X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6" name="Google Shape;626;p36"/>
          <p:cNvSpPr txBox="1"/>
          <p:nvPr/>
        </p:nvSpPr>
        <p:spPr>
          <a:xfrm>
            <a:off x="471932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0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Sputtering Machine</a:t>
            </a:r>
            <a:endParaRPr>
              <a:solidFill>
                <a:srgbClr val="38444A"/>
              </a:solidFill>
            </a:endParaRPr>
          </a:p>
        </p:txBody>
      </p:sp>
      <p:sp>
        <p:nvSpPr>
          <p:cNvPr id="627" name="Google Shape;627;p36"/>
          <p:cNvSpPr txBox="1"/>
          <p:nvPr/>
        </p:nvSpPr>
        <p:spPr>
          <a:xfrm>
            <a:off x="49839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Station Y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28" name="Google Shape;628;p36"/>
          <p:cNvSpPr txBox="1"/>
          <p:nvPr/>
        </p:nvSpPr>
        <p:spPr>
          <a:xfrm>
            <a:off x="6180228" y="939063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444A"/>
                </a:solidFill>
                <a:latin typeface="Open Sans"/>
                <a:ea typeface="Open Sans"/>
                <a:cs typeface="Open Sans"/>
                <a:sym typeface="Open Sans"/>
              </a:rPr>
              <a:t>Leakage Tester</a:t>
            </a:r>
            <a:endParaRPr>
              <a:solidFill>
                <a:srgbClr val="38444A"/>
              </a:solidFill>
            </a:endParaRPr>
          </a:p>
        </p:txBody>
      </p:sp>
      <p:sp>
        <p:nvSpPr>
          <p:cNvPr id="629" name="Google Shape;629;p36"/>
          <p:cNvSpPr txBox="1"/>
          <p:nvPr/>
        </p:nvSpPr>
        <p:spPr>
          <a:xfrm>
            <a:off x="6444838" y="744750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Station Z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30" name="Google Shape;630;p36"/>
          <p:cNvSpPr txBox="1"/>
          <p:nvPr/>
        </p:nvSpPr>
        <p:spPr>
          <a:xfrm>
            <a:off x="7676028" y="939050"/>
            <a:ext cx="14484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Finished BATCH</a:t>
            </a:r>
            <a:endParaRPr>
              <a:solidFill>
                <a:srgbClr val="38444A"/>
              </a:solidFill>
            </a:endParaRPr>
          </a:p>
        </p:txBody>
      </p:sp>
      <p:sp>
        <p:nvSpPr>
          <p:cNvPr id="631" name="Google Shape;631;p36"/>
          <p:cNvSpPr txBox="1"/>
          <p:nvPr/>
        </p:nvSpPr>
        <p:spPr>
          <a:xfrm>
            <a:off x="7940638" y="744738"/>
            <a:ext cx="9192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Result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32" name="Google Shape;632;p36"/>
          <p:cNvSpPr txBox="1"/>
          <p:nvPr/>
        </p:nvSpPr>
        <p:spPr>
          <a:xfrm>
            <a:off x="1009936" y="2508546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C4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33" name="Google Shape;633;p36"/>
          <p:cNvSpPr txBox="1"/>
          <p:nvPr/>
        </p:nvSpPr>
        <p:spPr>
          <a:xfrm>
            <a:off x="324375" y="131682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GBOM A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34" name="Google Shape;634;p36"/>
          <p:cNvCxnSpPr>
            <a:stCxn id="619" idx="3"/>
            <a:endCxn id="611" idx="2"/>
          </p:cNvCxnSpPr>
          <p:nvPr/>
        </p:nvCxnSpPr>
        <p:spPr>
          <a:xfrm>
            <a:off x="1775836" y="1451525"/>
            <a:ext cx="5181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35" name="Google Shape;635;p36"/>
          <p:cNvCxnSpPr>
            <a:stCxn id="611" idx="6"/>
            <a:endCxn id="609" idx="2"/>
          </p:cNvCxnSpPr>
          <p:nvPr/>
        </p:nvCxnSpPr>
        <p:spPr>
          <a:xfrm>
            <a:off x="2749440" y="1451629"/>
            <a:ext cx="3927300" cy="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36" name="Google Shape;636;p36"/>
          <p:cNvCxnSpPr>
            <a:stCxn id="609" idx="6"/>
            <a:endCxn id="637" idx="1"/>
          </p:cNvCxnSpPr>
          <p:nvPr/>
        </p:nvCxnSpPr>
        <p:spPr>
          <a:xfrm rot="10800000" flipH="1">
            <a:off x="7132063" y="1448040"/>
            <a:ext cx="918600" cy="3600"/>
          </a:xfrm>
          <a:prstGeom prst="straightConnector1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38" name="Google Shape;638;p36"/>
          <p:cNvSpPr/>
          <p:nvPr/>
        </p:nvSpPr>
        <p:spPr>
          <a:xfrm>
            <a:off x="8276993" y="634582"/>
            <a:ext cx="246600" cy="199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19033" y="73346"/>
                </a:moveTo>
                <a:lnTo>
                  <a:pt x="2705" y="73346"/>
                </a:lnTo>
                <a:cubicBezTo>
                  <a:pt x="1062" y="73346"/>
                  <a:pt x="0" y="74645"/>
                  <a:pt x="0" y="76653"/>
                </a:cubicBezTo>
                <a:lnTo>
                  <a:pt x="0" y="116574"/>
                </a:lnTo>
                <a:cubicBezTo>
                  <a:pt x="0" y="118582"/>
                  <a:pt x="1062" y="120000"/>
                  <a:pt x="2705" y="120000"/>
                </a:cubicBezTo>
                <a:lnTo>
                  <a:pt x="19033" y="120000"/>
                </a:lnTo>
                <a:cubicBezTo>
                  <a:pt x="20676" y="120000"/>
                  <a:pt x="21835" y="118582"/>
                  <a:pt x="21835" y="116574"/>
                </a:cubicBezTo>
                <a:lnTo>
                  <a:pt x="21835" y="76653"/>
                </a:lnTo>
                <a:cubicBezTo>
                  <a:pt x="21835" y="74645"/>
                  <a:pt x="20676" y="73346"/>
                  <a:pt x="19033" y="73346"/>
                </a:cubicBezTo>
                <a:close/>
                <a:moveTo>
                  <a:pt x="16328" y="113267"/>
                </a:moveTo>
                <a:lnTo>
                  <a:pt x="5410" y="113267"/>
                </a:lnTo>
                <a:lnTo>
                  <a:pt x="5410" y="79960"/>
                </a:lnTo>
                <a:lnTo>
                  <a:pt x="16328" y="79960"/>
                </a:lnTo>
                <a:lnTo>
                  <a:pt x="16328" y="113267"/>
                </a:lnTo>
                <a:close/>
                <a:moveTo>
                  <a:pt x="84541" y="53267"/>
                </a:moveTo>
                <a:lnTo>
                  <a:pt x="68115" y="53267"/>
                </a:lnTo>
                <a:cubicBezTo>
                  <a:pt x="66570" y="53267"/>
                  <a:pt x="65410" y="54685"/>
                  <a:pt x="65410" y="56574"/>
                </a:cubicBezTo>
                <a:lnTo>
                  <a:pt x="65410" y="116574"/>
                </a:lnTo>
                <a:cubicBezTo>
                  <a:pt x="65410" y="118582"/>
                  <a:pt x="66570" y="120000"/>
                  <a:pt x="68115" y="120000"/>
                </a:cubicBezTo>
                <a:lnTo>
                  <a:pt x="84541" y="120000"/>
                </a:lnTo>
                <a:cubicBezTo>
                  <a:pt x="86183" y="120000"/>
                  <a:pt x="87246" y="118582"/>
                  <a:pt x="87246" y="116574"/>
                </a:cubicBezTo>
                <a:lnTo>
                  <a:pt x="87246" y="56574"/>
                </a:lnTo>
                <a:cubicBezTo>
                  <a:pt x="87246" y="54685"/>
                  <a:pt x="86183" y="53267"/>
                  <a:pt x="84541" y="53267"/>
                </a:cubicBezTo>
                <a:close/>
                <a:moveTo>
                  <a:pt x="81835" y="113267"/>
                </a:moveTo>
                <a:lnTo>
                  <a:pt x="70917" y="113267"/>
                </a:lnTo>
                <a:lnTo>
                  <a:pt x="70917" y="60000"/>
                </a:lnTo>
                <a:lnTo>
                  <a:pt x="81835" y="60000"/>
                </a:lnTo>
                <a:lnTo>
                  <a:pt x="81835" y="113267"/>
                </a:lnTo>
                <a:close/>
                <a:moveTo>
                  <a:pt x="51787" y="13346"/>
                </a:moveTo>
                <a:lnTo>
                  <a:pt x="35458" y="13346"/>
                </a:lnTo>
                <a:cubicBezTo>
                  <a:pt x="33816" y="13346"/>
                  <a:pt x="32753" y="14645"/>
                  <a:pt x="32753" y="16653"/>
                </a:cubicBezTo>
                <a:lnTo>
                  <a:pt x="32753" y="116574"/>
                </a:lnTo>
                <a:cubicBezTo>
                  <a:pt x="32753" y="118582"/>
                  <a:pt x="33816" y="120000"/>
                  <a:pt x="35458" y="120000"/>
                </a:cubicBezTo>
                <a:lnTo>
                  <a:pt x="51787" y="120000"/>
                </a:lnTo>
                <a:cubicBezTo>
                  <a:pt x="53429" y="120000"/>
                  <a:pt x="54492" y="118582"/>
                  <a:pt x="54492" y="116574"/>
                </a:cubicBezTo>
                <a:lnTo>
                  <a:pt x="54492" y="16653"/>
                </a:lnTo>
                <a:cubicBezTo>
                  <a:pt x="54492" y="14645"/>
                  <a:pt x="53429" y="13346"/>
                  <a:pt x="51787" y="13346"/>
                </a:cubicBezTo>
                <a:close/>
                <a:moveTo>
                  <a:pt x="49082" y="113267"/>
                </a:moveTo>
                <a:lnTo>
                  <a:pt x="38164" y="113267"/>
                </a:lnTo>
                <a:lnTo>
                  <a:pt x="38164" y="19960"/>
                </a:lnTo>
                <a:lnTo>
                  <a:pt x="49082" y="19960"/>
                </a:lnTo>
                <a:lnTo>
                  <a:pt x="49082" y="113267"/>
                </a:lnTo>
                <a:close/>
                <a:moveTo>
                  <a:pt x="117198" y="0"/>
                </a:moveTo>
                <a:lnTo>
                  <a:pt x="100869" y="0"/>
                </a:lnTo>
                <a:cubicBezTo>
                  <a:pt x="99227" y="0"/>
                  <a:pt x="98164" y="1299"/>
                  <a:pt x="98164" y="3307"/>
                </a:cubicBezTo>
                <a:lnTo>
                  <a:pt x="98164" y="116574"/>
                </a:lnTo>
                <a:cubicBezTo>
                  <a:pt x="98164" y="118582"/>
                  <a:pt x="99227" y="120000"/>
                  <a:pt x="100869" y="120000"/>
                </a:cubicBezTo>
                <a:lnTo>
                  <a:pt x="117198" y="120000"/>
                </a:lnTo>
                <a:cubicBezTo>
                  <a:pt x="118840" y="120000"/>
                  <a:pt x="120000" y="118582"/>
                  <a:pt x="120000" y="116574"/>
                </a:cubicBezTo>
                <a:lnTo>
                  <a:pt x="120000" y="3307"/>
                </a:lnTo>
                <a:cubicBezTo>
                  <a:pt x="120000" y="1299"/>
                  <a:pt x="118840" y="0"/>
                  <a:pt x="117198" y="0"/>
                </a:cubicBezTo>
                <a:close/>
                <a:moveTo>
                  <a:pt x="114492" y="113267"/>
                </a:moveTo>
                <a:lnTo>
                  <a:pt x="103574" y="113267"/>
                </a:lnTo>
                <a:lnTo>
                  <a:pt x="103574" y="6614"/>
                </a:lnTo>
                <a:lnTo>
                  <a:pt x="114492" y="6614"/>
                </a:lnTo>
                <a:lnTo>
                  <a:pt x="114492" y="113267"/>
                </a:lnTo>
                <a:close/>
              </a:path>
            </a:pathLst>
          </a:custGeom>
          <a:solidFill>
            <a:srgbClr val="0000FF"/>
          </a:solidFill>
          <a:ln w="9525" cap="flat" cmpd="sng">
            <a:solidFill>
              <a:srgbClr val="000000">
                <a:alpha val="0"/>
              </a:srgbClr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639" name="Google Shape;639;p36"/>
          <p:cNvCxnSpPr>
            <a:stCxn id="620" idx="3"/>
            <a:endCxn id="611" idx="3"/>
          </p:cNvCxnSpPr>
          <p:nvPr/>
        </p:nvCxnSpPr>
        <p:spPr>
          <a:xfrm rot="10800000" flipH="1">
            <a:off x="1775836" y="1612591"/>
            <a:ext cx="585000" cy="198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40" name="Google Shape;640;p36"/>
          <p:cNvCxnSpPr>
            <a:stCxn id="611" idx="5"/>
            <a:endCxn id="616" idx="1"/>
          </p:cNvCxnSpPr>
          <p:nvPr/>
        </p:nvCxnSpPr>
        <p:spPr>
          <a:xfrm>
            <a:off x="2682748" y="1612638"/>
            <a:ext cx="4060500" cy="442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641" name="Google Shape;641;p36"/>
          <p:cNvCxnSpPr>
            <a:stCxn id="616" idx="7"/>
            <a:endCxn id="642" idx="1"/>
          </p:cNvCxnSpPr>
          <p:nvPr/>
        </p:nvCxnSpPr>
        <p:spPr>
          <a:xfrm rot="10800000" flipH="1">
            <a:off x="7065371" y="1807108"/>
            <a:ext cx="985200" cy="2481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643" name="Google Shape;643;p36"/>
          <p:cNvSpPr txBox="1"/>
          <p:nvPr/>
        </p:nvSpPr>
        <p:spPr>
          <a:xfrm>
            <a:off x="324375" y="2062550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GBOM B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44" name="Google Shape;644;p36"/>
          <p:cNvCxnSpPr>
            <a:stCxn id="621" idx="3"/>
            <a:endCxn id="608" idx="2"/>
          </p:cNvCxnSpPr>
          <p:nvPr/>
        </p:nvCxnSpPr>
        <p:spPr>
          <a:xfrm>
            <a:off x="1775836" y="2203989"/>
            <a:ext cx="1979100" cy="12300"/>
          </a:xfrm>
          <a:prstGeom prst="straightConnector1">
            <a:avLst/>
          </a:prstGeom>
          <a:noFill/>
          <a:ln w="19050" cap="flat" cmpd="sng">
            <a:solidFill>
              <a:srgbClr val="00CE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45" name="Google Shape;645;p36"/>
          <p:cNvCxnSpPr>
            <a:stCxn id="608" idx="6"/>
            <a:endCxn id="616" idx="2"/>
          </p:cNvCxnSpPr>
          <p:nvPr/>
        </p:nvCxnSpPr>
        <p:spPr>
          <a:xfrm>
            <a:off x="4210326" y="2216202"/>
            <a:ext cx="2466300" cy="0"/>
          </a:xfrm>
          <a:prstGeom prst="straightConnector1">
            <a:avLst/>
          </a:prstGeom>
          <a:noFill/>
          <a:ln w="19050" cap="flat" cmpd="sng">
            <a:solidFill>
              <a:srgbClr val="00CE00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46" name="Google Shape;646;p36"/>
          <p:cNvCxnSpPr>
            <a:stCxn id="616" idx="6"/>
            <a:endCxn id="647" idx="1"/>
          </p:cNvCxnSpPr>
          <p:nvPr/>
        </p:nvCxnSpPr>
        <p:spPr>
          <a:xfrm rot="10800000" flipH="1">
            <a:off x="7132063" y="2200616"/>
            <a:ext cx="918600" cy="15600"/>
          </a:xfrm>
          <a:prstGeom prst="straightConnector1">
            <a:avLst/>
          </a:prstGeom>
          <a:noFill/>
          <a:ln w="19050" cap="flat" cmpd="sng">
            <a:solidFill>
              <a:srgbClr val="00CE00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48" name="Google Shape;648;p36"/>
          <p:cNvSpPr txBox="1"/>
          <p:nvPr/>
        </p:nvSpPr>
        <p:spPr>
          <a:xfrm>
            <a:off x="324375" y="250777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GBOM C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49" name="Google Shape;649;p36"/>
          <p:cNvCxnSpPr/>
          <p:nvPr/>
        </p:nvCxnSpPr>
        <p:spPr>
          <a:xfrm>
            <a:off x="202575" y="1978400"/>
            <a:ext cx="1455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0" name="Google Shape;650;p36"/>
          <p:cNvCxnSpPr/>
          <p:nvPr/>
        </p:nvCxnSpPr>
        <p:spPr>
          <a:xfrm>
            <a:off x="202575" y="2388900"/>
            <a:ext cx="1455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1" name="Google Shape;651;p36"/>
          <p:cNvCxnSpPr>
            <a:endCxn id="608" idx="3"/>
          </p:cNvCxnSpPr>
          <p:nvPr/>
        </p:nvCxnSpPr>
        <p:spPr>
          <a:xfrm rot="10800000" flipH="1">
            <a:off x="1708718" y="2377211"/>
            <a:ext cx="2112900" cy="208800"/>
          </a:xfrm>
          <a:prstGeom prst="straightConnector1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2" name="Google Shape;652;p36"/>
          <p:cNvCxnSpPr>
            <a:stCxn id="608" idx="5"/>
            <a:endCxn id="614" idx="1"/>
          </p:cNvCxnSpPr>
          <p:nvPr/>
        </p:nvCxnSpPr>
        <p:spPr>
          <a:xfrm>
            <a:off x="4143634" y="2377211"/>
            <a:ext cx="1138800" cy="502500"/>
          </a:xfrm>
          <a:prstGeom prst="straightConnector1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3" name="Google Shape;653;p36"/>
          <p:cNvCxnSpPr>
            <a:stCxn id="614" idx="7"/>
            <a:endCxn id="616" idx="3"/>
          </p:cNvCxnSpPr>
          <p:nvPr/>
        </p:nvCxnSpPr>
        <p:spPr>
          <a:xfrm rot="10800000" flipH="1">
            <a:off x="5604520" y="2377211"/>
            <a:ext cx="1138800" cy="502500"/>
          </a:xfrm>
          <a:prstGeom prst="straightConnector1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4" name="Google Shape;654;p36"/>
          <p:cNvCxnSpPr>
            <a:stCxn id="616" idx="5"/>
            <a:endCxn id="655" idx="1"/>
          </p:cNvCxnSpPr>
          <p:nvPr/>
        </p:nvCxnSpPr>
        <p:spPr>
          <a:xfrm>
            <a:off x="7065371" y="2377224"/>
            <a:ext cx="985200" cy="269400"/>
          </a:xfrm>
          <a:prstGeom prst="straightConnector1">
            <a:avLst/>
          </a:prstGeom>
          <a:noFill/>
          <a:ln w="9525" cap="flat" cmpd="sng">
            <a:solidFill>
              <a:srgbClr val="3C78D8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56" name="Google Shape;656;p36"/>
          <p:cNvSpPr txBox="1"/>
          <p:nvPr/>
        </p:nvSpPr>
        <p:spPr>
          <a:xfrm>
            <a:off x="1009936" y="2875594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C5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57" name="Google Shape;657;p36"/>
          <p:cNvCxnSpPr>
            <a:stCxn id="656" idx="3"/>
            <a:endCxn id="612" idx="2"/>
          </p:cNvCxnSpPr>
          <p:nvPr/>
        </p:nvCxnSpPr>
        <p:spPr>
          <a:xfrm>
            <a:off x="1775836" y="3017044"/>
            <a:ext cx="1979100" cy="237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8" name="Google Shape;658;p36"/>
          <p:cNvCxnSpPr>
            <a:stCxn id="612" idx="6"/>
            <a:endCxn id="614" idx="2"/>
          </p:cNvCxnSpPr>
          <p:nvPr/>
        </p:nvCxnSpPr>
        <p:spPr>
          <a:xfrm>
            <a:off x="4210326" y="3040717"/>
            <a:ext cx="1005600" cy="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59" name="Google Shape;659;p36"/>
          <p:cNvCxnSpPr>
            <a:stCxn id="614" idx="6"/>
            <a:endCxn id="617" idx="2"/>
          </p:cNvCxnSpPr>
          <p:nvPr/>
        </p:nvCxnSpPr>
        <p:spPr>
          <a:xfrm rot="10800000" flipH="1">
            <a:off x="5671212" y="3033219"/>
            <a:ext cx="1005600" cy="7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0" name="Google Shape;660;p36"/>
          <p:cNvCxnSpPr>
            <a:stCxn id="617" idx="6"/>
            <a:endCxn id="661" idx="1"/>
          </p:cNvCxnSpPr>
          <p:nvPr/>
        </p:nvCxnSpPr>
        <p:spPr>
          <a:xfrm rot="10800000" flipH="1">
            <a:off x="7132063" y="3013704"/>
            <a:ext cx="918600" cy="19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2" name="Google Shape;662;p36"/>
          <p:cNvSpPr txBox="1"/>
          <p:nvPr/>
        </p:nvSpPr>
        <p:spPr>
          <a:xfrm>
            <a:off x="1009936" y="3242643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C6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63" name="Google Shape;663;p36"/>
          <p:cNvCxnSpPr>
            <a:stCxn id="662" idx="3"/>
            <a:endCxn id="612" idx="3"/>
          </p:cNvCxnSpPr>
          <p:nvPr/>
        </p:nvCxnSpPr>
        <p:spPr>
          <a:xfrm rot="10800000" flipH="1">
            <a:off x="1775836" y="3201693"/>
            <a:ext cx="2045700" cy="1824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4" name="Google Shape;664;p36"/>
          <p:cNvCxnSpPr>
            <a:stCxn id="612" idx="5"/>
            <a:endCxn id="615" idx="1"/>
          </p:cNvCxnSpPr>
          <p:nvPr/>
        </p:nvCxnSpPr>
        <p:spPr>
          <a:xfrm>
            <a:off x="4143634" y="3201725"/>
            <a:ext cx="1138800" cy="4224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665" name="Google Shape;665;p36"/>
          <p:cNvCxnSpPr>
            <a:stCxn id="615" idx="7"/>
            <a:endCxn id="618" idx="1"/>
          </p:cNvCxnSpPr>
          <p:nvPr/>
        </p:nvCxnSpPr>
        <p:spPr>
          <a:xfrm>
            <a:off x="5604520" y="3624162"/>
            <a:ext cx="1138800" cy="147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37" name="Google Shape;637;p36"/>
          <p:cNvSpPr txBox="1"/>
          <p:nvPr/>
        </p:nvSpPr>
        <p:spPr>
          <a:xfrm>
            <a:off x="8050579" y="1306725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A1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42" name="Google Shape;642;p36"/>
          <p:cNvSpPr txBox="1"/>
          <p:nvPr/>
        </p:nvSpPr>
        <p:spPr>
          <a:xfrm>
            <a:off x="8050579" y="1665790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A2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47" name="Google Shape;647;p36"/>
          <p:cNvSpPr txBox="1"/>
          <p:nvPr/>
        </p:nvSpPr>
        <p:spPr>
          <a:xfrm>
            <a:off x="8050579" y="2059186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B3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55" name="Google Shape;655;p36"/>
          <p:cNvSpPr txBox="1"/>
          <p:nvPr/>
        </p:nvSpPr>
        <p:spPr>
          <a:xfrm>
            <a:off x="8050579" y="2505190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latin typeface="Dosis"/>
                <a:ea typeface="Dosis"/>
                <a:cs typeface="Dosis"/>
                <a:sym typeface="Dosis"/>
              </a:rPr>
              <a:t>BATCH C4</a:t>
            </a:r>
            <a:endParaRPr sz="13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61" name="Google Shape;661;p36"/>
          <p:cNvSpPr txBox="1"/>
          <p:nvPr/>
        </p:nvSpPr>
        <p:spPr>
          <a:xfrm>
            <a:off x="8050579" y="2872237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C5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66" name="Google Shape;666;p36"/>
          <p:cNvSpPr txBox="1"/>
          <p:nvPr/>
        </p:nvSpPr>
        <p:spPr>
          <a:xfrm>
            <a:off x="8050579" y="3239285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C6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67" name="Google Shape;667;p36"/>
          <p:cNvCxnSpPr>
            <a:stCxn id="618" idx="7"/>
            <a:endCxn id="666" idx="1"/>
          </p:cNvCxnSpPr>
          <p:nvPr/>
        </p:nvCxnSpPr>
        <p:spPr>
          <a:xfrm rot="10800000" flipH="1">
            <a:off x="7065396" y="3380597"/>
            <a:ext cx="985200" cy="2583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668" name="Google Shape;668;p36"/>
          <p:cNvSpPr txBox="1"/>
          <p:nvPr/>
        </p:nvSpPr>
        <p:spPr>
          <a:xfrm>
            <a:off x="1009951" y="3645186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E7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69" name="Google Shape;669;p36"/>
          <p:cNvSpPr txBox="1"/>
          <p:nvPr/>
        </p:nvSpPr>
        <p:spPr>
          <a:xfrm>
            <a:off x="324363" y="3645188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GBOM E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70" name="Google Shape;670;p36"/>
          <p:cNvCxnSpPr/>
          <p:nvPr/>
        </p:nvCxnSpPr>
        <p:spPr>
          <a:xfrm>
            <a:off x="192988" y="3533488"/>
            <a:ext cx="1455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71" name="Google Shape;671;p36"/>
          <p:cNvCxnSpPr>
            <a:stCxn id="668" idx="3"/>
            <a:endCxn id="610" idx="2"/>
          </p:cNvCxnSpPr>
          <p:nvPr/>
        </p:nvCxnSpPr>
        <p:spPr>
          <a:xfrm>
            <a:off x="1775851" y="3786636"/>
            <a:ext cx="5181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72" name="Google Shape;672;p36"/>
          <p:cNvCxnSpPr>
            <a:stCxn id="610" idx="6"/>
            <a:endCxn id="613" idx="2"/>
          </p:cNvCxnSpPr>
          <p:nvPr/>
        </p:nvCxnSpPr>
        <p:spPr>
          <a:xfrm rot="10800000" flipH="1">
            <a:off x="2749440" y="3785181"/>
            <a:ext cx="1005600" cy="15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73" name="Google Shape;673;p36"/>
          <p:cNvCxnSpPr>
            <a:stCxn id="613" idx="6"/>
            <a:endCxn id="615" idx="2"/>
          </p:cNvCxnSpPr>
          <p:nvPr/>
        </p:nvCxnSpPr>
        <p:spPr>
          <a:xfrm>
            <a:off x="4210326" y="3785168"/>
            <a:ext cx="1005600" cy="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triangle" w="med" len="med"/>
          </a:ln>
        </p:spPr>
      </p:cxnSp>
      <p:cxnSp>
        <p:nvCxnSpPr>
          <p:cNvPr id="674" name="Google Shape;674;p36"/>
          <p:cNvCxnSpPr>
            <a:stCxn id="615" idx="6"/>
            <a:endCxn id="618" idx="2"/>
          </p:cNvCxnSpPr>
          <p:nvPr/>
        </p:nvCxnSpPr>
        <p:spPr>
          <a:xfrm>
            <a:off x="5671212" y="3785170"/>
            <a:ext cx="1005600" cy="147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75" name="Google Shape;675;p36"/>
          <p:cNvSpPr txBox="1"/>
          <p:nvPr/>
        </p:nvSpPr>
        <p:spPr>
          <a:xfrm>
            <a:off x="8050611" y="3645189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E7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76" name="Google Shape;676;p36"/>
          <p:cNvCxnSpPr>
            <a:stCxn id="618" idx="6"/>
            <a:endCxn id="675" idx="1"/>
          </p:cNvCxnSpPr>
          <p:nvPr/>
        </p:nvCxnSpPr>
        <p:spPr>
          <a:xfrm rot="10800000" flipH="1">
            <a:off x="7132088" y="3786705"/>
            <a:ext cx="918600" cy="13200"/>
          </a:xfrm>
          <a:prstGeom prst="straightConnector1">
            <a:avLst/>
          </a:prstGeom>
          <a:noFill/>
          <a:ln w="19050" cap="flat" cmpd="sng">
            <a:solidFill>
              <a:srgbClr val="D9D9D9"/>
            </a:solidFill>
            <a:prstDash val="dash"/>
            <a:round/>
            <a:headEnd type="none" w="med" len="med"/>
            <a:tailEnd type="triangle" w="med" len="med"/>
          </a:ln>
        </p:spPr>
      </p:cxnSp>
      <p:sp>
        <p:nvSpPr>
          <p:cNvPr id="677" name="Google Shape;677;p36"/>
          <p:cNvSpPr txBox="1"/>
          <p:nvPr/>
        </p:nvSpPr>
        <p:spPr>
          <a:xfrm>
            <a:off x="4557063" y="136707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A1-2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78" name="Google Shape;678;p36"/>
          <p:cNvSpPr txBox="1"/>
          <p:nvPr/>
        </p:nvSpPr>
        <p:spPr>
          <a:xfrm>
            <a:off x="1775875" y="1389338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A1-1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79" name="Google Shape;679;p36"/>
          <p:cNvSpPr txBox="1"/>
          <p:nvPr/>
        </p:nvSpPr>
        <p:spPr>
          <a:xfrm>
            <a:off x="1829550" y="1649638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A2-1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80" name="Google Shape;680;p36"/>
          <p:cNvSpPr txBox="1"/>
          <p:nvPr/>
        </p:nvSpPr>
        <p:spPr>
          <a:xfrm>
            <a:off x="4447450" y="1769563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A2-2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81" name="Google Shape;681;p36"/>
          <p:cNvSpPr txBox="1"/>
          <p:nvPr/>
        </p:nvSpPr>
        <p:spPr>
          <a:xfrm>
            <a:off x="2559975" y="2151863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B3-1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82" name="Google Shape;682;p36"/>
          <p:cNvSpPr txBox="1"/>
          <p:nvPr/>
        </p:nvSpPr>
        <p:spPr>
          <a:xfrm>
            <a:off x="5287488" y="21518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B3-2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83" name="Google Shape;683;p36"/>
          <p:cNvSpPr txBox="1"/>
          <p:nvPr/>
        </p:nvSpPr>
        <p:spPr>
          <a:xfrm>
            <a:off x="2559975" y="24475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C4-1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84" name="Google Shape;684;p36"/>
          <p:cNvSpPr txBox="1"/>
          <p:nvPr/>
        </p:nvSpPr>
        <p:spPr>
          <a:xfrm>
            <a:off x="4557075" y="25641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C4-2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85" name="Google Shape;685;p36"/>
          <p:cNvSpPr txBox="1"/>
          <p:nvPr/>
        </p:nvSpPr>
        <p:spPr>
          <a:xfrm>
            <a:off x="6017900" y="25603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38444A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C4-3</a:t>
            </a:r>
            <a:endParaRPr sz="800">
              <a:solidFill>
                <a:srgbClr val="38444A"/>
              </a:solidFill>
            </a:endParaRPr>
          </a:p>
        </p:txBody>
      </p:sp>
      <p:sp>
        <p:nvSpPr>
          <p:cNvPr id="686" name="Google Shape;686;p36"/>
          <p:cNvSpPr txBox="1"/>
          <p:nvPr/>
        </p:nvSpPr>
        <p:spPr>
          <a:xfrm>
            <a:off x="2559988" y="2968513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C5-1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87" name="Google Shape;687;p36"/>
          <p:cNvSpPr txBox="1"/>
          <p:nvPr/>
        </p:nvSpPr>
        <p:spPr>
          <a:xfrm>
            <a:off x="4557063" y="29763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C5-2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88" name="Google Shape;688;p36"/>
          <p:cNvSpPr txBox="1"/>
          <p:nvPr/>
        </p:nvSpPr>
        <p:spPr>
          <a:xfrm>
            <a:off x="6017938" y="298077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C5-3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89" name="Google Shape;689;p36"/>
          <p:cNvSpPr txBox="1"/>
          <p:nvPr/>
        </p:nvSpPr>
        <p:spPr>
          <a:xfrm>
            <a:off x="2559988" y="32355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C6-1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0" name="Google Shape;690;p36"/>
          <p:cNvSpPr txBox="1"/>
          <p:nvPr/>
        </p:nvSpPr>
        <p:spPr>
          <a:xfrm>
            <a:off x="4557025" y="33486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C6-2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1" name="Google Shape;691;p36"/>
          <p:cNvSpPr txBox="1"/>
          <p:nvPr/>
        </p:nvSpPr>
        <p:spPr>
          <a:xfrm>
            <a:off x="6017938" y="355605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C6-3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2" name="Google Shape;692;p36"/>
          <p:cNvSpPr txBox="1"/>
          <p:nvPr/>
        </p:nvSpPr>
        <p:spPr>
          <a:xfrm>
            <a:off x="1775863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E7-1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3" name="Google Shape;693;p36"/>
          <p:cNvSpPr txBox="1"/>
          <p:nvPr/>
        </p:nvSpPr>
        <p:spPr>
          <a:xfrm>
            <a:off x="3096175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E7-2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4" name="Google Shape;694;p36"/>
          <p:cNvSpPr txBox="1"/>
          <p:nvPr/>
        </p:nvSpPr>
        <p:spPr>
          <a:xfrm>
            <a:off x="4557063" y="3722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E7-3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5" name="Google Shape;695;p36"/>
          <p:cNvSpPr txBox="1"/>
          <p:nvPr/>
        </p:nvSpPr>
        <p:spPr>
          <a:xfrm>
            <a:off x="6017925" y="3713300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E7-4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696" name="Google Shape;696;p36"/>
          <p:cNvSpPr txBox="1"/>
          <p:nvPr/>
        </p:nvSpPr>
        <p:spPr>
          <a:xfrm>
            <a:off x="1009951" y="4092625"/>
            <a:ext cx="7659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F8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97" name="Google Shape;697;p36"/>
          <p:cNvSpPr txBox="1"/>
          <p:nvPr/>
        </p:nvSpPr>
        <p:spPr>
          <a:xfrm>
            <a:off x="324363" y="4092625"/>
            <a:ext cx="6273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GBOM F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698" name="Google Shape;698;p36"/>
          <p:cNvSpPr txBox="1"/>
          <p:nvPr/>
        </p:nvSpPr>
        <p:spPr>
          <a:xfrm>
            <a:off x="8050611" y="4092625"/>
            <a:ext cx="918600" cy="28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b="1">
                <a:solidFill>
                  <a:srgbClr val="D9D9D9"/>
                </a:solidFill>
                <a:latin typeface="Dosis"/>
                <a:ea typeface="Dosis"/>
                <a:cs typeface="Dosis"/>
                <a:sym typeface="Dosis"/>
              </a:rPr>
              <a:t>BATCH F8</a:t>
            </a:r>
            <a:endParaRPr sz="1300" b="1">
              <a:solidFill>
                <a:srgbClr val="D9D9D9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699" name="Google Shape;699;p36"/>
          <p:cNvCxnSpPr/>
          <p:nvPr/>
        </p:nvCxnSpPr>
        <p:spPr>
          <a:xfrm>
            <a:off x="202563" y="3960513"/>
            <a:ext cx="14553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00" name="Google Shape;700;p36"/>
          <p:cNvCxnSpPr>
            <a:stCxn id="610" idx="4"/>
            <a:endCxn id="613" idx="3"/>
          </p:cNvCxnSpPr>
          <p:nvPr/>
        </p:nvCxnSpPr>
        <p:spPr>
          <a:xfrm rot="-5400000">
            <a:off x="3137640" y="3330381"/>
            <a:ext cx="68100" cy="1299900"/>
          </a:xfrm>
          <a:prstGeom prst="bentConnector3">
            <a:avLst>
              <a:gd name="adj1" fmla="val -349670"/>
            </a:avLst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1" name="Google Shape;701;p36"/>
          <p:cNvCxnSpPr>
            <a:stCxn id="696" idx="3"/>
            <a:endCxn id="613" idx="4"/>
          </p:cNvCxnSpPr>
          <p:nvPr/>
        </p:nvCxnSpPr>
        <p:spPr>
          <a:xfrm rot="10800000" flipH="1">
            <a:off x="1775851" y="4012975"/>
            <a:ext cx="2206800" cy="221100"/>
          </a:xfrm>
          <a:prstGeom prst="bentConnector2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2" name="Google Shape;702;p36"/>
          <p:cNvCxnSpPr>
            <a:stCxn id="613" idx="3"/>
            <a:endCxn id="610" idx="5"/>
          </p:cNvCxnSpPr>
          <p:nvPr/>
        </p:nvCxnSpPr>
        <p:spPr>
          <a:xfrm flipH="1">
            <a:off x="2682818" y="3946176"/>
            <a:ext cx="1138800" cy="15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703" name="Google Shape;703;p36"/>
          <p:cNvCxnSpPr>
            <a:stCxn id="613" idx="5"/>
            <a:endCxn id="698" idx="1"/>
          </p:cNvCxnSpPr>
          <p:nvPr/>
        </p:nvCxnSpPr>
        <p:spPr>
          <a:xfrm>
            <a:off x="4143634" y="3946176"/>
            <a:ext cx="3906900" cy="288000"/>
          </a:xfrm>
          <a:prstGeom prst="straightConnector1">
            <a:avLst/>
          </a:prstGeom>
          <a:noFill/>
          <a:ln w="9525" cap="flat" cmpd="sng">
            <a:solidFill>
              <a:srgbClr val="D9D9D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04" name="Google Shape;704;p36"/>
          <p:cNvSpPr txBox="1"/>
          <p:nvPr/>
        </p:nvSpPr>
        <p:spPr>
          <a:xfrm>
            <a:off x="2391638" y="41697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F8-1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705" name="Google Shape;705;p36"/>
          <p:cNvSpPr txBox="1"/>
          <p:nvPr/>
        </p:nvSpPr>
        <p:spPr>
          <a:xfrm>
            <a:off x="3096175" y="38848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F8-2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706" name="Google Shape;706;p36"/>
          <p:cNvSpPr txBox="1"/>
          <p:nvPr/>
        </p:nvSpPr>
        <p:spPr>
          <a:xfrm>
            <a:off x="3096250" y="4047325"/>
            <a:ext cx="3120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rgbClr val="D9D9D9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F8-3</a:t>
            </a:r>
            <a:endParaRPr sz="800">
              <a:solidFill>
                <a:srgbClr val="D9D9D9"/>
              </a:solidFill>
            </a:endParaRPr>
          </a:p>
        </p:txBody>
      </p:sp>
      <p:sp>
        <p:nvSpPr>
          <p:cNvPr id="707" name="Google Shape;707;p36"/>
          <p:cNvSpPr txBox="1"/>
          <p:nvPr/>
        </p:nvSpPr>
        <p:spPr>
          <a:xfrm>
            <a:off x="2800" y="4656875"/>
            <a:ext cx="6033000" cy="50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114300" lvl="0" indent="-120650" algn="just" rtl="0">
              <a:spcBef>
                <a:spcPts val="0"/>
              </a:spcBef>
              <a:spcAft>
                <a:spcPts val="1000"/>
              </a:spcAft>
              <a:buClr>
                <a:srgbClr val="434343"/>
              </a:buClr>
              <a:buSzPts val="1000"/>
              <a:buFont typeface="Open Sans"/>
              <a:buChar char="●"/>
            </a:pPr>
            <a:r>
              <a:rPr lang="en"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For simplified case, we use BATCH A1, B3 and C4 as our example in this EM Algorithm</a:t>
            </a: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08" name="Google Shape;708;p36"/>
          <p:cNvSpPr txBox="1"/>
          <p:nvPr/>
        </p:nvSpPr>
        <p:spPr>
          <a:xfrm>
            <a:off x="0" y="265575"/>
            <a:ext cx="2321700" cy="34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Note: ignore the line pattern/dash</a:t>
            </a: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709" name="Google Shape;709;p36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10" name="Google Shape;710;p36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11" name="Google Shape;711;p36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4400">
        <p14:gallery dir="l"/>
      </p:transition>
    </mc:Choice>
    <mc:Fallback xmlns="">
      <p:transition spd="slow" advTm="24400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360" x="5192713" y="1747838"/>
          <p14:tracePt t="4367" x="5199063" y="1739900"/>
          <p14:tracePt t="4376" x="5221288" y="1725613"/>
          <p14:tracePt t="4383" x="5227638" y="1719263"/>
          <p14:tracePt t="4392" x="5241925" y="1704975"/>
          <p14:tracePt t="4401" x="5264150" y="1698625"/>
          <p14:tracePt t="4408" x="5264150" y="1690688"/>
          <p14:tracePt t="4423" x="5270500" y="1690688"/>
          <p14:tracePt t="4504" x="5278438" y="1690688"/>
          <p14:tracePt t="4520" x="5292725" y="1684338"/>
          <p14:tracePt t="4536" x="5299075" y="1684338"/>
          <p14:tracePt t="4544" x="5307013" y="1684338"/>
          <p14:tracePt t="4552" x="5313363" y="1684338"/>
          <p14:tracePt t="4560" x="5321300" y="1676400"/>
          <p14:tracePt t="4568" x="5327650" y="1676400"/>
          <p14:tracePt t="5064" x="5335588" y="1676400"/>
          <p14:tracePt t="5536" x="5341938" y="1690688"/>
          <p14:tracePt t="5552" x="5349875" y="1698625"/>
          <p14:tracePt t="5584" x="5349875" y="1704975"/>
          <p14:tracePt t="5592" x="5349875" y="1712913"/>
          <p14:tracePt t="5625" x="5349875" y="1719263"/>
          <p14:tracePt t="5672" x="5356225" y="1719263"/>
          <p14:tracePt t="5712" x="5356225" y="1725613"/>
          <p14:tracePt t="7816" x="5349875" y="1725613"/>
          <p14:tracePt t="7824" x="5349875" y="1739900"/>
          <p14:tracePt t="7839" x="5349875" y="1747838"/>
          <p14:tracePt t="8008" x="5327650" y="1747838"/>
          <p14:tracePt t="8016" x="5284788" y="1725613"/>
          <p14:tracePt t="8024" x="5241925" y="1719263"/>
          <p14:tracePt t="8032" x="5192713" y="1698625"/>
          <p14:tracePt t="8041" x="5135563" y="1684338"/>
          <p14:tracePt t="8048" x="5078413" y="1676400"/>
          <p14:tracePt t="8056" x="5000625" y="1676400"/>
          <p14:tracePt t="8064" x="4906963" y="1676400"/>
          <p14:tracePt t="8071" x="4829175" y="1676400"/>
          <p14:tracePt t="8079" x="4743450" y="1676400"/>
          <p14:tracePt t="8088" x="4649788" y="1676400"/>
          <p14:tracePt t="8096" x="4551363" y="1676400"/>
          <p14:tracePt t="8103" x="4422775" y="1698625"/>
          <p14:tracePt t="8112" x="4243388" y="1719263"/>
          <p14:tracePt t="8120" x="4044950" y="1719263"/>
          <p14:tracePt t="8128" x="3794125" y="1719263"/>
          <p14:tracePt t="8136" x="3544888" y="1719263"/>
          <p14:tracePt t="8144" x="3252788" y="1719263"/>
          <p14:tracePt t="8151" x="2903538" y="1719263"/>
          <p14:tracePt t="8160" x="2574925" y="1719263"/>
          <p14:tracePt t="8168" x="2211388" y="1719263"/>
          <p14:tracePt t="8176" x="1825625" y="1719263"/>
          <p14:tracePt t="8184" x="1490663" y="1698625"/>
          <p14:tracePt t="8192" x="1169988" y="1655763"/>
          <p14:tracePt t="8200" x="927100" y="1619250"/>
          <p14:tracePt t="8208" x="820738" y="1604963"/>
          <p14:tracePt t="8216" x="749300" y="1590675"/>
          <p14:tracePt t="8224" x="698500" y="1584325"/>
          <p14:tracePt t="8232" x="692150" y="1576388"/>
          <p14:tracePt t="8335" x="698500" y="1576388"/>
          <p14:tracePt t="8456" x="698500" y="1562100"/>
          <p14:tracePt t="8464" x="692150" y="1555750"/>
          <p14:tracePt t="8472" x="677863" y="1555750"/>
          <p14:tracePt t="8480" x="669925" y="1547813"/>
          <p14:tracePt t="8488" x="655638" y="1541463"/>
          <p14:tracePt t="8495" x="641350" y="1533525"/>
          <p14:tracePt t="8503" x="635000" y="1527175"/>
          <p14:tracePt t="8512" x="612775" y="1512888"/>
          <p14:tracePt t="8519" x="606425" y="1504950"/>
          <p14:tracePt t="8607" x="606425" y="1490663"/>
          <p14:tracePt t="8624" x="606425" y="1484313"/>
          <p14:tracePt t="8639" x="606425" y="1470025"/>
          <p14:tracePt t="8648" x="606425" y="1455738"/>
          <p14:tracePt t="8656" x="606425" y="1447800"/>
          <p14:tracePt t="8664" x="606425" y="1433513"/>
          <p14:tracePt t="8672" x="606425" y="1427163"/>
          <p14:tracePt t="8680" x="612775" y="1419225"/>
          <p14:tracePt t="8688" x="612775" y="1412875"/>
          <p14:tracePt t="8880" x="612775" y="1419225"/>
          <p14:tracePt t="8888" x="612775" y="1433513"/>
          <p14:tracePt t="8896" x="612775" y="1441450"/>
          <p14:tracePt t="8903" x="612775" y="1455738"/>
          <p14:tracePt t="8912" x="612775" y="1462088"/>
          <p14:tracePt t="8919" x="612775" y="1476375"/>
          <p14:tracePt t="8927" x="612775" y="1484313"/>
          <p14:tracePt t="8935" x="612775" y="1490663"/>
          <p14:tracePt t="8944" x="612775" y="1498600"/>
          <p14:tracePt t="8951" x="612775" y="1512888"/>
          <p14:tracePt t="8960" x="612775" y="1527175"/>
          <p14:tracePt t="8968" x="612775" y="1533525"/>
          <p14:tracePt t="8975" x="612775" y="1547813"/>
          <p14:tracePt t="8984" x="612775" y="1555750"/>
          <p14:tracePt t="8992" x="612775" y="1570038"/>
          <p14:tracePt t="9000" x="620713" y="1590675"/>
          <p14:tracePt t="9008" x="627063" y="1604963"/>
          <p14:tracePt t="9016" x="627063" y="1612900"/>
          <p14:tracePt t="9024" x="627063" y="1627188"/>
          <p14:tracePt t="9032" x="627063" y="1655763"/>
          <p14:tracePt t="9040" x="627063" y="1676400"/>
          <p14:tracePt t="9048" x="627063" y="1704975"/>
          <p14:tracePt t="9056" x="627063" y="1719263"/>
          <p14:tracePt t="9064" x="627063" y="1739900"/>
          <p14:tracePt t="9072" x="627063" y="1762125"/>
          <p14:tracePt t="9079" x="627063" y="1776413"/>
          <p14:tracePt t="9088" x="627063" y="1797050"/>
          <p14:tracePt t="9096" x="627063" y="1819275"/>
          <p14:tracePt t="9103" x="627063" y="1825625"/>
          <p14:tracePt t="9112" x="627063" y="1847850"/>
          <p14:tracePt t="9119" x="627063" y="1868488"/>
          <p14:tracePt t="9128" x="627063" y="1890713"/>
          <p14:tracePt t="9135" x="627063" y="1919288"/>
          <p14:tracePt t="9144" x="612775" y="1939925"/>
          <p14:tracePt t="9151" x="612775" y="1954213"/>
          <p14:tracePt t="9160" x="612775" y="1976438"/>
          <p14:tracePt t="9168" x="612775" y="1990725"/>
          <p14:tracePt t="9176" x="606425" y="2011363"/>
          <p14:tracePt t="9185" x="606425" y="2025650"/>
          <p14:tracePt t="9192" x="606425" y="2033588"/>
          <p14:tracePt t="9200" x="606425" y="2047875"/>
          <p14:tracePt t="9208" x="606425" y="2062163"/>
          <p14:tracePt t="9215" x="606425" y="2082800"/>
          <p14:tracePt t="9224" x="606425" y="2090738"/>
          <p14:tracePt t="9232" x="598488" y="2097088"/>
          <p14:tracePt t="9247" x="598488" y="2105025"/>
          <p14:tracePt t="9496" x="592138" y="2111375"/>
          <p14:tracePt t="9520" x="577850" y="2125663"/>
          <p14:tracePt t="9536" x="577850" y="2133600"/>
          <p14:tracePt t="9544" x="577850" y="2147888"/>
          <p14:tracePt t="9551" x="577850" y="2154238"/>
          <p14:tracePt t="9560" x="577850" y="2168525"/>
          <p14:tracePt t="9568" x="569913" y="2182813"/>
          <p14:tracePt t="9576" x="563563" y="2197100"/>
          <p14:tracePt t="9583" x="563563" y="2225675"/>
          <p14:tracePt t="9592" x="563563" y="2254250"/>
          <p14:tracePt t="9601" x="563563" y="2282825"/>
          <p14:tracePt t="9607" x="563563" y="2317750"/>
          <p14:tracePt t="9617" x="563563" y="2339975"/>
          <p14:tracePt t="9624" x="563563" y="2374900"/>
          <p14:tracePt t="9632" x="563563" y="2403475"/>
          <p14:tracePt t="9640" x="563563" y="2446338"/>
          <p14:tracePt t="9648" x="563563" y="2503488"/>
          <p14:tracePt t="9656" x="563563" y="2554288"/>
          <p14:tracePt t="9663" x="563563" y="2611438"/>
          <p14:tracePt t="9672" x="569913" y="2668588"/>
          <p14:tracePt t="9680" x="577850" y="2725738"/>
          <p14:tracePt t="9688" x="592138" y="2768600"/>
          <p14:tracePt t="9696" x="592138" y="2803525"/>
          <p14:tracePt t="9703" x="592138" y="2832100"/>
          <p14:tracePt t="9711" x="598488" y="2854325"/>
          <p14:tracePt t="9720" x="606425" y="2874963"/>
          <p14:tracePt t="9735" x="606425" y="2881313"/>
          <p14:tracePt t="9744" x="606425" y="2903538"/>
          <p14:tracePt t="9760" x="606425" y="2909888"/>
          <p14:tracePt t="9768" x="606425" y="2924175"/>
          <p14:tracePt t="9776" x="620713" y="2952750"/>
          <p14:tracePt t="9792" x="627063" y="2952750"/>
          <p14:tracePt t="9801" x="627063" y="2960688"/>
          <p14:tracePt t="9808" x="627063" y="2967038"/>
          <p14:tracePt t="9816" x="627063" y="2981325"/>
          <p14:tracePt t="9904" x="627063" y="2960688"/>
          <p14:tracePt t="9912" x="627063" y="2917825"/>
          <p14:tracePt t="9920" x="627063" y="2881313"/>
          <p14:tracePt t="9928" x="627063" y="2832100"/>
          <p14:tracePt t="9935" x="627063" y="2782888"/>
          <p14:tracePt t="9952" x="627063" y="2674938"/>
          <p14:tracePt t="9960" x="627063" y="2640013"/>
          <p14:tracePt t="9968" x="627063" y="2582863"/>
          <p14:tracePt t="9975" x="627063" y="2532063"/>
          <p14:tracePt t="9984" x="627063" y="2489200"/>
          <p14:tracePt t="9991" x="627063" y="2446338"/>
          <p14:tracePt t="10001" x="627063" y="2374900"/>
          <p14:tracePt t="10008" x="627063" y="2317750"/>
          <p14:tracePt t="10016" x="627063" y="2247900"/>
          <p14:tracePt t="10024" x="627063" y="2190750"/>
          <p14:tracePt t="10032" x="627063" y="2125663"/>
          <p14:tracePt t="10040" x="627063" y="2068513"/>
          <p14:tracePt t="10048" x="627063" y="1997075"/>
          <p14:tracePt t="10056" x="649288" y="1933575"/>
          <p14:tracePt t="10064" x="649288" y="1854200"/>
          <p14:tracePt t="10072" x="669925" y="1790700"/>
          <p14:tracePt t="10080" x="677863" y="1725613"/>
          <p14:tracePt t="10087" x="692150" y="1670050"/>
          <p14:tracePt t="10096" x="698500" y="1619250"/>
          <p14:tracePt t="10103" x="712788" y="1555750"/>
          <p14:tracePt t="10111" x="735013" y="1512888"/>
          <p14:tracePt t="10120" x="749300" y="1462088"/>
          <p14:tracePt t="10127" x="769938" y="1427163"/>
          <p14:tracePt t="10135" x="798513" y="1376363"/>
          <p14:tracePt t="10144" x="806450" y="1355725"/>
          <p14:tracePt t="10151" x="827088" y="1312863"/>
          <p14:tracePt t="10159" x="841375" y="1290638"/>
          <p14:tracePt t="10168" x="869950" y="1270000"/>
          <p14:tracePt t="10175" x="898525" y="1241425"/>
          <p14:tracePt t="10183" x="927100" y="1233488"/>
          <p14:tracePt t="10192" x="955675" y="1219200"/>
          <p14:tracePt t="10201" x="977900" y="1212850"/>
          <p14:tracePt t="10208" x="992188" y="1212850"/>
          <p14:tracePt t="10215" x="1012825" y="1212850"/>
          <p14:tracePt t="10224" x="1027113" y="1212850"/>
          <p14:tracePt t="10232" x="1041400" y="1212850"/>
          <p14:tracePt t="10240" x="1055688" y="1212850"/>
          <p14:tracePt t="10248" x="1069975" y="1212850"/>
          <p14:tracePt t="10256" x="1084263" y="1212850"/>
          <p14:tracePt t="10264" x="1104900" y="1219200"/>
          <p14:tracePt t="10272" x="1119188" y="1227138"/>
          <p14:tracePt t="10280" x="1147763" y="1255713"/>
          <p14:tracePt t="10288" x="1162050" y="1262063"/>
          <p14:tracePt t="10296" x="1184275" y="1284288"/>
          <p14:tracePt t="10304" x="1198563" y="1304925"/>
          <p14:tracePt t="10312" x="1204913" y="1327150"/>
          <p14:tracePt t="10319" x="1212850" y="1355725"/>
          <p14:tracePt t="10328" x="1233488" y="1390650"/>
          <p14:tracePt t="10335" x="1241425" y="1441450"/>
          <p14:tracePt t="10343" x="1247775" y="1504950"/>
          <p14:tracePt t="10352" x="1262063" y="1584325"/>
          <p14:tracePt t="10360" x="1270000" y="1670050"/>
          <p14:tracePt t="10368" x="1284288" y="1747838"/>
          <p14:tracePt t="10376" x="1304925" y="1839913"/>
          <p14:tracePt t="10384" x="1312863" y="1925638"/>
          <p14:tracePt t="10392" x="1319213" y="2011363"/>
          <p14:tracePt t="10401" x="1341438" y="2090738"/>
          <p14:tracePt t="10408" x="1347788" y="2176463"/>
          <p14:tracePt t="10416" x="1355725" y="2254250"/>
          <p14:tracePt t="10424" x="1355725" y="2317750"/>
          <p14:tracePt t="10432" x="1362075" y="2397125"/>
          <p14:tracePt t="10440" x="1384300" y="2482850"/>
          <p14:tracePt t="10448" x="1398588" y="2568575"/>
          <p14:tracePt t="10455" x="1398588" y="2668588"/>
          <p14:tracePt t="10464" x="1419225" y="2754313"/>
          <p14:tracePt t="10472" x="1427163" y="2840038"/>
          <p14:tracePt t="10480" x="1427163" y="2917825"/>
          <p14:tracePt t="10488" x="1427163" y="2995613"/>
          <p14:tracePt t="10496" x="1427163" y="3074988"/>
          <p14:tracePt t="10503" x="1427163" y="3152775"/>
          <p14:tracePt t="10512" x="1427163" y="3224213"/>
          <p14:tracePt t="10520" x="1427163" y="3295650"/>
          <p14:tracePt t="10528" x="1427163" y="3367088"/>
          <p14:tracePt t="10535" x="1427163" y="3438525"/>
          <p14:tracePt t="10544" x="1427163" y="3509963"/>
          <p14:tracePt t="10552" x="1412875" y="3587750"/>
          <p14:tracePt t="10560" x="1404938" y="3673475"/>
          <p14:tracePt t="10568" x="1390650" y="3744913"/>
          <p14:tracePt t="10576" x="1384300" y="3810000"/>
          <p14:tracePt t="10584" x="1376363" y="3859213"/>
          <p14:tracePt t="10592" x="1376363" y="3902075"/>
          <p14:tracePt t="10601" x="1370013" y="3944938"/>
          <p14:tracePt t="10608" x="1355725" y="3987800"/>
          <p14:tracePt t="10616" x="1347788" y="4022725"/>
          <p14:tracePt t="10623" x="1341438" y="4051300"/>
          <p14:tracePt t="10632" x="1341438" y="4073525"/>
          <p14:tracePt t="10640" x="1333500" y="4102100"/>
          <p14:tracePt t="10648" x="1327150" y="4122738"/>
          <p14:tracePt t="10656" x="1312863" y="4151313"/>
          <p14:tracePt t="10664" x="1304925" y="4165600"/>
          <p14:tracePt t="10672" x="1298575" y="4179888"/>
          <p14:tracePt t="10680" x="1290638" y="4187825"/>
          <p14:tracePt t="10696" x="1284288" y="4194175"/>
          <p14:tracePt t="10703" x="1276350" y="4202113"/>
          <p14:tracePt t="10712" x="1270000" y="4202113"/>
          <p14:tracePt t="10728" x="1255713" y="4208463"/>
          <p14:tracePt t="10735" x="1247775" y="4208463"/>
          <p14:tracePt t="10744" x="1233488" y="4216400"/>
          <p14:tracePt t="10752" x="1227138" y="4222750"/>
          <p14:tracePt t="10760" x="1212850" y="4222750"/>
          <p14:tracePt t="10768" x="1204913" y="4222750"/>
          <p14:tracePt t="10784" x="1198563" y="4222750"/>
          <p14:tracePt t="10792" x="1190625" y="4222750"/>
          <p14:tracePt t="10801" x="1176338" y="4222750"/>
          <p14:tracePt t="10824" x="1169988" y="4222750"/>
          <p14:tracePt t="10832" x="1169988" y="4187825"/>
          <p14:tracePt t="10840" x="1169988" y="4116388"/>
          <p14:tracePt t="10848" x="1169988" y="4051300"/>
          <p14:tracePt t="10856" x="1169988" y="3967163"/>
          <p14:tracePt t="10864" x="1169988" y="3873500"/>
          <p14:tracePt t="10872" x="1155700" y="3767138"/>
          <p14:tracePt t="10880" x="1147763" y="3659188"/>
          <p14:tracePt t="10888" x="1147763" y="3559175"/>
          <p14:tracePt t="10896" x="1141413" y="3473450"/>
          <p14:tracePt t="10903" x="1112838" y="3389313"/>
          <p14:tracePt t="10912" x="1104900" y="3289300"/>
          <p14:tracePt t="10919" x="1069975" y="3189288"/>
          <p14:tracePt t="10928" x="1062038" y="3117850"/>
          <p14:tracePt t="10935" x="1055688" y="3052763"/>
          <p14:tracePt t="10953" x="1055688" y="3017838"/>
          <p14:tracePt t="10984" x="1055688" y="3003550"/>
          <p14:tracePt t="11008" x="1055688" y="2989263"/>
          <p14:tracePt t="11168" x="1055688" y="2974975"/>
          <p14:tracePt t="11183" x="1055688" y="2967038"/>
          <p14:tracePt t="11192" x="1047750" y="2960688"/>
          <p14:tracePt t="11200" x="1047750" y="2952750"/>
          <p14:tracePt t="11248" x="1047750" y="2946400"/>
          <p14:tracePt t="11256" x="1047750" y="2932113"/>
          <p14:tracePt t="11264" x="1047750" y="2924175"/>
          <p14:tracePt t="11272" x="1047750" y="2909888"/>
          <p14:tracePt t="13552" x="1062038" y="2909888"/>
          <p14:tracePt t="13560" x="1076325" y="2903538"/>
          <p14:tracePt t="13567" x="1090613" y="2903538"/>
          <p14:tracePt t="13576" x="1112838" y="2895600"/>
          <p14:tracePt t="13584" x="1119188" y="2889250"/>
          <p14:tracePt t="13592" x="1141413" y="2889250"/>
          <p14:tracePt t="13601" x="1162050" y="2881313"/>
          <p14:tracePt t="13608" x="1176338" y="2874963"/>
          <p14:tracePt t="13616" x="1190625" y="2874963"/>
          <p14:tracePt t="13624" x="1198563" y="2867025"/>
          <p14:tracePt t="13632" x="1219200" y="2867025"/>
          <p14:tracePt t="13639" x="1227138" y="2860675"/>
          <p14:tracePt t="13648" x="1241425" y="2846388"/>
          <p14:tracePt t="13656" x="1247775" y="2846388"/>
          <p14:tracePt t="13664" x="1262063" y="2846388"/>
          <p14:tracePt t="13672" x="1284288" y="2840038"/>
          <p14:tracePt t="13680" x="1298575" y="2840038"/>
          <p14:tracePt t="13687" x="1312863" y="2832100"/>
          <p14:tracePt t="13696" x="1327150" y="2825750"/>
          <p14:tracePt t="13864" x="1333500" y="2817813"/>
          <p14:tracePt t="13896" x="1319213" y="2817813"/>
          <p14:tracePt t="13904" x="1304925" y="2803525"/>
          <p14:tracePt t="13912" x="1298575" y="2797175"/>
          <p14:tracePt t="13920" x="1276350" y="2797175"/>
          <p14:tracePt t="13928" x="1262063" y="2789238"/>
          <p14:tracePt t="13935" x="1241425" y="2774950"/>
          <p14:tracePt t="13944" x="1233488" y="2774950"/>
          <p14:tracePt t="13952" x="1227138" y="2774950"/>
          <p14:tracePt t="13960" x="1212850" y="2768600"/>
          <p14:tracePt t="13968" x="1198563" y="2760663"/>
          <p14:tracePt t="13984" x="1184275" y="2760663"/>
          <p14:tracePt t="13992" x="1176338" y="2754313"/>
          <p14:tracePt t="14001" x="1162050" y="2754313"/>
          <p14:tracePt t="14008" x="1155700" y="2754313"/>
          <p14:tracePt t="14016" x="1147763" y="2746375"/>
          <p14:tracePt t="14024" x="1141413" y="2746375"/>
          <p14:tracePt t="14032" x="1127125" y="2746375"/>
          <p14:tracePt t="14040" x="1119188" y="2740025"/>
          <p14:tracePt t="14048" x="1098550" y="2725738"/>
          <p14:tracePt t="14056" x="1076325" y="2725738"/>
          <p14:tracePt t="14064" x="1047750" y="2717800"/>
          <p14:tracePt t="14072" x="1006475" y="2711450"/>
          <p14:tracePt t="14079" x="977900" y="2697163"/>
          <p14:tracePt t="14088" x="935038" y="2682875"/>
          <p14:tracePt t="14096" x="906463" y="2674938"/>
          <p14:tracePt t="14103" x="869950" y="2668588"/>
          <p14:tracePt t="14112" x="855663" y="2660650"/>
          <p14:tracePt t="14120" x="841375" y="2654300"/>
          <p14:tracePt t="14128" x="812800" y="2632075"/>
          <p14:tracePt t="14136" x="792163" y="2625725"/>
          <p14:tracePt t="14144" x="784225" y="2617788"/>
          <p14:tracePt t="14152" x="769938" y="2603500"/>
          <p14:tracePt t="14160" x="755650" y="2597150"/>
          <p14:tracePt t="14167" x="755650" y="2582863"/>
          <p14:tracePt t="14176" x="735013" y="2560638"/>
          <p14:tracePt t="14184" x="727075" y="2546350"/>
          <p14:tracePt t="14192" x="727075" y="2525713"/>
          <p14:tracePt t="14200" x="706438" y="2497138"/>
          <p14:tracePt t="14208" x="698500" y="2474913"/>
          <p14:tracePt t="14215" x="677863" y="2439988"/>
          <p14:tracePt t="14224" x="677863" y="2425700"/>
          <p14:tracePt t="14231" x="663575" y="2389188"/>
          <p14:tracePt t="14240" x="641350" y="2360613"/>
          <p14:tracePt t="14248" x="641350" y="2332038"/>
          <p14:tracePt t="14255" x="635000" y="2282825"/>
          <p14:tracePt t="14264" x="620713" y="2239963"/>
          <p14:tracePt t="14272" x="612775" y="2211388"/>
          <p14:tracePt t="14279" x="606425" y="2176463"/>
          <p14:tracePt t="14288" x="606425" y="2154238"/>
          <p14:tracePt t="14296" x="598488" y="2125663"/>
          <p14:tracePt t="14303" x="577850" y="2097088"/>
          <p14:tracePt t="14312" x="577850" y="2076450"/>
          <p14:tracePt t="14319" x="577850" y="2054225"/>
          <p14:tracePt t="14328" x="569913" y="2033588"/>
          <p14:tracePt t="14335" x="569913" y="2025650"/>
          <p14:tracePt t="14344" x="569913" y="2005013"/>
          <p14:tracePt t="14352" x="569913" y="1982788"/>
          <p14:tracePt t="14360" x="555625" y="1954213"/>
          <p14:tracePt t="14368" x="549275" y="1905000"/>
          <p14:tracePt t="14375" x="549275" y="1876425"/>
          <p14:tracePt t="14384" x="541338" y="1825625"/>
          <p14:tracePt t="14392" x="534988" y="1782763"/>
          <p14:tracePt t="14401" x="534988" y="1754188"/>
          <p14:tracePt t="14408" x="520700" y="1733550"/>
          <p14:tracePt t="14416" x="520700" y="1719263"/>
          <p14:tracePt t="14424" x="520700" y="1704975"/>
          <p14:tracePt t="14440" x="520700" y="1690688"/>
          <p14:tracePt t="14447" x="520700" y="1684338"/>
          <p14:tracePt t="14472" x="520700" y="1676400"/>
          <p14:tracePt t="14480" x="520700" y="1670050"/>
          <p14:tracePt t="14496" x="512763" y="1670050"/>
          <p14:tracePt t="14503" x="512763" y="1662113"/>
          <p14:tracePt t="14520" x="512763" y="1655763"/>
          <p14:tracePt t="14688" x="500063" y="1647825"/>
          <p14:tracePt t="14696" x="500063" y="1633538"/>
          <p14:tracePt t="14720" x="492125" y="1633538"/>
          <p14:tracePt t="14728" x="485775" y="1627188"/>
          <p14:tracePt t="14743" x="471488" y="1627188"/>
          <p14:tracePt t="14936" x="477838" y="1627188"/>
          <p14:tracePt t="14944" x="492125" y="1627188"/>
          <p14:tracePt t="14951" x="500063" y="1627188"/>
          <p14:tracePt t="14960" x="512763" y="1627188"/>
          <p14:tracePt t="14968" x="520700" y="1627188"/>
          <p14:tracePt t="14976" x="534988" y="1627188"/>
          <p14:tracePt t="14984" x="549275" y="1627188"/>
          <p14:tracePt t="14992" x="569913" y="1627188"/>
          <p14:tracePt t="15001" x="592138" y="1627188"/>
          <p14:tracePt t="15008" x="598488" y="1627188"/>
          <p14:tracePt t="15016" x="612775" y="1627188"/>
          <p14:tracePt t="15024" x="620713" y="1627188"/>
          <p14:tracePt t="15032" x="627063" y="1627188"/>
          <p14:tracePt t="15040" x="635000" y="1627188"/>
          <p14:tracePt t="15048" x="641350" y="1627188"/>
          <p14:tracePt t="15056" x="655638" y="1627188"/>
          <p14:tracePt t="15064" x="669925" y="1627188"/>
          <p14:tracePt t="15080" x="684213" y="1627188"/>
          <p14:tracePt t="15088" x="698500" y="1627188"/>
          <p14:tracePt t="15096" x="712788" y="1633538"/>
          <p14:tracePt t="15104" x="720725" y="1633538"/>
          <p14:tracePt t="15112" x="735013" y="1633538"/>
          <p14:tracePt t="15119" x="749300" y="1633538"/>
          <p14:tracePt t="15128" x="763588" y="1633538"/>
          <p14:tracePt t="15144" x="769938" y="1633538"/>
          <p14:tracePt t="15151" x="777875" y="1633538"/>
          <p14:tracePt t="15160" x="784225" y="1633538"/>
          <p14:tracePt t="15168" x="806450" y="1633538"/>
          <p14:tracePt t="15176" x="820738" y="1633538"/>
          <p14:tracePt t="15184" x="841375" y="1641475"/>
          <p14:tracePt t="15192" x="855663" y="1641475"/>
          <p14:tracePt t="15200" x="863600" y="1641475"/>
          <p14:tracePt t="15208" x="884238" y="1641475"/>
          <p14:tracePt t="15215" x="892175" y="1641475"/>
          <p14:tracePt t="15224" x="912813" y="1641475"/>
          <p14:tracePt t="15232" x="927100" y="1641475"/>
          <p14:tracePt t="15240" x="935038" y="1641475"/>
          <p14:tracePt t="15248" x="941388" y="1641475"/>
          <p14:tracePt t="15256" x="955675" y="1641475"/>
          <p14:tracePt t="15264" x="969963" y="1641475"/>
          <p14:tracePt t="15272" x="977900" y="1641475"/>
          <p14:tracePt t="15280" x="984250" y="1641475"/>
          <p14:tracePt t="15288" x="998538" y="1641475"/>
          <p14:tracePt t="15296" x="1019175" y="1641475"/>
          <p14:tracePt t="15303" x="1033463" y="1641475"/>
          <p14:tracePt t="15319" x="1041400" y="1641475"/>
          <p14:tracePt t="15328" x="1047750" y="1641475"/>
          <p14:tracePt t="15335" x="1055688" y="1641475"/>
          <p14:tracePt t="15360" x="1062038" y="1641475"/>
          <p14:tracePt t="15368" x="1069975" y="1641475"/>
          <p14:tracePt t="15375" x="1076325" y="1641475"/>
          <p14:tracePt t="15392" x="1084263" y="1641475"/>
          <p14:tracePt t="15401" x="1098550" y="1641475"/>
          <p14:tracePt t="15552" x="1104900" y="1641475"/>
          <p14:tracePt t="15736" x="1104900" y="1633538"/>
          <p14:tracePt t="15743" x="1104900" y="1627188"/>
          <p14:tracePt t="15752" x="1104900" y="1619250"/>
          <p14:tracePt t="15775" x="1104900" y="1612900"/>
          <p14:tracePt t="15783" x="1104900" y="1604963"/>
          <p14:tracePt t="15800" x="1104900" y="1598613"/>
          <p14:tracePt t="15808" x="1112838" y="1598613"/>
          <p14:tracePt t="15815" x="1112838" y="1590675"/>
          <p14:tracePt t="15839" x="1119188" y="1590675"/>
          <p14:tracePt t="15856" x="1119188" y="1584325"/>
          <p14:tracePt t="15888" x="1119188" y="1576388"/>
          <p14:tracePt t="15911" x="1127125" y="1576388"/>
          <p14:tracePt t="15928" x="1127125" y="1570038"/>
          <p14:tracePt t="15944" x="1133475" y="1570038"/>
          <p14:tracePt t="15983" x="1141413" y="1570038"/>
          <p14:tracePt t="15991" x="1147763" y="1570038"/>
          <p14:tracePt t="16000" x="1155700" y="1570038"/>
          <p14:tracePt t="16016" x="1162050" y="1570038"/>
          <p14:tracePt t="16023" x="1169988" y="1570038"/>
          <p14:tracePt t="16032" x="1176338" y="1570038"/>
          <p14:tracePt t="16048" x="1184275" y="1570038"/>
          <p14:tracePt t="16056" x="1184275" y="1576388"/>
          <p14:tracePt t="16112" x="1190625" y="1584325"/>
          <p14:tracePt t="16136" x="1190625" y="1590675"/>
          <p14:tracePt t="16160" x="1190625" y="1598613"/>
          <p14:tracePt t="16200" x="1190625" y="1612900"/>
          <p14:tracePt t="16224" x="1198563" y="1619250"/>
          <p14:tracePt t="16248" x="1204913" y="1627188"/>
          <p14:tracePt t="16256" x="1204913" y="1641475"/>
          <p14:tracePt t="16264" x="1204913" y="1647825"/>
          <p14:tracePt t="16272" x="1204913" y="1670050"/>
          <p14:tracePt t="16280" x="1204913" y="1690688"/>
          <p14:tracePt t="16287" x="1204913" y="1712913"/>
          <p14:tracePt t="16296" x="1204913" y="1747838"/>
          <p14:tracePt t="16303" x="1204913" y="1776413"/>
          <p14:tracePt t="16311" x="1204913" y="1797050"/>
          <p14:tracePt t="16320" x="1204913" y="1825625"/>
          <p14:tracePt t="16328" x="1204913" y="1839913"/>
          <p14:tracePt t="16335" x="1204913" y="1862138"/>
          <p14:tracePt t="16344" x="1204913" y="1890713"/>
          <p14:tracePt t="16351" x="1204913" y="1919288"/>
          <p14:tracePt t="16360" x="1212850" y="1947863"/>
          <p14:tracePt t="16367" x="1241425" y="1990725"/>
          <p14:tracePt t="16375" x="1247775" y="2011363"/>
          <p14:tracePt t="16384" x="1276350" y="2047875"/>
          <p14:tracePt t="16392" x="1298575" y="2062163"/>
          <p14:tracePt t="16401" x="1304925" y="2076450"/>
          <p14:tracePt t="16408" x="1333500" y="2111375"/>
          <p14:tracePt t="16416" x="1341438" y="2125663"/>
          <p14:tracePt t="16424" x="1362075" y="2147888"/>
          <p14:tracePt t="16432" x="1362075" y="2162175"/>
          <p14:tracePt t="16440" x="1384300" y="2176463"/>
          <p14:tracePt t="16448" x="1384300" y="2182813"/>
          <p14:tracePt t="16456" x="1390650" y="2197100"/>
          <p14:tracePt t="16464" x="1398588" y="2205038"/>
          <p14:tracePt t="16472" x="1398588" y="2211388"/>
          <p14:tracePt t="16480" x="1404938" y="2219325"/>
          <p14:tracePt t="16488" x="1412875" y="2233613"/>
          <p14:tracePt t="16496" x="1412875" y="2239963"/>
          <p14:tracePt t="16511" x="1412875" y="2254250"/>
          <p14:tracePt t="16520" x="1419225" y="2254250"/>
          <p14:tracePt t="16528" x="1419225" y="2262188"/>
          <p14:tracePt t="16568" x="1427163" y="2262188"/>
          <p14:tracePt t="16584" x="1433513" y="2268538"/>
          <p14:tracePt t="16592" x="1433513" y="2276475"/>
          <p14:tracePt t="16600" x="1433513" y="2282825"/>
          <p14:tracePt t="16608" x="1433513" y="2297113"/>
          <p14:tracePt t="16615" x="1433513" y="2303463"/>
          <p14:tracePt t="16624" x="1441450" y="2311400"/>
          <p14:tracePt t="16631" x="1441450" y="2325688"/>
          <p14:tracePt t="16639" x="1447800" y="2332038"/>
          <p14:tracePt t="16648" x="1455738" y="2346325"/>
          <p14:tracePt t="16672" x="1455738" y="2354263"/>
          <p14:tracePt t="16680" x="1462088" y="2354263"/>
          <p14:tracePt t="17128" x="1470025" y="2360613"/>
          <p14:tracePt t="17144" x="1476375" y="2360613"/>
          <p14:tracePt t="17152" x="1490663" y="2360613"/>
          <p14:tracePt t="17167" x="1504950" y="2368550"/>
          <p14:tracePt t="17176" x="1512888" y="2368550"/>
          <p14:tracePt t="17183" x="1519238" y="2368550"/>
          <p14:tracePt t="17200" x="1525588" y="2368550"/>
          <p14:tracePt t="17240" x="1533525" y="2374900"/>
          <p14:tracePt t="17287" x="1539875" y="2374900"/>
          <p14:tracePt t="17319" x="1547813" y="2374900"/>
          <p14:tracePt t="17335" x="1554163" y="2374900"/>
          <p14:tracePt t="17360" x="1562100" y="2374900"/>
          <p14:tracePt t="17367" x="1568450" y="2382838"/>
          <p14:tracePt t="17400" x="1576388" y="2382838"/>
          <p14:tracePt t="17480" x="1582738" y="2382838"/>
          <p14:tracePt t="17488" x="1590675" y="2382838"/>
          <p14:tracePt t="17504" x="1597025" y="2382838"/>
          <p14:tracePt t="17520" x="1604963" y="2382838"/>
          <p14:tracePt t="17528" x="1611313" y="2389188"/>
          <p14:tracePt t="17544" x="1619250" y="2389188"/>
          <p14:tracePt t="17856" x="1625600" y="2389188"/>
          <p14:tracePt t="17904" x="1639888" y="2389188"/>
          <p14:tracePt t="17919" x="1647825" y="2397125"/>
          <p14:tracePt t="17935" x="1654175" y="2397125"/>
          <p14:tracePt t="17944" x="1662113" y="2403475"/>
          <p14:tracePt t="17951" x="1668463" y="2403475"/>
          <p14:tracePt t="17968" x="1676400" y="2403475"/>
          <p14:tracePt t="17983" x="1682750" y="2403475"/>
          <p14:tracePt t="18016" x="1697038" y="2411413"/>
          <p14:tracePt t="18032" x="1697038" y="2417763"/>
          <p14:tracePt t="18040" x="1711325" y="2425700"/>
          <p14:tracePt t="18056" x="1725613" y="2439988"/>
          <p14:tracePt t="18072" x="1733550" y="2446338"/>
          <p14:tracePt t="18080" x="1739900" y="2454275"/>
          <p14:tracePt t="18088" x="1739900" y="2460625"/>
          <p14:tracePt t="18103" x="1747838" y="2474913"/>
          <p14:tracePt t="18112" x="1747838" y="2489200"/>
          <p14:tracePt t="18119" x="1754188" y="2503488"/>
          <p14:tracePt t="18128" x="1762125" y="2511425"/>
          <p14:tracePt t="18136" x="1762125" y="2525713"/>
          <p14:tracePt t="18144" x="1762125" y="2546350"/>
          <p14:tracePt t="18152" x="1762125" y="2568575"/>
          <p14:tracePt t="18161" x="1762125" y="2589213"/>
          <p14:tracePt t="18167" x="1762125" y="2611438"/>
          <p14:tracePt t="18176" x="1762125" y="2617788"/>
          <p14:tracePt t="18192" x="1762125" y="2632075"/>
          <p14:tracePt t="18199" x="1762125" y="2646363"/>
          <p14:tracePt t="18208" x="1762125" y="2660650"/>
          <p14:tracePt t="18223" x="1762125" y="2674938"/>
          <p14:tracePt t="18232" x="1762125" y="2682875"/>
          <p14:tracePt t="18239" x="1762125" y="2689225"/>
          <p14:tracePt t="18248" x="1762125" y="2697163"/>
          <p14:tracePt t="18256" x="1762125" y="2711450"/>
          <p14:tracePt t="18264" x="1762125" y="2725738"/>
          <p14:tracePt t="18280" x="1762125" y="2732088"/>
          <p14:tracePt t="18296" x="1762125" y="2746375"/>
          <p14:tracePt t="18303" x="1762125" y="2754313"/>
          <p14:tracePt t="18312" x="1762125" y="2760663"/>
          <p14:tracePt t="18319" x="1762125" y="2768600"/>
          <p14:tracePt t="18328" x="1762125" y="2774950"/>
          <p14:tracePt t="18335" x="1762125" y="2789238"/>
          <p14:tracePt t="18360" x="1762125" y="2797175"/>
          <p14:tracePt t="18368" x="1762125" y="2803525"/>
          <p14:tracePt t="18576" x="1754188" y="2803525"/>
          <p14:tracePt t="18592" x="1747838" y="2803525"/>
          <p14:tracePt t="18600" x="1739900" y="2803525"/>
          <p14:tracePt t="18608" x="1733550" y="2811463"/>
          <p14:tracePt t="18616" x="1733550" y="2817813"/>
          <p14:tracePt t="18624" x="1725613" y="2817813"/>
          <p14:tracePt t="18632" x="1719263" y="2817813"/>
          <p14:tracePt t="18640" x="1719263" y="2825750"/>
          <p14:tracePt t="18656" x="1711325" y="2825750"/>
          <p14:tracePt t="18664" x="1704975" y="2825750"/>
          <p14:tracePt t="18672" x="1697038" y="2825750"/>
          <p14:tracePt t="18688" x="1690688" y="2825750"/>
          <p14:tracePt t="18696" x="1682750" y="2825750"/>
          <p14:tracePt t="18736" x="1676400" y="2825750"/>
          <p14:tracePt t="18879" x="1676400" y="2817813"/>
          <p14:tracePt t="18896" x="1676400" y="2811463"/>
          <p14:tracePt t="18920" x="1676400" y="2803525"/>
          <p14:tracePt t="18992" x="1682750" y="2797175"/>
          <p14:tracePt t="19224" x="1690688" y="2797175"/>
          <p14:tracePt t="19248" x="1697038" y="2797175"/>
          <p14:tracePt t="19255" x="1704975" y="2797175"/>
          <p14:tracePt t="19263" x="1711325" y="2797175"/>
          <p14:tracePt t="19280" x="1719263" y="2797175"/>
          <p14:tracePt t="19304" x="1733550" y="2797175"/>
          <p14:tracePt t="19312" x="1739900" y="2797175"/>
          <p14:tracePt t="19319" x="1747838" y="2797175"/>
          <p14:tracePt t="19328" x="1754188" y="2797175"/>
          <p14:tracePt t="19360" x="1762125" y="2797175"/>
          <p14:tracePt t="19384" x="1776413" y="2797175"/>
          <p14:tracePt t="19400" x="1782763" y="2797175"/>
          <p14:tracePt t="19416" x="1797050" y="2797175"/>
          <p14:tracePt t="19448" x="1804988" y="2797175"/>
          <p14:tracePt t="19480" x="1811338" y="2797175"/>
          <p14:tracePt t="19496" x="1819275" y="2797175"/>
          <p14:tracePt t="19503" x="1825625" y="2797175"/>
          <p14:tracePt t="19520" x="1839913" y="2797175"/>
          <p14:tracePt t="19544" x="1847850" y="2803525"/>
          <p14:tracePt t="20208" x="1854200" y="2803525"/>
          <p14:tracePt t="20232" x="1862138" y="2803525"/>
          <p14:tracePt t="20288" x="1868488" y="2803525"/>
          <p14:tracePt t="20960" x="1876425" y="2803525"/>
          <p14:tracePt t="20976" x="1890713" y="2803525"/>
          <p14:tracePt t="20992" x="1897063" y="2803525"/>
          <p14:tracePt t="21008" x="1905000" y="2803525"/>
          <p14:tracePt t="21040" x="1911350" y="2811463"/>
          <p14:tracePt t="21080" x="1919288" y="2817813"/>
          <p14:tracePt t="21112" x="1925638" y="2817813"/>
          <p14:tracePt t="21136" x="1933575" y="2825750"/>
          <p14:tracePt t="21185" x="1939925" y="2832100"/>
          <p14:tracePt t="22656" x="1947863" y="2832100"/>
          <p14:tracePt t="22664" x="1947863" y="2840038"/>
          <p14:tracePt t="22672" x="1933575" y="2846388"/>
          <p14:tracePt t="22680" x="1905000" y="2846388"/>
          <p14:tracePt t="22688" x="1868488" y="2846388"/>
          <p14:tracePt t="22696" x="1847850" y="2846388"/>
          <p14:tracePt t="22704" x="1819275" y="2854325"/>
          <p14:tracePt t="22712" x="1804988" y="2854325"/>
          <p14:tracePt t="22720" x="1776413" y="2854325"/>
          <p14:tracePt t="22728" x="1762125" y="2854325"/>
          <p14:tracePt t="22735" x="1754188" y="2854325"/>
          <p14:tracePt t="22743" x="1725613" y="2867025"/>
          <p14:tracePt t="22759" x="1719263" y="2867025"/>
          <p14:tracePt t="22776" x="1711325" y="2867025"/>
          <p14:tracePt t="22801" x="1704975" y="2867025"/>
          <p14:tracePt t="22807" x="1697038" y="2867025"/>
          <p14:tracePt t="22816" x="1690688" y="2867025"/>
          <p14:tracePt t="22832" x="1676400" y="2867025"/>
          <p14:tracePt t="22840" x="1668463" y="2867025"/>
          <p14:tracePt t="22856" x="1662113" y="2867025"/>
          <p14:tracePt t="22864" x="1654175" y="2867025"/>
          <p14:tracePt t="22872" x="1639888" y="2867025"/>
          <p14:tracePt t="22888" x="1625600" y="2867025"/>
          <p14:tracePt t="22896" x="1619250" y="2867025"/>
          <p14:tracePt t="22903" x="1604963" y="2867025"/>
          <p14:tracePt t="22912" x="1597025" y="2867025"/>
          <p14:tracePt t="22919" x="1582738" y="2867025"/>
          <p14:tracePt t="22928" x="1568450" y="2867025"/>
          <p14:tracePt t="22935" x="1547813" y="2867025"/>
          <p14:tracePt t="22944" x="1519238" y="2867025"/>
          <p14:tracePt t="22952" x="1498600" y="2867025"/>
          <p14:tracePt t="22960" x="1470025" y="2867025"/>
          <p14:tracePt t="22968" x="1441450" y="2867025"/>
          <p14:tracePt t="22976" x="1412875" y="2867025"/>
          <p14:tracePt t="22984" x="1370013" y="2867025"/>
          <p14:tracePt t="22992" x="1341438" y="2867025"/>
          <p14:tracePt t="23001" x="1304925" y="2867025"/>
          <p14:tracePt t="23008" x="1255713" y="2867025"/>
          <p14:tracePt t="23016" x="1227138" y="2867025"/>
          <p14:tracePt t="23024" x="1184275" y="2867025"/>
          <p14:tracePt t="23032" x="1119188" y="2860675"/>
          <p14:tracePt t="23039" x="1041400" y="2832100"/>
          <p14:tracePt t="23048" x="955675" y="2817813"/>
          <p14:tracePt t="23056" x="869950" y="2797175"/>
          <p14:tracePt t="23064" x="763588" y="2782888"/>
          <p14:tracePt t="23072" x="627063" y="2754313"/>
          <p14:tracePt t="23080" x="485775" y="2740025"/>
          <p14:tracePt t="23088" x="300038" y="2717800"/>
          <p14:tracePt t="23096" x="114300" y="2689225"/>
        </p14:tracePtLst>
      </p14:laserTraceLst>
    </p:ext>
  </p:extLs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" name="Google Shape;716;p37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Raw Data</a:t>
            </a:r>
            <a:endParaRPr/>
          </a:p>
        </p:txBody>
      </p:sp>
      <p:sp>
        <p:nvSpPr>
          <p:cNvPr id="717" name="Google Shape;717;p37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11</a:t>
            </a:fld>
            <a:endParaRPr/>
          </a:p>
        </p:txBody>
      </p:sp>
      <p:graphicFrame>
        <p:nvGraphicFramePr>
          <p:cNvPr id="718" name="Google Shape;718;p37"/>
          <p:cNvGraphicFramePr/>
          <p:nvPr/>
        </p:nvGraphicFramePr>
        <p:xfrm>
          <a:off x="311688" y="1077200"/>
          <a:ext cx="8520575" cy="320168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3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bat_machine_step1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bat_machine_step2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bat_machine_step3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bat_step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processed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A1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A1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B3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B3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5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719" name="Google Shape;719;p37"/>
          <p:cNvSpPr/>
          <p:nvPr/>
        </p:nvSpPr>
        <p:spPr>
          <a:xfrm>
            <a:off x="183187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1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720" name="Google Shape;720;p37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21" name="Google Shape;721;p37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22" name="Google Shape;722;p37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5783">
        <p14:gallery dir="l"/>
      </p:transition>
    </mc:Choice>
    <mc:Fallback xmlns="">
      <p:transition spd="slow" advTm="25783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79" x="3894138" y="1641475"/>
          <p14:tracePt t="511" x="3887788" y="1641475"/>
          <p14:tracePt t="527" x="3879850" y="1633538"/>
          <p14:tracePt t="1127" x="3879850" y="1627188"/>
          <p14:tracePt t="3135" x="3879850" y="1619250"/>
          <p14:tracePt t="3215" x="3879850" y="1612900"/>
          <p14:tracePt t="3511" x="3879850" y="1604963"/>
          <p14:tracePt t="3527" x="3887788" y="1604963"/>
          <p14:tracePt t="3535" x="3902075" y="1612900"/>
          <p14:tracePt t="4063" x="3902075" y="1604963"/>
          <p14:tracePt t="4287" x="3902075" y="1598613"/>
          <p14:tracePt t="4327" x="3902075" y="1590675"/>
          <p14:tracePt t="4455" x="3908425" y="1590675"/>
          <p14:tracePt t="4471" x="3916363" y="1590675"/>
          <p14:tracePt t="4487" x="3922713" y="1590675"/>
          <p14:tracePt t="4503" x="3930650" y="1584325"/>
          <p14:tracePt t="4527" x="3937000" y="1584325"/>
          <p14:tracePt t="4663" x="3922713" y="1584325"/>
          <p14:tracePt t="4671" x="3916363" y="1598613"/>
          <p14:tracePt t="4679" x="3894138" y="1598613"/>
          <p14:tracePt t="4687" x="3894138" y="1604963"/>
          <p14:tracePt t="4695" x="3865563" y="1619250"/>
          <p14:tracePt t="4703" x="3859213" y="1633538"/>
          <p14:tracePt t="4712" x="3844925" y="1633538"/>
          <p14:tracePt t="4719" x="3830638" y="1655763"/>
          <p14:tracePt t="4727" x="3822700" y="1662113"/>
          <p14:tracePt t="4735" x="3802063" y="1670050"/>
          <p14:tracePt t="4743" x="3794125" y="1684338"/>
          <p14:tracePt t="4751" x="3779838" y="1690688"/>
          <p14:tracePt t="4759" x="3759200" y="1712913"/>
          <p14:tracePt t="4767" x="3751263" y="1719263"/>
          <p14:tracePt t="4775" x="3736975" y="1739900"/>
          <p14:tracePt t="4783" x="3722688" y="1762125"/>
          <p14:tracePt t="4791" x="3708400" y="1782763"/>
          <p14:tracePt t="4799" x="3694113" y="1797050"/>
          <p14:tracePt t="4807" x="3679825" y="1825625"/>
          <p14:tracePt t="4814" x="3673475" y="1839913"/>
          <p14:tracePt t="4823" x="3665538" y="1847850"/>
          <p14:tracePt t="4831" x="3659188" y="1868488"/>
          <p14:tracePt t="4839" x="3651250" y="1890713"/>
          <p14:tracePt t="4847" x="3644900" y="1897063"/>
          <p14:tracePt t="4855" x="3636963" y="1919288"/>
          <p14:tracePt t="4863" x="3630613" y="1939925"/>
          <p14:tracePt t="4871" x="3622675" y="1954213"/>
          <p14:tracePt t="4880" x="3608388" y="1982788"/>
          <p14:tracePt t="4887" x="3608388" y="2005013"/>
          <p14:tracePt t="4895" x="3602038" y="2005013"/>
          <p14:tracePt t="4903" x="3602038" y="2025650"/>
          <p14:tracePt t="4912" x="3594100" y="2033588"/>
          <p14:tracePt t="4919" x="3594100" y="2047875"/>
          <p14:tracePt t="4927" x="3594100" y="2068513"/>
          <p14:tracePt t="4935" x="3594100" y="2082800"/>
          <p14:tracePt t="4943" x="3594100" y="2097088"/>
          <p14:tracePt t="4951" x="3594100" y="2111375"/>
          <p14:tracePt t="4959" x="3587750" y="2125663"/>
          <p14:tracePt t="4967" x="3587750" y="2147888"/>
          <p14:tracePt t="4975" x="3587750" y="2162175"/>
          <p14:tracePt t="4983" x="3587750" y="2182813"/>
          <p14:tracePt t="4991" x="3587750" y="2205038"/>
          <p14:tracePt t="4999" x="3587750" y="2219325"/>
          <p14:tracePt t="5007" x="3587750" y="2233613"/>
          <p14:tracePt t="5015" x="3587750" y="2254250"/>
          <p14:tracePt t="5031" x="3587750" y="2268538"/>
          <p14:tracePt t="5039" x="3587750" y="2276475"/>
          <p14:tracePt t="5055" x="3587750" y="2289175"/>
          <p14:tracePt t="5063" x="3587750" y="2297113"/>
          <p14:tracePt t="5087" x="3587750" y="2303463"/>
          <p14:tracePt t="5103" x="3587750" y="2311400"/>
          <p14:tracePt t="5151" x="3587750" y="2317750"/>
          <p14:tracePt t="5183" x="3587750" y="2325688"/>
          <p14:tracePt t="5191" x="3587750" y="2332038"/>
          <p14:tracePt t="5199" x="3587750" y="2339975"/>
          <p14:tracePt t="5214" x="3587750" y="2346325"/>
          <p14:tracePt t="5223" x="3587750" y="2360613"/>
          <p14:tracePt t="5231" x="3587750" y="2368550"/>
          <p14:tracePt t="5239" x="3587750" y="2374900"/>
          <p14:tracePt t="5247" x="3587750" y="2382838"/>
          <p14:tracePt t="5255" x="3587750" y="2389188"/>
          <p14:tracePt t="5263" x="3587750" y="2411413"/>
          <p14:tracePt t="5271" x="3587750" y="2439988"/>
          <p14:tracePt t="5279" x="3587750" y="2482850"/>
          <p14:tracePt t="5287" x="3587750" y="2511425"/>
          <p14:tracePt t="5295" x="3587750" y="2540000"/>
          <p14:tracePt t="5303" x="3587750" y="2574925"/>
          <p14:tracePt t="5312" x="3587750" y="2625725"/>
          <p14:tracePt t="5319" x="3587750" y="2660650"/>
          <p14:tracePt t="5327" x="3587750" y="2674938"/>
          <p14:tracePt t="5335" x="3587750" y="2697163"/>
          <p14:tracePt t="5343" x="3587750" y="2717800"/>
          <p14:tracePt t="5351" x="3587750" y="2746375"/>
          <p14:tracePt t="5359" x="3587750" y="2768600"/>
          <p14:tracePt t="5367" x="3602038" y="2789238"/>
          <p14:tracePt t="5375" x="3602038" y="2803525"/>
          <p14:tracePt t="5383" x="3608388" y="2817813"/>
          <p14:tracePt t="5391" x="3616325" y="2832100"/>
          <p14:tracePt t="5399" x="3622675" y="2867025"/>
          <p14:tracePt t="5407" x="3622675" y="2874963"/>
          <p14:tracePt t="5415" x="3630613" y="2881313"/>
          <p14:tracePt t="5423" x="3636963" y="2903538"/>
          <p14:tracePt t="5431" x="3636963" y="2909888"/>
          <p14:tracePt t="5439" x="3636963" y="2932113"/>
          <p14:tracePt t="5447" x="3651250" y="2952750"/>
          <p14:tracePt t="5455" x="3665538" y="2967038"/>
          <p14:tracePt t="5463" x="3665538" y="2995613"/>
          <p14:tracePt t="5470" x="3687763" y="3024188"/>
          <p14:tracePt t="5479" x="3702050" y="3052763"/>
          <p14:tracePt t="5487" x="3730625" y="3089275"/>
          <p14:tracePt t="5495" x="3759200" y="3132138"/>
          <p14:tracePt t="5503" x="3787775" y="3167063"/>
          <p14:tracePt t="5512" x="3808413" y="3189288"/>
          <p14:tracePt t="5519" x="3836988" y="3217863"/>
          <p14:tracePt t="5527" x="3851275" y="3232150"/>
          <p14:tracePt t="5535" x="3887788" y="3252788"/>
          <p14:tracePt t="5543" x="3908425" y="3260725"/>
          <p14:tracePt t="5551" x="3930650" y="3281363"/>
          <p14:tracePt t="5559" x="3951288" y="3281363"/>
          <p14:tracePt t="5567" x="3987800" y="3295650"/>
          <p14:tracePt t="5575" x="4008438" y="3295650"/>
          <p14:tracePt t="5583" x="4037013" y="3309938"/>
          <p14:tracePt t="5591" x="4071938" y="3324225"/>
          <p14:tracePt t="5599" x="4100513" y="3324225"/>
          <p14:tracePt t="5607" x="4151313" y="3338513"/>
          <p14:tracePt t="5615" x="4194175" y="3346450"/>
          <p14:tracePt t="5623" x="4229100" y="3346450"/>
          <p14:tracePt t="5631" x="4257675" y="3346450"/>
          <p14:tracePt t="5639" x="4300538" y="3352800"/>
          <p14:tracePt t="5647" x="4337050" y="3352800"/>
          <p14:tracePt t="5655" x="4386263" y="3352800"/>
          <p14:tracePt t="5663" x="4422775" y="3352800"/>
          <p14:tracePt t="5671" x="4465638" y="3352800"/>
          <p14:tracePt t="5679" x="4494213" y="3352800"/>
          <p14:tracePt t="5687" x="4529138" y="3346450"/>
          <p14:tracePt t="5695" x="4557713" y="3332163"/>
          <p14:tracePt t="5703" x="4592638" y="3295650"/>
          <p14:tracePt t="5712" x="4629150" y="3260725"/>
          <p14:tracePt t="5719" x="4664075" y="3209925"/>
          <p14:tracePt t="5727" x="4686300" y="3181350"/>
          <p14:tracePt t="5735" x="4706938" y="3146425"/>
          <p14:tracePt t="5743" x="4721225" y="3132138"/>
          <p14:tracePt t="5751" x="4729163" y="3124200"/>
          <p14:tracePt t="5759" x="4729163" y="3109913"/>
          <p14:tracePt t="5767" x="4743450" y="3109913"/>
          <p14:tracePt t="5839" x="4764088" y="3109913"/>
          <p14:tracePt t="6055" x="4772025" y="3095625"/>
          <p14:tracePt t="6063" x="4772025" y="3089275"/>
          <p14:tracePt t="6071" x="4772025" y="3081338"/>
          <p14:tracePt t="6079" x="4772025" y="3074988"/>
          <p14:tracePt t="6087" x="4764088" y="3074988"/>
          <p14:tracePt t="6135" x="4764088" y="3067050"/>
          <p14:tracePt t="6183" x="4764088" y="3060700"/>
          <p14:tracePt t="6199" x="4772025" y="3052763"/>
          <p14:tracePt t="6535" x="4778375" y="3046413"/>
          <p14:tracePt t="6551" x="4778375" y="3032125"/>
          <p14:tracePt t="6559" x="4757738" y="3009900"/>
          <p14:tracePt t="6567" x="4735513" y="2981325"/>
          <p14:tracePt t="6575" x="4721225" y="2967038"/>
          <p14:tracePt t="6583" x="4700588" y="2952750"/>
          <p14:tracePt t="6591" x="4692650" y="2938463"/>
          <p14:tracePt t="6599" x="4678363" y="2932113"/>
          <p14:tracePt t="6607" x="4678363" y="2924175"/>
          <p14:tracePt t="6671" x="4672013" y="2924175"/>
          <p14:tracePt t="6687" x="4664075" y="2924175"/>
          <p14:tracePt t="6695" x="4657725" y="2924175"/>
          <p14:tracePt t="6703" x="4643438" y="2932113"/>
          <p14:tracePt t="6711" x="4635500" y="2952750"/>
          <p14:tracePt t="6719" x="4629150" y="2960688"/>
          <p14:tracePt t="6727" x="4629150" y="2967038"/>
          <p14:tracePt t="6735" x="4621213" y="2967038"/>
          <p14:tracePt t="6743" x="4606925" y="2981325"/>
          <p14:tracePt t="6751" x="4592638" y="2995613"/>
          <p14:tracePt t="6759" x="4586288" y="3017838"/>
          <p14:tracePt t="6767" x="4565650" y="3038475"/>
          <p14:tracePt t="6775" x="4537075" y="3074988"/>
          <p14:tracePt t="6783" x="4514850" y="3095625"/>
          <p14:tracePt t="6791" x="4486275" y="3132138"/>
          <p14:tracePt t="6799" x="4465638" y="3175000"/>
          <p14:tracePt t="6807" x="4451350" y="3189288"/>
          <p14:tracePt t="6815" x="4443413" y="3203575"/>
          <p14:tracePt t="6823" x="4414838" y="3232150"/>
          <p14:tracePt t="6831" x="4400550" y="3246438"/>
          <p14:tracePt t="6839" x="4379913" y="3260725"/>
          <p14:tracePt t="6847" x="4357688" y="3275013"/>
          <p14:tracePt t="6855" x="4337050" y="3303588"/>
          <p14:tracePt t="6863" x="4314825" y="3317875"/>
          <p14:tracePt t="6871" x="4308475" y="3332163"/>
          <p14:tracePt t="6879" x="4308475" y="3338513"/>
          <p14:tracePt t="6896" x="4308475" y="3352800"/>
          <p14:tracePt t="7055" x="4308475" y="3346450"/>
          <p14:tracePt t="7063" x="4308475" y="3338513"/>
          <p14:tracePt t="7071" x="4300538" y="3324225"/>
          <p14:tracePt t="7095" x="4286250" y="3303588"/>
          <p14:tracePt t="7103" x="4279900" y="3303588"/>
          <p14:tracePt t="7119" x="4265613" y="3289300"/>
          <p14:tracePt t="7367" x="4257675" y="3289300"/>
          <p14:tracePt t="7471" x="4243388" y="3289300"/>
          <p14:tracePt t="7503" x="4237038" y="3289300"/>
          <p14:tracePt t="7519" x="4222750" y="3289300"/>
          <p14:tracePt t="7527" x="4214813" y="3289300"/>
          <p14:tracePt t="7543" x="4200525" y="3289300"/>
          <p14:tracePt t="7551" x="4194175" y="3289300"/>
          <p14:tracePt t="7567" x="4179888" y="3289300"/>
          <p14:tracePt t="7575" x="4171950" y="3289300"/>
          <p14:tracePt t="7583" x="4157663" y="3289300"/>
          <p14:tracePt t="7591" x="4151313" y="3289300"/>
          <p14:tracePt t="7599" x="4143375" y="3289300"/>
          <p14:tracePt t="7607" x="4129088" y="3289300"/>
          <p14:tracePt t="7615" x="4122738" y="3289300"/>
          <p14:tracePt t="7623" x="4100513" y="3275013"/>
          <p14:tracePt t="7631" x="4079875" y="3267075"/>
          <p14:tracePt t="7639" x="4065588" y="3267075"/>
          <p14:tracePt t="7647" x="4044950" y="3267075"/>
          <p14:tracePt t="7655" x="4022725" y="3267075"/>
          <p14:tracePt t="7663" x="4002088" y="3267075"/>
          <p14:tracePt t="7671" x="3994150" y="3260725"/>
          <p14:tracePt t="7678" x="3979863" y="3260725"/>
          <p14:tracePt t="7687" x="3973513" y="3260725"/>
          <p14:tracePt t="7695" x="3965575" y="3260725"/>
          <p14:tracePt t="7703" x="3951288" y="3252788"/>
          <p14:tracePt t="7712" x="3944938" y="3252788"/>
          <p14:tracePt t="7743" x="3937000" y="3252788"/>
          <p14:tracePt t="7759" x="3930650" y="3252788"/>
          <p14:tracePt t="7767" x="3922713" y="3252788"/>
          <p14:tracePt t="7775" x="3916363" y="3246438"/>
          <p14:tracePt t="7791" x="3908425" y="3246438"/>
          <p14:tracePt t="7799" x="3902075" y="3246438"/>
          <p14:tracePt t="7807" x="3894138" y="3246438"/>
          <p14:tracePt t="7815" x="3887788" y="3246438"/>
          <p14:tracePt t="7823" x="3879850" y="3246438"/>
          <p14:tracePt t="7839" x="3873500" y="3246438"/>
          <p14:tracePt t="7847" x="3865563" y="3246438"/>
          <p14:tracePt t="7863" x="3859213" y="3246438"/>
          <p14:tracePt t="7879" x="3851275" y="3246438"/>
          <p14:tracePt t="7895" x="3844925" y="3246438"/>
          <p14:tracePt t="7951" x="3836988" y="3246438"/>
          <p14:tracePt t="8063" x="3830638" y="3246438"/>
          <p14:tracePt t="8087" x="3836988" y="3260725"/>
          <p14:tracePt t="8128" x="3836988" y="3267075"/>
          <p14:tracePt t="8439" x="3844925" y="3267075"/>
          <p14:tracePt t="8455" x="3844925" y="3275013"/>
          <p14:tracePt t="8471" x="3851275" y="3275013"/>
          <p14:tracePt t="8479" x="3865563" y="3289300"/>
          <p14:tracePt t="8487" x="3873500" y="3289300"/>
          <p14:tracePt t="8495" x="3887788" y="3295650"/>
          <p14:tracePt t="8503" x="3894138" y="3303588"/>
          <p14:tracePt t="8512" x="3902075" y="3309938"/>
          <p14:tracePt t="8519" x="3908425" y="3309938"/>
          <p14:tracePt t="8543" x="3922713" y="3317875"/>
          <p14:tracePt t="8559" x="3930650" y="3317875"/>
          <p14:tracePt t="8575" x="3937000" y="3317875"/>
          <p14:tracePt t="8583" x="3944938" y="3317875"/>
          <p14:tracePt t="8591" x="3951288" y="3317875"/>
          <p14:tracePt t="8599" x="3959225" y="3317875"/>
          <p14:tracePt t="8607" x="3973513" y="3317875"/>
          <p14:tracePt t="8615" x="3979863" y="3317875"/>
          <p14:tracePt t="8623" x="4002088" y="3317875"/>
          <p14:tracePt t="8631" x="4022725" y="3317875"/>
          <p14:tracePt t="8639" x="4051300" y="3317875"/>
          <p14:tracePt t="8647" x="4071938" y="3317875"/>
          <p14:tracePt t="8655" x="4114800" y="3324225"/>
          <p14:tracePt t="8663" x="4143375" y="3324225"/>
          <p14:tracePt t="8671" x="4171950" y="3338513"/>
          <p14:tracePt t="8679" x="4200525" y="3338513"/>
          <p14:tracePt t="8686" x="4243388" y="3346450"/>
          <p14:tracePt t="8695" x="4271963" y="3346450"/>
          <p14:tracePt t="8703" x="4322763" y="3352800"/>
          <p14:tracePt t="8712" x="4365625" y="3360738"/>
          <p14:tracePt t="8719" x="4400550" y="3375025"/>
          <p14:tracePt t="8727" x="4443413" y="3389313"/>
          <p14:tracePt t="8735" x="4508500" y="3409950"/>
          <p14:tracePt t="8743" x="4537075" y="3409950"/>
          <p14:tracePt t="8751" x="4586288" y="3424238"/>
          <p14:tracePt t="8759" x="4635500" y="3444875"/>
          <p14:tracePt t="8767" x="4686300" y="3452813"/>
          <p14:tracePt t="8775" x="4735513" y="3467100"/>
          <p14:tracePt t="8783" x="4792663" y="3487738"/>
          <p14:tracePt t="8791" x="4843463" y="3495675"/>
          <p14:tracePt t="8799" x="4906963" y="3516313"/>
          <p14:tracePt t="8807" x="4957763" y="3530600"/>
          <p14:tracePt t="8815" x="5021263" y="3552825"/>
          <p14:tracePt t="8823" x="5057775" y="3559175"/>
          <p14:tracePt t="8831" x="5113338" y="3573463"/>
          <p14:tracePt t="8839" x="5141913" y="3587750"/>
          <p14:tracePt t="8847" x="5184775" y="3595688"/>
          <p14:tracePt t="8855" x="5213350" y="3602038"/>
          <p14:tracePt t="8863" x="5256213" y="3624263"/>
          <p14:tracePt t="8871" x="5278438" y="3630613"/>
          <p14:tracePt t="8879" x="5313363" y="3638550"/>
          <p14:tracePt t="8887" x="5327650" y="3638550"/>
          <p14:tracePt t="8896" x="5341938" y="3638550"/>
          <p14:tracePt t="8903" x="5364163" y="3652838"/>
          <p14:tracePt t="8912" x="5378450" y="3659188"/>
          <p14:tracePt t="8919" x="5384800" y="3659188"/>
          <p14:tracePt t="8927" x="5392738" y="3667125"/>
          <p14:tracePt t="8935" x="5399088" y="3673475"/>
          <p14:tracePt t="8943" x="5413375" y="3687763"/>
          <p14:tracePt t="8951" x="5427663" y="3695700"/>
          <p14:tracePt t="8959" x="5456238" y="3716338"/>
          <p14:tracePt t="8967" x="5484813" y="3738563"/>
          <p14:tracePt t="8975" x="5541963" y="3773488"/>
          <p14:tracePt t="8983" x="5599113" y="3810000"/>
          <p14:tracePt t="8991" x="5648325" y="3830638"/>
          <p14:tracePt t="8999" x="5719763" y="3859213"/>
          <p14:tracePt t="9007" x="5776913" y="3881438"/>
          <p14:tracePt t="9014" x="5848350" y="3910013"/>
          <p14:tracePt t="9023" x="5899150" y="3944938"/>
          <p14:tracePt t="9031" x="5970588" y="3981450"/>
          <p14:tracePt t="9039" x="6013450" y="4008438"/>
          <p14:tracePt t="9047" x="6062663" y="4037013"/>
          <p14:tracePt t="9055" x="6091238" y="4059238"/>
          <p14:tracePt t="9063" x="6111875" y="4079875"/>
          <p14:tracePt t="9071" x="6119813" y="4087813"/>
          <p14:tracePt t="9079" x="6134100" y="4102100"/>
          <p14:tracePt t="9087" x="6148388" y="4137025"/>
          <p14:tracePt t="9095" x="6169025" y="4165600"/>
          <p14:tracePt t="9103" x="6176963" y="4202113"/>
          <p14:tracePt t="9112" x="6197600" y="4230688"/>
          <p14:tracePt t="9119" x="6197600" y="4259263"/>
          <p14:tracePt t="9127" x="6205538" y="4279900"/>
          <p14:tracePt t="9135" x="6211888" y="4302125"/>
          <p14:tracePt t="9143" x="6211888" y="4308475"/>
          <p14:tracePt t="9151" x="6211888" y="4316413"/>
          <p14:tracePt t="9159" x="6211888" y="4330700"/>
          <p14:tracePt t="9175" x="6211888" y="4344988"/>
          <p14:tracePt t="9183" x="6211888" y="4351338"/>
          <p14:tracePt t="9191" x="6205538" y="4379913"/>
          <p14:tracePt t="9199" x="6197600" y="4379913"/>
          <p14:tracePt t="9207" x="6169025" y="4394200"/>
          <p14:tracePt t="9215" x="6148388" y="4408488"/>
          <p14:tracePt t="9223" x="6111875" y="4416425"/>
          <p14:tracePt t="9231" x="6084888" y="4422775"/>
          <p14:tracePt t="9239" x="6042025" y="4445000"/>
          <p14:tracePt t="9247" x="5999163" y="4451350"/>
          <p14:tracePt t="9255" x="5956300" y="4473575"/>
          <p14:tracePt t="9263" x="5919788" y="4479925"/>
          <p14:tracePt t="9271" x="5876925" y="4487863"/>
          <p14:tracePt t="9279" x="5827713" y="4508500"/>
          <p14:tracePt t="9287" x="5805488" y="4516438"/>
          <p14:tracePt t="9295" x="5756275" y="4530725"/>
          <p14:tracePt t="9303" x="5727700" y="4537075"/>
          <p14:tracePt t="9311" x="5691188" y="4551363"/>
          <p14:tracePt t="9319" x="5641975" y="4565650"/>
          <p14:tracePt t="9327" x="5613400" y="4579938"/>
          <p14:tracePt t="9335" x="5584825" y="4594225"/>
          <p14:tracePt t="9343" x="5549900" y="4614863"/>
          <p14:tracePt t="9351" x="5513388" y="4622800"/>
          <p14:tracePt t="9359" x="5470525" y="4651375"/>
          <p14:tracePt t="9367" x="5427663" y="4657725"/>
          <p14:tracePt t="9375" x="5392738" y="4672013"/>
          <p14:tracePt t="9383" x="5335588" y="4694238"/>
          <p14:tracePt t="9391" x="5292725" y="4708525"/>
          <p14:tracePt t="9399" x="5264150" y="4722813"/>
          <p14:tracePt t="9407" x="5227638" y="4743450"/>
          <p14:tracePt t="9414" x="5192713" y="4757738"/>
          <p14:tracePt t="9423" x="5164138" y="4765675"/>
          <p14:tracePt t="9431" x="5141913" y="4779963"/>
          <p14:tracePt t="9439" x="5106988" y="4786313"/>
          <p14:tracePt t="9447" x="5064125" y="4808538"/>
          <p14:tracePt t="9455" x="5049838" y="4814888"/>
          <p14:tracePt t="9463" x="5035550" y="4814888"/>
          <p14:tracePt t="9471" x="5006975" y="4822825"/>
          <p14:tracePt t="9479" x="4978400" y="4822825"/>
          <p14:tracePt t="9487" x="4943475" y="4822825"/>
          <p14:tracePt t="9495" x="4914900" y="4822825"/>
          <p14:tracePt t="9503" x="4864100" y="4851400"/>
          <p14:tracePt t="9512" x="4829175" y="4851400"/>
          <p14:tracePt t="9519" x="4786313" y="4851400"/>
          <p14:tracePt t="9527" x="4757738" y="4851400"/>
          <p14:tracePt t="9535" x="4714875" y="4857750"/>
          <p14:tracePt t="9544" x="4678363" y="4872038"/>
          <p14:tracePt t="9551" x="4657725" y="4872038"/>
          <p14:tracePt t="9559" x="4614863" y="4872038"/>
          <p14:tracePt t="9567" x="4572000" y="4872038"/>
          <p14:tracePt t="9575" x="4537075" y="4872038"/>
          <p14:tracePt t="9583" x="4479925" y="4872038"/>
          <p14:tracePt t="9591" x="4429125" y="4872038"/>
          <p14:tracePt t="9599" x="4365625" y="4872038"/>
          <p14:tracePt t="9607" x="4314825" y="4872038"/>
          <p14:tracePt t="9615" x="4237038" y="4872038"/>
          <p14:tracePt t="9623" x="4165600" y="4872038"/>
          <p14:tracePt t="9631" x="4086225" y="4872038"/>
          <p14:tracePt t="9639" x="4002088" y="4872038"/>
          <p14:tracePt t="9647" x="3908425" y="4872038"/>
          <p14:tracePt t="9655" x="3822700" y="4872038"/>
          <p14:tracePt t="9663" x="3744913" y="4872038"/>
          <p14:tracePt t="9671" x="3673475" y="4872038"/>
          <p14:tracePt t="9679" x="3594100" y="4872038"/>
          <p14:tracePt t="9687" x="3538538" y="4872038"/>
          <p14:tracePt t="9695" x="3487738" y="4872038"/>
          <p14:tracePt t="9703" x="3430588" y="4872038"/>
          <p14:tracePt t="9712" x="3395663" y="4872038"/>
          <p14:tracePt t="9719" x="3344863" y="4872038"/>
          <p14:tracePt t="9727" x="3309938" y="4872038"/>
          <p14:tracePt t="9735" x="3281363" y="4872038"/>
          <p14:tracePt t="9743" x="3238500" y="4872038"/>
          <p14:tracePt t="9751" x="3209925" y="4872038"/>
          <p14:tracePt t="9759" x="3173413" y="4872038"/>
          <p14:tracePt t="9767" x="3138488" y="4872038"/>
          <p14:tracePt t="9775" x="3109913" y="4865688"/>
          <p14:tracePt t="9783" x="3059113" y="4843463"/>
          <p14:tracePt t="9791" x="3038475" y="4837113"/>
          <p14:tracePt t="9799" x="2995613" y="4814888"/>
          <p14:tracePt t="9807" x="2932113" y="4779963"/>
          <p14:tracePt t="9815" x="2881313" y="4737100"/>
          <p14:tracePt t="9823" x="2817813" y="4694238"/>
          <p14:tracePt t="9831" x="2752725" y="4651375"/>
          <p14:tracePt t="9839" x="2674938" y="4614863"/>
          <p14:tracePt t="9847" x="2617788" y="4572000"/>
          <p14:tracePt t="9855" x="2525713" y="4537075"/>
          <p14:tracePt t="9863" x="2446338" y="4502150"/>
          <p14:tracePt t="9870" x="2389188" y="4479925"/>
          <p14:tracePt t="9879" x="2317750" y="4451350"/>
          <p14:tracePt t="9897" x="2203450" y="4394200"/>
          <p14:tracePt t="9903" x="2154238" y="4373563"/>
          <p14:tracePt t="9912" x="2111375" y="4330700"/>
          <p14:tracePt t="9919" x="2068513" y="4287838"/>
          <p14:tracePt t="9927" x="2025650" y="4244975"/>
          <p14:tracePt t="9935" x="1997075" y="4208463"/>
          <p14:tracePt t="9943" x="1968500" y="4165600"/>
          <p14:tracePt t="9951" x="1933575" y="4087813"/>
          <p14:tracePt t="9959" x="1919288" y="4022725"/>
          <p14:tracePt t="9967" x="1905000" y="3952875"/>
          <p14:tracePt t="9975" x="1897063" y="3873500"/>
          <p14:tracePt t="9983" x="1897063" y="3816350"/>
          <p14:tracePt t="9991" x="1897063" y="3773488"/>
          <p14:tracePt t="9999" x="1897063" y="3724275"/>
          <p14:tracePt t="10007" x="1905000" y="3687763"/>
          <p14:tracePt t="10015" x="1911350" y="3659188"/>
          <p14:tracePt t="10023" x="1919288" y="3630613"/>
          <p14:tracePt t="10031" x="1939925" y="3587750"/>
          <p14:tracePt t="10039" x="1962150" y="3544888"/>
          <p14:tracePt t="10047" x="1982788" y="3509963"/>
          <p14:tracePt t="10055" x="2011363" y="3467100"/>
          <p14:tracePt t="10063" x="2054225" y="3424238"/>
          <p14:tracePt t="10071" x="2082800" y="3389313"/>
          <p14:tracePt t="10079" x="2132013" y="3346450"/>
          <p14:tracePt t="10087" x="2182813" y="3289300"/>
          <p14:tracePt t="10095" x="2217738" y="3252788"/>
          <p14:tracePt t="10103" x="2268538" y="3217863"/>
          <p14:tracePt t="10112" x="2303463" y="3195638"/>
          <p14:tracePt t="10119" x="2346325" y="3175000"/>
          <p14:tracePt t="10127" x="2389188" y="3167063"/>
          <p14:tracePt t="10135" x="2417763" y="3160713"/>
          <p14:tracePt t="10143" x="2460625" y="3152775"/>
          <p14:tracePt t="10151" x="2503488" y="3152775"/>
          <p14:tracePt t="10159" x="2566988" y="3138488"/>
          <p14:tracePt t="10167" x="2638425" y="3138488"/>
          <p14:tracePt t="10175" x="2717800" y="3138488"/>
          <p14:tracePt t="10183" x="2803525" y="3138488"/>
          <p14:tracePt t="10191" x="2889250" y="3138488"/>
          <p14:tracePt t="10199" x="2974975" y="3138488"/>
          <p14:tracePt t="10207" x="3067050" y="3138488"/>
          <p14:tracePt t="10215" x="3173413" y="3138488"/>
          <p14:tracePt t="10223" x="3273425" y="3138488"/>
          <p14:tracePt t="10231" x="3409950" y="3138488"/>
          <p14:tracePt t="10239" x="3502025" y="3146425"/>
          <p14:tracePt t="10247" x="3622675" y="3175000"/>
          <p14:tracePt t="10255" x="3730625" y="3181350"/>
          <p14:tracePt t="10263" x="3816350" y="3189288"/>
          <p14:tracePt t="10271" x="3908425" y="3209925"/>
          <p14:tracePt t="10279" x="3979863" y="3217863"/>
          <p14:tracePt t="10287" x="4059238" y="3224213"/>
          <p14:tracePt t="10295" x="4129088" y="3232150"/>
          <p14:tracePt t="10303" x="4200525" y="3246438"/>
          <p14:tracePt t="10312" x="4279900" y="3260725"/>
          <p14:tracePt t="10319" x="4337050" y="3267075"/>
          <p14:tracePt t="10327" x="4394200" y="3275013"/>
          <p14:tracePt t="10335" x="4451350" y="3289300"/>
          <p14:tracePt t="10343" x="4500563" y="3295650"/>
          <p14:tracePt t="10351" x="4557713" y="3303588"/>
          <p14:tracePt t="10359" x="4606925" y="3309938"/>
          <p14:tracePt t="10367" x="4678363" y="3324225"/>
          <p14:tracePt t="10375" x="4749800" y="3332163"/>
          <p14:tracePt t="10383" x="4829175" y="3346450"/>
          <p14:tracePt t="10391" x="4921250" y="3375025"/>
          <p14:tracePt t="10399" x="5014913" y="3409950"/>
          <p14:tracePt t="10407" x="5106988" y="3424238"/>
          <p14:tracePt t="10415" x="5178425" y="3452813"/>
          <p14:tracePt t="10423" x="5256213" y="3467100"/>
          <p14:tracePt t="10431" x="5327650" y="3487738"/>
          <p14:tracePt t="10439" x="5378450" y="3502025"/>
          <p14:tracePt t="10447" x="5427663" y="3524250"/>
          <p14:tracePt t="10455" x="5478463" y="3530600"/>
          <p14:tracePt t="10463" x="5521325" y="3552825"/>
          <p14:tracePt t="10471" x="5541963" y="3567113"/>
          <p14:tracePt t="10479" x="5564188" y="3567113"/>
          <p14:tracePt t="10487" x="5591175" y="3587750"/>
          <p14:tracePt t="10495" x="5605463" y="3602038"/>
          <p14:tracePt t="10503" x="5619750" y="3609975"/>
          <p14:tracePt t="10512" x="5634038" y="3616325"/>
          <p14:tracePt t="10519" x="5641975" y="3638550"/>
          <p14:tracePt t="10527" x="5670550" y="3667125"/>
          <p14:tracePt t="10535" x="5670550" y="3673475"/>
          <p14:tracePt t="10543" x="5684838" y="3695700"/>
          <p14:tracePt t="10551" x="5691188" y="3724275"/>
          <p14:tracePt t="10559" x="5713413" y="3738563"/>
          <p14:tracePt t="10567" x="5719763" y="3752850"/>
          <p14:tracePt t="10575" x="5741988" y="3795713"/>
          <p14:tracePt t="10583" x="5748338" y="3816350"/>
          <p14:tracePt t="10591" x="5762625" y="3852863"/>
          <p14:tracePt t="10599" x="5776913" y="3867150"/>
          <p14:tracePt t="10607" x="5784850" y="3895725"/>
          <p14:tracePt t="10615" x="5799138" y="3910013"/>
          <p14:tracePt t="10623" x="5819775" y="3944938"/>
          <p14:tracePt t="10631" x="5834063" y="3973513"/>
          <p14:tracePt t="10639" x="5842000" y="3995738"/>
          <p14:tracePt t="10647" x="5862638" y="4037013"/>
          <p14:tracePt t="10655" x="5876925" y="4073525"/>
          <p14:tracePt t="10663" x="5884863" y="4102100"/>
          <p14:tracePt t="10671" x="5905500" y="4151313"/>
          <p14:tracePt t="10679" x="5913438" y="4187825"/>
          <p14:tracePt t="10687" x="5919788" y="4222750"/>
          <p14:tracePt t="10695" x="5927725" y="4265613"/>
          <p14:tracePt t="10703" x="5934075" y="4308475"/>
          <p14:tracePt t="10712" x="5934075" y="4337050"/>
          <p14:tracePt t="10719" x="5934075" y="4373563"/>
          <p14:tracePt t="10727" x="5934075" y="4394200"/>
          <p14:tracePt t="10735" x="5934075" y="4416425"/>
          <p14:tracePt t="10743" x="5934075" y="4430713"/>
          <p14:tracePt t="10751" x="5934075" y="4437063"/>
          <p14:tracePt t="11215" x="5934075" y="4422775"/>
          <p14:tracePt t="11247" x="5934075" y="4416425"/>
          <p14:tracePt t="11287" x="5927725" y="4408488"/>
          <p14:tracePt t="11295" x="5919788" y="4408488"/>
          <p14:tracePt t="11375" x="5913438" y="4402138"/>
          <p14:tracePt t="11415" x="5905500" y="4394200"/>
          <p14:tracePt t="11423" x="5899150" y="4394200"/>
          <p14:tracePt t="11439" x="5891213" y="4394200"/>
          <p14:tracePt t="11447" x="5891213" y="4387850"/>
          <p14:tracePt t="11463" x="5884863" y="4379913"/>
          <p14:tracePt t="11471" x="5876925" y="4365625"/>
          <p14:tracePt t="11479" x="5870575" y="4365625"/>
          <p14:tracePt t="11487" x="5870575" y="4359275"/>
          <p14:tracePt t="11495" x="5862638" y="4359275"/>
          <p14:tracePt t="11503" x="5856288" y="4344988"/>
          <p14:tracePt t="11512" x="5842000" y="4337050"/>
          <p14:tracePt t="11519" x="5842000" y="4322763"/>
          <p14:tracePt t="11527" x="5827713" y="4316413"/>
          <p14:tracePt t="11535" x="5813425" y="4302125"/>
          <p14:tracePt t="11543" x="5799138" y="4287838"/>
          <p14:tracePt t="11551" x="5791200" y="4273550"/>
          <p14:tracePt t="11559" x="5770563" y="4251325"/>
          <p14:tracePt t="11567" x="5762625" y="4237038"/>
          <p14:tracePt t="11575" x="5748338" y="4216400"/>
          <p14:tracePt t="11583" x="5727700" y="4202113"/>
          <p14:tracePt t="11591" x="5713413" y="4179888"/>
          <p14:tracePt t="11599" x="5699125" y="4165600"/>
          <p14:tracePt t="11607" x="5676900" y="4159250"/>
          <p14:tracePt t="11614" x="5656263" y="4144963"/>
          <p14:tracePt t="11623" x="5641975" y="4130675"/>
          <p14:tracePt t="11631" x="5627688" y="4116388"/>
          <p14:tracePt t="11639" x="5605463" y="4102100"/>
          <p14:tracePt t="11647" x="5584825" y="4073525"/>
          <p14:tracePt t="11655" x="5549900" y="4037013"/>
          <p14:tracePt t="11663" x="5535613" y="4037013"/>
          <p14:tracePt t="11671" x="5507038" y="4016375"/>
          <p14:tracePt t="11680" x="5484813" y="4002088"/>
          <p14:tracePt t="11687" x="5470525" y="4002088"/>
          <p14:tracePt t="11695" x="5449888" y="3987800"/>
          <p14:tracePt t="11712" x="5435600" y="3981450"/>
          <p14:tracePt t="11983" x="5427663" y="3973513"/>
          <p14:tracePt t="13039" x="5427663" y="3967163"/>
          <p14:tracePt t="13407" x="5435600" y="3967163"/>
          <p14:tracePt t="13511" x="5441950" y="3967163"/>
          <p14:tracePt t="13592" x="5421313" y="3973513"/>
          <p14:tracePt t="13599" x="5356225" y="3981450"/>
          <p14:tracePt t="13607" x="5235575" y="3995738"/>
          <p14:tracePt t="13615" x="5078413" y="4022725"/>
          <p14:tracePt t="13623" x="4900613" y="4044950"/>
          <p14:tracePt t="13631" x="4572000" y="4044950"/>
          <p14:tracePt t="13639" x="4279900" y="4044950"/>
          <p14:tracePt t="13647" x="4008438" y="4044950"/>
          <p14:tracePt t="13655" x="3702050" y="4044950"/>
          <p14:tracePt t="13663" x="3387725" y="4044950"/>
          <p14:tracePt t="13671" x="3116263" y="4044950"/>
          <p14:tracePt t="13679" x="2832100" y="4044950"/>
          <p14:tracePt t="13687" x="2595563" y="4044950"/>
          <p14:tracePt t="13695" x="2360613" y="4044950"/>
          <p14:tracePt t="13703" x="2189163" y="4044950"/>
          <p14:tracePt t="13712" x="1976438" y="4044950"/>
          <p14:tracePt t="13719" x="1854200" y="4044950"/>
          <p14:tracePt t="13727" x="1754188" y="4051300"/>
          <p14:tracePt t="13735" x="1662113" y="4051300"/>
          <p14:tracePt t="13743" x="1582738" y="4051300"/>
          <p14:tracePt t="13751" x="1519238" y="4051300"/>
          <p14:tracePt t="13759" x="1476375" y="4051300"/>
          <p14:tracePt t="13767" x="1441450" y="4051300"/>
          <p14:tracePt t="13775" x="1398588" y="4051300"/>
          <p14:tracePt t="13783" x="1362075" y="4051300"/>
          <p14:tracePt t="13791" x="1333500" y="4051300"/>
          <p14:tracePt t="13798" x="1290638" y="4051300"/>
          <p14:tracePt t="13807" x="1262063" y="4051300"/>
          <p14:tracePt t="13815" x="1227138" y="4051300"/>
          <p14:tracePt t="13823" x="1190625" y="4051300"/>
          <p14:tracePt t="13831" x="1162050" y="4051300"/>
          <p14:tracePt t="13839" x="1127125" y="4051300"/>
          <p14:tracePt t="13847" x="1090613" y="4044950"/>
          <p14:tracePt t="13855" x="1062038" y="4037013"/>
          <p14:tracePt t="13863" x="1041400" y="4037013"/>
          <p14:tracePt t="13871" x="1012825" y="4037013"/>
          <p14:tracePt t="13879" x="969963" y="4022725"/>
          <p14:tracePt t="13887" x="912813" y="4016375"/>
          <p14:tracePt t="13896" x="855663" y="4016375"/>
          <p14:tracePt t="13903" x="792163" y="4008438"/>
          <p14:tracePt t="13912" x="720725" y="4002088"/>
          <p14:tracePt t="13919" x="663575" y="3987800"/>
          <p14:tracePt t="13927" x="606425" y="3987800"/>
          <p14:tracePt t="13935" x="577850" y="3987800"/>
          <p14:tracePt t="13943" x="549275" y="3987800"/>
          <p14:tracePt t="13951" x="527050" y="3987800"/>
          <p14:tracePt t="13959" x="520700" y="3987800"/>
          <p14:tracePt t="13975" x="506413" y="3987800"/>
          <p14:tracePt t="14063" x="512763" y="4008438"/>
          <p14:tracePt t="14071" x="563563" y="4016375"/>
          <p14:tracePt t="14079" x="635000" y="4037013"/>
          <p14:tracePt t="14087" x="712788" y="4051300"/>
          <p14:tracePt t="14095" x="798513" y="4059238"/>
          <p14:tracePt t="14103" x="892175" y="4079875"/>
          <p14:tracePt t="14111" x="992188" y="4087813"/>
          <p14:tracePt t="14119" x="1076325" y="4102100"/>
          <p14:tracePt t="14127" x="1162050" y="4102100"/>
          <p14:tracePt t="14135" x="1233488" y="4102100"/>
          <p14:tracePt t="14143" x="1312863" y="4102100"/>
          <p14:tracePt t="14151" x="1376363" y="4102100"/>
          <p14:tracePt t="14159" x="1455738" y="4102100"/>
          <p14:tracePt t="14167" x="1525588" y="4102100"/>
          <p14:tracePt t="14174" x="1604963" y="4102100"/>
          <p14:tracePt t="14183" x="1690688" y="4102100"/>
          <p14:tracePt t="14191" x="1754188" y="4102100"/>
          <p14:tracePt t="14199" x="1833563" y="4102100"/>
          <p14:tracePt t="14207" x="1897063" y="4102100"/>
          <p14:tracePt t="14214" x="1968500" y="4102100"/>
          <p14:tracePt t="14223" x="2039938" y="4102100"/>
          <p14:tracePt t="14231" x="2125663" y="4102100"/>
          <p14:tracePt t="14239" x="2203450" y="4102100"/>
          <p14:tracePt t="14247" x="2297113" y="4102100"/>
          <p14:tracePt t="14255" x="2403475" y="4102100"/>
          <p14:tracePt t="14263" x="2517775" y="4102100"/>
          <p14:tracePt t="14271" x="2652713" y="4102100"/>
          <p14:tracePt t="14279" x="2846388" y="4102100"/>
          <p14:tracePt t="14287" x="3095625" y="4102100"/>
          <p14:tracePt t="14295" x="3295650" y="4102100"/>
          <p14:tracePt t="14303" x="3509963" y="4102100"/>
          <p14:tracePt t="14312" x="3644900" y="4102100"/>
          <p14:tracePt t="14319" x="3816350" y="4102100"/>
          <p14:tracePt t="14327" x="3959225" y="4102100"/>
          <p14:tracePt t="14335" x="4051300" y="4102100"/>
          <p14:tracePt t="14343" x="4151313" y="4102100"/>
          <p14:tracePt t="14351" x="4251325" y="4102100"/>
          <p14:tracePt t="14359" x="4329113" y="4102100"/>
          <p14:tracePt t="14367" x="4422775" y="4116388"/>
          <p14:tracePt t="14375" x="4508500" y="4116388"/>
          <p14:tracePt t="14383" x="4578350" y="4116388"/>
          <p14:tracePt t="14391" x="4643438" y="4116388"/>
          <p14:tracePt t="14399" x="4714875" y="4116388"/>
          <p14:tracePt t="14407" x="4764088" y="4116388"/>
          <p14:tracePt t="14415" x="4821238" y="4116388"/>
          <p14:tracePt t="14423" x="4857750" y="4116388"/>
          <p14:tracePt t="14431" x="4892675" y="4116388"/>
          <p14:tracePt t="14439" x="4929188" y="4116388"/>
          <p14:tracePt t="14447" x="4957763" y="4116388"/>
          <p14:tracePt t="14455" x="4986338" y="4116388"/>
          <p14:tracePt t="14463" x="5006975" y="4116388"/>
          <p14:tracePt t="14471" x="5043488" y="4116388"/>
          <p14:tracePt t="14479" x="5092700" y="4116388"/>
          <p14:tracePt t="14487" x="5121275" y="4116388"/>
          <p14:tracePt t="14495" x="5164138" y="4116388"/>
          <p14:tracePt t="14503" x="5207000" y="4116388"/>
          <p14:tracePt t="14512" x="5235575" y="4116388"/>
          <p14:tracePt t="14519" x="5264150" y="4116388"/>
          <p14:tracePt t="14527" x="5292725" y="4116388"/>
          <p14:tracePt t="14535" x="5307013" y="4116388"/>
          <p14:tracePt t="14543" x="5321300" y="4116388"/>
          <p14:tracePt t="16903" x="5292725" y="4116388"/>
          <p14:tracePt t="16911" x="5264150" y="4116388"/>
          <p14:tracePt t="16919" x="5213350" y="4116388"/>
          <p14:tracePt t="16927" x="5164138" y="4116388"/>
          <p14:tracePt t="16935" x="5127625" y="4116388"/>
          <p14:tracePt t="16943" x="5084763" y="4116388"/>
          <p14:tracePt t="16951" x="5057775" y="4116388"/>
          <p14:tracePt t="16959" x="5029200" y="4116388"/>
          <p14:tracePt t="16967" x="5000625" y="4116388"/>
          <p14:tracePt t="16975" x="4978400" y="4116388"/>
          <p14:tracePt t="16983" x="4957763" y="4116388"/>
          <p14:tracePt t="16991" x="4935538" y="4116388"/>
          <p14:tracePt t="16999" x="4914900" y="4116388"/>
          <p14:tracePt t="17007" x="4892675" y="4116388"/>
          <p14:tracePt t="17015" x="4872038" y="4116388"/>
          <p14:tracePt t="17023" x="4864100" y="4116388"/>
          <p14:tracePt t="17031" x="4835525" y="4116388"/>
          <p14:tracePt t="17039" x="4786313" y="4116388"/>
          <p14:tracePt t="17047" x="4735513" y="4116388"/>
          <p14:tracePt t="17055" x="4700588" y="4116388"/>
          <p14:tracePt t="17063" x="4649788" y="4116388"/>
          <p14:tracePt t="17071" x="4600575" y="4116388"/>
          <p14:tracePt t="17079" x="4565650" y="4116388"/>
          <p14:tracePt t="17087" x="4514850" y="4116388"/>
          <p14:tracePt t="17095" x="4479925" y="4116388"/>
          <p14:tracePt t="17103" x="4451350" y="4116388"/>
          <p14:tracePt t="17112" x="4408488" y="4116388"/>
          <p14:tracePt t="17119" x="4371975" y="4116388"/>
          <p14:tracePt t="17127" x="4343400" y="4116388"/>
          <p14:tracePt t="17135" x="4286250" y="4116388"/>
          <p14:tracePt t="17143" x="4237038" y="4116388"/>
          <p14:tracePt t="17151" x="4179888" y="4122738"/>
          <p14:tracePt t="17159" x="4129088" y="4130675"/>
          <p14:tracePt t="17167" x="4059238" y="4137025"/>
          <p14:tracePt t="17175" x="4016375" y="4137025"/>
          <p14:tracePt t="17183" x="3965575" y="4137025"/>
          <p14:tracePt t="17191" x="3916363" y="4137025"/>
          <p14:tracePt t="17199" x="3859213" y="4137025"/>
          <p14:tracePt t="17207" x="3808413" y="4137025"/>
          <p14:tracePt t="17214" x="3773488" y="4144963"/>
          <p14:tracePt t="17223" x="3722688" y="4151313"/>
          <p14:tracePt t="17231" x="3687763" y="4151313"/>
          <p14:tracePt t="17239" x="3644900" y="4159250"/>
          <p14:tracePt t="17247" x="3594100" y="4165600"/>
          <p14:tracePt t="17255" x="3559175" y="4165600"/>
          <p14:tracePt t="17263" x="3516313" y="4173538"/>
          <p14:tracePt t="17271" x="3473450" y="4187825"/>
          <p14:tracePt t="17279" x="3430588" y="4187825"/>
          <p14:tracePt t="17287" x="3395663" y="4187825"/>
          <p14:tracePt t="17295" x="3367088" y="4187825"/>
          <p14:tracePt t="17303" x="3330575" y="4187825"/>
          <p14:tracePt t="17312" x="3302000" y="4187825"/>
          <p14:tracePt t="17319" x="3273425" y="4187825"/>
          <p14:tracePt t="17327" x="3230563" y="4187825"/>
          <p14:tracePt t="17335" x="3201988" y="4187825"/>
          <p14:tracePt t="17343" x="3167063" y="4187825"/>
          <p14:tracePt t="17351" x="3130550" y="4187825"/>
          <p14:tracePt t="17359" x="3087688" y="4187825"/>
          <p14:tracePt t="17367" x="3046413" y="4187825"/>
          <p14:tracePt t="17375" x="3017838" y="4194175"/>
          <p14:tracePt t="17383" x="2989263" y="4194175"/>
          <p14:tracePt t="17391" x="2938463" y="4194175"/>
          <p14:tracePt t="17399" x="2909888" y="4202113"/>
          <p14:tracePt t="17407" x="2860675" y="4202113"/>
          <p14:tracePt t="17415" x="2809875" y="4202113"/>
          <p14:tracePt t="17423" x="2760663" y="4208463"/>
          <p14:tracePt t="17431" x="2703513" y="4208463"/>
          <p14:tracePt t="17439" x="2638425" y="4208463"/>
          <p14:tracePt t="17447" x="2589213" y="4208463"/>
          <p14:tracePt t="17455" x="2532063" y="4208463"/>
          <p14:tracePt t="17463" x="2489200" y="4208463"/>
          <p14:tracePt t="17471" x="2439988" y="4208463"/>
          <p14:tracePt t="17479" x="2403475" y="4208463"/>
          <p14:tracePt t="17487" x="2368550" y="4208463"/>
          <p14:tracePt t="17495" x="2339975" y="4208463"/>
          <p14:tracePt t="17503" x="2317750" y="4208463"/>
          <p14:tracePt t="17512" x="2303463" y="4208463"/>
          <p14:tracePt t="17519" x="2282825" y="4208463"/>
          <p14:tracePt t="17527" x="2260600" y="4208463"/>
          <p14:tracePt t="17543" x="2254250" y="4208463"/>
          <p14:tracePt t="17639" x="2268538" y="4208463"/>
          <p14:tracePt t="17647" x="2311400" y="4208463"/>
          <p14:tracePt t="17655" x="2360613" y="4208463"/>
          <p14:tracePt t="17663" x="2425700" y="4208463"/>
          <p14:tracePt t="17671" x="2474913" y="4208463"/>
          <p14:tracePt t="17679" x="2540000" y="4208463"/>
          <p14:tracePt t="17686" x="2603500" y="4208463"/>
          <p14:tracePt t="17695" x="2681288" y="4208463"/>
          <p14:tracePt t="17702" x="2746375" y="4208463"/>
          <p14:tracePt t="17712" x="2824163" y="4208463"/>
          <p14:tracePt t="17719" x="2895600" y="4208463"/>
          <p14:tracePt t="17727" x="2981325" y="4208463"/>
          <p14:tracePt t="17735" x="3052763" y="4208463"/>
          <p14:tracePt t="17742" x="3124200" y="4208463"/>
          <p14:tracePt t="17751" x="3195638" y="4208463"/>
          <p14:tracePt t="17759" x="3259138" y="4208463"/>
          <p14:tracePt t="17767" x="3338513" y="4208463"/>
          <p14:tracePt t="17775" x="3409950" y="4208463"/>
          <p14:tracePt t="17783" x="3467100" y="4208463"/>
          <p14:tracePt t="17791" x="3544888" y="4208463"/>
          <p14:tracePt t="17799" x="3594100" y="4208463"/>
          <p14:tracePt t="17807" x="3659188" y="4208463"/>
          <p14:tracePt t="17815" x="3736975" y="4208463"/>
          <p14:tracePt t="17823" x="3802063" y="4208463"/>
          <p14:tracePt t="17831" x="3873500" y="4208463"/>
          <p14:tracePt t="17839" x="3944938" y="4208463"/>
          <p14:tracePt t="17847" x="4016375" y="4208463"/>
          <p14:tracePt t="17855" x="4086225" y="4208463"/>
          <p14:tracePt t="17863" x="4151313" y="4208463"/>
          <p14:tracePt t="17871" x="4229100" y="4208463"/>
          <p14:tracePt t="17879" x="4300538" y="4208463"/>
          <p14:tracePt t="17896" x="4457700" y="4208463"/>
          <p14:tracePt t="17903" x="4529138" y="4208463"/>
          <p14:tracePt t="17912" x="4592638" y="4208463"/>
          <p14:tracePt t="17919" x="4672013" y="4208463"/>
          <p14:tracePt t="17927" x="4735513" y="4208463"/>
          <p14:tracePt t="17935" x="4806950" y="4208463"/>
          <p14:tracePt t="17943" x="4864100" y="4208463"/>
          <p14:tracePt t="17951" x="4935538" y="4208463"/>
          <p14:tracePt t="17959" x="5021263" y="4208463"/>
          <p14:tracePt t="17967" x="5106988" y="4208463"/>
          <p14:tracePt t="17975" x="5184775" y="4208463"/>
          <p14:tracePt t="17983" x="5270500" y="4208463"/>
          <p14:tracePt t="17991" x="5335588" y="4208463"/>
          <p14:tracePt t="17999" x="5399088" y="4208463"/>
          <p14:tracePt t="18007" x="5456238" y="4208463"/>
          <p14:tracePt t="18015" x="5521325" y="4208463"/>
          <p14:tracePt t="18023" x="5556250" y="4208463"/>
          <p14:tracePt t="18031" x="5591175" y="4208463"/>
          <p14:tracePt t="18039" x="5634038" y="4208463"/>
          <p14:tracePt t="18047" x="5662613" y="4208463"/>
          <p14:tracePt t="18055" x="5684838" y="4208463"/>
          <p14:tracePt t="18063" x="5705475" y="4208463"/>
          <p14:tracePt t="18071" x="5713413" y="4208463"/>
          <p14:tracePt t="18078" x="5727700" y="4208463"/>
          <p14:tracePt t="18087" x="5734050" y="4208463"/>
          <p14:tracePt t="18095" x="5741988" y="4202113"/>
          <p14:tracePt t="18120" x="5748338" y="4202113"/>
          <p14:tracePt t="18559" x="5748338" y="4194175"/>
          <p14:tracePt t="18607" x="5756275" y="4194175"/>
          <p14:tracePt t="18615" x="5762625" y="4194175"/>
          <p14:tracePt t="18623" x="5770563" y="4194175"/>
          <p14:tracePt t="18631" x="5776913" y="4194175"/>
          <p14:tracePt t="18639" x="5784850" y="4194175"/>
          <p14:tracePt t="18647" x="5791200" y="4194175"/>
          <p14:tracePt t="18655" x="5799138" y="4194175"/>
          <p14:tracePt t="18663" x="5805488" y="4194175"/>
          <p14:tracePt t="18671" x="5819775" y="4194175"/>
          <p14:tracePt t="18687" x="5827713" y="4194175"/>
          <p14:tracePt t="18695" x="5834063" y="4194175"/>
          <p14:tracePt t="18711" x="5842000" y="4194175"/>
          <p14:tracePt t="18735" x="5842000" y="4202113"/>
          <p14:tracePt t="18759" x="5848350" y="4202113"/>
          <p14:tracePt t="18775" x="5856288" y="4202113"/>
          <p14:tracePt t="19735" x="5862638" y="4202113"/>
          <p14:tracePt t="19951" x="5870575" y="4202113"/>
          <p14:tracePt t="19967" x="5884863" y="4202113"/>
          <p14:tracePt t="19983" x="5884863" y="4187825"/>
          <p14:tracePt t="19999" x="5884863" y="4179888"/>
          <p14:tracePt t="20007" x="5884863" y="4173538"/>
          <p14:tracePt t="20023" x="5891213" y="4165600"/>
          <p14:tracePt t="20055" x="5891213" y="4159250"/>
          <p14:tracePt t="20087" x="5891213" y="4151313"/>
          <p14:tracePt t="20119" x="5899150" y="4144963"/>
          <p14:tracePt t="20143" x="5899150" y="4137025"/>
          <p14:tracePt t="20151" x="5905500" y="4130675"/>
          <p14:tracePt t="20167" x="5913438" y="4122738"/>
          <p14:tracePt t="20175" x="5913438" y="4108450"/>
          <p14:tracePt t="20191" x="5927725" y="4102100"/>
          <p14:tracePt t="20199" x="5927725" y="4079875"/>
          <p14:tracePt t="20207" x="5934075" y="4079875"/>
          <p14:tracePt t="20215" x="5934075" y="4059238"/>
          <p14:tracePt t="20223" x="5942013" y="4044950"/>
          <p14:tracePt t="20231" x="5948363" y="4037013"/>
          <p14:tracePt t="20239" x="5948363" y="4030663"/>
          <p14:tracePt t="20247" x="5956300" y="4016375"/>
          <p14:tracePt t="20255" x="5956300" y="4008438"/>
          <p14:tracePt t="20271" x="5956300" y="4002088"/>
          <p14:tracePt t="20279" x="5956300" y="3987800"/>
          <p14:tracePt t="20295" x="5956300" y="3981450"/>
          <p14:tracePt t="20303" x="5956300" y="3973513"/>
          <p14:tracePt t="20312" x="5956300" y="3967163"/>
          <p14:tracePt t="20327" x="5956300" y="3959225"/>
          <p14:tracePt t="20335" x="5956300" y="3952875"/>
          <p14:tracePt t="20351" x="5956300" y="3944938"/>
          <p14:tracePt t="20383" x="5956300" y="3938588"/>
          <p14:tracePt t="20399" x="5956300" y="3930650"/>
          <p14:tracePt t="20439" x="5956300" y="3924300"/>
          <p14:tracePt t="20471" x="5956300" y="3916363"/>
          <p14:tracePt t="20487" x="5956300" y="3910013"/>
          <p14:tracePt t="20495" x="5956300" y="3902075"/>
          <p14:tracePt t="20511" x="5956300" y="3895725"/>
          <p14:tracePt t="20519" x="5956300" y="3887788"/>
          <p14:tracePt t="20551" x="5956300" y="3881438"/>
          <p14:tracePt t="20575" x="5956300" y="3873500"/>
          <p14:tracePt t="20591" x="5956300" y="3867150"/>
          <p14:tracePt t="20623" x="5956300" y="3859213"/>
          <p14:tracePt t="20647" x="5956300" y="3852863"/>
          <p14:tracePt t="20687" x="5956300" y="3844925"/>
          <p14:tracePt t="20751" x="5956300" y="3838575"/>
          <p14:tracePt t="20783" x="5956300" y="3830638"/>
          <p14:tracePt t="20799" x="5956300" y="3824288"/>
          <p14:tracePt t="20831" x="5956300" y="3816350"/>
          <p14:tracePt t="20847" x="5956300" y="3810000"/>
          <p14:tracePt t="20863" x="5956300" y="3802063"/>
          <p14:tracePt t="20911" x="5962650" y="3795713"/>
          <p14:tracePt t="20951" x="5962650" y="3787775"/>
          <p14:tracePt t="20975" x="5962650" y="3781425"/>
          <p14:tracePt t="20983" x="5962650" y="3773488"/>
          <p14:tracePt t="20991" x="5962650" y="3767138"/>
          <p14:tracePt t="21015" x="5962650" y="3759200"/>
          <p14:tracePt t="21023" x="5962650" y="3752850"/>
          <p14:tracePt t="21039" x="5962650" y="3744913"/>
          <p14:tracePt t="21071" x="5962650" y="3738563"/>
          <p14:tracePt t="21095" x="5962650" y="3724275"/>
          <p14:tracePt t="21111" x="5962650" y="3716338"/>
          <p14:tracePt t="21127" x="5962650" y="3702050"/>
          <p14:tracePt t="21143" x="5962650" y="3695700"/>
          <p14:tracePt t="21167" x="5962650" y="3687763"/>
          <p14:tracePt t="21183" x="5962650" y="3681413"/>
          <p14:tracePt t="21223" x="5962650" y="3673475"/>
          <p14:tracePt t="21255" x="5962650" y="3667125"/>
          <p14:tracePt t="21271" x="5962650" y="3659188"/>
          <p14:tracePt t="21303" x="5962650" y="3652838"/>
          <p14:tracePt t="21559" x="5970588" y="3652838"/>
          <p14:tracePt t="21591" x="5976938" y="3652838"/>
          <p14:tracePt t="21599" x="5991225" y="3652838"/>
          <p14:tracePt t="21615" x="5999163" y="3652838"/>
          <p14:tracePt t="21631" x="6013450" y="3652838"/>
          <p14:tracePt t="21639" x="6019800" y="3652838"/>
          <p14:tracePt t="21647" x="6027738" y="3659188"/>
          <p14:tracePt t="21671" x="6034088" y="3659188"/>
          <p14:tracePt t="21679" x="6042025" y="3667125"/>
          <p14:tracePt t="21695" x="6048375" y="3667125"/>
          <p14:tracePt t="21703" x="6056313" y="3667125"/>
          <p14:tracePt t="21719" x="6070600" y="3681413"/>
          <p14:tracePt t="21735" x="6076950" y="3681413"/>
          <p14:tracePt t="21743" x="6084888" y="3681413"/>
          <p14:tracePt t="21759" x="6091238" y="3687763"/>
          <p14:tracePt t="21815" x="6105525" y="3687763"/>
          <p14:tracePt t="21839" x="6111875" y="3702050"/>
          <p14:tracePt t="21920" x="6119813" y="3702050"/>
          <p14:tracePt t="22287" x="6126163" y="3702050"/>
          <p14:tracePt t="22327" x="6134100" y="3702050"/>
          <p14:tracePt t="22407" x="6140450" y="3702050"/>
          <p14:tracePt t="22439" x="6148388" y="3695700"/>
          <p14:tracePt t="22471" x="6154738" y="3695700"/>
          <p14:tracePt t="22487" x="6154738" y="3687763"/>
          <p14:tracePt t="22503" x="6154738" y="3681413"/>
          <p14:tracePt t="22527" x="6162675" y="3673475"/>
          <p14:tracePt t="22567" x="6162675" y="3667125"/>
          <p14:tracePt t="22575" x="6169025" y="3667125"/>
          <p14:tracePt t="23151" x="6169025" y="3659188"/>
          <p14:tracePt t="23159" x="6169025" y="3652838"/>
          <p14:tracePt t="23167" x="6169025" y="3644900"/>
          <p14:tracePt t="23191" x="6162675" y="3644900"/>
          <p14:tracePt t="23231" x="6154738" y="3644900"/>
          <p14:tracePt t="23239" x="6183313" y="3667125"/>
          <p14:tracePt t="23247" x="6205538" y="3702050"/>
          <p14:tracePt t="23431" x="6205538" y="3695700"/>
          <p14:tracePt t="23439" x="6176963" y="3673475"/>
          <p14:tracePt t="23447" x="6148388" y="3667125"/>
          <p14:tracePt t="23455" x="6111875" y="3644900"/>
          <p14:tracePt t="23463" x="6076950" y="3616325"/>
          <p14:tracePt t="23471" x="6070600" y="3609975"/>
          <p14:tracePt t="23479" x="6042025" y="3581400"/>
          <p14:tracePt t="23487" x="6019800" y="3544888"/>
          <p14:tracePt t="23495" x="5991225" y="3509963"/>
          <p14:tracePt t="23503" x="5934075" y="3438525"/>
          <p14:tracePt t="23512" x="5856288" y="3352800"/>
          <p14:tracePt t="23519" x="5748338" y="3246438"/>
          <p14:tracePt t="23527" x="5656263" y="3152775"/>
          <p14:tracePt t="23535" x="5513388" y="3046413"/>
          <p14:tracePt t="23543" x="5384800" y="2932113"/>
          <p14:tracePt t="23551" x="5270500" y="2840038"/>
          <p14:tracePt t="23559" x="5141913" y="2740025"/>
          <p14:tracePt t="23567" x="5072063" y="2682875"/>
          <p14:tracePt t="23575" x="5006975" y="2611438"/>
          <p14:tracePt t="23583" x="4921250" y="2532063"/>
          <p14:tracePt t="23591" x="4849813" y="2468563"/>
          <p14:tracePt t="23599" x="4778375" y="2403475"/>
          <p14:tracePt t="23607" x="4700588" y="2339975"/>
          <p14:tracePt t="23614" x="4643438" y="2282825"/>
          <p14:tracePt t="23623" x="4578350" y="2225675"/>
          <p14:tracePt t="23631" x="4522788" y="2168525"/>
          <p14:tracePt t="23639" x="4451350" y="2105025"/>
          <p14:tracePt t="23647" x="4386263" y="2062163"/>
          <p14:tracePt t="23655" x="4322763" y="2019300"/>
          <p14:tracePt t="23664" x="4265613" y="1982788"/>
          <p14:tracePt t="23671" x="4194175" y="1933575"/>
          <p14:tracePt t="23680" x="4122738" y="1897063"/>
          <p14:tracePt t="23687" x="4051300" y="1854200"/>
          <p14:tracePt t="23695" x="4002088" y="1825625"/>
          <p14:tracePt t="23703" x="3930650" y="1797050"/>
          <p14:tracePt t="23711" x="3873500" y="1776413"/>
          <p14:tracePt t="23719" x="3808413" y="1747838"/>
          <p14:tracePt t="23727" x="3751263" y="1719263"/>
          <p14:tracePt t="23735" x="3665538" y="1698625"/>
          <p14:tracePt t="23743" x="3573463" y="1662113"/>
          <p14:tracePt t="23751" x="3452813" y="1627188"/>
          <p14:tracePt t="23759" x="3295650" y="1590675"/>
          <p14:tracePt t="23767" x="3138488" y="1533525"/>
          <p14:tracePt t="23775" x="2903538" y="1462088"/>
          <p14:tracePt t="23783" x="2709863" y="1404938"/>
          <p14:tracePt t="23791" x="2517775" y="1347788"/>
          <p14:tracePt t="23799" x="2303463" y="1290638"/>
          <p14:tracePt t="23807" x="2125663" y="1241425"/>
          <p14:tracePt t="23815" x="1862138" y="1169988"/>
          <p14:tracePt t="23823" x="1625600" y="1106488"/>
          <p14:tracePt t="23831" x="1412875" y="1049338"/>
          <p14:tracePt t="23839" x="1162050" y="969963"/>
          <p14:tracePt t="23847" x="955675" y="927100"/>
          <p14:tracePt t="23855" x="755650" y="869950"/>
          <p14:tracePt t="23863" x="577850" y="849313"/>
          <p14:tracePt t="23871" x="428625" y="827088"/>
          <p14:tracePt t="23879" x="300038" y="806450"/>
          <p14:tracePt t="23896" x="134938" y="784225"/>
          <p14:tracePt t="23903" x="71438" y="777875"/>
          <p14:tracePt t="23912" x="0" y="769938"/>
        </p14:tracePtLst>
      </p14:laserTraceLst>
    </p:ext>
  </p:extLs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" name="Google Shape;727;p38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 PROCESSING</a:t>
            </a:r>
            <a:endParaRPr/>
          </a:p>
        </p:txBody>
      </p:sp>
      <p:sp>
        <p:nvSpPr>
          <p:cNvPr id="728" name="Google Shape;728;p38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12</a:t>
            </a:fld>
            <a:endParaRPr/>
          </a:p>
        </p:txBody>
      </p:sp>
      <p:grpSp>
        <p:nvGrpSpPr>
          <p:cNvPr id="729" name="Google Shape;729;p38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30" name="Google Shape;730;p38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31" name="Google Shape;731;p38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6" name="Google Shape;736;p39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BATCH Information</a:t>
            </a:r>
            <a:endParaRPr/>
          </a:p>
        </p:txBody>
      </p:sp>
      <p:sp>
        <p:nvSpPr>
          <p:cNvPr id="737" name="Google Shape;737;p39"/>
          <p:cNvSpPr txBox="1">
            <a:spLocks noGrp="1"/>
          </p:cNvSpPr>
          <p:nvPr>
            <p:ph type="subTitle" idx="1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738" name="Google Shape;738;p39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13</a:t>
            </a:fld>
            <a:endParaRPr/>
          </a:p>
        </p:txBody>
      </p:sp>
      <p:graphicFrame>
        <p:nvGraphicFramePr>
          <p:cNvPr id="739" name="Google Shape;739;p39"/>
          <p:cNvGraphicFramePr/>
          <p:nvPr/>
        </p:nvGraphicFramePr>
        <p:xfrm>
          <a:off x="236100" y="1087363"/>
          <a:ext cx="8596250" cy="161684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385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68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900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60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360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60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36035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machine_used</a:t>
                      </a:r>
                      <a:endParaRPr b="1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bat_total_pieces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</a:t>
                      </a: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_good_pieces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bat_yield_rate</a:t>
                      </a:r>
                      <a:endParaRPr/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ln_bat_yield_rate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A1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LS-24, LK-06 ]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0.5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-0.6931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B3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LK-12 ]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-0.5108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SP-06, LK-12 ]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-0.9162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740" name="Google Shape;740;p39"/>
          <p:cNvSpPr txBox="1"/>
          <p:nvPr/>
        </p:nvSpPr>
        <p:spPr>
          <a:xfrm>
            <a:off x="86100" y="2872350"/>
            <a:ext cx="4046700" cy="72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BATCH’s Information is a data structure to store the stat of each BATCH. </a:t>
            </a: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Columns values are calculated and stored one by one</a:t>
            </a: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1" name="Google Shape;741;p39"/>
          <p:cNvSpPr/>
          <p:nvPr/>
        </p:nvSpPr>
        <p:spPr>
          <a:xfrm>
            <a:off x="4206425" y="2872325"/>
            <a:ext cx="1316700" cy="324600"/>
          </a:xfrm>
          <a:prstGeom prst="rect">
            <a:avLst/>
          </a:prstGeom>
          <a:solidFill>
            <a:srgbClr val="169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BAT Information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42" name="Google Shape;742;p39"/>
          <p:cNvSpPr/>
          <p:nvPr/>
        </p:nvSpPr>
        <p:spPr>
          <a:xfrm>
            <a:off x="5939875" y="2872325"/>
            <a:ext cx="9735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BAT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43" name="Google Shape;743;p39"/>
          <p:cNvSpPr/>
          <p:nvPr/>
        </p:nvSpPr>
        <p:spPr>
          <a:xfrm>
            <a:off x="7330125" y="2872325"/>
            <a:ext cx="17382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BAT Total Pieces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44" name="Google Shape;744;p39"/>
          <p:cNvSpPr/>
          <p:nvPr/>
        </p:nvSpPr>
        <p:spPr>
          <a:xfrm>
            <a:off x="7330125" y="3361225"/>
            <a:ext cx="17382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BAT </a:t>
            </a: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Good</a:t>
            </a: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 P</a:t>
            </a: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ieces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45" name="Google Shape;745;p39"/>
          <p:cNvSpPr/>
          <p:nvPr/>
        </p:nvSpPr>
        <p:spPr>
          <a:xfrm>
            <a:off x="7330125" y="3850125"/>
            <a:ext cx="17382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BAT Yield Rate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46" name="Google Shape;746;p39"/>
          <p:cNvSpPr/>
          <p:nvPr/>
        </p:nvSpPr>
        <p:spPr>
          <a:xfrm>
            <a:off x="7330125" y="4339025"/>
            <a:ext cx="1738200" cy="44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Natural Log ( ln ) of </a:t>
            </a: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BAT </a:t>
            </a: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Yield Rate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747" name="Google Shape;747;p39"/>
          <p:cNvCxnSpPr>
            <a:stCxn id="741" idx="3"/>
            <a:endCxn id="742" idx="1"/>
          </p:cNvCxnSpPr>
          <p:nvPr/>
        </p:nvCxnSpPr>
        <p:spPr>
          <a:xfrm>
            <a:off x="5523125" y="3034625"/>
            <a:ext cx="416700" cy="6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8" name="Google Shape;748;p39"/>
          <p:cNvCxnSpPr>
            <a:stCxn id="742" idx="3"/>
            <a:endCxn id="743" idx="1"/>
          </p:cNvCxnSpPr>
          <p:nvPr/>
        </p:nvCxnSpPr>
        <p:spPr>
          <a:xfrm>
            <a:off x="6913375" y="3034625"/>
            <a:ext cx="416700" cy="6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49" name="Google Shape;749;p39"/>
          <p:cNvCxnSpPr>
            <a:stCxn id="742" idx="3"/>
            <a:endCxn id="744" idx="1"/>
          </p:cNvCxnSpPr>
          <p:nvPr/>
        </p:nvCxnSpPr>
        <p:spPr>
          <a:xfrm>
            <a:off x="6913375" y="3034625"/>
            <a:ext cx="416700" cy="4890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0" name="Google Shape;750;p39"/>
          <p:cNvCxnSpPr>
            <a:stCxn id="742" idx="3"/>
            <a:endCxn id="745" idx="1"/>
          </p:cNvCxnSpPr>
          <p:nvPr/>
        </p:nvCxnSpPr>
        <p:spPr>
          <a:xfrm>
            <a:off x="6913375" y="3034625"/>
            <a:ext cx="416700" cy="9777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1" name="Google Shape;751;p39"/>
          <p:cNvCxnSpPr>
            <a:stCxn id="742" idx="3"/>
            <a:endCxn id="746" idx="1"/>
          </p:cNvCxnSpPr>
          <p:nvPr/>
        </p:nvCxnSpPr>
        <p:spPr>
          <a:xfrm>
            <a:off x="6913375" y="3034625"/>
            <a:ext cx="416700" cy="15246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752" name="Google Shape;752;p39"/>
          <p:cNvSpPr/>
          <p:nvPr/>
        </p:nvSpPr>
        <p:spPr>
          <a:xfrm>
            <a:off x="5939875" y="3361175"/>
            <a:ext cx="9735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BAT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753" name="Google Shape;753;p39"/>
          <p:cNvSpPr/>
          <p:nvPr/>
        </p:nvSpPr>
        <p:spPr>
          <a:xfrm>
            <a:off x="5939825" y="3850025"/>
            <a:ext cx="9735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BAT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754" name="Google Shape;754;p39"/>
          <p:cNvCxnSpPr>
            <a:stCxn id="741" idx="3"/>
            <a:endCxn id="752" idx="1"/>
          </p:cNvCxnSpPr>
          <p:nvPr/>
        </p:nvCxnSpPr>
        <p:spPr>
          <a:xfrm>
            <a:off x="5523125" y="3034625"/>
            <a:ext cx="416700" cy="489000"/>
          </a:xfrm>
          <a:prstGeom prst="bentConnector3">
            <a:avLst>
              <a:gd name="adj1" fmla="val 50006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755" name="Google Shape;755;p39"/>
          <p:cNvCxnSpPr>
            <a:stCxn id="741" idx="3"/>
            <a:endCxn id="753" idx="1"/>
          </p:cNvCxnSpPr>
          <p:nvPr/>
        </p:nvCxnSpPr>
        <p:spPr>
          <a:xfrm>
            <a:off x="5523125" y="3034625"/>
            <a:ext cx="416700" cy="9777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756" name="Google Shape;756;p39"/>
          <p:cNvGrpSpPr/>
          <p:nvPr/>
        </p:nvGrpSpPr>
        <p:grpSpPr>
          <a:xfrm>
            <a:off x="195247" y="3902088"/>
            <a:ext cx="582707" cy="586117"/>
            <a:chOff x="3923025" y="1442025"/>
            <a:chExt cx="582707" cy="586117"/>
          </a:xfrm>
        </p:grpSpPr>
        <p:sp>
          <p:nvSpPr>
            <p:cNvPr id="757" name="Google Shape;757;p39"/>
            <p:cNvSpPr/>
            <p:nvPr/>
          </p:nvSpPr>
          <p:spPr>
            <a:xfrm>
              <a:off x="3933032" y="1455442"/>
              <a:ext cx="572700" cy="572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8" name="Google Shape;758;p39"/>
            <p:cNvSpPr/>
            <p:nvPr/>
          </p:nvSpPr>
          <p:spPr>
            <a:xfrm>
              <a:off x="3923025" y="1442025"/>
              <a:ext cx="548700" cy="548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759" name="Google Shape;759;p39"/>
          <p:cNvSpPr txBox="1"/>
          <p:nvPr/>
        </p:nvSpPr>
        <p:spPr>
          <a:xfrm>
            <a:off x="777950" y="3950650"/>
            <a:ext cx="36156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Type: 2D Array as Python‘s Dataframe</a:t>
            </a:r>
            <a:endParaRPr/>
          </a:p>
        </p:txBody>
      </p:sp>
      <p:sp>
        <p:nvSpPr>
          <p:cNvPr id="760" name="Google Shape;760;p39"/>
          <p:cNvSpPr/>
          <p:nvPr/>
        </p:nvSpPr>
        <p:spPr>
          <a:xfrm>
            <a:off x="311700" y="4053388"/>
            <a:ext cx="349800" cy="28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9097" y="66614"/>
                </a:moveTo>
                <a:lnTo>
                  <a:pt x="100950" y="66614"/>
                </a:lnTo>
                <a:cubicBezTo>
                  <a:pt x="102594" y="66614"/>
                  <a:pt x="103658" y="65314"/>
                  <a:pt x="103658" y="63307"/>
                </a:cubicBezTo>
                <a:cubicBezTo>
                  <a:pt x="103658" y="61299"/>
                  <a:pt x="102594" y="60000"/>
                  <a:pt x="100950" y="60000"/>
                </a:cubicBezTo>
                <a:lnTo>
                  <a:pt x="79097" y="60000"/>
                </a:lnTo>
                <a:cubicBezTo>
                  <a:pt x="77453" y="60000"/>
                  <a:pt x="76390" y="61299"/>
                  <a:pt x="76390" y="63307"/>
                </a:cubicBezTo>
                <a:cubicBezTo>
                  <a:pt x="76390" y="65314"/>
                  <a:pt x="77453" y="66614"/>
                  <a:pt x="79097" y="66614"/>
                </a:cubicBezTo>
                <a:close/>
                <a:moveTo>
                  <a:pt x="79097" y="53385"/>
                </a:moveTo>
                <a:lnTo>
                  <a:pt x="90024" y="53385"/>
                </a:lnTo>
                <a:cubicBezTo>
                  <a:pt x="91668" y="53385"/>
                  <a:pt x="92731" y="51968"/>
                  <a:pt x="92731" y="49960"/>
                </a:cubicBezTo>
                <a:cubicBezTo>
                  <a:pt x="92731" y="47952"/>
                  <a:pt x="91668" y="46653"/>
                  <a:pt x="90024" y="46653"/>
                </a:cubicBezTo>
                <a:lnTo>
                  <a:pt x="79097" y="46653"/>
                </a:lnTo>
                <a:cubicBezTo>
                  <a:pt x="77453" y="46653"/>
                  <a:pt x="76390" y="47952"/>
                  <a:pt x="76390" y="49960"/>
                </a:cubicBezTo>
                <a:cubicBezTo>
                  <a:pt x="76390" y="51968"/>
                  <a:pt x="77453" y="53385"/>
                  <a:pt x="79097" y="53385"/>
                </a:cubicBezTo>
                <a:close/>
                <a:moveTo>
                  <a:pt x="79097" y="79960"/>
                </a:moveTo>
                <a:lnTo>
                  <a:pt x="90024" y="79960"/>
                </a:lnTo>
                <a:cubicBezTo>
                  <a:pt x="91668" y="79960"/>
                  <a:pt x="92731" y="78661"/>
                  <a:pt x="92731" y="76653"/>
                </a:cubicBezTo>
                <a:cubicBezTo>
                  <a:pt x="92731" y="74645"/>
                  <a:pt x="91668" y="73346"/>
                  <a:pt x="90024" y="73346"/>
                </a:cubicBezTo>
                <a:lnTo>
                  <a:pt x="79097" y="73346"/>
                </a:lnTo>
                <a:cubicBezTo>
                  <a:pt x="77453" y="73346"/>
                  <a:pt x="76390" y="74645"/>
                  <a:pt x="76390" y="76653"/>
                </a:cubicBezTo>
                <a:cubicBezTo>
                  <a:pt x="76390" y="78661"/>
                  <a:pt x="77453" y="79960"/>
                  <a:pt x="79097" y="79960"/>
                </a:cubicBezTo>
                <a:close/>
                <a:moveTo>
                  <a:pt x="13634" y="86692"/>
                </a:moveTo>
                <a:lnTo>
                  <a:pt x="5414" y="86692"/>
                </a:lnTo>
                <a:lnTo>
                  <a:pt x="5414" y="6614"/>
                </a:lnTo>
                <a:lnTo>
                  <a:pt x="92731" y="6614"/>
                </a:lnTo>
                <a:lnTo>
                  <a:pt x="92731" y="16653"/>
                </a:lnTo>
                <a:cubicBezTo>
                  <a:pt x="92731" y="18661"/>
                  <a:pt x="93795" y="19960"/>
                  <a:pt x="95439" y="19960"/>
                </a:cubicBezTo>
                <a:cubicBezTo>
                  <a:pt x="97082" y="19960"/>
                  <a:pt x="98243" y="18661"/>
                  <a:pt x="98243" y="16653"/>
                </a:cubicBezTo>
                <a:lnTo>
                  <a:pt x="98243" y="6614"/>
                </a:lnTo>
                <a:cubicBezTo>
                  <a:pt x="98243" y="2952"/>
                  <a:pt x="95729" y="0"/>
                  <a:pt x="92731" y="0"/>
                </a:cubicBezTo>
                <a:lnTo>
                  <a:pt x="5414" y="0"/>
                </a:lnTo>
                <a:cubicBezTo>
                  <a:pt x="2417" y="0"/>
                  <a:pt x="0" y="2952"/>
                  <a:pt x="0" y="6614"/>
                </a:cubicBezTo>
                <a:lnTo>
                  <a:pt x="0" y="86692"/>
                </a:lnTo>
                <a:cubicBezTo>
                  <a:pt x="0" y="90354"/>
                  <a:pt x="2417" y="93307"/>
                  <a:pt x="5414" y="93307"/>
                </a:cubicBezTo>
                <a:lnTo>
                  <a:pt x="13634" y="93307"/>
                </a:lnTo>
                <a:cubicBezTo>
                  <a:pt x="15278" y="93307"/>
                  <a:pt x="16341" y="92007"/>
                  <a:pt x="16341" y="90000"/>
                </a:cubicBezTo>
                <a:cubicBezTo>
                  <a:pt x="16341" y="87992"/>
                  <a:pt x="15278" y="86692"/>
                  <a:pt x="13634" y="86692"/>
                </a:cubicBezTo>
                <a:close/>
                <a:moveTo>
                  <a:pt x="40902" y="79960"/>
                </a:moveTo>
                <a:lnTo>
                  <a:pt x="62755" y="79960"/>
                </a:lnTo>
                <a:cubicBezTo>
                  <a:pt x="64399" y="79960"/>
                  <a:pt x="65463" y="78661"/>
                  <a:pt x="65463" y="76653"/>
                </a:cubicBezTo>
                <a:cubicBezTo>
                  <a:pt x="65463" y="74645"/>
                  <a:pt x="64399" y="73346"/>
                  <a:pt x="62755" y="73346"/>
                </a:cubicBezTo>
                <a:lnTo>
                  <a:pt x="40902" y="73346"/>
                </a:lnTo>
                <a:cubicBezTo>
                  <a:pt x="39258" y="73346"/>
                  <a:pt x="38195" y="74645"/>
                  <a:pt x="38195" y="76653"/>
                </a:cubicBezTo>
                <a:cubicBezTo>
                  <a:pt x="38195" y="78661"/>
                  <a:pt x="39258" y="79960"/>
                  <a:pt x="40902" y="79960"/>
                </a:cubicBezTo>
                <a:close/>
                <a:moveTo>
                  <a:pt x="114585" y="26692"/>
                </a:moveTo>
                <a:lnTo>
                  <a:pt x="27268" y="26692"/>
                </a:lnTo>
                <a:cubicBezTo>
                  <a:pt x="24270" y="26692"/>
                  <a:pt x="21756" y="29645"/>
                  <a:pt x="21756" y="33307"/>
                </a:cubicBezTo>
                <a:lnTo>
                  <a:pt x="21756" y="113385"/>
                </a:lnTo>
                <a:cubicBezTo>
                  <a:pt x="21756" y="117047"/>
                  <a:pt x="24270" y="120000"/>
                  <a:pt x="27268" y="120000"/>
                </a:cubicBezTo>
                <a:lnTo>
                  <a:pt x="114585" y="120000"/>
                </a:lnTo>
                <a:cubicBezTo>
                  <a:pt x="117582" y="120000"/>
                  <a:pt x="120000" y="117047"/>
                  <a:pt x="120000" y="113385"/>
                </a:cubicBezTo>
                <a:lnTo>
                  <a:pt x="120000" y="33307"/>
                </a:lnTo>
                <a:cubicBezTo>
                  <a:pt x="120000" y="29645"/>
                  <a:pt x="117582" y="26692"/>
                  <a:pt x="114585" y="26692"/>
                </a:cubicBezTo>
                <a:close/>
                <a:moveTo>
                  <a:pt x="114585" y="113385"/>
                </a:moveTo>
                <a:lnTo>
                  <a:pt x="92731" y="113385"/>
                </a:lnTo>
                <a:lnTo>
                  <a:pt x="92731" y="106653"/>
                </a:lnTo>
                <a:lnTo>
                  <a:pt x="95439" y="106653"/>
                </a:lnTo>
                <a:cubicBezTo>
                  <a:pt x="97082" y="106653"/>
                  <a:pt x="98243" y="105354"/>
                  <a:pt x="98243" y="103346"/>
                </a:cubicBezTo>
                <a:cubicBezTo>
                  <a:pt x="98243" y="101338"/>
                  <a:pt x="97082" y="100039"/>
                  <a:pt x="95439" y="100039"/>
                </a:cubicBezTo>
                <a:lnTo>
                  <a:pt x="84512" y="100039"/>
                </a:lnTo>
                <a:cubicBezTo>
                  <a:pt x="82965" y="100039"/>
                  <a:pt x="81804" y="101338"/>
                  <a:pt x="81804" y="103346"/>
                </a:cubicBezTo>
                <a:cubicBezTo>
                  <a:pt x="81804" y="105354"/>
                  <a:pt x="82965" y="106653"/>
                  <a:pt x="84512" y="106653"/>
                </a:cubicBezTo>
                <a:lnTo>
                  <a:pt x="87316" y="106653"/>
                </a:lnTo>
                <a:lnTo>
                  <a:pt x="87316" y="113385"/>
                </a:lnTo>
                <a:lnTo>
                  <a:pt x="54536" y="113385"/>
                </a:lnTo>
                <a:lnTo>
                  <a:pt x="54536" y="106653"/>
                </a:lnTo>
                <a:lnTo>
                  <a:pt x="57244" y="106653"/>
                </a:lnTo>
                <a:cubicBezTo>
                  <a:pt x="58887" y="106653"/>
                  <a:pt x="59951" y="105354"/>
                  <a:pt x="59951" y="103346"/>
                </a:cubicBezTo>
                <a:cubicBezTo>
                  <a:pt x="59951" y="101338"/>
                  <a:pt x="58887" y="100039"/>
                  <a:pt x="57244" y="100039"/>
                </a:cubicBezTo>
                <a:lnTo>
                  <a:pt x="46317" y="100039"/>
                </a:lnTo>
                <a:cubicBezTo>
                  <a:pt x="44673" y="100039"/>
                  <a:pt x="43609" y="101338"/>
                  <a:pt x="43609" y="103346"/>
                </a:cubicBezTo>
                <a:cubicBezTo>
                  <a:pt x="43609" y="105354"/>
                  <a:pt x="44673" y="106653"/>
                  <a:pt x="46317" y="106653"/>
                </a:cubicBezTo>
                <a:lnTo>
                  <a:pt x="49121" y="106653"/>
                </a:lnTo>
                <a:lnTo>
                  <a:pt x="49121" y="113385"/>
                </a:lnTo>
                <a:lnTo>
                  <a:pt x="27268" y="113385"/>
                </a:lnTo>
                <a:lnTo>
                  <a:pt x="27268" y="33307"/>
                </a:lnTo>
                <a:lnTo>
                  <a:pt x="114585" y="33307"/>
                </a:lnTo>
                <a:lnTo>
                  <a:pt x="114585" y="113385"/>
                </a:lnTo>
                <a:close/>
                <a:moveTo>
                  <a:pt x="40902" y="66614"/>
                </a:moveTo>
                <a:lnTo>
                  <a:pt x="51829" y="66614"/>
                </a:lnTo>
                <a:cubicBezTo>
                  <a:pt x="53473" y="66614"/>
                  <a:pt x="54536" y="65314"/>
                  <a:pt x="54536" y="63307"/>
                </a:cubicBezTo>
                <a:cubicBezTo>
                  <a:pt x="54536" y="61299"/>
                  <a:pt x="53473" y="60000"/>
                  <a:pt x="51829" y="60000"/>
                </a:cubicBezTo>
                <a:lnTo>
                  <a:pt x="40902" y="60000"/>
                </a:lnTo>
                <a:cubicBezTo>
                  <a:pt x="39258" y="60000"/>
                  <a:pt x="38195" y="61299"/>
                  <a:pt x="38195" y="63307"/>
                </a:cubicBezTo>
                <a:cubicBezTo>
                  <a:pt x="38195" y="65314"/>
                  <a:pt x="39258" y="66614"/>
                  <a:pt x="40902" y="66614"/>
                </a:cubicBezTo>
                <a:close/>
                <a:moveTo>
                  <a:pt x="40902" y="53385"/>
                </a:moveTo>
                <a:lnTo>
                  <a:pt x="62755" y="53385"/>
                </a:lnTo>
                <a:cubicBezTo>
                  <a:pt x="64399" y="53385"/>
                  <a:pt x="65463" y="51968"/>
                  <a:pt x="65463" y="49960"/>
                </a:cubicBezTo>
                <a:cubicBezTo>
                  <a:pt x="65463" y="47952"/>
                  <a:pt x="64399" y="46653"/>
                  <a:pt x="62755" y="46653"/>
                </a:cubicBezTo>
                <a:lnTo>
                  <a:pt x="40902" y="46653"/>
                </a:lnTo>
                <a:cubicBezTo>
                  <a:pt x="39258" y="46653"/>
                  <a:pt x="38195" y="47952"/>
                  <a:pt x="38195" y="49960"/>
                </a:cubicBezTo>
                <a:cubicBezTo>
                  <a:pt x="38195" y="51968"/>
                  <a:pt x="39258" y="53385"/>
                  <a:pt x="40902" y="533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761" name="Google Shape;761;p39"/>
          <p:cNvSpPr/>
          <p:nvPr/>
        </p:nvSpPr>
        <p:spPr>
          <a:xfrm>
            <a:off x="183187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1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762" name="Google Shape;762;p39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63" name="Google Shape;763;p39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64" name="Google Shape;764;p39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2504">
        <p14:gallery dir="l"/>
      </p:transition>
    </mc:Choice>
    <mc:Fallback xmlns="">
      <p:transition spd="slow" advTm="22504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60" x="941388" y="792163"/>
          <p14:tracePt t="576" x="941388" y="798513"/>
          <p14:tracePt t="584" x="941388" y="806450"/>
          <p14:tracePt t="600" x="941388" y="812800"/>
          <p14:tracePt t="608" x="941388" y="820738"/>
          <p14:tracePt t="624" x="941388" y="827088"/>
          <p14:tracePt t="632" x="949325" y="841375"/>
          <p14:tracePt t="671" x="955675" y="849313"/>
          <p14:tracePt t="1152" x="963613" y="855663"/>
          <p14:tracePt t="1200" x="963613" y="863600"/>
          <p14:tracePt t="1208" x="963613" y="869950"/>
          <p14:tracePt t="1240" x="969963" y="877888"/>
          <p14:tracePt t="1280" x="977900" y="884238"/>
          <p14:tracePt t="1303" x="984250" y="884238"/>
          <p14:tracePt t="1311" x="984250" y="892175"/>
          <p14:tracePt t="1328" x="984250" y="898525"/>
          <p14:tracePt t="1343" x="984250" y="906463"/>
          <p14:tracePt t="1400" x="998538" y="920750"/>
          <p14:tracePt t="1448" x="998538" y="927100"/>
          <p14:tracePt t="1480" x="1006475" y="927100"/>
          <p14:tracePt t="1512" x="1012825" y="935038"/>
          <p14:tracePt t="1568" x="1019175" y="935038"/>
          <p14:tracePt t="1672" x="1019175" y="941388"/>
          <p14:tracePt t="1735" x="1027113" y="949325"/>
          <p14:tracePt t="1840" x="1033463" y="949325"/>
          <p14:tracePt t="1864" x="1041400" y="949325"/>
          <p14:tracePt t="1888" x="1041400" y="955675"/>
          <p14:tracePt t="2048" x="1047750" y="955675"/>
          <p14:tracePt t="4456" x="1047750" y="949325"/>
          <p14:tracePt t="4881" x="1062038" y="949325"/>
          <p14:tracePt t="4887" x="1084263" y="955675"/>
          <p14:tracePt t="4896" x="1133475" y="984250"/>
          <p14:tracePt t="4903" x="1141413" y="984250"/>
          <p14:tracePt t="5360" x="1141413" y="977900"/>
          <p14:tracePt t="5376" x="1141413" y="969963"/>
          <p14:tracePt t="5383" x="1141413" y="963613"/>
          <p14:tracePt t="5408" x="1141413" y="955675"/>
          <p14:tracePt t="5424" x="1141413" y="949325"/>
          <p14:tracePt t="5432" x="1141413" y="941388"/>
          <p14:tracePt t="5448" x="1141413" y="935038"/>
          <p14:tracePt t="5456" x="1141413" y="920750"/>
          <p14:tracePt t="5488" x="1141413" y="912813"/>
          <p14:tracePt t="5504" x="1141413" y="906463"/>
          <p14:tracePt t="5512" x="1141413" y="898525"/>
          <p14:tracePt t="5520" x="1147763" y="898525"/>
          <p14:tracePt t="5528" x="1155700" y="892175"/>
          <p14:tracePt t="5551" x="1155700" y="884238"/>
          <p14:tracePt t="5576" x="1155700" y="877888"/>
          <p14:tracePt t="5624" x="1155700" y="869950"/>
          <p14:tracePt t="5680" x="1162050" y="855663"/>
          <p14:tracePt t="6209" x="1169988" y="849313"/>
          <p14:tracePt t="6432" x="1176338" y="849313"/>
          <p14:tracePt t="6448" x="1184275" y="849313"/>
          <p14:tracePt t="6464" x="1190625" y="849313"/>
          <p14:tracePt t="6488" x="1198563" y="849313"/>
          <p14:tracePt t="6512" x="1204913" y="849313"/>
          <p14:tracePt t="6527" x="1212850" y="849313"/>
          <p14:tracePt t="6592" x="1219200" y="849313"/>
          <p14:tracePt t="6632" x="1233488" y="849313"/>
          <p14:tracePt t="6656" x="1241425" y="849313"/>
          <p14:tracePt t="6680" x="1255713" y="849313"/>
          <p14:tracePt t="6704" x="1262063" y="849313"/>
          <p14:tracePt t="6736" x="1270000" y="849313"/>
          <p14:tracePt t="6760" x="1276350" y="849313"/>
          <p14:tracePt t="8544" x="1262063" y="849313"/>
          <p14:tracePt t="8552" x="1255713" y="849313"/>
          <p14:tracePt t="8560" x="1241425" y="849313"/>
          <p14:tracePt t="8568" x="1227138" y="849313"/>
          <p14:tracePt t="8576" x="1204913" y="849313"/>
          <p14:tracePt t="8583" x="1190625" y="849313"/>
          <p14:tracePt t="8592" x="1184275" y="849313"/>
          <p14:tracePt t="8600" x="1162050" y="849313"/>
          <p14:tracePt t="8608" x="1155700" y="849313"/>
          <p14:tracePt t="8616" x="1141413" y="849313"/>
          <p14:tracePt t="8632" x="1133475" y="849313"/>
          <p14:tracePt t="8640" x="1119188" y="849313"/>
          <p14:tracePt t="8648" x="1112838" y="849313"/>
          <p14:tracePt t="8656" x="1104900" y="849313"/>
          <p14:tracePt t="8663" x="1084263" y="849313"/>
          <p14:tracePt t="8671" x="1062038" y="855663"/>
          <p14:tracePt t="8680" x="1041400" y="855663"/>
          <p14:tracePt t="8688" x="1012825" y="855663"/>
          <p14:tracePt t="8696" x="984250" y="863600"/>
          <p14:tracePt t="8704" x="963613" y="869950"/>
          <p14:tracePt t="8712" x="941388" y="884238"/>
          <p14:tracePt t="8720" x="920750" y="892175"/>
          <p14:tracePt t="8728" x="898525" y="892175"/>
          <p14:tracePt t="8735" x="877888" y="898525"/>
          <p14:tracePt t="8744" x="855663" y="906463"/>
          <p14:tracePt t="8752" x="841375" y="912813"/>
          <p14:tracePt t="8760" x="820738" y="912813"/>
          <p14:tracePt t="8768" x="806450" y="920750"/>
          <p14:tracePt t="8776" x="792163" y="927100"/>
          <p14:tracePt t="8784" x="769938" y="935038"/>
          <p14:tracePt t="8792" x="741363" y="941388"/>
          <p14:tracePt t="8800" x="720725" y="949325"/>
          <p14:tracePt t="8808" x="706438" y="955675"/>
          <p14:tracePt t="8815" x="684213" y="963613"/>
          <p14:tracePt t="8823" x="669925" y="969963"/>
          <p14:tracePt t="8832" x="655638" y="977900"/>
          <p14:tracePt t="8840" x="649288" y="977900"/>
          <p14:tracePt t="8848" x="635000" y="992188"/>
          <p14:tracePt t="8855" x="627063" y="992188"/>
          <p14:tracePt t="8864" x="620713" y="998538"/>
          <p14:tracePt t="8872" x="606425" y="1012825"/>
          <p14:tracePt t="8879" x="598488" y="1020763"/>
          <p14:tracePt t="8888" x="592138" y="1020763"/>
          <p14:tracePt t="8896" x="569913" y="1035050"/>
          <p14:tracePt t="8903" x="563563" y="1041400"/>
          <p14:tracePt t="8912" x="555625" y="1049338"/>
          <p14:tracePt t="8935" x="549275" y="1063625"/>
          <p14:tracePt t="9024" x="549275" y="1077913"/>
          <p14:tracePt t="9032" x="549275" y="1084263"/>
          <p14:tracePt t="9047" x="549275" y="1092200"/>
          <p14:tracePt t="9055" x="549275" y="1098550"/>
          <p14:tracePt t="9064" x="549275" y="1106488"/>
          <p14:tracePt t="9072" x="549275" y="1112838"/>
          <p14:tracePt t="9080" x="549275" y="1127125"/>
          <p14:tracePt t="9088" x="549275" y="1141413"/>
          <p14:tracePt t="9095" x="555625" y="1162050"/>
          <p14:tracePt t="9112" x="555625" y="1176338"/>
          <p14:tracePt t="9119" x="563563" y="1190625"/>
          <p14:tracePt t="9128" x="563563" y="1204913"/>
          <p14:tracePt t="9135" x="577850" y="1212850"/>
          <p14:tracePt t="9143" x="577850" y="1219200"/>
          <p14:tracePt t="9151" x="584200" y="1233488"/>
          <p14:tracePt t="9168" x="598488" y="1247775"/>
          <p14:tracePt t="9184" x="598488" y="1255713"/>
          <p14:tracePt t="9201" x="606425" y="1262063"/>
          <p14:tracePt t="9216" x="606425" y="1270000"/>
          <p14:tracePt t="9224" x="612775" y="1270000"/>
          <p14:tracePt t="9240" x="620713" y="1284288"/>
          <p14:tracePt t="9256" x="620713" y="1290638"/>
          <p14:tracePt t="9264" x="627063" y="1290638"/>
          <p14:tracePt t="9288" x="635000" y="1304925"/>
          <p14:tracePt t="9296" x="635000" y="1312863"/>
          <p14:tracePt t="9312" x="641350" y="1319213"/>
          <p14:tracePt t="9319" x="641350" y="1327150"/>
          <p14:tracePt t="9335" x="641350" y="1333500"/>
          <p14:tracePt t="9344" x="649288" y="1333500"/>
          <p14:tracePt t="9351" x="649288" y="1341438"/>
          <p14:tracePt t="9360" x="655638" y="1347788"/>
          <p14:tracePt t="9368" x="655638" y="1355725"/>
          <p14:tracePt t="9384" x="655638" y="1362075"/>
          <p14:tracePt t="9392" x="663575" y="1362075"/>
          <p14:tracePt t="9416" x="669925" y="1384300"/>
          <p14:tracePt t="9432" x="677863" y="1384300"/>
          <p14:tracePt t="9448" x="684213" y="1390650"/>
          <p14:tracePt t="9471" x="698500" y="1404938"/>
          <p14:tracePt t="9480" x="706438" y="1412875"/>
          <p14:tracePt t="9488" x="712788" y="1419225"/>
          <p14:tracePt t="9496" x="720725" y="1419225"/>
          <p14:tracePt t="9503" x="727075" y="1427163"/>
          <p14:tracePt t="9519" x="735013" y="1427163"/>
          <p14:tracePt t="9528" x="735013" y="1433513"/>
          <p14:tracePt t="9535" x="741363" y="1433513"/>
          <p14:tracePt t="9544" x="755650" y="1441450"/>
          <p14:tracePt t="9551" x="763588" y="1447800"/>
          <p14:tracePt t="9560" x="777875" y="1447800"/>
          <p14:tracePt t="9576" x="798513" y="1447800"/>
          <p14:tracePt t="9592" x="812800" y="1447800"/>
          <p14:tracePt t="9601" x="827088" y="1447800"/>
          <p14:tracePt t="9608" x="841375" y="1447800"/>
          <p14:tracePt t="9616" x="849313" y="1447800"/>
          <p14:tracePt t="9624" x="863600" y="1447800"/>
          <p14:tracePt t="9632" x="869950" y="1447800"/>
          <p14:tracePt t="9639" x="884238" y="1447800"/>
          <p14:tracePt t="9648" x="898525" y="1447800"/>
          <p14:tracePt t="9655" x="912813" y="1447800"/>
          <p14:tracePt t="9664" x="927100" y="1447800"/>
          <p14:tracePt t="9671" x="941388" y="1447800"/>
          <p14:tracePt t="9680" x="963613" y="1447800"/>
          <p14:tracePt t="9688" x="977900" y="1447800"/>
          <p14:tracePt t="9695" x="992188" y="1447800"/>
          <p14:tracePt t="9703" x="1012825" y="1447800"/>
          <p14:tracePt t="9712" x="1027113" y="1447800"/>
          <p14:tracePt t="9719" x="1041400" y="1447800"/>
          <p14:tracePt t="9728" x="1047750" y="1447800"/>
          <p14:tracePt t="9735" x="1062038" y="1447800"/>
          <p14:tracePt t="9744" x="1076325" y="1447800"/>
          <p14:tracePt t="9751" x="1090613" y="1447800"/>
          <p14:tracePt t="9759" x="1098550" y="1447800"/>
          <p14:tracePt t="9768" x="1119188" y="1447800"/>
          <p14:tracePt t="9775" x="1127125" y="1447800"/>
          <p14:tracePt t="9784" x="1141413" y="1447800"/>
          <p14:tracePt t="9792" x="1155700" y="1441450"/>
          <p14:tracePt t="9800" x="1176338" y="1433513"/>
          <p14:tracePt t="9808" x="1184275" y="1427163"/>
          <p14:tracePt t="9815" x="1198563" y="1427163"/>
          <p14:tracePt t="9832" x="1204913" y="1427163"/>
          <p14:tracePt t="9840" x="1212850" y="1419225"/>
          <p14:tracePt t="9848" x="1219200" y="1412875"/>
          <p14:tracePt t="9855" x="1233488" y="1412875"/>
          <p14:tracePt t="9864" x="1233488" y="1404938"/>
          <p14:tracePt t="9872" x="1241425" y="1404938"/>
          <p14:tracePt t="9888" x="1247775" y="1398588"/>
          <p14:tracePt t="9896" x="1255713" y="1390650"/>
          <p14:tracePt t="9903" x="1255713" y="1384300"/>
          <p14:tracePt t="9912" x="1262063" y="1384300"/>
          <p14:tracePt t="9928" x="1262063" y="1362075"/>
          <p14:tracePt t="9950" x="1262063" y="1341438"/>
          <p14:tracePt t="9952" x="1270000" y="1341438"/>
          <p14:tracePt t="9960" x="1270000" y="1333500"/>
          <p14:tracePt t="9967" x="1270000" y="1319213"/>
          <p14:tracePt t="9984" x="1270000" y="1312863"/>
          <p14:tracePt t="10001" x="1270000" y="1298575"/>
          <p14:tracePt t="10016" x="1270000" y="1290638"/>
          <p14:tracePt t="10032" x="1270000" y="1276350"/>
          <p14:tracePt t="10048" x="1270000" y="1270000"/>
          <p14:tracePt t="10056" x="1270000" y="1255713"/>
          <p14:tracePt t="10064" x="1270000" y="1247775"/>
          <p14:tracePt t="10072" x="1270000" y="1241425"/>
          <p14:tracePt t="10080" x="1270000" y="1227138"/>
          <p14:tracePt t="10088" x="1262063" y="1219200"/>
          <p14:tracePt t="10096" x="1255713" y="1212850"/>
          <p14:tracePt t="10103" x="1255713" y="1198563"/>
          <p14:tracePt t="10112" x="1233488" y="1184275"/>
          <p14:tracePt t="10119" x="1227138" y="1176338"/>
          <p14:tracePt t="10128" x="1212850" y="1162050"/>
          <p14:tracePt t="10135" x="1204913" y="1155700"/>
          <p14:tracePt t="10144" x="1198563" y="1147763"/>
          <p14:tracePt t="10151" x="1184275" y="1147763"/>
          <p14:tracePt t="10160" x="1169988" y="1141413"/>
          <p14:tracePt t="10167" x="1155700" y="1141413"/>
          <p14:tracePt t="10176" x="1141413" y="1141413"/>
          <p14:tracePt t="10184" x="1133475" y="1141413"/>
          <p14:tracePt t="10192" x="1112838" y="1141413"/>
          <p14:tracePt t="10200" x="1090613" y="1141413"/>
          <p14:tracePt t="10208" x="1076325" y="1141413"/>
          <p14:tracePt t="10215" x="1062038" y="1141413"/>
          <p14:tracePt t="10224" x="1041400" y="1141413"/>
          <p14:tracePt t="10232" x="1033463" y="1141413"/>
          <p14:tracePt t="10240" x="1019175" y="1141413"/>
          <p14:tracePt t="10248" x="1006475" y="1141413"/>
          <p14:tracePt t="10256" x="984250" y="1141413"/>
          <p14:tracePt t="10264" x="963613" y="1141413"/>
          <p14:tracePt t="10272" x="949325" y="1141413"/>
          <p14:tracePt t="10280" x="927100" y="1141413"/>
          <p14:tracePt t="10288" x="912813" y="1141413"/>
          <p14:tracePt t="10296" x="906463" y="1141413"/>
          <p14:tracePt t="10303" x="898525" y="1141413"/>
          <p14:tracePt t="10328" x="892175" y="1147763"/>
          <p14:tracePt t="10335" x="884238" y="1155700"/>
          <p14:tracePt t="10351" x="884238" y="1162050"/>
          <p14:tracePt t="10368" x="877888" y="1162050"/>
          <p14:tracePt t="10511" x="877888" y="1169988"/>
          <p14:tracePt t="10527" x="898525" y="1169988"/>
          <p14:tracePt t="10535" x="906463" y="1169988"/>
          <p14:tracePt t="10543" x="941388" y="1162050"/>
          <p14:tracePt t="10551" x="969963" y="1155700"/>
          <p14:tracePt t="10559" x="1012825" y="1135063"/>
          <p14:tracePt t="10568" x="1041400" y="1127125"/>
          <p14:tracePt t="10575" x="1076325" y="1120775"/>
          <p14:tracePt t="10584" x="1098550" y="1106488"/>
          <p14:tracePt t="10591" x="1119188" y="1106488"/>
          <p14:tracePt t="10600" x="1127125" y="1098550"/>
          <p14:tracePt t="10608" x="1147763" y="1098550"/>
          <p14:tracePt t="10616" x="1184275" y="1084263"/>
          <p14:tracePt t="10624" x="1190625" y="1084263"/>
          <p14:tracePt t="10632" x="1204913" y="1084263"/>
          <p14:tracePt t="10639" x="1227138" y="1084263"/>
          <p14:tracePt t="10648" x="1247775" y="1077913"/>
          <p14:tracePt t="10655" x="1276350" y="1077913"/>
          <p14:tracePt t="10663" x="1298575" y="1069975"/>
          <p14:tracePt t="10672" x="1327150" y="1069975"/>
          <p14:tracePt t="10679" x="1347788" y="1063625"/>
          <p14:tracePt t="10688" x="1376363" y="1063625"/>
          <p14:tracePt t="10696" x="1390650" y="1055688"/>
          <p14:tracePt t="10703" x="1419225" y="1055688"/>
          <p14:tracePt t="10712" x="1433513" y="1049338"/>
          <p14:tracePt t="10719" x="1455738" y="1049338"/>
          <p14:tracePt t="10728" x="1476375" y="1049338"/>
          <p14:tracePt t="10735" x="1498600" y="1049338"/>
          <p14:tracePt t="10744" x="1512888" y="1049338"/>
          <p14:tracePt t="10751" x="1533525" y="1049338"/>
          <p14:tracePt t="10760" x="1554163" y="1049338"/>
          <p14:tracePt t="10768" x="1568450" y="1049338"/>
          <p14:tracePt t="10775" x="1590675" y="1049338"/>
          <p14:tracePt t="10784" x="1611313" y="1049338"/>
          <p14:tracePt t="10792" x="1619250" y="1049338"/>
          <p14:tracePt t="10801" x="1647825" y="1049338"/>
          <p14:tracePt t="10808" x="1668463" y="1049338"/>
          <p14:tracePt t="10816" x="1690688" y="1049338"/>
          <p14:tracePt t="10823" x="1719263" y="1049338"/>
          <p14:tracePt t="10831" x="1739900" y="1049338"/>
          <p14:tracePt t="10840" x="1754188" y="1049338"/>
          <p14:tracePt t="10848" x="1782763" y="1049338"/>
          <p14:tracePt t="10855" x="1804988" y="1049338"/>
          <p14:tracePt t="10864" x="1839913" y="1049338"/>
          <p14:tracePt t="10871" x="1868488" y="1049338"/>
          <p14:tracePt t="10880" x="1897063" y="1049338"/>
          <p14:tracePt t="10888" x="1939925" y="1049338"/>
          <p14:tracePt t="10896" x="1968500" y="1049338"/>
          <p14:tracePt t="10903" x="2005013" y="1049338"/>
          <p14:tracePt t="10912" x="2019300" y="1049338"/>
          <p14:tracePt t="10919" x="2046288" y="1063625"/>
          <p14:tracePt t="10928" x="2068513" y="1063625"/>
          <p14:tracePt t="10935" x="2097088" y="1063625"/>
          <p14:tracePt t="10952" x="2132013" y="1063625"/>
          <p14:tracePt t="10959" x="2154238" y="1077913"/>
          <p14:tracePt t="10968" x="2174875" y="1077913"/>
          <p14:tracePt t="10976" x="2197100" y="1077913"/>
          <p14:tracePt t="10984" x="2203450" y="1084263"/>
          <p14:tracePt t="10992" x="2225675" y="1084263"/>
          <p14:tracePt t="11001" x="2246313" y="1084263"/>
          <p14:tracePt t="11008" x="2260600" y="1084263"/>
          <p14:tracePt t="11016" x="2274888" y="1084263"/>
          <p14:tracePt t="11032" x="2289175" y="1092200"/>
          <p14:tracePt t="11040" x="2297113" y="1092200"/>
          <p14:tracePt t="11064" x="2303463" y="1092200"/>
          <p14:tracePt t="11096" x="2311400" y="1092200"/>
          <p14:tracePt t="11383" x="2303463" y="1092200"/>
          <p14:tracePt t="11392" x="2282825" y="1092200"/>
          <p14:tracePt t="11400" x="2254250" y="1092200"/>
          <p14:tracePt t="11408" x="2225675" y="1092200"/>
          <p14:tracePt t="11416" x="2217738" y="1092200"/>
          <p14:tracePt t="11424" x="2189163" y="1077913"/>
          <p14:tracePt t="11439" x="2182813" y="1077913"/>
          <p14:tracePt t="11448" x="2168525" y="1077913"/>
          <p14:tracePt t="11456" x="2160588" y="1077913"/>
          <p14:tracePt t="11464" x="2154238" y="1077913"/>
          <p14:tracePt t="11471" x="2139950" y="1077913"/>
          <p14:tracePt t="11480" x="2117725" y="1077913"/>
          <p14:tracePt t="11487" x="2111375" y="1077913"/>
          <p14:tracePt t="11496" x="2074863" y="1077913"/>
          <p14:tracePt t="11503" x="2032000" y="1077913"/>
          <p14:tracePt t="11512" x="1997075" y="1077913"/>
          <p14:tracePt t="11519" x="1962150" y="1077913"/>
          <p14:tracePt t="11528" x="1919288" y="1077913"/>
          <p14:tracePt t="11535" x="1890713" y="1077913"/>
          <p14:tracePt t="11544" x="1876425" y="1077913"/>
          <p14:tracePt t="11551" x="1854200" y="1077913"/>
          <p14:tracePt t="11560" x="1839913" y="1084263"/>
          <p14:tracePt t="11567" x="1819275" y="1092200"/>
          <p14:tracePt t="11575" x="1811338" y="1092200"/>
          <p14:tracePt t="11584" x="1804988" y="1106488"/>
          <p14:tracePt t="11592" x="1797050" y="1106488"/>
          <p14:tracePt t="11601" x="1790700" y="1106488"/>
          <p14:tracePt t="11640" x="1782763" y="1112838"/>
          <p14:tracePt t="11656" x="1782763" y="1120775"/>
          <p14:tracePt t="11664" x="1782763" y="1127125"/>
          <p14:tracePt t="11672" x="1782763" y="1147763"/>
          <p14:tracePt t="11680" x="1782763" y="1169988"/>
          <p14:tracePt t="11687" x="1782763" y="1176338"/>
          <p14:tracePt t="11696" x="1782763" y="1198563"/>
          <p14:tracePt t="11703" x="1782763" y="1204913"/>
          <p14:tracePt t="11712" x="1782763" y="1219200"/>
          <p14:tracePt t="11719" x="1782763" y="1227138"/>
          <p14:tracePt t="11728" x="1790700" y="1247775"/>
          <p14:tracePt t="11744" x="1804988" y="1255713"/>
          <p14:tracePt t="11751" x="1811338" y="1270000"/>
          <p14:tracePt t="11760" x="1819275" y="1276350"/>
          <p14:tracePt t="11768" x="1825625" y="1276350"/>
          <p14:tracePt t="11775" x="1847850" y="1284288"/>
          <p14:tracePt t="11784" x="1862138" y="1290638"/>
          <p14:tracePt t="11792" x="1868488" y="1304925"/>
          <p14:tracePt t="11801" x="1882775" y="1304925"/>
          <p14:tracePt t="11808" x="1897063" y="1312863"/>
          <p14:tracePt t="11816" x="1911350" y="1327150"/>
          <p14:tracePt t="11824" x="1925638" y="1327150"/>
          <p14:tracePt t="11831" x="1954213" y="1333500"/>
          <p14:tracePt t="11840" x="1976438" y="1333500"/>
          <p14:tracePt t="11848" x="1997075" y="1347788"/>
          <p14:tracePt t="11856" x="2025650" y="1355725"/>
          <p14:tracePt t="11864" x="2039938" y="1355725"/>
          <p14:tracePt t="11871" x="2068513" y="1362075"/>
          <p14:tracePt t="11880" x="2103438" y="1376363"/>
          <p14:tracePt t="11888" x="2132013" y="1390650"/>
          <p14:tracePt t="11896" x="2154238" y="1390650"/>
          <p14:tracePt t="11903" x="2197100" y="1398588"/>
          <p14:tracePt t="11912" x="2225675" y="1398588"/>
          <p14:tracePt t="11919" x="2260600" y="1404938"/>
          <p14:tracePt t="11928" x="2282825" y="1404938"/>
          <p14:tracePt t="11951" x="2339975" y="1412875"/>
          <p14:tracePt t="11951" x="2368550" y="1419225"/>
          <p14:tracePt t="11960" x="2397125" y="1419225"/>
          <p14:tracePt t="11968" x="2417763" y="1427163"/>
          <p14:tracePt t="11975" x="2439988" y="1427163"/>
          <p14:tracePt t="11984" x="2446338" y="1427163"/>
          <p14:tracePt t="11992" x="2468563" y="1427163"/>
          <p14:tracePt t="12001" x="2482850" y="1433513"/>
          <p14:tracePt t="12008" x="2503488" y="1433513"/>
          <p14:tracePt t="12016" x="2525713" y="1433513"/>
          <p14:tracePt t="12024" x="2546350" y="1433513"/>
          <p14:tracePt t="12032" x="2560638" y="1433513"/>
          <p14:tracePt t="12040" x="2581275" y="1433513"/>
          <p14:tracePt t="12048" x="2603500" y="1433513"/>
          <p14:tracePt t="12056" x="2609850" y="1433513"/>
          <p14:tracePt t="12064" x="2632075" y="1433513"/>
          <p14:tracePt t="12071" x="2652713" y="1433513"/>
          <p14:tracePt t="12079" x="2660650" y="1433513"/>
          <p14:tracePt t="12088" x="2681288" y="1433513"/>
          <p14:tracePt t="12096" x="2703513" y="1433513"/>
          <p14:tracePt t="12104" x="2724150" y="1433513"/>
          <p14:tracePt t="12112" x="2738438" y="1433513"/>
          <p14:tracePt t="12120" x="2760663" y="1433513"/>
          <p14:tracePt t="12128" x="2781300" y="1433513"/>
          <p14:tracePt t="12135" x="2803525" y="1433513"/>
          <p14:tracePt t="12144" x="2846388" y="1433513"/>
          <p14:tracePt t="12151" x="2874963" y="1427163"/>
          <p14:tracePt t="12160" x="2903538" y="1427163"/>
          <p14:tracePt t="12168" x="2932113" y="1412875"/>
          <p14:tracePt t="12175" x="2946400" y="1404938"/>
          <p14:tracePt t="12184" x="2960688" y="1404938"/>
          <p14:tracePt t="12192" x="2974975" y="1398588"/>
          <p14:tracePt t="12200" x="2989263" y="1398588"/>
          <p14:tracePt t="12208" x="3003550" y="1390650"/>
          <p14:tracePt t="12215" x="3009900" y="1384300"/>
          <p14:tracePt t="12224" x="3017838" y="1384300"/>
          <p14:tracePt t="12231" x="3038475" y="1384300"/>
          <p14:tracePt t="12240" x="3038475" y="1376363"/>
          <p14:tracePt t="12248" x="3046413" y="1376363"/>
          <p14:tracePt t="12256" x="3059113" y="1376363"/>
          <p14:tracePt t="12272" x="3067050" y="1376363"/>
          <p14:tracePt t="12280" x="3081338" y="1370013"/>
          <p14:tracePt t="12288" x="3081338" y="1362075"/>
          <p14:tracePt t="12303" x="3087688" y="1355725"/>
          <p14:tracePt t="12328" x="3095625" y="1355725"/>
          <p14:tracePt t="12335" x="3101975" y="1341438"/>
          <p14:tracePt t="12351" x="3109913" y="1341438"/>
          <p14:tracePt t="12368" x="3109913" y="1333500"/>
          <p14:tracePt t="12384" x="3116263" y="1333500"/>
          <p14:tracePt t="12392" x="3124200" y="1327150"/>
          <p14:tracePt t="12416" x="3124200" y="1312863"/>
          <p14:tracePt t="12424" x="3124200" y="1304925"/>
          <p14:tracePt t="12432" x="3130550" y="1298575"/>
          <p14:tracePt t="12456" x="3130550" y="1290638"/>
          <p14:tracePt t="12464" x="3130550" y="1284288"/>
          <p14:tracePt t="12472" x="3130550" y="1276350"/>
          <p14:tracePt t="12496" x="3130550" y="1270000"/>
          <p14:tracePt t="12503" x="3130550" y="1262063"/>
          <p14:tracePt t="12512" x="3130550" y="1255713"/>
          <p14:tracePt t="12528" x="3130550" y="1247775"/>
          <p14:tracePt t="12543" x="3130550" y="1241425"/>
          <p14:tracePt t="12560" x="3130550" y="1233488"/>
          <p14:tracePt t="12664" x="3130550" y="1227138"/>
          <p14:tracePt t="12696" x="3124200" y="1212850"/>
          <p14:tracePt t="12759" x="3116263" y="1212850"/>
          <p14:tracePt t="12768" x="3116263" y="1204913"/>
          <p14:tracePt t="12776" x="3116263" y="1198563"/>
          <p14:tracePt t="12783" x="3109913" y="1198563"/>
          <p14:tracePt t="12792" x="3109913" y="1190625"/>
          <p14:tracePt t="12801" x="3095625" y="1184275"/>
          <p14:tracePt t="12808" x="3087688" y="1184275"/>
          <p14:tracePt t="12816" x="3081338" y="1176338"/>
          <p14:tracePt t="12824" x="3067050" y="1169988"/>
          <p14:tracePt t="12832" x="3046413" y="1162050"/>
          <p14:tracePt t="12840" x="3032125" y="1155700"/>
          <p14:tracePt t="12847" x="3024188" y="1147763"/>
          <p14:tracePt t="12856" x="3009900" y="1141413"/>
          <p14:tracePt t="12904" x="3003550" y="1141413"/>
          <p14:tracePt t="12967" x="3003550" y="1147763"/>
          <p14:tracePt t="12976" x="3003550" y="1162050"/>
          <p14:tracePt t="12984" x="3003550" y="1169988"/>
          <p14:tracePt t="12992" x="3003550" y="1176338"/>
          <p14:tracePt t="13280" x="2995613" y="1176338"/>
          <p14:tracePt t="13288" x="2995613" y="1169988"/>
          <p14:tracePt t="13303" x="2995613" y="1162050"/>
          <p14:tracePt t="13320" x="2995613" y="1155700"/>
          <p14:tracePt t="13328" x="2995613" y="1147763"/>
          <p14:tracePt t="13336" x="2981325" y="1141413"/>
          <p14:tracePt t="13408" x="2981325" y="1135063"/>
          <p14:tracePt t="13424" x="2981325" y="1127125"/>
          <p14:tracePt t="13448" x="2981325" y="1120775"/>
          <p14:tracePt t="13472" x="2989263" y="1112838"/>
          <p14:tracePt t="13480" x="2995613" y="1112838"/>
          <p14:tracePt t="13504" x="3003550" y="1112838"/>
          <p14:tracePt t="13528" x="3017838" y="1112838"/>
          <p14:tracePt t="13544" x="3024188" y="1112838"/>
          <p14:tracePt t="13551" x="3024188" y="1106488"/>
          <p14:tracePt t="13560" x="3032125" y="1106488"/>
          <p14:tracePt t="13568" x="3038475" y="1106488"/>
          <p14:tracePt t="13576" x="3046413" y="1098550"/>
          <p14:tracePt t="13584" x="3067050" y="1098550"/>
          <p14:tracePt t="13592" x="3067050" y="1092200"/>
          <p14:tracePt t="13601" x="3081338" y="1092200"/>
          <p14:tracePt t="13608" x="3095625" y="1092200"/>
          <p14:tracePt t="13616" x="3109913" y="1092200"/>
          <p14:tracePt t="13624" x="3124200" y="1092200"/>
          <p14:tracePt t="13631" x="3138488" y="1092200"/>
          <p14:tracePt t="13640" x="3144838" y="1092200"/>
          <p14:tracePt t="13648" x="3159125" y="1092200"/>
          <p14:tracePt t="13656" x="3167063" y="1092200"/>
          <p14:tracePt t="13663" x="3187700" y="1092200"/>
          <p14:tracePt t="13671" x="3201988" y="1077913"/>
          <p14:tracePt t="13679" x="3209925" y="1077913"/>
          <p14:tracePt t="13688" x="3230563" y="1077913"/>
          <p14:tracePt t="13696" x="3244850" y="1077913"/>
          <p14:tracePt t="13703" x="3267075" y="1077913"/>
          <p14:tracePt t="13711" x="3273425" y="1077913"/>
          <p14:tracePt t="13719" x="3295650" y="1077913"/>
          <p14:tracePt t="13728" x="3316288" y="1077913"/>
          <p14:tracePt t="13735" x="3324225" y="1077913"/>
          <p14:tracePt t="13744" x="3338513" y="1077913"/>
          <p14:tracePt t="13751" x="3344863" y="1077913"/>
          <p14:tracePt t="13760" x="3367088" y="1077913"/>
          <p14:tracePt t="13768" x="3373438" y="1069975"/>
          <p14:tracePt t="13775" x="3395663" y="1069975"/>
          <p14:tracePt t="13784" x="3416300" y="1069975"/>
          <p14:tracePt t="13792" x="3424238" y="1063625"/>
          <p14:tracePt t="13801" x="3444875" y="1063625"/>
          <p14:tracePt t="13808" x="3467100" y="1063625"/>
          <p14:tracePt t="13816" x="3495675" y="1063625"/>
          <p14:tracePt t="13824" x="3516313" y="1063625"/>
          <p14:tracePt t="13832" x="3544888" y="1063625"/>
          <p14:tracePt t="13840" x="3565525" y="1063625"/>
          <p14:tracePt t="13847" x="3587750" y="1063625"/>
          <p14:tracePt t="13855" x="3608388" y="1063625"/>
          <p14:tracePt t="13864" x="3636963" y="1063625"/>
          <p14:tracePt t="13872" x="3659188" y="1063625"/>
          <p14:tracePt t="13880" x="3665538" y="1063625"/>
          <p14:tracePt t="13887" x="3687763" y="1063625"/>
          <p14:tracePt t="13896" x="3708400" y="1063625"/>
          <p14:tracePt t="13903" x="3716338" y="1063625"/>
          <p14:tracePt t="13912" x="3730625" y="1063625"/>
          <p14:tracePt t="13919" x="3736975" y="1063625"/>
          <p14:tracePt t="13928" x="3759200" y="1063625"/>
          <p14:tracePt t="13935" x="3773488" y="1063625"/>
          <p14:tracePt t="13952" x="3794125" y="1063625"/>
          <p14:tracePt t="13960" x="3808413" y="1063625"/>
          <p14:tracePt t="13967" x="3816350" y="1063625"/>
          <p14:tracePt t="13976" x="3830638" y="1063625"/>
          <p14:tracePt t="13984" x="3836988" y="1063625"/>
          <p14:tracePt t="14001" x="3851275" y="1063625"/>
          <p14:tracePt t="14048" x="3859213" y="1063625"/>
          <p14:tracePt t="14080" x="3865563" y="1055688"/>
          <p14:tracePt t="14088" x="3873500" y="1055688"/>
          <p14:tracePt t="14103" x="3879850" y="1055688"/>
          <p14:tracePt t="14112" x="3879850" y="1049338"/>
          <p14:tracePt t="14127" x="3887788" y="1049338"/>
          <p14:tracePt t="14152" x="3894138" y="1049338"/>
          <p14:tracePt t="14208" x="3902075" y="1049338"/>
          <p14:tracePt t="14224" x="3902075" y="1041400"/>
          <p14:tracePt t="14240" x="3908425" y="1041400"/>
          <p14:tracePt t="14256" x="3916363" y="1041400"/>
          <p14:tracePt t="14271" x="3922713" y="1035050"/>
          <p14:tracePt t="14416" x="3930650" y="1035050"/>
          <p14:tracePt t="14448" x="3937000" y="1035050"/>
          <p14:tracePt t="14792" x="3922713" y="1035050"/>
          <p14:tracePt t="14888" x="3916363" y="1035050"/>
          <p14:tracePt t="14896" x="3894138" y="1035050"/>
          <p14:tracePt t="14911" x="3879850" y="1035050"/>
          <p14:tracePt t="14920" x="3873500" y="1041400"/>
          <p14:tracePt t="14928" x="3851275" y="1055688"/>
          <p14:tracePt t="14936" x="3844925" y="1055688"/>
          <p14:tracePt t="14952" x="3794125" y="1055688"/>
          <p14:tracePt t="14960" x="3787775" y="1055688"/>
          <p14:tracePt t="14968" x="3765550" y="1063625"/>
          <p14:tracePt t="14975" x="3759200" y="1063625"/>
          <p14:tracePt t="14984" x="3744913" y="1063625"/>
          <p14:tracePt t="14992" x="3722688" y="1063625"/>
          <p14:tracePt t="15000" x="3716338" y="1069975"/>
          <p14:tracePt t="15008" x="3694113" y="1077913"/>
          <p14:tracePt t="15016" x="3673475" y="1084263"/>
          <p14:tracePt t="15024" x="3659188" y="1092200"/>
          <p14:tracePt t="15032" x="3651250" y="1098550"/>
          <p14:tracePt t="15040" x="3636963" y="1098550"/>
          <p14:tracePt t="15047" x="3630613" y="1106488"/>
          <p14:tracePt t="15056" x="3616325" y="1112838"/>
          <p14:tracePt t="15072" x="3602038" y="1120775"/>
          <p14:tracePt t="15080" x="3594100" y="1120775"/>
          <p14:tracePt t="15088" x="3587750" y="1127125"/>
          <p14:tracePt t="15103" x="3579813" y="1135063"/>
          <p14:tracePt t="15111" x="3573463" y="1135063"/>
          <p14:tracePt t="15128" x="3565525" y="1141413"/>
          <p14:tracePt t="15135" x="3559175" y="1147763"/>
          <p14:tracePt t="15151" x="3552825" y="1162050"/>
          <p14:tracePt t="15176" x="3544888" y="1176338"/>
          <p14:tracePt t="15200" x="3544888" y="1184275"/>
          <p14:tracePt t="15208" x="3544888" y="1190625"/>
          <p14:tracePt t="15215" x="3544888" y="1198563"/>
          <p14:tracePt t="15240" x="3544888" y="1204913"/>
          <p14:tracePt t="15248" x="3544888" y="1212850"/>
          <p14:tracePt t="15264" x="3544888" y="1219200"/>
          <p14:tracePt t="15272" x="3544888" y="1227138"/>
          <p14:tracePt t="15280" x="3544888" y="1233488"/>
          <p14:tracePt t="15288" x="3544888" y="1241425"/>
          <p14:tracePt t="15303" x="3544888" y="1247775"/>
          <p14:tracePt t="15312" x="3544888" y="1262063"/>
          <p14:tracePt t="15328" x="3544888" y="1270000"/>
          <p14:tracePt t="15335" x="3544888" y="1284288"/>
          <p14:tracePt t="15351" x="3544888" y="1298575"/>
          <p14:tracePt t="15360" x="3552825" y="1304925"/>
          <p14:tracePt t="15375" x="3552825" y="1312863"/>
          <p14:tracePt t="15384" x="3559175" y="1319213"/>
          <p14:tracePt t="15392" x="3559175" y="1327150"/>
          <p14:tracePt t="15400" x="3559175" y="1333500"/>
          <p14:tracePt t="15408" x="3565525" y="1347788"/>
          <p14:tracePt t="15416" x="3565525" y="1355725"/>
          <p14:tracePt t="15432" x="3573463" y="1370013"/>
          <p14:tracePt t="15440" x="3573463" y="1376363"/>
          <p14:tracePt t="15448" x="3573463" y="1390650"/>
          <p14:tracePt t="15456" x="3579813" y="1398588"/>
          <p14:tracePt t="15464" x="3587750" y="1404938"/>
          <p14:tracePt t="15472" x="3594100" y="1404938"/>
          <p14:tracePt t="15480" x="3594100" y="1412875"/>
          <p14:tracePt t="15488" x="3608388" y="1427163"/>
          <p14:tracePt t="15496" x="3616325" y="1433513"/>
          <p14:tracePt t="15503" x="3622675" y="1441450"/>
          <p14:tracePt t="15512" x="3636963" y="1441450"/>
          <p14:tracePt t="15519" x="3651250" y="1447800"/>
          <p14:tracePt t="15528" x="3665538" y="1455738"/>
          <p14:tracePt t="15535" x="3679825" y="1462088"/>
          <p14:tracePt t="15544" x="3694113" y="1470025"/>
          <p14:tracePt t="15552" x="3716338" y="1476375"/>
          <p14:tracePt t="15559" x="3744913" y="1484313"/>
          <p14:tracePt t="15568" x="3773488" y="1504950"/>
          <p14:tracePt t="15576" x="3816350" y="1504950"/>
          <p14:tracePt t="15584" x="3844925" y="1504950"/>
          <p14:tracePt t="15592" x="3873500" y="1512888"/>
          <p14:tracePt t="15601" x="3916363" y="1512888"/>
          <p14:tracePt t="15607" x="3965575" y="1527175"/>
          <p14:tracePt t="15616" x="4016375" y="1533525"/>
          <p14:tracePt t="15624" x="4044950" y="1533525"/>
          <p14:tracePt t="15631" x="4079875" y="1541463"/>
          <p14:tracePt t="15640" x="4129088" y="1547813"/>
          <p14:tracePt t="15648" x="4171950" y="1547813"/>
          <p14:tracePt t="15656" x="4179888" y="1547813"/>
          <p14:tracePt t="15664" x="4222750" y="1562100"/>
          <p14:tracePt t="15672" x="4265613" y="1562100"/>
          <p14:tracePt t="15680" x="4300538" y="1562100"/>
          <p14:tracePt t="15688" x="4329113" y="1562100"/>
          <p14:tracePt t="15696" x="4371975" y="1562100"/>
          <p14:tracePt t="15703" x="4429125" y="1570038"/>
          <p14:tracePt t="15712" x="4465638" y="1570038"/>
          <p14:tracePt t="15719" x="4508500" y="1570038"/>
          <p14:tracePt t="15728" x="4551363" y="1570038"/>
          <p14:tracePt t="15735" x="4592638" y="1570038"/>
          <p14:tracePt t="15744" x="4621213" y="1570038"/>
          <p14:tracePt t="15751" x="4649788" y="1570038"/>
          <p14:tracePt t="15760" x="4678363" y="1570038"/>
          <p14:tracePt t="15768" x="4700588" y="1570038"/>
          <p14:tracePt t="15776" x="4714875" y="1570038"/>
          <p14:tracePt t="15784" x="4729163" y="1562100"/>
          <p14:tracePt t="15792" x="4735513" y="1555750"/>
          <p14:tracePt t="15801" x="4749800" y="1547813"/>
          <p14:tracePt t="15808" x="4764088" y="1541463"/>
          <p14:tracePt t="15816" x="4778375" y="1533525"/>
          <p14:tracePt t="15824" x="4786313" y="1533525"/>
          <p14:tracePt t="15840" x="4806950" y="1512888"/>
          <p14:tracePt t="15847" x="4814888" y="1512888"/>
          <p14:tracePt t="15864" x="4814888" y="1504950"/>
          <p14:tracePt t="15872" x="4821238" y="1498600"/>
          <p14:tracePt t="15888" x="4829175" y="1490663"/>
          <p14:tracePt t="15903" x="4829175" y="1484313"/>
          <p14:tracePt t="15912" x="4829175" y="1476375"/>
          <p14:tracePt t="15928" x="4829175" y="1462088"/>
          <p14:tracePt t="15935" x="4829175" y="1447800"/>
          <p14:tracePt t="15944" x="4829175" y="1427163"/>
          <p14:tracePt t="15951" x="4829175" y="1412875"/>
          <p14:tracePt t="15960" x="4829175" y="1390650"/>
          <p14:tracePt t="15967" x="4829175" y="1376363"/>
          <p14:tracePt t="15976" x="4821238" y="1355725"/>
          <p14:tracePt t="15984" x="4821238" y="1347788"/>
          <p14:tracePt t="15992" x="4814888" y="1327150"/>
          <p14:tracePt t="16000" x="4806950" y="1319213"/>
          <p14:tracePt t="16008" x="4800600" y="1312863"/>
          <p14:tracePt t="16016" x="4792663" y="1298575"/>
          <p14:tracePt t="16024" x="4772025" y="1298575"/>
          <p14:tracePt t="16032" x="4764088" y="1290638"/>
          <p14:tracePt t="16040" x="4757738" y="1284288"/>
          <p14:tracePt t="16048" x="4743450" y="1284288"/>
          <p14:tracePt t="16056" x="4721225" y="1276350"/>
          <p14:tracePt t="16064" x="4706938" y="1270000"/>
          <p14:tracePt t="16072" x="4678363" y="1270000"/>
          <p14:tracePt t="16080" x="4649788" y="1262063"/>
          <p14:tracePt t="16088" x="4629150" y="1262063"/>
          <p14:tracePt t="16096" x="4600575" y="1255713"/>
          <p14:tracePt t="16103" x="4586288" y="1255713"/>
          <p14:tracePt t="16112" x="4551363" y="1247775"/>
          <p14:tracePt t="16119" x="4543425" y="1247775"/>
          <p14:tracePt t="16135" x="4537075" y="1247775"/>
          <p14:tracePt t="16144" x="4529138" y="1241425"/>
          <p14:tracePt t="16304" x="4537075" y="1241425"/>
          <p14:tracePt t="16312" x="4551363" y="1241425"/>
          <p14:tracePt t="16319" x="4565650" y="1241425"/>
          <p14:tracePt t="16335" x="4578350" y="1241425"/>
          <p14:tracePt t="16416" x="4551363" y="1255713"/>
          <p14:tracePt t="16424" x="4543425" y="1255713"/>
          <p14:tracePt t="16488" x="4551363" y="1255713"/>
          <p14:tracePt t="16495" x="4565650" y="1247775"/>
          <p14:tracePt t="16503" x="4586288" y="1233488"/>
          <p14:tracePt t="16511" x="4606925" y="1233488"/>
          <p14:tracePt t="16519" x="4649788" y="1219200"/>
          <p14:tracePt t="16528" x="4706938" y="1219200"/>
          <p14:tracePt t="16535" x="4764088" y="1219200"/>
          <p14:tracePt t="16544" x="4821238" y="1219200"/>
          <p14:tracePt t="16551" x="4878388" y="1219200"/>
          <p14:tracePt t="16560" x="4935538" y="1219200"/>
          <p14:tracePt t="16567" x="5000625" y="1219200"/>
          <p14:tracePt t="16576" x="5035550" y="1219200"/>
          <p14:tracePt t="16584" x="5106988" y="1219200"/>
          <p14:tracePt t="16592" x="5164138" y="1219200"/>
          <p14:tracePt t="16601" x="5199063" y="1219200"/>
          <p14:tracePt t="16607" x="5241925" y="1219200"/>
          <p14:tracePt t="16616" x="5278438" y="1219200"/>
          <p14:tracePt t="16624" x="5313363" y="1219200"/>
          <p14:tracePt t="16632" x="5356225" y="1219200"/>
          <p14:tracePt t="16640" x="5384800" y="1219200"/>
          <p14:tracePt t="16648" x="5421313" y="1219200"/>
          <p14:tracePt t="16656" x="5456238" y="1219200"/>
          <p14:tracePt t="16664" x="5484813" y="1219200"/>
          <p14:tracePt t="16672" x="5513388" y="1219200"/>
          <p14:tracePt t="16679" x="5541963" y="1219200"/>
          <p14:tracePt t="16688" x="5564188" y="1219200"/>
          <p14:tracePt t="16695" x="5578475" y="1219200"/>
          <p14:tracePt t="16703" x="5599113" y="1219200"/>
          <p14:tracePt t="16712" x="5619750" y="1219200"/>
          <p14:tracePt t="16719" x="5641975" y="1219200"/>
          <p14:tracePt t="16727" x="5656263" y="1219200"/>
          <p14:tracePt t="16735" x="5676900" y="1219200"/>
          <p14:tracePt t="16744" x="5699125" y="1219200"/>
          <p14:tracePt t="16751" x="5705475" y="1219200"/>
          <p14:tracePt t="16760" x="5727700" y="1219200"/>
          <p14:tracePt t="16768" x="5748338" y="1219200"/>
          <p14:tracePt t="16776" x="5762625" y="1219200"/>
          <p14:tracePt t="16784" x="5776913" y="1219200"/>
          <p14:tracePt t="16791" x="5799138" y="1212850"/>
          <p14:tracePt t="16801" x="5805488" y="1212850"/>
          <p14:tracePt t="16808" x="5813425" y="1212850"/>
          <p14:tracePt t="16816" x="5827713" y="1212850"/>
          <p14:tracePt t="16824" x="5834063" y="1212850"/>
          <p14:tracePt t="16832" x="5842000" y="1212850"/>
          <p14:tracePt t="16840" x="5848350" y="1204913"/>
          <p14:tracePt t="16848" x="5856288" y="1204913"/>
          <p14:tracePt t="16856" x="5870575" y="1204913"/>
          <p14:tracePt t="16864" x="5876925" y="1204913"/>
          <p14:tracePt t="16872" x="5884863" y="1204913"/>
          <p14:tracePt t="16880" x="5891213" y="1204913"/>
          <p14:tracePt t="16887" x="5899150" y="1204913"/>
          <p14:tracePt t="16895" x="5899150" y="1198563"/>
          <p14:tracePt t="16903" x="5905500" y="1198563"/>
          <p14:tracePt t="17040" x="5905500" y="1190625"/>
          <p14:tracePt t="17048" x="5905500" y="1184275"/>
          <p14:tracePt t="17064" x="5899150" y="1184275"/>
          <p14:tracePt t="17071" x="5899150" y="1176338"/>
          <p14:tracePt t="17080" x="5891213" y="1176338"/>
          <p14:tracePt t="17088" x="5891213" y="1169988"/>
          <p14:tracePt t="17103" x="5884863" y="1169988"/>
          <p14:tracePt t="17112" x="5876925" y="1169988"/>
          <p14:tracePt t="17128" x="5870575" y="1169988"/>
          <p14:tracePt t="17135" x="5862638" y="1169988"/>
          <p14:tracePt t="17143" x="5856288" y="1169988"/>
          <p14:tracePt t="17151" x="5842000" y="1162050"/>
          <p14:tracePt t="17160" x="5827713" y="1162050"/>
          <p14:tracePt t="17176" x="5813425" y="1147763"/>
          <p14:tracePt t="17184" x="5805488" y="1147763"/>
          <p14:tracePt t="17192" x="5791200" y="1147763"/>
          <p14:tracePt t="17201" x="5791200" y="1141413"/>
          <p14:tracePt t="17207" x="5784850" y="1141413"/>
          <p14:tracePt t="17240" x="5770563" y="1141413"/>
          <p14:tracePt t="17255" x="5762625" y="1141413"/>
          <p14:tracePt t="17272" x="5748338" y="1141413"/>
          <p14:tracePt t="17280" x="5741988" y="1141413"/>
          <p14:tracePt t="17288" x="5719763" y="1141413"/>
          <p14:tracePt t="17303" x="5705475" y="1141413"/>
          <p14:tracePt t="17312" x="5699125" y="1141413"/>
          <p14:tracePt t="17319" x="5676900" y="1141413"/>
          <p14:tracePt t="17328" x="5670550" y="1141413"/>
          <p14:tracePt t="17335" x="5656263" y="1141413"/>
          <p14:tracePt t="17344" x="5641975" y="1141413"/>
          <p14:tracePt t="17351" x="5619750" y="1141413"/>
          <p14:tracePt t="17360" x="5591175" y="1141413"/>
          <p14:tracePt t="17368" x="5570538" y="1141413"/>
          <p14:tracePt t="17376" x="5549900" y="1141413"/>
          <p14:tracePt t="17384" x="5535613" y="1141413"/>
          <p14:tracePt t="17392" x="5507038" y="1141413"/>
          <p14:tracePt t="17401" x="5484813" y="1141413"/>
          <p14:tracePt t="17408" x="5470525" y="1141413"/>
          <p14:tracePt t="17416" x="5449888" y="1141413"/>
          <p14:tracePt t="17424" x="5435600" y="1141413"/>
          <p14:tracePt t="17432" x="5399088" y="1147763"/>
          <p14:tracePt t="17440" x="5384800" y="1155700"/>
          <p14:tracePt t="17448" x="5370513" y="1162050"/>
          <p14:tracePt t="17456" x="5349875" y="1162050"/>
          <p14:tracePt t="17464" x="5327650" y="1176338"/>
          <p14:tracePt t="17472" x="5307013" y="1190625"/>
          <p14:tracePt t="17480" x="5292725" y="1190625"/>
          <p14:tracePt t="17488" x="5278438" y="1212850"/>
          <p14:tracePt t="17496" x="5264150" y="1219200"/>
          <p14:tracePt t="17503" x="5241925" y="1233488"/>
          <p14:tracePt t="17512" x="5235575" y="1247775"/>
          <p14:tracePt t="17519" x="5221288" y="1262063"/>
          <p14:tracePt t="17528" x="5213350" y="1270000"/>
          <p14:tracePt t="17535" x="5207000" y="1276350"/>
          <p14:tracePt t="17544" x="5192713" y="1284288"/>
          <p14:tracePt t="17552" x="5192713" y="1304925"/>
          <p14:tracePt t="17560" x="5184775" y="1304925"/>
          <p14:tracePt t="17568" x="5178425" y="1319213"/>
          <p14:tracePt t="17576" x="5178425" y="1327150"/>
          <p14:tracePt t="17583" x="5178425" y="1333500"/>
          <p14:tracePt t="17601" x="5178425" y="1347788"/>
          <p14:tracePt t="17608" x="5178425" y="1355725"/>
          <p14:tracePt t="17624" x="5178425" y="1370013"/>
          <p14:tracePt t="17632" x="5178425" y="1384300"/>
          <p14:tracePt t="17640" x="5178425" y="1398588"/>
          <p14:tracePt t="17648" x="5178425" y="1404938"/>
          <p14:tracePt t="17656" x="5178425" y="1419225"/>
          <p14:tracePt t="17664" x="5184775" y="1433513"/>
          <p14:tracePt t="17672" x="5199063" y="1441450"/>
          <p14:tracePt t="17680" x="5213350" y="1455738"/>
          <p14:tracePt t="17688" x="5241925" y="1484313"/>
          <p14:tracePt t="17696" x="5249863" y="1490663"/>
          <p14:tracePt t="17703" x="5270500" y="1504950"/>
          <p14:tracePt t="17712" x="5307013" y="1527175"/>
          <p14:tracePt t="17719" x="5327650" y="1541463"/>
          <p14:tracePt t="17728" x="5349875" y="1547813"/>
          <p14:tracePt t="17735" x="5384800" y="1562100"/>
          <p14:tracePt t="17744" x="5407025" y="1570038"/>
          <p14:tracePt t="17752" x="5441950" y="1576388"/>
          <p14:tracePt t="17760" x="5470525" y="1584325"/>
          <p14:tracePt t="17767" x="5521325" y="1584325"/>
          <p14:tracePt t="17775" x="5556250" y="1598613"/>
          <p14:tracePt t="17784" x="5599113" y="1604963"/>
          <p14:tracePt t="17792" x="5662613" y="1612900"/>
          <p14:tracePt t="17801" x="5705475" y="1612900"/>
          <p14:tracePt t="17807" x="5741988" y="1612900"/>
          <p14:tracePt t="17816" x="5770563" y="1612900"/>
          <p14:tracePt t="17824" x="5813425" y="1612900"/>
          <p14:tracePt t="17832" x="5834063" y="1612900"/>
          <p14:tracePt t="17839" x="5862638" y="1612900"/>
          <p14:tracePt t="17848" x="5884863" y="1612900"/>
          <p14:tracePt t="17856" x="5905500" y="1612900"/>
          <p14:tracePt t="17864" x="5913438" y="1612900"/>
          <p14:tracePt t="17872" x="5927725" y="1612900"/>
          <p14:tracePt t="17880" x="5934075" y="1612900"/>
          <p14:tracePt t="17888" x="5962650" y="1604963"/>
          <p14:tracePt t="17895" x="5970588" y="1604963"/>
          <p14:tracePt t="17904" x="5984875" y="1598613"/>
          <p14:tracePt t="17911" x="6005513" y="1584325"/>
          <p14:tracePt t="17919" x="6034088" y="1576388"/>
          <p14:tracePt t="17928" x="6048375" y="1570038"/>
          <p14:tracePt t="17936" x="6070600" y="1570038"/>
          <p14:tracePt t="17944" x="6084888" y="1562100"/>
          <p14:tracePt t="17951" x="6097588" y="1562100"/>
          <p14:tracePt t="17959" x="6105525" y="1562100"/>
          <p14:tracePt t="17968" x="6111875" y="1555750"/>
          <p14:tracePt t="17975" x="6126163" y="1547813"/>
          <p14:tracePt t="17992" x="6134100" y="1547813"/>
          <p14:tracePt t="18008" x="6140450" y="1547813"/>
          <p14:tracePt t="18016" x="6148388" y="1547813"/>
          <p14:tracePt t="18024" x="6154738" y="1547813"/>
          <p14:tracePt t="18032" x="6162675" y="1547813"/>
          <p14:tracePt t="18040" x="6176963" y="1547813"/>
          <p14:tracePt t="18056" x="6183313" y="1547813"/>
          <p14:tracePt t="18072" x="6197600" y="1547813"/>
          <p14:tracePt t="18080" x="6197600" y="1555750"/>
          <p14:tracePt t="18280" x="6205538" y="1555750"/>
          <p14:tracePt t="18288" x="6205538" y="1547813"/>
          <p14:tracePt t="18304" x="6211888" y="1533525"/>
          <p14:tracePt t="18319" x="6226175" y="1519238"/>
          <p14:tracePt t="18328" x="6240463" y="1519238"/>
          <p14:tracePt t="18335" x="6262688" y="1512888"/>
          <p14:tracePt t="18344" x="6276975" y="1504950"/>
          <p14:tracePt t="18351" x="6291263" y="1498600"/>
          <p14:tracePt t="18360" x="6319838" y="1498600"/>
          <p14:tracePt t="18368" x="6340475" y="1490663"/>
          <p14:tracePt t="18375" x="6376988" y="1476375"/>
          <p14:tracePt t="18384" x="6397625" y="1476375"/>
          <p14:tracePt t="18392" x="6426200" y="1470025"/>
          <p14:tracePt t="18401" x="6462713" y="1470025"/>
          <p14:tracePt t="18408" x="6477000" y="1462088"/>
          <p14:tracePt t="18416" x="6497638" y="1462088"/>
          <p14:tracePt t="18424" x="6519863" y="1462088"/>
          <p14:tracePt t="18432" x="6540500" y="1462088"/>
          <p14:tracePt t="18440" x="6569075" y="1462088"/>
          <p14:tracePt t="18448" x="6597650" y="1462088"/>
          <p14:tracePt t="18455" x="6626225" y="1462088"/>
          <p14:tracePt t="18464" x="6646863" y="1462088"/>
          <p14:tracePt t="18472" x="6675438" y="1462088"/>
          <p14:tracePt t="18480" x="6689725" y="1462088"/>
          <p14:tracePt t="18488" x="6704013" y="1462088"/>
          <p14:tracePt t="18496" x="6718300" y="1462088"/>
          <p14:tracePt t="18568" x="6726238" y="1462088"/>
          <p14:tracePt t="18608" x="6732588" y="1462088"/>
          <p14:tracePt t="18656" x="6740525" y="1462088"/>
          <p14:tracePt t="19064" x="6754813" y="1462088"/>
          <p14:tracePt t="19072" x="6783388" y="1462088"/>
          <p14:tracePt t="19080" x="6826250" y="1462088"/>
          <p14:tracePt t="19087" x="6883400" y="1462088"/>
          <p14:tracePt t="19096" x="6932613" y="1462088"/>
          <p14:tracePt t="19103" x="7004050" y="1476375"/>
          <p14:tracePt t="19112" x="7083425" y="1490663"/>
          <p14:tracePt t="19120" x="7138988" y="1490663"/>
          <p14:tracePt t="19128" x="7196138" y="1498600"/>
          <p14:tracePt t="19135" x="7253288" y="1512888"/>
          <p14:tracePt t="19144" x="7304088" y="1519238"/>
          <p14:tracePt t="19151" x="7353300" y="1519238"/>
          <p14:tracePt t="19160" x="7389813" y="1519238"/>
          <p14:tracePt t="19168" x="7439025" y="1527175"/>
          <p14:tracePt t="19176" x="7489825" y="1533525"/>
          <p14:tracePt t="19183" x="7524750" y="1533525"/>
          <p14:tracePt t="19192" x="7553325" y="1533525"/>
          <p14:tracePt t="19201" x="7581900" y="1533525"/>
          <p14:tracePt t="19208" x="7618413" y="1533525"/>
          <p14:tracePt t="19215" x="7639050" y="1533525"/>
          <p14:tracePt t="19224" x="7653338" y="1533525"/>
          <p14:tracePt t="19232" x="7673975" y="1533525"/>
          <p14:tracePt t="19240" x="7696200" y="1533525"/>
          <p14:tracePt t="19248" x="7724775" y="1533525"/>
          <p14:tracePt t="19256" x="7753350" y="1533525"/>
          <p14:tracePt t="19264" x="7773988" y="1533525"/>
          <p14:tracePt t="19272" x="7810500" y="1533525"/>
          <p14:tracePt t="19280" x="7839075" y="1533525"/>
          <p14:tracePt t="19288" x="7874000" y="1533525"/>
          <p14:tracePt t="19296" x="7916863" y="1533525"/>
          <p14:tracePt t="19303" x="7945438" y="1533525"/>
          <p14:tracePt t="19312" x="7974013" y="1533525"/>
          <p14:tracePt t="19319" x="8016875" y="1533525"/>
          <p14:tracePt t="19328" x="8039100" y="1533525"/>
          <p14:tracePt t="19335" x="8059738" y="1533525"/>
          <p14:tracePt t="19344" x="8081963" y="1533525"/>
          <p14:tracePt t="19351" x="8102600" y="1533525"/>
          <p14:tracePt t="19360" x="8131175" y="1519238"/>
          <p14:tracePt t="19368" x="8145463" y="1519238"/>
          <p14:tracePt t="19376" x="8166100" y="1512888"/>
          <p14:tracePt t="19384" x="8188325" y="1504950"/>
          <p14:tracePt t="19391" x="8216900" y="1490663"/>
          <p14:tracePt t="19401" x="8223250" y="1490663"/>
          <p14:tracePt t="19408" x="8237538" y="1490663"/>
          <p14:tracePt t="19416" x="8245475" y="1490663"/>
          <p14:tracePt t="19424" x="8245475" y="1484313"/>
          <p14:tracePt t="19432" x="8251825" y="1484313"/>
          <p14:tracePt t="19440" x="8259763" y="1476375"/>
          <p14:tracePt t="19447" x="8266113" y="1470025"/>
          <p14:tracePt t="19455" x="8266113" y="1462088"/>
          <p14:tracePt t="19463" x="8280400" y="1447800"/>
          <p14:tracePt t="19480" x="8280400" y="1441450"/>
          <p14:tracePt t="19488" x="8280400" y="1427163"/>
          <p14:tracePt t="19495" x="8280400" y="1419225"/>
          <p14:tracePt t="19503" x="8280400" y="1404938"/>
          <p14:tracePt t="19512" x="8280400" y="1398588"/>
          <p14:tracePt t="19519" x="8280400" y="1384300"/>
          <p14:tracePt t="19528" x="8280400" y="1376363"/>
          <p14:tracePt t="19535" x="8280400" y="1362075"/>
          <p14:tracePt t="19543" x="8280400" y="1355725"/>
          <p14:tracePt t="19560" x="8280400" y="1333500"/>
          <p14:tracePt t="19576" x="8274050" y="1319213"/>
          <p14:tracePt t="19592" x="8266113" y="1319213"/>
          <p14:tracePt t="19601" x="8259763" y="1312863"/>
          <p14:tracePt t="19608" x="8245475" y="1304925"/>
          <p14:tracePt t="19616" x="8237538" y="1304925"/>
          <p14:tracePt t="19624" x="8223250" y="1298575"/>
          <p14:tracePt t="19632" x="8202613" y="1290638"/>
          <p14:tracePt t="19640" x="8180388" y="1284288"/>
          <p14:tracePt t="19648" x="8159750" y="1284288"/>
          <p14:tracePt t="19656" x="8131175" y="1276350"/>
          <p14:tracePt t="19664" x="8088313" y="1276350"/>
          <p14:tracePt t="19672" x="8053388" y="1276350"/>
          <p14:tracePt t="19680" x="8010525" y="1276350"/>
          <p14:tracePt t="19687" x="7996238" y="1276350"/>
          <p14:tracePt t="19696" x="7945438" y="1270000"/>
          <p14:tracePt t="19703" x="7874000" y="1262063"/>
          <p14:tracePt t="19712" x="7816850" y="1247775"/>
          <p14:tracePt t="19719" x="7753350" y="1241425"/>
          <p14:tracePt t="19728" x="7673975" y="1233488"/>
          <p14:tracePt t="19735" x="7596188" y="1227138"/>
          <p14:tracePt t="19744" x="7518400" y="1198563"/>
          <p14:tracePt t="19752" x="7453313" y="1198563"/>
          <p14:tracePt t="19760" x="7367588" y="1184275"/>
          <p14:tracePt t="19767" x="7289800" y="1169988"/>
          <p14:tracePt t="19776" x="7224713" y="1162050"/>
          <p14:tracePt t="19784" x="7161213" y="1162050"/>
          <p14:tracePt t="19792" x="7118350" y="1155700"/>
          <p14:tracePt t="19801" x="7075488" y="1155700"/>
          <p14:tracePt t="19808" x="7026275" y="1155700"/>
          <p14:tracePt t="19816" x="6989763" y="1155700"/>
          <p14:tracePt t="19824" x="6954838" y="1155700"/>
          <p14:tracePt t="19832" x="6911975" y="1155700"/>
          <p14:tracePt t="19840" x="6875463" y="1155700"/>
          <p14:tracePt t="19848" x="6826250" y="1155700"/>
          <p14:tracePt t="19856" x="6775450" y="1155700"/>
          <p14:tracePt t="19864" x="6718300" y="1155700"/>
          <p14:tracePt t="19871" x="6683375" y="1155700"/>
          <p14:tracePt t="19880" x="6640513" y="1155700"/>
          <p14:tracePt t="19888" x="6597650" y="1155700"/>
          <p14:tracePt t="19896" x="6540500" y="1155700"/>
          <p14:tracePt t="19903" x="6497638" y="1162050"/>
          <p14:tracePt t="19912" x="6448425" y="1169988"/>
          <p14:tracePt t="19919" x="6419850" y="1169988"/>
          <p14:tracePt t="19928" x="6391275" y="1169988"/>
          <p14:tracePt t="19935" x="6354763" y="1176338"/>
          <p14:tracePt t="19944" x="6326188" y="1176338"/>
          <p14:tracePt t="19952" x="6311900" y="1176338"/>
          <p14:tracePt t="19959" x="6291263" y="1176338"/>
          <p14:tracePt t="19968" x="6276975" y="1190625"/>
          <p14:tracePt t="19975" x="6262688" y="1198563"/>
          <p14:tracePt t="19983" x="6240463" y="1198563"/>
          <p14:tracePt t="20001" x="6219825" y="1204913"/>
          <p14:tracePt t="20008" x="6219825" y="1212850"/>
          <p14:tracePt t="20016" x="6211888" y="1212850"/>
          <p14:tracePt t="20048" x="6211888" y="1219200"/>
          <p14:tracePt t="20072" x="6211888" y="1233488"/>
          <p14:tracePt t="20080" x="6211888" y="1241425"/>
          <p14:tracePt t="20088" x="6211888" y="1247775"/>
          <p14:tracePt t="20096" x="6211888" y="1255713"/>
          <p14:tracePt t="20104" x="6211888" y="1262063"/>
          <p14:tracePt t="20112" x="6211888" y="1270000"/>
          <p14:tracePt t="20119" x="6234113" y="1284288"/>
          <p14:tracePt t="20128" x="6254750" y="1290638"/>
          <p14:tracePt t="20135" x="6269038" y="1304925"/>
          <p14:tracePt t="20144" x="6283325" y="1319213"/>
          <p14:tracePt t="20152" x="6297613" y="1327150"/>
          <p14:tracePt t="20160" x="6319838" y="1341438"/>
          <p14:tracePt t="20167" x="6334125" y="1355725"/>
          <p14:tracePt t="20176" x="6362700" y="1370013"/>
          <p14:tracePt t="20184" x="6383338" y="1376363"/>
          <p14:tracePt t="20192" x="6426200" y="1398588"/>
          <p14:tracePt t="20200" x="6448425" y="1404938"/>
          <p14:tracePt t="20208" x="6491288" y="1419225"/>
          <p14:tracePt t="20215" x="6534150" y="1433513"/>
          <p14:tracePt t="20224" x="6591300" y="1455738"/>
          <p14:tracePt t="20232" x="6654800" y="1470025"/>
          <p14:tracePt t="20240" x="6711950" y="1476375"/>
          <p14:tracePt t="20248" x="6769100" y="1484313"/>
          <p14:tracePt t="20256" x="6826250" y="1490663"/>
          <p14:tracePt t="20264" x="6897688" y="1504950"/>
          <p14:tracePt t="20272" x="6969125" y="1512888"/>
          <p14:tracePt t="20280" x="7040563" y="1512888"/>
          <p14:tracePt t="20287" x="7104063" y="1519238"/>
          <p14:tracePt t="20296" x="7153275" y="1519238"/>
          <p14:tracePt t="20303" x="7218363" y="1519238"/>
          <p14:tracePt t="20312" x="7281863" y="1519238"/>
          <p14:tracePt t="20319" x="7332663" y="1519238"/>
          <p14:tracePt t="20328" x="7410450" y="1519238"/>
          <p14:tracePt t="20335" x="7475538" y="1519238"/>
          <p14:tracePt t="20344" x="7539038" y="1519238"/>
          <p14:tracePt t="20351" x="7618413" y="1519238"/>
          <p14:tracePt t="20360" x="7667625" y="1519238"/>
          <p14:tracePt t="20368" x="7724775" y="1519238"/>
          <p14:tracePt t="20376" x="7759700" y="1519238"/>
          <p14:tracePt t="20384" x="7788275" y="1519238"/>
          <p14:tracePt t="20392" x="7824788" y="1519238"/>
          <p14:tracePt t="20401" x="7845425" y="1519238"/>
          <p14:tracePt t="20408" x="7859713" y="1519238"/>
          <p14:tracePt t="20416" x="7874000" y="1519238"/>
          <p14:tracePt t="20432" x="7888288" y="1519238"/>
          <p14:tracePt t="20848" x="7896225" y="1519238"/>
          <p14:tracePt t="20912" x="7881938" y="1519238"/>
          <p14:tracePt t="20920" x="7867650" y="1519238"/>
          <p14:tracePt t="20935" x="7853363" y="1527175"/>
          <p14:tracePt t="20950" x="7810500" y="1533525"/>
          <p14:tracePt t="20952" x="7788275" y="1533525"/>
          <p14:tracePt t="20960" x="7753350" y="1533525"/>
          <p14:tracePt t="20968" x="7681913" y="1547813"/>
          <p14:tracePt t="20975" x="7596188" y="1547813"/>
          <p14:tracePt t="20984" x="7504113" y="1547813"/>
          <p14:tracePt t="20991" x="7396163" y="1547813"/>
          <p14:tracePt t="21001" x="7289800" y="1547813"/>
          <p14:tracePt t="21008" x="7196138" y="1547813"/>
          <p14:tracePt t="21016" x="7069138" y="1547813"/>
          <p14:tracePt t="21024" x="6932613" y="1547813"/>
          <p14:tracePt t="21032" x="6754813" y="1547813"/>
          <p14:tracePt t="21040" x="6618288" y="1547813"/>
          <p14:tracePt t="21048" x="6462713" y="1547813"/>
          <p14:tracePt t="21056" x="6291263" y="1547813"/>
          <p14:tracePt t="21064" x="6154738" y="1547813"/>
          <p14:tracePt t="21072" x="5999163" y="1547813"/>
          <p14:tracePt t="21080" x="5842000" y="1547813"/>
          <p14:tracePt t="21088" x="5719763" y="1547813"/>
          <p14:tracePt t="21096" x="5605463" y="1547813"/>
          <p14:tracePt t="21103" x="5484813" y="1547813"/>
          <p14:tracePt t="21112" x="5370513" y="1547813"/>
          <p14:tracePt t="21120" x="5264150" y="1547813"/>
          <p14:tracePt t="21128" x="5164138" y="1547813"/>
          <p14:tracePt t="21136" x="5057775" y="1547813"/>
          <p14:tracePt t="21144" x="4957763" y="1547813"/>
          <p14:tracePt t="21151" x="4849813" y="1547813"/>
          <p14:tracePt t="21160" x="4735513" y="1547813"/>
          <p14:tracePt t="21167" x="4629150" y="1547813"/>
          <p14:tracePt t="21175" x="4514850" y="1547813"/>
          <p14:tracePt t="21184" x="4400550" y="1547813"/>
          <p14:tracePt t="21192" x="4294188" y="1547813"/>
          <p14:tracePt t="21201" x="4179888" y="1547813"/>
          <p14:tracePt t="21208" x="4059238" y="1555750"/>
          <p14:tracePt t="21216" x="3937000" y="1555750"/>
          <p14:tracePt t="21224" x="3802063" y="1555750"/>
          <p14:tracePt t="21232" x="3687763" y="1555750"/>
          <p14:tracePt t="21240" x="3579813" y="1555750"/>
          <p14:tracePt t="21248" x="3467100" y="1555750"/>
          <p14:tracePt t="21256" x="3359150" y="1555750"/>
          <p14:tracePt t="21264" x="3230563" y="1555750"/>
          <p14:tracePt t="21272" x="3116263" y="1555750"/>
          <p14:tracePt t="21280" x="2995613" y="1555750"/>
          <p14:tracePt t="21287" x="2860675" y="1555750"/>
          <p14:tracePt t="21296" x="2760663" y="1555750"/>
          <p14:tracePt t="21303" x="2652713" y="1555750"/>
          <p14:tracePt t="21311" x="2546350" y="1533525"/>
          <p14:tracePt t="21319" x="2439988" y="1527175"/>
          <p14:tracePt t="21328" x="2346325" y="1504950"/>
          <p14:tracePt t="21335" x="2239963" y="1498600"/>
          <p14:tracePt t="21344" x="2146300" y="1476375"/>
          <p14:tracePt t="21352" x="2025650" y="1462088"/>
          <p14:tracePt t="21359" x="1933575" y="1447800"/>
          <p14:tracePt t="21367" x="1833563" y="1441450"/>
          <p14:tracePt t="21376" x="1747838" y="1419225"/>
          <p14:tracePt t="21384" x="1668463" y="1412875"/>
          <p14:tracePt t="21392" x="1582738" y="1398588"/>
          <p14:tracePt t="21401" x="1498600" y="1384300"/>
          <p14:tracePt t="21408" x="1398588" y="1376363"/>
          <p14:tracePt t="21416" x="1304925" y="1370013"/>
          <p14:tracePt t="21424" x="1227138" y="1341438"/>
          <p14:tracePt t="21432" x="1141413" y="1333500"/>
          <p14:tracePt t="21440" x="1062038" y="1327150"/>
          <p14:tracePt t="21448" x="992188" y="1319213"/>
          <p14:tracePt t="21456" x="912813" y="1298575"/>
          <p14:tracePt t="21464" x="855663" y="1298575"/>
          <p14:tracePt t="21471" x="812800" y="1290638"/>
          <p14:tracePt t="21480" x="777875" y="1284288"/>
          <p14:tracePt t="21488" x="755650" y="1284288"/>
          <p14:tracePt t="21496" x="698500" y="1270000"/>
          <p14:tracePt t="21503" x="635000" y="1270000"/>
          <p14:tracePt t="21512" x="569913" y="1270000"/>
          <p14:tracePt t="21519" x="463550" y="1262063"/>
          <p14:tracePt t="21528" x="342900" y="1255713"/>
          <p14:tracePt t="21535" x="192088" y="1227138"/>
          <p14:tracePt t="21544" x="63500" y="1204913"/>
        </p14:tracePtLst>
      </p14:laserTraceLst>
    </p:ext>
  </p:extLs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0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INITIAL GUESSING</a:t>
            </a:r>
            <a:endParaRPr/>
          </a:p>
        </p:txBody>
      </p:sp>
      <p:sp>
        <p:nvSpPr>
          <p:cNvPr id="770" name="Google Shape;770;p40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14</a:t>
            </a:fld>
            <a:endParaRPr/>
          </a:p>
        </p:txBody>
      </p:sp>
      <p:grpSp>
        <p:nvGrpSpPr>
          <p:cNvPr id="771" name="Google Shape;771;p40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72" name="Google Shape;772;p40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73" name="Google Shape;773;p40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" name="Google Shape;778;p41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One Hot: BATCH Machine Usage</a:t>
            </a:r>
            <a:endParaRPr/>
          </a:p>
        </p:txBody>
      </p:sp>
      <p:sp>
        <p:nvSpPr>
          <p:cNvPr id="779" name="Google Shape;779;p41"/>
          <p:cNvSpPr txBox="1">
            <a:spLocks noGrp="1"/>
          </p:cNvSpPr>
          <p:nvPr>
            <p:ph type="subTitle" idx="1"/>
          </p:nvPr>
        </p:nvSpPr>
        <p:spPr>
          <a:xfrm>
            <a:off x="2249850" y="6830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endParaRPr/>
          </a:p>
        </p:txBody>
      </p:sp>
      <p:sp>
        <p:nvSpPr>
          <p:cNvPr id="780" name="Google Shape;780;p41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15</a:t>
            </a:fld>
            <a:endParaRPr/>
          </a:p>
        </p:txBody>
      </p:sp>
      <p:graphicFrame>
        <p:nvGraphicFramePr>
          <p:cNvPr id="781" name="Google Shape;781;p41"/>
          <p:cNvGraphicFramePr/>
          <p:nvPr/>
        </p:nvGraphicFramePr>
        <p:xfrm>
          <a:off x="311700" y="1097400"/>
          <a:ext cx="8520575" cy="161684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3199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972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5263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08075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bat_machine_step1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bat_machine_step2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bat_machine_step3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bat_step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processed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A1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B3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graphicFrame>
        <p:nvGraphicFramePr>
          <p:cNvPr id="782" name="Google Shape;782;p41"/>
          <p:cNvGraphicFramePr/>
          <p:nvPr/>
        </p:nvGraphicFramePr>
        <p:xfrm>
          <a:off x="311700" y="3388925"/>
          <a:ext cx="8520525" cy="161684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4066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22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27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227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6227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6227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962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91425" marB="91425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cxnSp>
        <p:nvCxnSpPr>
          <p:cNvPr id="783" name="Google Shape;783;p41"/>
          <p:cNvCxnSpPr/>
          <p:nvPr/>
        </p:nvCxnSpPr>
        <p:spPr>
          <a:xfrm>
            <a:off x="3653350" y="2764025"/>
            <a:ext cx="0" cy="576900"/>
          </a:xfrm>
          <a:prstGeom prst="straightConnector1">
            <a:avLst/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784" name="Google Shape;784;p41"/>
          <p:cNvSpPr/>
          <p:nvPr/>
        </p:nvSpPr>
        <p:spPr>
          <a:xfrm>
            <a:off x="1528925" y="1026913"/>
            <a:ext cx="4597800" cy="1760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5" name="Google Shape;785;p41"/>
          <p:cNvSpPr/>
          <p:nvPr/>
        </p:nvSpPr>
        <p:spPr>
          <a:xfrm>
            <a:off x="6213050" y="1527900"/>
            <a:ext cx="733200" cy="11886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86" name="Google Shape;786;p41"/>
          <p:cNvSpPr txBox="1"/>
          <p:nvPr/>
        </p:nvSpPr>
        <p:spPr>
          <a:xfrm>
            <a:off x="6272750" y="2693500"/>
            <a:ext cx="6138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Filter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7" name="Google Shape;787;p41"/>
          <p:cNvSpPr txBox="1"/>
          <p:nvPr/>
        </p:nvSpPr>
        <p:spPr>
          <a:xfrm>
            <a:off x="311700" y="3003900"/>
            <a:ext cx="298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onehot_bat_machine_usage: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88" name="Google Shape;788;p41"/>
          <p:cNvSpPr/>
          <p:nvPr/>
        </p:nvSpPr>
        <p:spPr>
          <a:xfrm>
            <a:off x="183187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1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789" name="Google Shape;789;p41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790" name="Google Shape;790;p41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791" name="Google Shape;791;p41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6033">
        <p14:gallery dir="l"/>
      </p:transition>
    </mc:Choice>
    <mc:Fallback xmlns="">
      <p:transition spd="slow" advTm="16033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3" x="1976438" y="784225"/>
          <p14:tracePt t="41" x="2019300" y="792163"/>
          <p14:tracePt t="49" x="2060575" y="792163"/>
          <p14:tracePt t="57" x="2103438" y="792163"/>
          <p14:tracePt t="65" x="2154238" y="792163"/>
          <p14:tracePt t="73" x="2211388" y="792163"/>
          <p14:tracePt t="81" x="2246313" y="792163"/>
          <p14:tracePt t="89" x="2289175" y="792163"/>
          <p14:tracePt t="97" x="2332038" y="792163"/>
          <p14:tracePt t="105" x="2374900" y="792163"/>
          <p14:tracePt t="113" x="2403475" y="792163"/>
          <p14:tracePt t="121" x="2432050" y="792163"/>
          <p14:tracePt t="129" x="2454275" y="792163"/>
          <p14:tracePt t="137" x="2468563" y="792163"/>
          <p14:tracePt t="145" x="2482850" y="792163"/>
          <p14:tracePt t="153" x="2497138" y="784225"/>
          <p14:tracePt t="161" x="2511425" y="784225"/>
          <p14:tracePt t="169" x="2517775" y="777875"/>
          <p14:tracePt t="185" x="2517775" y="763588"/>
          <p14:tracePt t="201" x="2525713" y="749300"/>
          <p14:tracePt t="218" x="2525713" y="741363"/>
          <p14:tracePt t="241" x="2525713" y="735013"/>
          <p14:tracePt t="386" x="2517775" y="727075"/>
          <p14:tracePt t="401" x="2489200" y="712788"/>
          <p14:tracePt t="409" x="2482850" y="706438"/>
          <p14:tracePt t="466" x="2474913" y="698500"/>
          <p14:tracePt t="530" x="2474913" y="692150"/>
          <p14:tracePt t="537" x="2468563" y="692150"/>
          <p14:tracePt t="561" x="2460625" y="692150"/>
          <p14:tracePt t="577" x="2446338" y="684213"/>
          <p14:tracePt t="593" x="2439988" y="677863"/>
          <p14:tracePt t="617" x="2432050" y="677863"/>
          <p14:tracePt t="625" x="2425700" y="669925"/>
          <p14:tracePt t="650" x="2417763" y="669925"/>
          <p14:tracePt t="673" x="2417763" y="663575"/>
          <p14:tracePt t="705" x="2411413" y="663575"/>
          <p14:tracePt t="713" x="2403475" y="655638"/>
          <p14:tracePt t="745" x="2397125" y="655638"/>
          <p14:tracePt t="810" x="2397125" y="649288"/>
          <p14:tracePt t="1298" x="2389188" y="649288"/>
          <p14:tracePt t="1361" x="2382838" y="649288"/>
          <p14:tracePt t="1393" x="2374900" y="641350"/>
          <p14:tracePt t="1617" x="2382838" y="641350"/>
          <p14:tracePt t="1625" x="2403475" y="641350"/>
          <p14:tracePt t="1633" x="2432050" y="641350"/>
          <p14:tracePt t="1642" x="2482850" y="627063"/>
          <p14:tracePt t="1650" x="2525713" y="620713"/>
          <p14:tracePt t="1657" x="2566988" y="612775"/>
          <p14:tracePt t="1666" x="2595563" y="606425"/>
          <p14:tracePt t="1673" x="2638425" y="584200"/>
          <p14:tracePt t="1681" x="2652713" y="584200"/>
          <p14:tracePt t="1689" x="2667000" y="577850"/>
          <p14:tracePt t="1697" x="2681288" y="563563"/>
          <p14:tracePt t="1705" x="2695575" y="557213"/>
          <p14:tracePt t="1713" x="2695575" y="549275"/>
          <p14:tracePt t="1721" x="2709863" y="534988"/>
          <p14:tracePt t="1730" x="2709863" y="528638"/>
          <p14:tracePt t="1737" x="2717800" y="514350"/>
          <p14:tracePt t="1745" x="2717800" y="506413"/>
          <p14:tracePt t="1753" x="2717800" y="485775"/>
          <p14:tracePt t="1762" x="2717800" y="463550"/>
          <p14:tracePt t="1769" x="2717800" y="442913"/>
          <p14:tracePt t="1777" x="2717800" y="406400"/>
          <p14:tracePt t="1785" x="2709863" y="392113"/>
          <p14:tracePt t="1793" x="2695575" y="371475"/>
          <p14:tracePt t="1802" x="2689225" y="357188"/>
          <p14:tracePt t="1809" x="2681288" y="349250"/>
          <p14:tracePt t="1817" x="2674938" y="328613"/>
          <p14:tracePt t="1825" x="2660650" y="314325"/>
          <p14:tracePt t="1834" x="2652713" y="300038"/>
          <p14:tracePt t="1841" x="2638425" y="285750"/>
          <p14:tracePt t="1850" x="2632075" y="277813"/>
          <p14:tracePt t="1857" x="2617788" y="257175"/>
          <p14:tracePt t="1865" x="2609850" y="242888"/>
          <p14:tracePt t="1873" x="2603500" y="234950"/>
          <p14:tracePt t="1881" x="2589213" y="220663"/>
          <p14:tracePt t="1900" x="2560638" y="200025"/>
          <p14:tracePt t="1905" x="2540000" y="185738"/>
          <p14:tracePt t="1913" x="2517775" y="177800"/>
          <p14:tracePt t="1921" x="2489200" y="157163"/>
          <p14:tracePt t="1929" x="2439988" y="128588"/>
          <p14:tracePt t="1937" x="2389188" y="106363"/>
          <p14:tracePt t="1946" x="2346325" y="85725"/>
          <p14:tracePt t="1953" x="2282825" y="71438"/>
          <p14:tracePt t="1961" x="2225675" y="49213"/>
          <p14:tracePt t="1969" x="2182813" y="42863"/>
          <p14:tracePt t="1977" x="2146300" y="34925"/>
          <p14:tracePt t="1985" x="2097088" y="14288"/>
          <p14:tracePt t="1993" x="2060575" y="6350"/>
          <p14:tracePt t="2001" x="2039938" y="0"/>
          <p14:tracePt t="2009" x="2025650" y="0"/>
          <p14:tracePt t="2017" x="2019300" y="0"/>
          <p14:tracePt t="2026" x="2005013" y="0"/>
          <p14:tracePt t="2034" x="1997075" y="0"/>
          <p14:tracePt t="2041" x="1990725" y="0"/>
          <p14:tracePt t="2105" x="1897063" y="42863"/>
          <p14:tracePt t="2113" x="1876425" y="71438"/>
          <p14:tracePt t="2122" x="1847850" y="100013"/>
          <p14:tracePt t="2129" x="1839913" y="114300"/>
          <p14:tracePt t="2137" x="1825625" y="128588"/>
          <p14:tracePt t="2145" x="1819275" y="142875"/>
          <p14:tracePt t="2153" x="1804988" y="149225"/>
          <p14:tracePt t="2161" x="1804988" y="157163"/>
          <p14:tracePt t="2169" x="1797050" y="163513"/>
          <p14:tracePt t="2177" x="1797050" y="177800"/>
          <p14:tracePt t="2185" x="1790700" y="200025"/>
          <p14:tracePt t="2193" x="1790700" y="214313"/>
          <p14:tracePt t="2202" x="1790700" y="234950"/>
          <p14:tracePt t="2210" x="1790700" y="263525"/>
          <p14:tracePt t="2217" x="1790700" y="300038"/>
          <p14:tracePt t="2225" x="1790700" y="320675"/>
          <p14:tracePt t="2234" x="1790700" y="349250"/>
          <p14:tracePt t="2241" x="1790700" y="371475"/>
          <p14:tracePt t="2250" x="1790700" y="392113"/>
          <p14:tracePt t="2257" x="1790700" y="420688"/>
          <p14:tracePt t="2266" x="1790700" y="442913"/>
          <p14:tracePt t="2274" x="1790700" y="463550"/>
          <p14:tracePt t="2281" x="1790700" y="485775"/>
          <p14:tracePt t="2289" x="1790700" y="506413"/>
          <p14:tracePt t="2297" x="1797050" y="528638"/>
          <p14:tracePt t="2306" x="1804988" y="542925"/>
          <p14:tracePt t="2313" x="1811338" y="563563"/>
          <p14:tracePt t="2322" x="1819275" y="584200"/>
          <p14:tracePt t="2330" x="1833563" y="620713"/>
          <p14:tracePt t="2337" x="1839913" y="635000"/>
          <p14:tracePt t="2345" x="1839913" y="655638"/>
          <p14:tracePt t="2353" x="1854200" y="677863"/>
          <p14:tracePt t="2361" x="1862138" y="692150"/>
          <p14:tracePt t="2369" x="1876425" y="712788"/>
          <p14:tracePt t="2377" x="1882775" y="720725"/>
          <p14:tracePt t="2385" x="1897063" y="741363"/>
          <p14:tracePt t="2393" x="1905000" y="741363"/>
          <p14:tracePt t="2402" x="1905000" y="755650"/>
          <p14:tracePt t="2409" x="1919288" y="763588"/>
          <p14:tracePt t="2418" x="1919288" y="769938"/>
          <p14:tracePt t="2425" x="1933575" y="784225"/>
          <p14:tracePt t="2434" x="1939925" y="784225"/>
          <p14:tracePt t="2441" x="1962150" y="798513"/>
          <p14:tracePt t="2450" x="1990725" y="812800"/>
          <p14:tracePt t="2457" x="1997075" y="820738"/>
          <p14:tracePt t="2466" x="2019300" y="827088"/>
          <p14:tracePt t="2474" x="2054225" y="841375"/>
          <p14:tracePt t="2482" x="2082800" y="849313"/>
          <p14:tracePt t="2489" x="2117725" y="855663"/>
          <p14:tracePt t="2498" x="2146300" y="855663"/>
          <p14:tracePt t="2506" x="2189163" y="869950"/>
          <p14:tracePt t="2513" x="2239963" y="877888"/>
          <p14:tracePt t="2521" x="2274888" y="877888"/>
          <p14:tracePt t="2529" x="2317750" y="884238"/>
          <p14:tracePt t="2537" x="2374900" y="884238"/>
          <p14:tracePt t="2545" x="2417763" y="884238"/>
          <p14:tracePt t="2553" x="2460625" y="884238"/>
          <p14:tracePt t="2561" x="2489200" y="884238"/>
          <p14:tracePt t="2569" x="2540000" y="884238"/>
          <p14:tracePt t="2577" x="2560638" y="884238"/>
          <p14:tracePt t="2585" x="2581275" y="884238"/>
          <p14:tracePt t="2593" x="2595563" y="884238"/>
          <p14:tracePt t="2601" x="2603500" y="884238"/>
          <p14:tracePt t="2610" x="2624138" y="884238"/>
          <p14:tracePt t="2617" x="2646363" y="884238"/>
          <p14:tracePt t="2625" x="2660650" y="877888"/>
          <p14:tracePt t="2634" x="2681288" y="869950"/>
          <p14:tracePt t="2641" x="2703513" y="855663"/>
          <p14:tracePt t="2650" x="2709863" y="849313"/>
          <p14:tracePt t="2657" x="2732088" y="827088"/>
          <p14:tracePt t="2665" x="2738438" y="812800"/>
          <p14:tracePt t="2673" x="2746375" y="798513"/>
          <p14:tracePt t="2681" x="2767013" y="784225"/>
          <p14:tracePt t="2689" x="2767013" y="769938"/>
          <p14:tracePt t="2697" x="2774950" y="763588"/>
          <p14:tracePt t="2705" x="2789238" y="749300"/>
          <p14:tracePt t="2721" x="2789238" y="741363"/>
          <p14:tracePt t="5553" x="2789238" y="735013"/>
          <p14:tracePt t="5561" x="2803525" y="735013"/>
          <p14:tracePt t="5569" x="2817813" y="741363"/>
          <p14:tracePt t="5594" x="2824163" y="741363"/>
          <p14:tracePt t="6033" x="2824163" y="749300"/>
          <p14:tracePt t="6059" x="2832100" y="749300"/>
          <p14:tracePt t="6065" x="2838450" y="755650"/>
          <p14:tracePt t="6089" x="2846388" y="769938"/>
          <p14:tracePt t="6097" x="2852738" y="769938"/>
          <p14:tracePt t="6106" x="2860675" y="784225"/>
          <p14:tracePt t="6114" x="2874963" y="798513"/>
          <p14:tracePt t="6121" x="2874963" y="806450"/>
          <p14:tracePt t="6129" x="2881313" y="812800"/>
          <p14:tracePt t="6137" x="2889250" y="827088"/>
          <p14:tracePt t="6145" x="2895600" y="841375"/>
          <p14:tracePt t="6153" x="2909888" y="849313"/>
          <p14:tracePt t="6161" x="2909888" y="855663"/>
          <p14:tracePt t="6177" x="2909888" y="863600"/>
          <p14:tracePt t="6457" x="2909888" y="869950"/>
          <p14:tracePt t="6466" x="2932113" y="906463"/>
          <p14:tracePt t="6473" x="2938463" y="949325"/>
          <p14:tracePt t="6481" x="2960688" y="998538"/>
          <p14:tracePt t="6489" x="2989263" y="1063625"/>
          <p14:tracePt t="6497" x="3024188" y="1135063"/>
          <p14:tracePt t="6505" x="3052763" y="1204913"/>
          <p14:tracePt t="6513" x="3095625" y="1290638"/>
          <p14:tracePt t="6522" x="3130550" y="1355725"/>
          <p14:tracePt t="6530" x="3159125" y="1427163"/>
          <p14:tracePt t="6537" x="3216275" y="1541463"/>
          <p14:tracePt t="6546" x="3259138" y="1662113"/>
          <p14:tracePt t="6553" x="3330575" y="1825625"/>
          <p14:tracePt t="6561" x="3402013" y="1990725"/>
          <p14:tracePt t="6569" x="3452813" y="2133600"/>
          <p14:tracePt t="6578" x="3524250" y="2262188"/>
          <p14:tracePt t="6585" x="3559175" y="2346325"/>
          <p14:tracePt t="6594" x="3594100" y="2439988"/>
          <p14:tracePt t="6601" x="3644900" y="2517775"/>
          <p14:tracePt t="6609" x="3694113" y="2597150"/>
          <p14:tracePt t="6617" x="3722688" y="2660650"/>
          <p14:tracePt t="6625" x="3765550" y="2711450"/>
          <p14:tracePt t="6634" x="3787775" y="2746375"/>
          <p14:tracePt t="6641" x="3808413" y="2774950"/>
          <p14:tracePt t="6651" x="3816350" y="2797175"/>
          <p14:tracePt t="6657" x="3822700" y="2811463"/>
          <p14:tracePt t="6666" x="3822700" y="2825750"/>
          <p14:tracePt t="6673" x="3830638" y="2832100"/>
          <p14:tracePt t="6689" x="3836988" y="2840038"/>
          <p14:tracePt t="6697" x="3836988" y="2846388"/>
          <p14:tracePt t="6705" x="3844925" y="2854325"/>
          <p14:tracePt t="6873" x="3836988" y="2846388"/>
          <p14:tracePt t="6881" x="3830638" y="2825750"/>
          <p14:tracePt t="6889" x="3816350" y="2817813"/>
          <p14:tracePt t="6897" x="3816350" y="2803525"/>
          <p14:tracePt t="6906" x="3808413" y="2782888"/>
          <p14:tracePt t="6913" x="3787775" y="2746375"/>
          <p14:tracePt t="6921" x="3779838" y="2717800"/>
          <p14:tracePt t="6930" x="3765550" y="2674938"/>
          <p14:tracePt t="6937" x="3744913" y="2625725"/>
          <p14:tracePt t="6946" x="3730625" y="2568575"/>
          <p14:tracePt t="6953" x="3702050" y="2497138"/>
          <p14:tracePt t="6961" x="3694113" y="2417763"/>
          <p14:tracePt t="6969" x="3665538" y="2332038"/>
          <p14:tracePt t="6977" x="3636963" y="2247900"/>
          <p14:tracePt t="6986" x="3608388" y="2133600"/>
          <p14:tracePt t="6993" x="3579813" y="2033588"/>
          <p14:tracePt t="7001" x="3524250" y="1854200"/>
          <p14:tracePt t="7010" x="3481388" y="1704975"/>
          <p14:tracePt t="7017" x="3430588" y="1541463"/>
          <p14:tracePt t="7025" x="3402013" y="1412875"/>
          <p14:tracePt t="7033" x="3367088" y="1333500"/>
          <p14:tracePt t="7041" x="3344863" y="1255713"/>
          <p14:tracePt t="7050" x="3316288" y="1204913"/>
          <p14:tracePt t="7057" x="3281363" y="1147763"/>
          <p14:tracePt t="7065" x="3259138" y="1120775"/>
          <p14:tracePt t="7073" x="3224213" y="1084263"/>
          <p14:tracePt t="7081" x="3209925" y="1063625"/>
          <p14:tracePt t="7090" x="3187700" y="1055688"/>
          <p14:tracePt t="7097" x="3173413" y="1041400"/>
          <p14:tracePt t="7105" x="3159125" y="1035050"/>
          <p14:tracePt t="7113" x="3152775" y="1027113"/>
          <p14:tracePt t="7146" x="3144838" y="1020763"/>
          <p14:tracePt t="7161" x="3138488" y="1020763"/>
          <p14:tracePt t="7225" x="3130550" y="1020763"/>
          <p14:tracePt t="7257" x="3124200" y="1020763"/>
          <p14:tracePt t="7266" x="3116263" y="1020763"/>
          <p14:tracePt t="7273" x="3109913" y="1020763"/>
          <p14:tracePt t="7297" x="3095625" y="1020763"/>
          <p14:tracePt t="7313" x="3095625" y="1027113"/>
          <p14:tracePt t="7321" x="3087688" y="1049338"/>
          <p14:tracePt t="7329" x="3087688" y="1055688"/>
          <p14:tracePt t="7337" x="3087688" y="1069975"/>
          <p14:tracePt t="7345" x="3087688" y="1077913"/>
          <p14:tracePt t="7353" x="3087688" y="1092200"/>
          <p14:tracePt t="7361" x="3087688" y="1098550"/>
          <p14:tracePt t="7369" x="3087688" y="1106488"/>
          <p14:tracePt t="7377" x="3087688" y="1112838"/>
          <p14:tracePt t="7401" x="3087688" y="1120775"/>
          <p14:tracePt t="7409" x="3087688" y="1135063"/>
          <p14:tracePt t="7417" x="3087688" y="1141413"/>
          <p14:tracePt t="7425" x="3087688" y="1169988"/>
          <p14:tracePt t="7434" x="3095625" y="1204913"/>
          <p14:tracePt t="7441" x="3109913" y="1262063"/>
          <p14:tracePt t="7451" x="3124200" y="1312863"/>
          <p14:tracePt t="7457" x="3138488" y="1390650"/>
          <p14:tracePt t="7466" x="3173413" y="1470025"/>
          <p14:tracePt t="7473" x="3187700" y="1555750"/>
          <p14:tracePt t="7481" x="3224213" y="1676400"/>
          <p14:tracePt t="7489" x="3267075" y="1833563"/>
          <p14:tracePt t="7497" x="3287713" y="1982788"/>
          <p14:tracePt t="7505" x="3316288" y="2147888"/>
          <p14:tracePt t="7513" x="3338513" y="2311400"/>
          <p14:tracePt t="7521" x="3367088" y="2503488"/>
          <p14:tracePt t="7529" x="3387725" y="2668588"/>
          <p14:tracePt t="7537" x="3424238" y="2889250"/>
          <p14:tracePt t="7545" x="3467100" y="3024188"/>
          <p14:tracePt t="7553" x="3481388" y="3095625"/>
          <p14:tracePt t="7561" x="3509963" y="3160713"/>
          <p14:tracePt t="7569" x="3538538" y="3209925"/>
          <p14:tracePt t="7577" x="3544888" y="3232150"/>
          <p14:tracePt t="7585" x="3559175" y="3252788"/>
          <p14:tracePt t="7593" x="3565525" y="3267075"/>
          <p14:tracePt t="7609" x="3573463" y="3267075"/>
          <p14:tracePt t="9506" x="3573463" y="3275013"/>
          <p14:tracePt t="9513" x="3587750" y="3275013"/>
          <p14:tracePt t="9521" x="3594100" y="3275013"/>
          <p14:tracePt t="9529" x="3602038" y="3275013"/>
          <p14:tracePt t="9537" x="3608388" y="3275013"/>
          <p14:tracePt t="9545" x="3616325" y="3275013"/>
          <p14:tracePt t="9553" x="3622675" y="3275013"/>
          <p14:tracePt t="9561" x="3630613" y="3275013"/>
          <p14:tracePt t="9578" x="3636963" y="3275013"/>
          <p14:tracePt t="9610" x="3651250" y="3275013"/>
          <p14:tracePt t="9625" x="3659188" y="3275013"/>
          <p14:tracePt t="9633" x="3673475" y="3275013"/>
          <p14:tracePt t="9641" x="3687763" y="3275013"/>
          <p14:tracePt t="9650" x="3702050" y="3275013"/>
          <p14:tracePt t="9657" x="3708400" y="3275013"/>
          <p14:tracePt t="9666" x="3730625" y="3275013"/>
          <p14:tracePt t="9673" x="3744913" y="3275013"/>
          <p14:tracePt t="9681" x="3759200" y="3275013"/>
          <p14:tracePt t="9689" x="3773488" y="3275013"/>
          <p14:tracePt t="9697" x="3779838" y="3275013"/>
          <p14:tracePt t="9705" x="3794125" y="3275013"/>
          <p14:tracePt t="9713" x="3802063" y="3275013"/>
          <p14:tracePt t="9729" x="3816350" y="3275013"/>
          <p14:tracePt t="9745" x="3822700" y="3275013"/>
          <p14:tracePt t="9769" x="3830638" y="3275013"/>
          <p14:tracePt t="9785" x="3836988" y="3275013"/>
          <p14:tracePt t="9834" x="3844925" y="3275013"/>
          <p14:tracePt t="11705" x="3851275" y="3275013"/>
          <p14:tracePt t="11714" x="3873500" y="3275013"/>
          <p14:tracePt t="11721" x="3902075" y="3275013"/>
          <p14:tracePt t="11730" x="3937000" y="3275013"/>
          <p14:tracePt t="11737" x="3979863" y="3275013"/>
          <p14:tracePt t="11746" x="4016375" y="3275013"/>
          <p14:tracePt t="11753" x="4059238" y="3281363"/>
          <p14:tracePt t="11762" x="4086225" y="3289300"/>
          <p14:tracePt t="11769" x="4129088" y="3289300"/>
          <p14:tracePt t="11778" x="4151313" y="3289300"/>
          <p14:tracePt t="11785" x="4186238" y="3303588"/>
          <p14:tracePt t="11793" x="4200525" y="3303588"/>
          <p14:tracePt t="11801" x="4214813" y="3303588"/>
          <p14:tracePt t="11810" x="4214813" y="3309938"/>
          <p14:tracePt t="11817" x="4229100" y="3309938"/>
          <p14:tracePt t="11826" x="4237038" y="3309938"/>
          <p14:tracePt t="12273" x="4229100" y="3309938"/>
          <p14:tracePt t="12281" x="4208463" y="3309938"/>
          <p14:tracePt t="12290" x="4186238" y="3309938"/>
          <p14:tracePt t="12297" x="4157663" y="3295650"/>
          <p14:tracePt t="12305" x="4122738" y="3289300"/>
          <p14:tracePt t="12313" x="4079875" y="3281363"/>
          <p14:tracePt t="12321" x="4051300" y="3281363"/>
          <p14:tracePt t="12329" x="4016375" y="3275013"/>
          <p14:tracePt t="12337" x="3987800" y="3275013"/>
          <p14:tracePt t="12346" x="3959225" y="3267075"/>
          <p14:tracePt t="12353" x="3944938" y="3267075"/>
          <p14:tracePt t="12361" x="3937000" y="3267075"/>
          <p14:tracePt t="12369" x="3930650" y="3267075"/>
          <p14:tracePt t="12377" x="3916363" y="3267075"/>
          <p14:tracePt t="12385" x="3908425" y="3267075"/>
          <p14:tracePt t="12393" x="3894138" y="3267075"/>
          <p14:tracePt t="12401" x="3887788" y="3267075"/>
          <p14:tracePt t="12409" x="3865563" y="3267075"/>
          <p14:tracePt t="12417" x="3844925" y="3267075"/>
          <p14:tracePt t="12425" x="3830638" y="3267075"/>
          <p14:tracePt t="12434" x="3808413" y="3267075"/>
          <p14:tracePt t="12441" x="3787775" y="3267075"/>
          <p14:tracePt t="12450" x="3765550" y="3267075"/>
          <p14:tracePt t="12457" x="3759200" y="3267075"/>
          <p14:tracePt t="12466" x="3744913" y="3267075"/>
          <p14:tracePt t="12473" x="3722688" y="3267075"/>
          <p14:tracePt t="12482" x="3716338" y="3267075"/>
          <p14:tracePt t="12489" x="3708400" y="3267075"/>
          <p14:tracePt t="12498" x="3694113" y="3267075"/>
          <p14:tracePt t="12505" x="3679825" y="3267075"/>
          <p14:tracePt t="12513" x="3665538" y="3267075"/>
          <p14:tracePt t="12521" x="3659188" y="3267075"/>
          <p14:tracePt t="12530" x="3636963" y="3267075"/>
          <p14:tracePt t="12537" x="3616325" y="3267075"/>
          <p14:tracePt t="12545" x="3587750" y="3267075"/>
          <p14:tracePt t="12553" x="3559175" y="3267075"/>
          <p14:tracePt t="12561" x="3530600" y="3267075"/>
          <p14:tracePt t="12569" x="3487738" y="3267075"/>
          <p14:tracePt t="12578" x="3467100" y="3267075"/>
          <p14:tracePt t="12585" x="3438525" y="3267075"/>
          <p14:tracePt t="12593" x="3424238" y="3267075"/>
          <p14:tracePt t="12601" x="3402013" y="3267075"/>
          <p14:tracePt t="12609" x="3381375" y="3267075"/>
          <p14:tracePt t="12617" x="3373438" y="3267075"/>
          <p14:tracePt t="12626" x="3359150" y="3267075"/>
          <p14:tracePt t="12634" x="3344863" y="3267075"/>
          <p14:tracePt t="12641" x="3330575" y="3267075"/>
          <p14:tracePt t="12650" x="3309938" y="3267075"/>
          <p14:tracePt t="12657" x="3302000" y="3267075"/>
          <p14:tracePt t="12666" x="3281363" y="3275013"/>
          <p14:tracePt t="12673" x="3252788" y="3275013"/>
          <p14:tracePt t="12681" x="3230563" y="3281363"/>
          <p14:tracePt t="12690" x="3216275" y="3281363"/>
          <p14:tracePt t="12697" x="3195638" y="3289300"/>
          <p14:tracePt t="12706" x="3181350" y="3289300"/>
          <p14:tracePt t="12713" x="3167063" y="3289300"/>
          <p14:tracePt t="12722" x="3152775" y="3289300"/>
          <p14:tracePt t="12730" x="3138488" y="3295650"/>
          <p14:tracePt t="12737" x="3116263" y="3303588"/>
          <p14:tracePt t="12746" x="3101975" y="3303588"/>
          <p14:tracePt t="12753" x="3081338" y="3303588"/>
          <p14:tracePt t="12761" x="3059113" y="3303588"/>
          <p14:tracePt t="12769" x="3038475" y="3303588"/>
          <p14:tracePt t="12778" x="3017838" y="3303588"/>
          <p14:tracePt t="12785" x="3003550" y="3303588"/>
          <p14:tracePt t="12793" x="2981325" y="3303588"/>
          <p14:tracePt t="12801" x="2952750" y="3303588"/>
          <p14:tracePt t="12810" x="2938463" y="3303588"/>
          <p14:tracePt t="12817" x="2924175" y="3303588"/>
          <p14:tracePt t="12825" x="2903538" y="3303588"/>
          <p14:tracePt t="12834" x="2881313" y="3303588"/>
          <p14:tracePt t="12841" x="2852738" y="3303588"/>
          <p14:tracePt t="12850" x="2832100" y="3303588"/>
          <p14:tracePt t="12857" x="2817813" y="3303588"/>
          <p14:tracePt t="12866" x="2795588" y="3303588"/>
          <p14:tracePt t="12885" x="2774950" y="3303588"/>
          <p14:tracePt t="12897" x="2767013" y="3303588"/>
          <p14:tracePt t="12913" x="2760663" y="3303588"/>
          <p14:tracePt t="12921" x="2752725" y="3303588"/>
          <p14:tracePt t="12937" x="2732088" y="3303588"/>
          <p14:tracePt t="12946" x="2724150" y="3303588"/>
          <p14:tracePt t="12953" x="2709863" y="3303588"/>
          <p14:tracePt t="12961" x="2689225" y="3303588"/>
          <p14:tracePt t="12969" x="2674938" y="3303588"/>
          <p14:tracePt t="12977" x="2660650" y="3303588"/>
          <p14:tracePt t="12993" x="2646363" y="3303588"/>
          <p14:tracePt t="13001" x="2632075" y="3303588"/>
          <p14:tracePt t="13009" x="2624138" y="3303588"/>
          <p14:tracePt t="13018" x="2609850" y="3295650"/>
          <p14:tracePt t="13025" x="2589213" y="3295650"/>
          <p14:tracePt t="13033" x="2560638" y="3295650"/>
          <p14:tracePt t="13041" x="2540000" y="3289300"/>
          <p14:tracePt t="13050" x="2503488" y="3267075"/>
          <p14:tracePt t="13057" x="2460625" y="3267075"/>
          <p14:tracePt t="13065" x="2432050" y="3260725"/>
          <p14:tracePt t="13073" x="2403475" y="3260725"/>
          <p14:tracePt t="13081" x="2397125" y="3252788"/>
          <p14:tracePt t="13089" x="2368550" y="3246438"/>
          <p14:tracePt t="13177" x="2389188" y="3246438"/>
          <p14:tracePt t="13185" x="2439988" y="3246438"/>
          <p14:tracePt t="13193" x="2497138" y="3246438"/>
          <p14:tracePt t="13201" x="2552700" y="3246438"/>
          <p14:tracePt t="13209" x="2609850" y="3246438"/>
          <p14:tracePt t="13217" x="2667000" y="3246438"/>
          <p14:tracePt t="13225" x="2724150" y="3246438"/>
          <p14:tracePt t="13234" x="2774950" y="3246438"/>
          <p14:tracePt t="13241" x="2817813" y="3246438"/>
          <p14:tracePt t="13250" x="2860675" y="3246438"/>
          <p14:tracePt t="13257" x="2903538" y="3246438"/>
          <p14:tracePt t="13266" x="2946400" y="3246438"/>
          <p14:tracePt t="13273" x="2974975" y="3246438"/>
          <p14:tracePt t="13281" x="3009900" y="3246438"/>
          <p14:tracePt t="13290" x="3032125" y="3246438"/>
          <p14:tracePt t="13297" x="3059113" y="3246438"/>
          <p14:tracePt t="13306" x="3073400" y="3246438"/>
          <p14:tracePt t="13313" x="3095625" y="3246438"/>
          <p14:tracePt t="13321" x="3116263" y="3246438"/>
          <p14:tracePt t="13330" x="3144838" y="3246438"/>
          <p14:tracePt t="13337" x="3167063" y="3246438"/>
          <p14:tracePt t="13346" x="3187700" y="3246438"/>
          <p14:tracePt t="13353" x="3209925" y="3246438"/>
          <p14:tracePt t="13361" x="3238500" y="3246438"/>
          <p14:tracePt t="13369" x="3273425" y="3246438"/>
          <p14:tracePt t="13377" x="3295650" y="3246438"/>
          <p14:tracePt t="13385" x="3338513" y="3246438"/>
          <p14:tracePt t="13393" x="3367088" y="3246438"/>
          <p14:tracePt t="13401" x="3387725" y="3246438"/>
          <p14:tracePt t="13410" x="3409950" y="3246438"/>
          <p14:tracePt t="13417" x="3430588" y="3246438"/>
          <p14:tracePt t="13425" x="3452813" y="3246438"/>
          <p14:tracePt t="13434" x="3467100" y="3246438"/>
          <p14:tracePt t="13441" x="3481388" y="3246438"/>
          <p14:tracePt t="13450" x="3487738" y="3246438"/>
          <p14:tracePt t="13457" x="3495675" y="3246438"/>
          <p14:tracePt t="13466" x="3509963" y="3238500"/>
          <p14:tracePt t="13666" x="3516313" y="3238500"/>
          <p14:tracePt t="13689" x="3495675" y="3232150"/>
          <p14:tracePt t="13697" x="3438525" y="3217863"/>
          <p14:tracePt t="13705" x="3387725" y="3209925"/>
          <p14:tracePt t="13713" x="3330575" y="3209925"/>
          <p14:tracePt t="13721" x="3259138" y="3195638"/>
          <p14:tracePt t="13730" x="3187700" y="3189288"/>
          <p14:tracePt t="13737" x="3109913" y="3167063"/>
          <p14:tracePt t="13746" x="3032125" y="3160713"/>
          <p14:tracePt t="13753" x="2952750" y="3152775"/>
          <p14:tracePt t="13762" x="2889250" y="3138488"/>
          <p14:tracePt t="13769" x="2832100" y="3132138"/>
          <p14:tracePt t="13777" x="2760663" y="3132138"/>
          <p14:tracePt t="13785" x="2717800" y="3132138"/>
          <p14:tracePt t="13793" x="2660650" y="3132138"/>
          <p14:tracePt t="13801" x="2603500" y="3132138"/>
          <p14:tracePt t="13810" x="2552700" y="3132138"/>
          <p14:tracePt t="13817" x="2503488" y="3132138"/>
          <p14:tracePt t="13825" x="2454275" y="3132138"/>
          <p14:tracePt t="13833" x="2411413" y="3132138"/>
          <p14:tracePt t="13841" x="2360613" y="3132138"/>
          <p14:tracePt t="13850" x="2303463" y="3132138"/>
          <p14:tracePt t="13858" x="2239963" y="3132138"/>
          <p14:tracePt t="13866" x="2182813" y="3132138"/>
          <p14:tracePt t="13873" x="2117725" y="3132138"/>
          <p14:tracePt t="13885" x="2054225" y="3132138"/>
          <p14:tracePt t="13889" x="2005013" y="3132138"/>
          <p14:tracePt t="13897" x="1939925" y="3124200"/>
          <p14:tracePt t="13906" x="1876425" y="3117850"/>
          <p14:tracePt t="13913" x="1811338" y="3103563"/>
          <p14:tracePt t="13921" x="1754188" y="3095625"/>
          <p14:tracePt t="13930" x="1704975" y="3089275"/>
          <p14:tracePt t="13937" x="1654175" y="3089275"/>
          <p14:tracePt t="13945" x="1619250" y="3089275"/>
          <p14:tracePt t="13953" x="1582738" y="3089275"/>
          <p14:tracePt t="13961" x="1554163" y="3089275"/>
          <p14:tracePt t="13969" x="1504950" y="3089275"/>
          <p14:tracePt t="13977" x="1476375" y="3089275"/>
          <p14:tracePt t="13985" x="1462088" y="3089275"/>
          <p14:tracePt t="13993" x="1441450" y="3089275"/>
          <p14:tracePt t="14001" x="1419225" y="3089275"/>
          <p14:tracePt t="14010" x="1404938" y="3089275"/>
          <p14:tracePt t="14017" x="1384300" y="3089275"/>
          <p14:tracePt t="14025" x="1370013" y="3089275"/>
          <p14:tracePt t="14034" x="1355725" y="3089275"/>
          <p14:tracePt t="14041" x="1333500" y="3089275"/>
          <p14:tracePt t="14050" x="1312863" y="3089275"/>
          <p14:tracePt t="14057" x="1284288" y="3089275"/>
          <p14:tracePt t="14065" x="1255713" y="3089275"/>
          <p14:tracePt t="14073" x="1227138" y="3089275"/>
          <p14:tracePt t="14081" x="1198563" y="3089275"/>
          <p14:tracePt t="14089" x="1169988" y="3089275"/>
          <p14:tracePt t="14097" x="1141413" y="3081338"/>
          <p14:tracePt t="14106" x="1127125" y="3081338"/>
          <p14:tracePt t="14113" x="1104900" y="3074988"/>
          <p14:tracePt t="14433" x="1084263" y="3074988"/>
          <p14:tracePt t="14441" x="1055688" y="3074988"/>
          <p14:tracePt t="14450" x="1006475" y="3074988"/>
          <p14:tracePt t="14457" x="941388" y="3074988"/>
          <p14:tracePt t="14465" x="863600" y="3074988"/>
          <p14:tracePt t="14473" x="777875" y="3067050"/>
          <p14:tracePt t="14481" x="692150" y="3052763"/>
          <p14:tracePt t="14489" x="606425" y="3038475"/>
          <p14:tracePt t="14497" x="520700" y="3024188"/>
          <p14:tracePt t="14505" x="442913" y="3017838"/>
          <p14:tracePt t="14513" x="385763" y="3009900"/>
          <p14:tracePt t="14521" x="342900" y="2995613"/>
          <p14:tracePt t="14530" x="314325" y="2995613"/>
          <p14:tracePt t="14537" x="306388" y="2989263"/>
          <p14:tracePt t="14553" x="300038" y="2989263"/>
          <p14:tracePt t="14674" x="292100" y="2989263"/>
          <p14:tracePt t="14681" x="285750" y="2974975"/>
          <p14:tracePt t="14690" x="277813" y="2967038"/>
          <p14:tracePt t="14697" x="249238" y="2946400"/>
          <p14:tracePt t="14705" x="234950" y="2924175"/>
          <p14:tracePt t="14714" x="200025" y="2889250"/>
          <p14:tracePt t="14721" x="149225" y="2854325"/>
          <p14:tracePt t="14729" x="49213" y="2789238"/>
        </p14:tracePtLst>
      </p14:laserTraceLst>
    </p:ext>
  </p:extLs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6" name="Google Shape;796;p42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Information: Initial Yield Rate</a:t>
            </a:r>
            <a:endParaRPr/>
          </a:p>
        </p:txBody>
      </p:sp>
      <p:sp>
        <p:nvSpPr>
          <p:cNvPr id="797" name="Google Shape;797;p42"/>
          <p:cNvSpPr txBox="1">
            <a:spLocks noGrp="1"/>
          </p:cNvSpPr>
          <p:nvPr>
            <p:ph type="subTitle" idx="1"/>
          </p:nvPr>
        </p:nvSpPr>
        <p:spPr>
          <a:xfrm>
            <a:off x="2249850" y="6830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Calculated using Least Square</a:t>
            </a:r>
            <a:endParaRPr/>
          </a:p>
        </p:txBody>
      </p:sp>
      <p:sp>
        <p:nvSpPr>
          <p:cNvPr id="798" name="Google Shape;798;p42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16</a:t>
            </a:fld>
            <a:endParaRPr/>
          </a:p>
        </p:txBody>
      </p:sp>
      <p:graphicFrame>
        <p:nvGraphicFramePr>
          <p:cNvPr id="799" name="Google Shape;799;p42"/>
          <p:cNvGraphicFramePr/>
          <p:nvPr/>
        </p:nvGraphicFramePr>
        <p:xfrm>
          <a:off x="951250" y="1283713"/>
          <a:ext cx="3538125" cy="11330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676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67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676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676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676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0" name="Google Shape;800;p42"/>
          <p:cNvSpPr txBox="1"/>
          <p:nvPr/>
        </p:nvSpPr>
        <p:spPr>
          <a:xfrm>
            <a:off x="951250" y="928025"/>
            <a:ext cx="2968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onehot_bat_machine_usage: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01" name="Google Shape;801;p42"/>
          <p:cNvGraphicFramePr/>
          <p:nvPr/>
        </p:nvGraphicFramePr>
        <p:xfrm>
          <a:off x="4970525" y="1283713"/>
          <a:ext cx="3222200" cy="11330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343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63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143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13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ln_bat_yield_rate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A1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-0.6931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B3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-0.5108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32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BATCH C4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-0.9162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802" name="Google Shape;802;p42"/>
          <p:cNvSpPr txBox="1"/>
          <p:nvPr/>
        </p:nvSpPr>
        <p:spPr>
          <a:xfrm>
            <a:off x="0" y="3221150"/>
            <a:ext cx="4403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The Initial Machine Yield Rate is calculated using Least Square, where the OneHot BATCH Machine Usage as X And Log (Batch yield rate) as Y.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3" name="Google Shape;803;p42"/>
          <p:cNvSpPr txBox="1"/>
          <p:nvPr/>
        </p:nvSpPr>
        <p:spPr>
          <a:xfrm>
            <a:off x="4970525" y="928025"/>
            <a:ext cx="274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bat_information: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4" name="Google Shape;804;p42"/>
          <p:cNvSpPr/>
          <p:nvPr/>
        </p:nvSpPr>
        <p:spPr>
          <a:xfrm>
            <a:off x="1151250" y="1566975"/>
            <a:ext cx="3338100" cy="849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5" name="Google Shape;805;p42"/>
          <p:cNvSpPr/>
          <p:nvPr/>
        </p:nvSpPr>
        <p:spPr>
          <a:xfrm>
            <a:off x="6891350" y="1566975"/>
            <a:ext cx="1301400" cy="8499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06" name="Google Shape;806;p42"/>
          <p:cNvSpPr txBox="1"/>
          <p:nvPr/>
        </p:nvSpPr>
        <p:spPr>
          <a:xfrm>
            <a:off x="2516475" y="2358300"/>
            <a:ext cx="27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X</a:t>
            </a:r>
            <a:endParaRPr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07" name="Google Shape;807;p42"/>
          <p:cNvSpPr txBox="1"/>
          <p:nvPr/>
        </p:nvSpPr>
        <p:spPr>
          <a:xfrm>
            <a:off x="7549700" y="2358300"/>
            <a:ext cx="2793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latin typeface="Open Sans"/>
                <a:ea typeface="Open Sans"/>
                <a:cs typeface="Open Sans"/>
                <a:sym typeface="Open Sans"/>
              </a:rPr>
              <a:t>Y</a:t>
            </a:r>
            <a:endParaRPr>
              <a:solidFill>
                <a:srgbClr val="434343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808" name="Google Shape;808;p42"/>
          <p:cNvGraphicFramePr/>
          <p:nvPr/>
        </p:nvGraphicFramePr>
        <p:xfrm>
          <a:off x="4499775" y="3221150"/>
          <a:ext cx="4332525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9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7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5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441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441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init_yield_rate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ln_yield_rate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-0.3466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....</a:t>
                      </a:r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-0.2554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....</a:t>
                      </a:r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-0.3466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....</a:t>
                      </a:r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-0.2554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....</a:t>
                      </a:r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0.6667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-0.4054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09" name="Google Shape;809;p42"/>
          <p:cNvSpPr/>
          <p:nvPr/>
        </p:nvSpPr>
        <p:spPr>
          <a:xfrm>
            <a:off x="6344100" y="3202625"/>
            <a:ext cx="1244100" cy="16095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10" name="Google Shape;810;p42"/>
          <p:cNvSpPr/>
          <p:nvPr/>
        </p:nvSpPr>
        <p:spPr>
          <a:xfrm>
            <a:off x="4604988" y="2611925"/>
            <a:ext cx="1135500" cy="288000"/>
          </a:xfrm>
          <a:prstGeom prst="rect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  <a:latin typeface="Dosis SemiBold"/>
                <a:ea typeface="Dosis SemiBold"/>
                <a:cs typeface="Dosis SemiBold"/>
                <a:sym typeface="Dosis SemiBold"/>
              </a:rPr>
              <a:t>Least Square</a:t>
            </a:r>
            <a:endParaRPr>
              <a:solidFill>
                <a:schemeClr val="dk2"/>
              </a:solidFill>
              <a:latin typeface="Dosis SemiBold"/>
              <a:ea typeface="Dosis SemiBold"/>
              <a:cs typeface="Dosis SemiBold"/>
              <a:sym typeface="Dosis SemiBold"/>
            </a:endParaRPr>
          </a:p>
        </p:txBody>
      </p:sp>
      <p:cxnSp>
        <p:nvCxnSpPr>
          <p:cNvPr id="811" name="Google Shape;811;p42"/>
          <p:cNvCxnSpPr>
            <a:stCxn id="804" idx="2"/>
            <a:endCxn id="810" idx="1"/>
          </p:cNvCxnSpPr>
          <p:nvPr/>
        </p:nvCxnSpPr>
        <p:spPr>
          <a:xfrm rot="-5400000" flipH="1">
            <a:off x="3543150" y="1694025"/>
            <a:ext cx="339000" cy="17847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2" name="Google Shape;812;p42"/>
          <p:cNvCxnSpPr>
            <a:stCxn id="805" idx="2"/>
            <a:endCxn id="810" idx="3"/>
          </p:cNvCxnSpPr>
          <p:nvPr/>
        </p:nvCxnSpPr>
        <p:spPr>
          <a:xfrm rot="5400000">
            <a:off x="6471800" y="1685625"/>
            <a:ext cx="339000" cy="1801500"/>
          </a:xfrm>
          <a:prstGeom prst="bentConnector2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3" name="Google Shape;813;p42"/>
          <p:cNvCxnSpPr>
            <a:stCxn id="810" idx="2"/>
            <a:endCxn id="809" idx="0"/>
          </p:cNvCxnSpPr>
          <p:nvPr/>
        </p:nvCxnSpPr>
        <p:spPr>
          <a:xfrm rot="-5400000" flipH="1">
            <a:off x="5918088" y="2154575"/>
            <a:ext cx="302700" cy="1793400"/>
          </a:xfrm>
          <a:prstGeom prst="bentConnector3">
            <a:avLst>
              <a:gd name="adj1" fmla="val 50000"/>
            </a:avLst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14" name="Google Shape;814;p42"/>
          <p:cNvCxnSpPr>
            <a:stCxn id="809" idx="2"/>
          </p:cNvCxnSpPr>
          <p:nvPr/>
        </p:nvCxnSpPr>
        <p:spPr>
          <a:xfrm rot="-5400000">
            <a:off x="7611900" y="4152275"/>
            <a:ext cx="14100" cy="1305600"/>
          </a:xfrm>
          <a:prstGeom prst="bentConnector4">
            <a:avLst>
              <a:gd name="adj1" fmla="val -1688830"/>
              <a:gd name="adj2" fmla="val 100655"/>
            </a:avLst>
          </a:prstGeom>
          <a:noFill/>
          <a:ln w="1905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15" name="Google Shape;815;p42"/>
          <p:cNvSpPr/>
          <p:nvPr/>
        </p:nvSpPr>
        <p:spPr>
          <a:xfrm>
            <a:off x="183187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1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816" name="Google Shape;816;p42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817" name="Google Shape;817;p42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818" name="Google Shape;818;p42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8576">
        <p14:gallery dir="l"/>
      </p:transition>
    </mc:Choice>
    <mc:Fallback xmlns="">
      <p:transition spd="slow" advTm="18576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1" x="5734050" y="2789238"/>
          <p14:tracePt t="65" x="5734050" y="2782888"/>
          <p14:tracePt t="121" x="5734050" y="2774950"/>
          <p14:tracePt t="153" x="5734050" y="2768600"/>
          <p14:tracePt t="177" x="5734050" y="2760663"/>
          <p14:tracePt t="209" x="5734050" y="2754313"/>
          <p14:tracePt t="225" x="5734050" y="2746375"/>
          <p14:tracePt t="233" x="5734050" y="2740025"/>
          <p14:tracePt t="249" x="5734050" y="2732088"/>
          <p14:tracePt t="265" x="5741988" y="2725738"/>
          <p14:tracePt t="281" x="5748338" y="2717800"/>
          <p14:tracePt t="289" x="5748338" y="2711450"/>
          <p14:tracePt t="305" x="5748338" y="2703513"/>
          <p14:tracePt t="321" x="5748338" y="2697163"/>
          <p14:tracePt t="353" x="5748338" y="2689225"/>
          <p14:tracePt t="401" x="5748338" y="2682875"/>
          <p14:tracePt t="434" x="5741988" y="2674938"/>
          <p14:tracePt t="449" x="5727700" y="2668588"/>
          <p14:tracePt t="465" x="5713413" y="2668588"/>
          <p14:tracePt t="473" x="5705475" y="2668588"/>
          <p14:tracePt t="481" x="5699125" y="2668588"/>
          <p14:tracePt t="489" x="5684838" y="2668588"/>
          <p14:tracePt t="497" x="5684838" y="2660650"/>
          <p14:tracePt t="505" x="5676900" y="2660650"/>
          <p14:tracePt t="513" x="5656263" y="2646363"/>
          <p14:tracePt t="529" x="5641975" y="2646363"/>
          <p14:tracePt t="537" x="5634038" y="2640013"/>
          <p14:tracePt t="545" x="5619750" y="2640013"/>
          <p14:tracePt t="552" x="5599113" y="2632075"/>
          <p14:tracePt t="561" x="5584825" y="2632075"/>
          <p14:tracePt t="569" x="5564188" y="2632075"/>
          <p14:tracePt t="577" x="5535613" y="2632075"/>
          <p14:tracePt t="585" x="5513388" y="2625725"/>
          <p14:tracePt t="593" x="5499100" y="2625725"/>
          <p14:tracePt t="601" x="5470525" y="2625725"/>
          <p14:tracePt t="609" x="5449888" y="2617788"/>
          <p14:tracePt t="617" x="5421313" y="2617788"/>
          <p14:tracePt t="625" x="5407025" y="2611438"/>
          <p14:tracePt t="634" x="5378450" y="2611438"/>
          <p14:tracePt t="641" x="5356225" y="2611438"/>
          <p14:tracePt t="649" x="5335588" y="2603500"/>
          <p14:tracePt t="657" x="5313363" y="2603500"/>
          <p14:tracePt t="665" x="5292725" y="2603500"/>
          <p14:tracePt t="673" x="5264150" y="2603500"/>
          <p14:tracePt t="681" x="5249863" y="2603500"/>
          <p14:tracePt t="688" x="5227638" y="2603500"/>
          <p14:tracePt t="697" x="5207000" y="2603500"/>
          <p14:tracePt t="705" x="5184775" y="2603500"/>
          <p14:tracePt t="713" x="5178425" y="2603500"/>
          <p14:tracePt t="721" x="5156200" y="2603500"/>
          <p14:tracePt t="729" x="5149850" y="2603500"/>
          <p14:tracePt t="737" x="5127625" y="2603500"/>
          <p14:tracePt t="745" x="5113338" y="2603500"/>
          <p14:tracePt t="753" x="5092700" y="2603500"/>
          <p14:tracePt t="761" x="5078413" y="2603500"/>
          <p14:tracePt t="769" x="5072063" y="2603500"/>
          <p14:tracePt t="777" x="5049838" y="2603500"/>
          <p14:tracePt t="785" x="5035550" y="2603500"/>
          <p14:tracePt t="793" x="5021263" y="2603500"/>
          <p14:tracePt t="801" x="5006975" y="2603500"/>
          <p14:tracePt t="809" x="4992688" y="2603500"/>
          <p14:tracePt t="817" x="4972050" y="2603500"/>
          <p14:tracePt t="825" x="4957763" y="2603500"/>
          <p14:tracePt t="834" x="4943475" y="2603500"/>
          <p14:tracePt t="841" x="4921250" y="2611438"/>
          <p14:tracePt t="849" x="4914900" y="2617788"/>
          <p14:tracePt t="857" x="4892675" y="2617788"/>
          <p14:tracePt t="865" x="4872038" y="2625725"/>
          <p14:tracePt t="873" x="4857750" y="2632075"/>
          <p14:tracePt t="881" x="4843463" y="2632075"/>
          <p14:tracePt t="900" x="4806950" y="2646363"/>
          <p14:tracePt t="905" x="4786313" y="2654300"/>
          <p14:tracePt t="913" x="4764088" y="2660650"/>
          <p14:tracePt t="921" x="4757738" y="2660650"/>
          <p14:tracePt t="929" x="4743450" y="2674938"/>
          <p14:tracePt t="937" x="4729163" y="2682875"/>
          <p14:tracePt t="945" x="4721225" y="2682875"/>
          <p14:tracePt t="953" x="4714875" y="2697163"/>
          <p14:tracePt t="961" x="4700588" y="2703513"/>
          <p14:tracePt t="969" x="4700588" y="2711450"/>
          <p14:tracePt t="977" x="4686300" y="2717800"/>
          <p14:tracePt t="985" x="4686300" y="2725738"/>
          <p14:tracePt t="1001" x="4678363" y="2740025"/>
          <p14:tracePt t="1009" x="4678363" y="2746375"/>
          <p14:tracePt t="1017" x="4672013" y="2754313"/>
          <p14:tracePt t="1033" x="4672013" y="2760663"/>
          <p14:tracePt t="1041" x="4672013" y="2768600"/>
          <p14:tracePt t="1057" x="4672013" y="2782888"/>
          <p14:tracePt t="1065" x="4672013" y="2789238"/>
          <p14:tracePt t="1073" x="4678363" y="2803525"/>
          <p14:tracePt t="1081" x="4678363" y="2811463"/>
          <p14:tracePt t="1089" x="4686300" y="2817813"/>
          <p14:tracePt t="1097" x="4692650" y="2832100"/>
          <p14:tracePt t="1104" x="4692650" y="2846388"/>
          <p14:tracePt t="1113" x="4700588" y="2854325"/>
          <p14:tracePt t="1121" x="4706938" y="2867025"/>
          <p14:tracePt t="1129" x="4721225" y="2881313"/>
          <p14:tracePt t="1137" x="4729163" y="2889250"/>
          <p14:tracePt t="1145" x="4743450" y="2903538"/>
          <p14:tracePt t="1152" x="4743450" y="2909888"/>
          <p14:tracePt t="1160" x="4764088" y="2932113"/>
          <p14:tracePt t="1169" x="4778375" y="2938463"/>
          <p14:tracePt t="1177" x="4786313" y="2946400"/>
          <p14:tracePt t="1184" x="4814888" y="2967038"/>
          <p14:tracePt t="1193" x="4835525" y="2981325"/>
          <p14:tracePt t="1201" x="4849813" y="2995613"/>
          <p14:tracePt t="1209" x="4878388" y="3017838"/>
          <p14:tracePt t="1218" x="4892675" y="3024188"/>
          <p14:tracePt t="1225" x="4906963" y="3024188"/>
          <p14:tracePt t="1233" x="4921250" y="3032125"/>
          <p14:tracePt t="1241" x="4949825" y="3046413"/>
          <p14:tracePt t="1249" x="4964113" y="3046413"/>
          <p14:tracePt t="1257" x="4992688" y="3052763"/>
          <p14:tracePt t="1265" x="5014913" y="3052763"/>
          <p14:tracePt t="1272" x="5043488" y="3060700"/>
          <p14:tracePt t="1280" x="5072063" y="3074988"/>
          <p14:tracePt t="1289" x="5092700" y="3074988"/>
          <p14:tracePt t="1297" x="5121275" y="3081338"/>
          <p14:tracePt t="1305" x="5156200" y="3089275"/>
          <p14:tracePt t="1313" x="5170488" y="3089275"/>
          <p14:tracePt t="1321" x="5199063" y="3089275"/>
          <p14:tracePt t="1329" x="5241925" y="3095625"/>
          <p14:tracePt t="1337" x="5284788" y="3109913"/>
          <p14:tracePt t="1345" x="5313363" y="3109913"/>
          <p14:tracePt t="1352" x="5327650" y="3109913"/>
          <p14:tracePt t="1361" x="5370513" y="3109913"/>
          <p14:tracePt t="1369" x="5392738" y="3117850"/>
          <p14:tracePt t="1377" x="5413375" y="3117850"/>
          <p14:tracePt t="1385" x="5449888" y="3124200"/>
          <p14:tracePt t="1392" x="5478463" y="3124200"/>
          <p14:tracePt t="1401" x="5527675" y="3138488"/>
          <p14:tracePt t="1409" x="5564188" y="3146425"/>
          <p14:tracePt t="1417" x="5591175" y="3146425"/>
          <p14:tracePt t="1425" x="5641975" y="3152775"/>
          <p14:tracePt t="1434" x="5684838" y="3152775"/>
          <p14:tracePt t="1441" x="5727700" y="3152775"/>
          <p14:tracePt t="1449" x="5770563" y="3152775"/>
          <p14:tracePt t="1457" x="5805488" y="3152775"/>
          <p14:tracePt t="1465" x="5856288" y="3152775"/>
          <p14:tracePt t="1473" x="5891213" y="3152775"/>
          <p14:tracePt t="1481" x="5934075" y="3152775"/>
          <p14:tracePt t="1489" x="5970588" y="3152775"/>
          <p14:tracePt t="1497" x="6019800" y="3152775"/>
          <p14:tracePt t="1505" x="6070600" y="3152775"/>
          <p14:tracePt t="1513" x="6105525" y="3152775"/>
          <p14:tracePt t="1521" x="6154738" y="3152775"/>
          <p14:tracePt t="1529" x="6183313" y="3152775"/>
          <p14:tracePt t="1536" x="6211888" y="3152775"/>
          <p14:tracePt t="1545" x="6226175" y="3152775"/>
          <p14:tracePt t="1553" x="6248400" y="3152775"/>
          <p14:tracePt t="1561" x="6262688" y="3152775"/>
          <p14:tracePt t="1569" x="6276975" y="3152775"/>
          <p14:tracePt t="1585" x="6291263" y="3146425"/>
          <p14:tracePt t="1593" x="6297613" y="3146425"/>
          <p14:tracePt t="1601" x="6297613" y="3138488"/>
          <p14:tracePt t="1609" x="6305550" y="3132138"/>
          <p14:tracePt t="1617" x="6311900" y="3117850"/>
          <p14:tracePt t="1625" x="6319838" y="3117850"/>
          <p14:tracePt t="1634" x="6334125" y="3109913"/>
          <p14:tracePt t="1641" x="6334125" y="3103563"/>
          <p14:tracePt t="1649" x="6348413" y="3095625"/>
          <p14:tracePt t="1665" x="6354763" y="3089275"/>
          <p14:tracePt t="1673" x="6369050" y="3074988"/>
          <p14:tracePt t="1689" x="6376988" y="3060700"/>
          <p14:tracePt t="1697" x="6383338" y="3052763"/>
          <p14:tracePt t="1705" x="6391275" y="3046413"/>
          <p14:tracePt t="1713" x="6397625" y="3038475"/>
          <p14:tracePt t="1721" x="6397625" y="3032125"/>
          <p14:tracePt t="1729" x="6405563" y="3024188"/>
          <p14:tracePt t="1737" x="6411913" y="3024188"/>
          <p14:tracePt t="1745" x="6411913" y="3009900"/>
          <p14:tracePt t="1761" x="6411913" y="2989263"/>
          <p14:tracePt t="1769" x="6419850" y="2989263"/>
          <p14:tracePt t="1777" x="6419850" y="2974975"/>
          <p14:tracePt t="1785" x="6419850" y="2960688"/>
          <p14:tracePt t="1793" x="6426200" y="2952750"/>
          <p14:tracePt t="1801" x="6426200" y="2946400"/>
          <p14:tracePt t="1809" x="6426200" y="2938463"/>
          <p14:tracePt t="1817" x="6426200" y="2932113"/>
          <p14:tracePt t="1825" x="6426200" y="2917825"/>
          <p14:tracePt t="1842" x="6426200" y="2903538"/>
          <p14:tracePt t="1849" x="6426200" y="2895600"/>
          <p14:tracePt t="1857" x="6426200" y="2881313"/>
          <p14:tracePt t="1865" x="6426200" y="2874963"/>
          <p14:tracePt t="1881" x="6426200" y="2860675"/>
          <p14:tracePt t="1897" x="6426200" y="2854325"/>
          <p14:tracePt t="1921" x="6419850" y="2846388"/>
          <p14:tracePt t="1945" x="6411913" y="2832100"/>
          <p14:tracePt t="1969" x="6405563" y="2825750"/>
          <p14:tracePt t="1977" x="6397625" y="2817813"/>
          <p14:tracePt t="1985" x="6383338" y="2811463"/>
          <p14:tracePt t="2001" x="6369050" y="2803525"/>
          <p14:tracePt t="2009" x="6362700" y="2803525"/>
          <p14:tracePt t="2018" x="6334125" y="2789238"/>
          <p14:tracePt t="2025" x="6319838" y="2789238"/>
          <p14:tracePt t="2033" x="6311900" y="2789238"/>
          <p14:tracePt t="2041" x="6291263" y="2789238"/>
          <p14:tracePt t="2049" x="6283325" y="2789238"/>
          <p14:tracePt t="2057" x="6262688" y="2789238"/>
          <p14:tracePt t="2065" x="6240463" y="2789238"/>
          <p14:tracePt t="2073" x="6219825" y="2789238"/>
          <p14:tracePt t="2081" x="6197600" y="2789238"/>
          <p14:tracePt t="2089" x="6176963" y="2782888"/>
          <p14:tracePt t="2097" x="6154738" y="2782888"/>
          <p14:tracePt t="2105" x="6126163" y="2782888"/>
          <p14:tracePt t="2113" x="6111875" y="2782888"/>
          <p14:tracePt t="2121" x="6084888" y="2782888"/>
          <p14:tracePt t="2129" x="6062663" y="2782888"/>
          <p14:tracePt t="2137" x="6034088" y="2782888"/>
          <p14:tracePt t="2145" x="6005513" y="2782888"/>
          <p14:tracePt t="2153" x="5984875" y="2782888"/>
          <p14:tracePt t="2161" x="5962650" y="2782888"/>
          <p14:tracePt t="2169" x="5934075" y="2782888"/>
          <p14:tracePt t="2177" x="5913438" y="2782888"/>
          <p14:tracePt t="2185" x="5884863" y="2782888"/>
          <p14:tracePt t="2193" x="5870575" y="2782888"/>
          <p14:tracePt t="2201" x="5842000" y="2782888"/>
          <p14:tracePt t="2208" x="5813425" y="2782888"/>
          <p14:tracePt t="2217" x="5784850" y="2782888"/>
          <p14:tracePt t="2225" x="5762625" y="2782888"/>
          <p14:tracePt t="2234" x="5734050" y="2782888"/>
          <p14:tracePt t="2241" x="5719763" y="2782888"/>
          <p14:tracePt t="2249" x="5705475" y="2782888"/>
          <p14:tracePt t="2257" x="5691188" y="2782888"/>
          <p14:tracePt t="2265" x="5662613" y="2782888"/>
          <p14:tracePt t="2273" x="5634038" y="2782888"/>
          <p14:tracePt t="2281" x="5619750" y="2782888"/>
          <p14:tracePt t="2289" x="5591175" y="2789238"/>
          <p14:tracePt t="2297" x="5564188" y="2789238"/>
          <p14:tracePt t="2305" x="5535613" y="2797175"/>
          <p14:tracePt t="2313" x="5484813" y="2797175"/>
          <p14:tracePt t="2320" x="5449888" y="2803525"/>
          <p14:tracePt t="2329" x="5413375" y="2817813"/>
          <p14:tracePt t="2336" x="5384800" y="2817813"/>
          <p14:tracePt t="2345" x="5356225" y="2825750"/>
          <p14:tracePt t="2352" x="5327650" y="2832100"/>
          <p14:tracePt t="2361" x="5313363" y="2840038"/>
          <p14:tracePt t="2369" x="5299075" y="2846388"/>
          <p14:tracePt t="2377" x="5284788" y="2854325"/>
          <p14:tracePt t="2385" x="5264150" y="2854325"/>
          <p14:tracePt t="2393" x="5264150" y="2860675"/>
          <p14:tracePt t="2401" x="5241925" y="2867025"/>
          <p14:tracePt t="2408" x="5227638" y="2874963"/>
          <p14:tracePt t="2417" x="5221288" y="2881313"/>
          <p14:tracePt t="2425" x="5213350" y="2895600"/>
          <p14:tracePt t="2434" x="5199063" y="2903538"/>
          <p14:tracePt t="2441" x="5184775" y="2909888"/>
          <p14:tracePt t="2449" x="5170488" y="2924175"/>
          <p14:tracePt t="2457" x="5164138" y="2938463"/>
          <p14:tracePt t="2473" x="5156200" y="2952750"/>
          <p14:tracePt t="2481" x="5156200" y="2960688"/>
          <p14:tracePt t="2489" x="5156200" y="2967038"/>
          <p14:tracePt t="2497" x="5156200" y="2981325"/>
          <p14:tracePt t="2505" x="5141913" y="2995613"/>
          <p14:tracePt t="2513" x="5141913" y="3017838"/>
          <p14:tracePt t="2521" x="5135563" y="3032125"/>
          <p14:tracePt t="2529" x="5135563" y="3052763"/>
          <p14:tracePt t="2537" x="5127625" y="3074988"/>
          <p14:tracePt t="2545" x="5127625" y="3081338"/>
          <p14:tracePt t="2553" x="5127625" y="3095625"/>
          <p14:tracePt t="2569" x="5127625" y="3109913"/>
          <p14:tracePt t="2577" x="5127625" y="3124200"/>
          <p14:tracePt t="2585" x="5127625" y="3132138"/>
          <p14:tracePt t="2593" x="5127625" y="3138488"/>
          <p14:tracePt t="2601" x="5127625" y="3152775"/>
          <p14:tracePt t="2609" x="5135563" y="3167063"/>
          <p14:tracePt t="2617" x="5149850" y="3175000"/>
          <p14:tracePt t="2625" x="5164138" y="3195638"/>
          <p14:tracePt t="2634" x="5178425" y="3209925"/>
          <p14:tracePt t="2641" x="5199063" y="3217863"/>
          <p14:tracePt t="2649" x="5235575" y="3246438"/>
          <p14:tracePt t="2657" x="5270500" y="3252788"/>
          <p14:tracePt t="2665" x="5284788" y="3267075"/>
          <p14:tracePt t="2673" x="5313363" y="3281363"/>
          <p14:tracePt t="2681" x="5356225" y="3303588"/>
          <p14:tracePt t="2689" x="5407025" y="3309938"/>
          <p14:tracePt t="2697" x="5449888" y="3332163"/>
          <p14:tracePt t="2705" x="5478463" y="3332163"/>
          <p14:tracePt t="2713" x="5521325" y="3338513"/>
          <p14:tracePt t="2721" x="5541963" y="3346450"/>
          <p14:tracePt t="2729" x="5570538" y="3360738"/>
          <p14:tracePt t="2737" x="5599113" y="3375025"/>
          <p14:tracePt t="2745" x="5619750" y="3375025"/>
          <p14:tracePt t="2752" x="5648325" y="3375025"/>
          <p14:tracePt t="2761" x="5691188" y="3395663"/>
          <p14:tracePt t="2769" x="5727700" y="3403600"/>
          <p14:tracePt t="2777" x="5776913" y="3409950"/>
          <p14:tracePt t="2785" x="5827713" y="3424238"/>
          <p14:tracePt t="2793" x="5876925" y="3424238"/>
          <p14:tracePt t="2801" x="5927725" y="3430588"/>
          <p14:tracePt t="2809" x="5984875" y="3430588"/>
          <p14:tracePt t="2817" x="6034088" y="3438525"/>
          <p14:tracePt t="2825" x="6091238" y="3444875"/>
          <p14:tracePt t="2834" x="6126163" y="3444875"/>
          <p14:tracePt t="2841" x="6183313" y="3459163"/>
          <p14:tracePt t="2849" x="6226175" y="3459163"/>
          <p14:tracePt t="2857" x="6254750" y="3459163"/>
          <p14:tracePt t="2865" x="6283325" y="3459163"/>
          <p14:tracePt t="2873" x="6311900" y="3459163"/>
          <p14:tracePt t="2881" x="6354763" y="3459163"/>
          <p14:tracePt t="2889" x="6391275" y="3459163"/>
          <p14:tracePt t="2902" x="6419850" y="3459163"/>
          <p14:tracePt t="2905" x="6448425" y="3459163"/>
          <p14:tracePt t="2913" x="6497638" y="3459163"/>
          <p14:tracePt t="2921" x="6519863" y="3459163"/>
          <p14:tracePt t="2929" x="6540500" y="3459163"/>
          <p14:tracePt t="2937" x="6577013" y="3452813"/>
          <p14:tracePt t="2945" x="6597650" y="3444875"/>
          <p14:tracePt t="2953" x="6618288" y="3438525"/>
          <p14:tracePt t="2961" x="6626225" y="3438525"/>
          <p14:tracePt t="2968" x="6646863" y="3430588"/>
          <p14:tracePt t="2977" x="6661150" y="3424238"/>
          <p14:tracePt t="2985" x="6675438" y="3417888"/>
          <p14:tracePt t="2993" x="6689725" y="3409950"/>
          <p14:tracePt t="3001" x="6704013" y="3403600"/>
          <p14:tracePt t="3009" x="6718300" y="3395663"/>
          <p14:tracePt t="3018" x="6732588" y="3381375"/>
          <p14:tracePt t="3025" x="6746875" y="3352800"/>
          <p14:tracePt t="3033" x="6761163" y="3332163"/>
          <p14:tracePt t="3041" x="6769100" y="3309938"/>
          <p14:tracePt t="3049" x="6783388" y="3275013"/>
          <p14:tracePt t="3057" x="6789738" y="3246438"/>
          <p14:tracePt t="3065" x="6789738" y="3217863"/>
          <p14:tracePt t="3073" x="6789738" y="3175000"/>
          <p14:tracePt t="3081" x="6797675" y="3146425"/>
          <p14:tracePt t="3089" x="6797675" y="3117850"/>
          <p14:tracePt t="3097" x="6797675" y="3089275"/>
          <p14:tracePt t="3105" x="6797675" y="3074988"/>
          <p14:tracePt t="3113" x="6797675" y="3052763"/>
          <p14:tracePt t="3121" x="6797675" y="3032125"/>
          <p14:tracePt t="3129" x="6797675" y="3024188"/>
          <p14:tracePt t="3137" x="6797675" y="3003550"/>
          <p14:tracePt t="3145" x="6797675" y="2989263"/>
          <p14:tracePt t="3153" x="6783388" y="2967038"/>
          <p14:tracePt t="3161" x="6775450" y="2952750"/>
          <p14:tracePt t="3169" x="6761163" y="2938463"/>
          <p14:tracePt t="3177" x="6746875" y="2924175"/>
          <p14:tracePt t="3185" x="6726238" y="2909888"/>
          <p14:tracePt t="3193" x="6697663" y="2895600"/>
          <p14:tracePt t="3201" x="6661150" y="2881313"/>
          <p14:tracePt t="3209" x="6604000" y="2860675"/>
          <p14:tracePt t="3217" x="6569075" y="2854325"/>
          <p14:tracePt t="3225" x="6519863" y="2846388"/>
          <p14:tracePt t="3234" x="6462713" y="2840038"/>
          <p14:tracePt t="3241" x="6391275" y="2840038"/>
          <p14:tracePt t="3249" x="6319838" y="2840038"/>
          <p14:tracePt t="3257" x="6240463" y="2825750"/>
          <p14:tracePt t="3265" x="6148388" y="2825750"/>
          <p14:tracePt t="3273" x="6070600" y="2825750"/>
          <p14:tracePt t="3281" x="5984875" y="2825750"/>
          <p14:tracePt t="3289" x="5891213" y="2825750"/>
          <p14:tracePt t="3297" x="5799138" y="2825750"/>
          <p14:tracePt t="3305" x="5713413" y="2825750"/>
          <p14:tracePt t="3313" x="5627688" y="2825750"/>
          <p14:tracePt t="3321" x="5549900" y="2825750"/>
          <p14:tracePt t="3329" x="5484813" y="2840038"/>
          <p14:tracePt t="3337" x="5413375" y="2867025"/>
          <p14:tracePt t="3345" x="5384800" y="2874963"/>
          <p14:tracePt t="3353" x="5349875" y="2874963"/>
          <p14:tracePt t="3361" x="5327650" y="2895600"/>
          <p14:tracePt t="3368" x="5292725" y="2909888"/>
          <p14:tracePt t="3377" x="5278438" y="2917825"/>
          <p14:tracePt t="3385" x="5264150" y="2924175"/>
          <p14:tracePt t="3393" x="5235575" y="2938463"/>
          <p14:tracePt t="3401" x="5213350" y="2946400"/>
          <p14:tracePt t="3409" x="5192713" y="2967038"/>
          <p14:tracePt t="3417" x="5156200" y="2981325"/>
          <p14:tracePt t="3425" x="5135563" y="2995613"/>
          <p14:tracePt t="3434" x="5099050" y="3017838"/>
          <p14:tracePt t="3441" x="5072063" y="3032125"/>
          <p14:tracePt t="3449" x="5029200" y="3060700"/>
          <p14:tracePt t="3457" x="4992688" y="3081338"/>
          <p14:tracePt t="3465" x="4986338" y="3081338"/>
          <p14:tracePt t="3473" x="4972050" y="3089275"/>
          <p14:tracePt t="3481" x="4964113" y="3089275"/>
          <p14:tracePt t="3513" x="4964113" y="3095625"/>
          <p14:tracePt t="3545" x="4964113" y="3103563"/>
          <p14:tracePt t="3569" x="4957763" y="3109913"/>
          <p14:tracePt t="3593" x="4949825" y="3124200"/>
          <p14:tracePt t="3601" x="4949825" y="3132138"/>
          <p14:tracePt t="3617" x="4949825" y="3138488"/>
          <p14:tracePt t="3625" x="4949825" y="3152775"/>
          <p14:tracePt t="3641" x="4949825" y="3167063"/>
          <p14:tracePt t="3649" x="4949825" y="3181350"/>
          <p14:tracePt t="3657" x="4949825" y="3195638"/>
          <p14:tracePt t="3665" x="4949825" y="3203575"/>
          <p14:tracePt t="3673" x="4949825" y="3224213"/>
          <p14:tracePt t="3681" x="4957763" y="3246438"/>
          <p14:tracePt t="3689" x="4972050" y="3275013"/>
          <p14:tracePt t="3697" x="4978400" y="3289300"/>
          <p14:tracePt t="3705" x="4986338" y="3303588"/>
          <p14:tracePt t="3713" x="4992688" y="3309938"/>
          <p14:tracePt t="3721" x="5014913" y="3338513"/>
          <p14:tracePt t="3729" x="5021263" y="3352800"/>
          <p14:tracePt t="3736" x="5049838" y="3367088"/>
          <p14:tracePt t="3745" x="5064125" y="3389313"/>
          <p14:tracePt t="3752" x="5078413" y="3395663"/>
          <p14:tracePt t="3761" x="5106988" y="3403600"/>
          <p14:tracePt t="3768" x="5135563" y="3424238"/>
          <p14:tracePt t="3777" x="5141913" y="3424238"/>
          <p14:tracePt t="3785" x="5156200" y="3430588"/>
          <p14:tracePt t="3793" x="5178425" y="3444875"/>
          <p14:tracePt t="3801" x="5192713" y="3444875"/>
          <p14:tracePt t="3809" x="5213350" y="3452813"/>
          <p14:tracePt t="3817" x="5235575" y="3459163"/>
          <p14:tracePt t="3825" x="5270500" y="3481388"/>
          <p14:tracePt t="3834" x="5299075" y="3487738"/>
          <p14:tracePt t="3841" x="5327650" y="3495675"/>
          <p14:tracePt t="3849" x="5356225" y="3495675"/>
          <p14:tracePt t="3857" x="5399088" y="3502025"/>
          <p14:tracePt t="3865" x="5441950" y="3502025"/>
          <p14:tracePt t="3873" x="5484813" y="3502025"/>
          <p14:tracePt t="3881" x="5527675" y="3502025"/>
          <p14:tracePt t="3889" x="5564188" y="3502025"/>
          <p14:tracePt t="3902" x="5605463" y="3502025"/>
          <p14:tracePt t="3905" x="5662613" y="3509963"/>
          <p14:tracePt t="3913" x="5713413" y="3509963"/>
          <p14:tracePt t="3921" x="5776913" y="3524250"/>
          <p14:tracePt t="3929" x="5827713" y="3524250"/>
          <p14:tracePt t="3937" x="5891213" y="3544888"/>
          <p14:tracePt t="3945" x="5942013" y="3544888"/>
          <p14:tracePt t="3952" x="5984875" y="3552825"/>
          <p14:tracePt t="3960" x="6034088" y="3559175"/>
          <p14:tracePt t="3969" x="6062663" y="3559175"/>
          <p14:tracePt t="3977" x="6105525" y="3559175"/>
          <p14:tracePt t="3985" x="6126163" y="3559175"/>
          <p14:tracePt t="3993" x="6154738" y="3559175"/>
          <p14:tracePt t="4001" x="6176963" y="3559175"/>
          <p14:tracePt t="4009" x="6197600" y="3559175"/>
          <p14:tracePt t="4018" x="6205538" y="3559175"/>
          <p14:tracePt t="4025" x="6211888" y="3559175"/>
          <p14:tracePt t="4033" x="6226175" y="3559175"/>
          <p14:tracePt t="4040" x="6240463" y="3559175"/>
          <p14:tracePt t="4049" x="6254750" y="3559175"/>
          <p14:tracePt t="4057" x="6276975" y="3559175"/>
          <p14:tracePt t="4065" x="6297613" y="3559175"/>
          <p14:tracePt t="4073" x="6305550" y="3559175"/>
          <p14:tracePt t="4081" x="6319838" y="3559175"/>
          <p14:tracePt t="4089" x="6326188" y="3559175"/>
          <p14:tracePt t="4097" x="6340475" y="3559175"/>
          <p14:tracePt t="4113" x="6348413" y="3559175"/>
          <p14:tracePt t="4129" x="6362700" y="3559175"/>
          <p14:tracePt t="6065" x="6354763" y="3559175"/>
          <p14:tracePt t="6073" x="6348413" y="3552825"/>
          <p14:tracePt t="6089" x="6340475" y="3552825"/>
          <p14:tracePt t="6113" x="6326188" y="3544888"/>
          <p14:tracePt t="6129" x="6311900" y="3538538"/>
          <p14:tracePt t="6145" x="6305550" y="3530600"/>
          <p14:tracePt t="6161" x="6297613" y="3524250"/>
          <p14:tracePt t="6169" x="6291263" y="3524250"/>
          <p14:tracePt t="6185" x="6291263" y="3509963"/>
          <p14:tracePt t="6193" x="6276975" y="3502025"/>
          <p14:tracePt t="6201" x="6269038" y="3495675"/>
          <p14:tracePt t="6209" x="6254750" y="3467100"/>
          <p14:tracePt t="6217" x="6248400" y="3459163"/>
          <p14:tracePt t="6225" x="6234113" y="3444875"/>
          <p14:tracePt t="6234" x="6226175" y="3424238"/>
          <p14:tracePt t="6240" x="6219825" y="3409950"/>
          <p14:tracePt t="6249" x="6211888" y="3403600"/>
          <p14:tracePt t="6257" x="6197600" y="3389313"/>
          <p14:tracePt t="6265" x="6191250" y="3381375"/>
          <p14:tracePt t="6273" x="6176963" y="3375025"/>
          <p14:tracePt t="6281" x="6154738" y="3346450"/>
          <p14:tracePt t="6289" x="6126163" y="3332163"/>
          <p14:tracePt t="6297" x="6111875" y="3309938"/>
          <p14:tracePt t="6305" x="6097588" y="3303588"/>
          <p14:tracePt t="6313" x="6076950" y="3281363"/>
          <p14:tracePt t="6321" x="6062663" y="3281363"/>
          <p14:tracePt t="6329" x="6048375" y="3275013"/>
          <p14:tracePt t="6336" x="6027738" y="3252788"/>
          <p14:tracePt t="6345" x="5991225" y="3246438"/>
          <p14:tracePt t="6352" x="5970588" y="3232150"/>
          <p14:tracePt t="6361" x="5962650" y="3224213"/>
          <p14:tracePt t="6369" x="5948363" y="3224213"/>
          <p14:tracePt t="6377" x="5905500" y="3203575"/>
          <p14:tracePt t="6385" x="5884863" y="3195638"/>
          <p14:tracePt t="6393" x="5848350" y="3181350"/>
          <p14:tracePt t="6401" x="5805488" y="3167063"/>
          <p14:tracePt t="6409" x="5791200" y="3167063"/>
          <p14:tracePt t="6417" x="5762625" y="3167063"/>
          <p14:tracePt t="6425" x="5748338" y="3160713"/>
          <p14:tracePt t="6434" x="5727700" y="3160713"/>
          <p14:tracePt t="6441" x="5699125" y="3160713"/>
          <p14:tracePt t="6449" x="5676900" y="3152775"/>
          <p14:tracePt t="6457" x="5648325" y="3152775"/>
          <p14:tracePt t="6465" x="5627688" y="3152775"/>
          <p14:tracePt t="6473" x="5613400" y="3152775"/>
          <p14:tracePt t="6481" x="5591175" y="3152775"/>
          <p14:tracePt t="6489" x="5578475" y="3152775"/>
          <p14:tracePt t="6497" x="5570538" y="3152775"/>
          <p14:tracePt t="6521" x="5564188" y="3152775"/>
          <p14:tracePt t="6537" x="5564188" y="3160713"/>
          <p14:tracePt t="6729" x="5556250" y="3160713"/>
          <p14:tracePt t="6737" x="5549900" y="3160713"/>
          <p14:tracePt t="6753" x="5541963" y="3152775"/>
          <p14:tracePt t="6769" x="5535613" y="3146425"/>
          <p14:tracePt t="6801" x="5527675" y="3146425"/>
          <p14:tracePt t="6849" x="5527675" y="3138488"/>
          <p14:tracePt t="7049" x="5521325" y="3138488"/>
          <p14:tracePt t="7249" x="5507038" y="3138488"/>
          <p14:tracePt t="7257" x="5478463" y="3138488"/>
          <p14:tracePt t="7265" x="5470525" y="3138488"/>
          <p14:tracePt t="7273" x="5456238" y="3138488"/>
          <p14:tracePt t="7281" x="5449888" y="3138488"/>
          <p14:tracePt t="7297" x="5441950" y="3138488"/>
          <p14:tracePt t="7305" x="5427663" y="3138488"/>
          <p14:tracePt t="7321" x="5421313" y="3138488"/>
          <p14:tracePt t="7329" x="5413375" y="3138488"/>
          <p14:tracePt t="7337" x="5399088" y="3138488"/>
          <p14:tracePt t="7345" x="5384800" y="3138488"/>
          <p14:tracePt t="7353" x="5378450" y="3138488"/>
          <p14:tracePt t="7361" x="5364163" y="3138488"/>
          <p14:tracePt t="7368" x="5356225" y="3138488"/>
          <p14:tracePt t="7377" x="5335588" y="3138488"/>
          <p14:tracePt t="7385" x="5321300" y="3138488"/>
          <p14:tracePt t="7393" x="5307013" y="3138488"/>
          <p14:tracePt t="7401" x="5284788" y="3138488"/>
          <p14:tracePt t="7409" x="5270500" y="3138488"/>
          <p14:tracePt t="7417" x="5241925" y="3138488"/>
          <p14:tracePt t="7425" x="5213350" y="3138488"/>
          <p14:tracePt t="7433" x="5184775" y="3138488"/>
          <p14:tracePt t="7441" x="5141913" y="3138488"/>
          <p14:tracePt t="7449" x="5106988" y="3138488"/>
          <p14:tracePt t="7457" x="5072063" y="3138488"/>
          <p14:tracePt t="7465" x="5029200" y="3138488"/>
          <p14:tracePt t="7473" x="5000625" y="3138488"/>
          <p14:tracePt t="7481" x="4943475" y="3132138"/>
          <p14:tracePt t="7489" x="4900613" y="3132138"/>
          <p14:tracePt t="7497" x="4849813" y="3124200"/>
          <p14:tracePt t="7504" x="4800600" y="3109913"/>
          <p14:tracePt t="7513" x="4764088" y="3109913"/>
          <p14:tracePt t="7521" x="4749800" y="3103563"/>
          <p14:tracePt t="7529" x="4729163" y="3103563"/>
          <p14:tracePt t="7537" x="4706938" y="3103563"/>
          <p14:tracePt t="7545" x="4700588" y="3103563"/>
          <p14:tracePt t="7553" x="4686300" y="3095625"/>
          <p14:tracePt t="7561" x="4678363" y="3095625"/>
          <p14:tracePt t="7569" x="4664075" y="3095625"/>
          <p14:tracePt t="7577" x="4657725" y="3089275"/>
          <p14:tracePt t="7585" x="4635500" y="3081338"/>
          <p14:tracePt t="7593" x="4629150" y="3081338"/>
          <p14:tracePt t="7601" x="4600575" y="3074988"/>
          <p14:tracePt t="7609" x="4565650" y="3052763"/>
          <p14:tracePt t="7617" x="4522788" y="3038475"/>
          <p14:tracePt t="7625" x="4479925" y="3017838"/>
          <p14:tracePt t="7634" x="4429125" y="2995613"/>
          <p14:tracePt t="7641" x="4379913" y="2974975"/>
          <p14:tracePt t="7649" x="4343400" y="2960688"/>
          <p14:tracePt t="7657" x="4308475" y="2938463"/>
          <p14:tracePt t="7665" x="4279900" y="2938463"/>
          <p14:tracePt t="7673" x="4251325" y="2932113"/>
          <p14:tracePt t="7681" x="4229100" y="2917825"/>
          <p14:tracePt t="7689" x="4208463" y="2909888"/>
          <p14:tracePt t="7697" x="4171950" y="2903538"/>
          <p14:tracePt t="7705" x="4137025" y="2889250"/>
          <p14:tracePt t="7713" x="4108450" y="2874963"/>
          <p14:tracePt t="7721" x="4086225" y="2874963"/>
          <p14:tracePt t="7729" x="4065588" y="2867025"/>
          <p14:tracePt t="7736" x="4044950" y="2860675"/>
          <p14:tracePt t="7745" x="4037013" y="2860675"/>
          <p14:tracePt t="7752" x="4030663" y="2854325"/>
          <p14:tracePt t="7761" x="4016375" y="2854325"/>
          <p14:tracePt t="7881" x="4008438" y="2846388"/>
          <p14:tracePt t="7897" x="4037013" y="2846388"/>
          <p14:tracePt t="7905" x="4059238" y="2846388"/>
          <p14:tracePt t="7913" x="4094163" y="2832100"/>
          <p14:tracePt t="7921" x="4114800" y="2825750"/>
          <p14:tracePt t="7929" x="4151313" y="2817813"/>
          <p14:tracePt t="7937" x="4186238" y="2803525"/>
          <p14:tracePt t="7945" x="4222750" y="2789238"/>
          <p14:tracePt t="7952" x="4243388" y="2768600"/>
          <p14:tracePt t="7961" x="4279900" y="2754313"/>
          <p14:tracePt t="7969" x="4300538" y="2740025"/>
          <p14:tracePt t="7977" x="4329113" y="2717800"/>
          <p14:tracePt t="7985" x="4351338" y="2689225"/>
          <p14:tracePt t="7993" x="4386263" y="2674938"/>
          <p14:tracePt t="8001" x="4400550" y="2654300"/>
          <p14:tracePt t="8009" x="4422775" y="2617788"/>
          <p14:tracePt t="8018" x="4437063" y="2589213"/>
          <p14:tracePt t="8025" x="4457700" y="2554288"/>
          <p14:tracePt t="8033" x="4465638" y="2497138"/>
          <p14:tracePt t="8041" x="4494213" y="2417763"/>
          <p14:tracePt t="8049" x="4500563" y="2360613"/>
          <p14:tracePt t="8057" x="4522788" y="2311400"/>
          <p14:tracePt t="8065" x="4529138" y="2268538"/>
          <p14:tracePt t="8073" x="4551363" y="2219325"/>
          <p14:tracePt t="8081" x="4557713" y="2168525"/>
          <p14:tracePt t="8089" x="4572000" y="2125663"/>
          <p14:tracePt t="8097" x="4586288" y="2076450"/>
          <p14:tracePt t="8105" x="4592638" y="2025650"/>
          <p14:tracePt t="8113" x="4600575" y="1997075"/>
          <p14:tracePt t="8121" x="4600575" y="1939925"/>
          <p14:tracePt t="8129" x="4606925" y="1897063"/>
          <p14:tracePt t="8137" x="4606925" y="1862138"/>
          <p14:tracePt t="8145" x="4606925" y="1833563"/>
          <p14:tracePt t="8153" x="4606925" y="1804988"/>
          <p14:tracePt t="8161" x="4606925" y="1762125"/>
          <p14:tracePt t="8169" x="4606925" y="1733550"/>
          <p14:tracePt t="8177" x="4606925" y="1698625"/>
          <p14:tracePt t="8185" x="4606925" y="1647825"/>
          <p14:tracePt t="8193" x="4592638" y="1627188"/>
          <p14:tracePt t="8201" x="4586288" y="1590675"/>
          <p14:tracePt t="8208" x="4557713" y="1562100"/>
          <p14:tracePt t="8217" x="4522788" y="1527175"/>
          <p14:tracePt t="8224" x="4479925" y="1490663"/>
          <p14:tracePt t="8234" x="4400550" y="1455738"/>
          <p14:tracePt t="8241" x="4337050" y="1433513"/>
          <p14:tracePt t="8249" x="4257675" y="1390650"/>
          <p14:tracePt t="8257" x="4179888" y="1362075"/>
          <p14:tracePt t="8265" x="4094163" y="1347788"/>
          <p14:tracePt t="8273" x="3994150" y="1312863"/>
          <p14:tracePt t="8282" x="3894138" y="1276350"/>
          <p14:tracePt t="8289" x="3802063" y="1262063"/>
          <p14:tracePt t="8297" x="3687763" y="1227138"/>
          <p14:tracePt t="8305" x="3602038" y="1219200"/>
          <p14:tracePt t="8313" x="3509963" y="1212850"/>
          <p14:tracePt t="8321" x="3409950" y="1198563"/>
          <p14:tracePt t="8329" x="3330575" y="1190625"/>
          <p14:tracePt t="8337" x="3244850" y="1169988"/>
          <p14:tracePt t="8345" x="3159125" y="1155700"/>
          <p14:tracePt t="8353" x="3067050" y="1141413"/>
          <p14:tracePt t="8361" x="2981325" y="1141413"/>
          <p14:tracePt t="8368" x="2903538" y="1141413"/>
          <p14:tracePt t="8377" x="2817813" y="1141413"/>
          <p14:tracePt t="8385" x="2752725" y="1141413"/>
          <p14:tracePt t="8393" x="2689225" y="1141413"/>
          <p14:tracePt t="8401" x="2609850" y="1141413"/>
          <p14:tracePt t="8408" x="2552700" y="1141413"/>
          <p14:tracePt t="8417" x="2474913" y="1141413"/>
          <p14:tracePt t="8425" x="2425700" y="1147763"/>
          <p14:tracePt t="8434" x="2368550" y="1155700"/>
          <p14:tracePt t="8441" x="2297113" y="1162050"/>
          <p14:tracePt t="8449" x="2203450" y="1184275"/>
          <p14:tracePt t="8457" x="2139950" y="1204913"/>
          <p14:tracePt t="8465" x="2054225" y="1227138"/>
          <p14:tracePt t="8473" x="1962150" y="1241425"/>
          <p14:tracePt t="8481" x="1882775" y="1270000"/>
          <p14:tracePt t="8489" x="1833563" y="1284288"/>
          <p14:tracePt t="8497" x="1768475" y="1319213"/>
          <p14:tracePt t="8505" x="1711325" y="1341438"/>
          <p14:tracePt t="8513" x="1682750" y="1362075"/>
          <p14:tracePt t="8521" x="1647825" y="1398588"/>
          <p14:tracePt t="8529" x="1619250" y="1419225"/>
          <p14:tracePt t="8537" x="1597025" y="1447800"/>
          <p14:tracePt t="8545" x="1582738" y="1470025"/>
          <p14:tracePt t="8552" x="1562100" y="1512888"/>
          <p14:tracePt t="8561" x="1539875" y="1547813"/>
          <p14:tracePt t="8569" x="1519238" y="1590675"/>
          <p14:tracePt t="8577" x="1498600" y="1647825"/>
          <p14:tracePt t="8585" x="1476375" y="1684338"/>
          <p14:tracePt t="8593" x="1470025" y="1719263"/>
          <p14:tracePt t="8601" x="1455738" y="1754188"/>
          <p14:tracePt t="8609" x="1447800" y="1782763"/>
          <p14:tracePt t="8617" x="1441450" y="1819275"/>
          <p14:tracePt t="8625" x="1427163" y="1854200"/>
          <p14:tracePt t="8634" x="1419225" y="1890713"/>
          <p14:tracePt t="8641" x="1419225" y="1919288"/>
          <p14:tracePt t="8649" x="1419225" y="1947863"/>
          <p14:tracePt t="8657" x="1419225" y="1968500"/>
          <p14:tracePt t="8665" x="1419225" y="1990725"/>
          <p14:tracePt t="8673" x="1419225" y="2019300"/>
          <p14:tracePt t="8681" x="1427163" y="2047875"/>
          <p14:tracePt t="8689" x="1433513" y="2082800"/>
          <p14:tracePt t="8697" x="1447800" y="2133600"/>
          <p14:tracePt t="8705" x="1455738" y="2154238"/>
          <p14:tracePt t="8713" x="1455738" y="2197100"/>
          <p14:tracePt t="8721" x="1470025" y="2247900"/>
          <p14:tracePt t="8729" x="1484313" y="2276475"/>
          <p14:tracePt t="8736" x="1498600" y="2317750"/>
          <p14:tracePt t="8745" x="1504950" y="2354263"/>
          <p14:tracePt t="8752" x="1525588" y="2397125"/>
          <p14:tracePt t="8761" x="1554163" y="2468563"/>
          <p14:tracePt t="8768" x="1590675" y="2517775"/>
          <p14:tracePt t="8777" x="1619250" y="2574925"/>
          <p14:tracePt t="8785" x="1654175" y="2617788"/>
          <p14:tracePt t="8793" x="1690688" y="2660650"/>
          <p14:tracePt t="8801" x="1725613" y="2703513"/>
          <p14:tracePt t="8809" x="1762125" y="2746375"/>
          <p14:tracePt t="8817" x="1790700" y="2774950"/>
          <p14:tracePt t="8825" x="1839913" y="2811463"/>
          <p14:tracePt t="8834" x="1882775" y="2854325"/>
          <p14:tracePt t="8841" x="1925638" y="2881313"/>
          <p14:tracePt t="8848" x="1990725" y="2924175"/>
          <p14:tracePt t="8857" x="2032000" y="2960688"/>
          <p14:tracePt t="8865" x="2074863" y="2989263"/>
          <p14:tracePt t="8873" x="2117725" y="3009900"/>
          <p14:tracePt t="8881" x="2160588" y="3032125"/>
          <p14:tracePt t="8889" x="2203450" y="3052763"/>
          <p14:tracePt t="8902" x="2246313" y="3060700"/>
          <p14:tracePt t="8904" x="2297113" y="3081338"/>
          <p14:tracePt t="8913" x="2354263" y="3109913"/>
          <p14:tracePt t="8921" x="2403475" y="3124200"/>
          <p14:tracePt t="8929" x="2474913" y="3138488"/>
          <p14:tracePt t="8937" x="2540000" y="3160713"/>
          <p14:tracePt t="8945" x="2609850" y="3175000"/>
          <p14:tracePt t="8953" x="2689225" y="3209925"/>
          <p14:tracePt t="8961" x="2767013" y="3217863"/>
          <p14:tracePt t="8968" x="2824163" y="3232150"/>
          <p14:tracePt t="8977" x="2903538" y="3246438"/>
          <p14:tracePt t="8985" x="2974975" y="3252788"/>
          <p14:tracePt t="8993" x="3046413" y="3267075"/>
          <p14:tracePt t="9001" x="3101975" y="3267075"/>
          <p14:tracePt t="9009" x="3159125" y="3275013"/>
          <p14:tracePt t="9018" x="3230563" y="3281363"/>
          <p14:tracePt t="9025" x="3295650" y="3289300"/>
          <p14:tracePt t="9033" x="3352800" y="3303588"/>
          <p14:tracePt t="9041" x="3416300" y="3309938"/>
          <p14:tracePt t="9049" x="3473450" y="3309938"/>
          <p14:tracePt t="9057" x="3516313" y="3309938"/>
          <p14:tracePt t="9065" x="3565525" y="3309938"/>
          <p14:tracePt t="9073" x="3616325" y="3295650"/>
          <p14:tracePt t="9081" x="3694113" y="3275013"/>
          <p14:tracePt t="9089" x="3773488" y="3260725"/>
          <p14:tracePt t="9097" x="3836988" y="3252788"/>
          <p14:tracePt t="9105" x="3908425" y="3238500"/>
          <p14:tracePt t="9113" x="3973513" y="3232150"/>
          <p14:tracePt t="9121" x="4051300" y="3224213"/>
          <p14:tracePt t="9129" x="4114800" y="3189288"/>
          <p14:tracePt t="9137" x="4151313" y="3175000"/>
          <p14:tracePt t="9145" x="4214813" y="3160713"/>
          <p14:tracePt t="9153" x="4243388" y="3146425"/>
          <p14:tracePt t="9161" x="4286250" y="3117850"/>
          <p14:tracePt t="9169" x="4322763" y="3109913"/>
          <p14:tracePt t="9177" x="4357688" y="3081338"/>
          <p14:tracePt t="9185" x="4400550" y="3052763"/>
          <p14:tracePt t="9193" x="4429125" y="3024188"/>
          <p14:tracePt t="9201" x="4465638" y="2989263"/>
          <p14:tracePt t="9209" x="4494213" y="2967038"/>
          <p14:tracePt t="9217" x="4514850" y="2946400"/>
          <p14:tracePt t="9225" x="4565650" y="2909888"/>
          <p14:tracePt t="9234" x="4586288" y="2881313"/>
          <p14:tracePt t="9241" x="4621213" y="2846388"/>
          <p14:tracePt t="9249" x="4649788" y="2803525"/>
          <p14:tracePt t="9257" x="4672013" y="2768600"/>
          <p14:tracePt t="9265" x="4692650" y="2732088"/>
          <p14:tracePt t="9273" x="4706938" y="2689225"/>
          <p14:tracePt t="9281" x="4714875" y="2646363"/>
          <p14:tracePt t="9289" x="4721225" y="2611438"/>
          <p14:tracePt t="9297" x="4729163" y="2574925"/>
          <p14:tracePt t="9305" x="4735513" y="2554288"/>
          <p14:tracePt t="9313" x="4735513" y="2525713"/>
          <p14:tracePt t="9321" x="4743450" y="2497138"/>
          <p14:tracePt t="9329" x="4749800" y="2468563"/>
          <p14:tracePt t="9336" x="4749800" y="2432050"/>
          <p14:tracePt t="9345" x="4749800" y="2403475"/>
          <p14:tracePt t="9353" x="4749800" y="2360613"/>
          <p14:tracePt t="9361" x="4749800" y="2332038"/>
          <p14:tracePt t="9369" x="4749800" y="2297113"/>
          <p14:tracePt t="9377" x="4749800" y="2268538"/>
          <p14:tracePt t="9385" x="4749800" y="2239963"/>
          <p14:tracePt t="9393" x="4749800" y="2219325"/>
          <p14:tracePt t="9401" x="4749800" y="2190750"/>
          <p14:tracePt t="9409" x="4729163" y="2162175"/>
          <p14:tracePt t="9417" x="4729163" y="2133600"/>
          <p14:tracePt t="9425" x="4721225" y="2111375"/>
          <p14:tracePt t="9434" x="4721225" y="2097088"/>
          <p14:tracePt t="9441" x="4700588" y="2062163"/>
          <p14:tracePt t="9449" x="4686300" y="2033588"/>
          <p14:tracePt t="9457" x="4664075" y="1997075"/>
          <p14:tracePt t="9465" x="4629150" y="1939925"/>
          <p14:tracePt t="9473" x="4600575" y="1890713"/>
          <p14:tracePt t="9481" x="4565650" y="1854200"/>
          <p14:tracePt t="9489" x="4522788" y="1819275"/>
          <p14:tracePt t="9497" x="4500563" y="1811338"/>
          <p14:tracePt t="9505" x="4457700" y="1782763"/>
          <p14:tracePt t="9513" x="4422775" y="1754188"/>
          <p14:tracePt t="9521" x="4386263" y="1725613"/>
          <p14:tracePt t="9529" x="4365625" y="1712913"/>
          <p14:tracePt t="9537" x="4329113" y="1684338"/>
          <p14:tracePt t="9545" x="4286250" y="1655763"/>
          <p14:tracePt t="9553" x="4265613" y="1641475"/>
          <p14:tracePt t="9561" x="4222750" y="1612900"/>
          <p14:tracePt t="9569" x="4165600" y="1584325"/>
          <p14:tracePt t="9577" x="4114800" y="1547813"/>
          <p14:tracePt t="9585" x="4071938" y="1541463"/>
          <p14:tracePt t="9593" x="4016375" y="1504950"/>
          <p14:tracePt t="9601" x="3965575" y="1490663"/>
          <p14:tracePt t="9609" x="3894138" y="1462088"/>
          <p14:tracePt t="9618" x="3844925" y="1455738"/>
          <p14:tracePt t="9625" x="3787775" y="1433513"/>
          <p14:tracePt t="9634" x="3730625" y="1433513"/>
          <p14:tracePt t="9641" x="3673475" y="1419225"/>
          <p14:tracePt t="9649" x="3594100" y="1419225"/>
          <p14:tracePt t="9657" x="3538538" y="1404938"/>
          <p14:tracePt t="9665" x="3487738" y="1398588"/>
          <p14:tracePt t="9673" x="3416300" y="1390650"/>
          <p14:tracePt t="9681" x="3367088" y="1384300"/>
          <p14:tracePt t="9689" x="3302000" y="1384300"/>
          <p14:tracePt t="9697" x="3238500" y="1384300"/>
          <p14:tracePt t="9705" x="3181350" y="1384300"/>
          <p14:tracePt t="9713" x="3109913" y="1384300"/>
          <p14:tracePt t="9721" x="3046413" y="1384300"/>
          <p14:tracePt t="9729" x="2967038" y="1384300"/>
          <p14:tracePt t="9736" x="2895600" y="1384300"/>
          <p14:tracePt t="9745" x="2809875" y="1384300"/>
          <p14:tracePt t="9753" x="2732088" y="1384300"/>
          <p14:tracePt t="9761" x="2638425" y="1384300"/>
          <p14:tracePt t="9769" x="2560638" y="1404938"/>
          <p14:tracePt t="9777" x="2474913" y="1419225"/>
          <p14:tracePt t="9785" x="2389188" y="1455738"/>
          <p14:tracePt t="9793" x="2297113" y="1484313"/>
          <p14:tracePt t="9801" x="2217738" y="1519238"/>
          <p14:tracePt t="9809" x="2139950" y="1547813"/>
          <p14:tracePt t="9817" x="2074863" y="1576388"/>
          <p14:tracePt t="9825" x="2005013" y="1612900"/>
          <p14:tracePt t="9834" x="1962150" y="1641475"/>
          <p14:tracePt t="9841" x="1905000" y="1676400"/>
          <p14:tracePt t="9849" x="1862138" y="1704975"/>
          <p14:tracePt t="9857" x="1839913" y="1733550"/>
          <p14:tracePt t="9865" x="1804988" y="1754188"/>
          <p14:tracePt t="9873" x="1776413" y="1790700"/>
          <p14:tracePt t="9881" x="1739900" y="1847850"/>
          <p14:tracePt t="9889" x="1711325" y="1876425"/>
          <p14:tracePt t="9902" x="1682750" y="1919288"/>
          <p14:tracePt t="9905" x="1662113" y="1954213"/>
          <p14:tracePt t="9913" x="1625600" y="1997075"/>
          <p14:tracePt t="9921" x="1597025" y="2039938"/>
          <p14:tracePt t="9929" x="1568450" y="2082800"/>
          <p14:tracePt t="9937" x="1547813" y="2125663"/>
          <p14:tracePt t="9945" x="1533525" y="2162175"/>
          <p14:tracePt t="9953" x="1525588" y="2197100"/>
          <p14:tracePt t="9961" x="1525588" y="2219325"/>
          <p14:tracePt t="9969" x="1525588" y="2262188"/>
          <p14:tracePt t="9977" x="1525588" y="2289175"/>
          <p14:tracePt t="9985" x="1525588" y="2317750"/>
          <p14:tracePt t="9993" x="1525588" y="2346325"/>
          <p14:tracePt t="10001" x="1525588" y="2389188"/>
          <p14:tracePt t="10009" x="1525588" y="2432050"/>
          <p14:tracePt t="10018" x="1525588" y="2460625"/>
          <p14:tracePt t="10025" x="1539875" y="2517775"/>
          <p14:tracePt t="10033" x="1547813" y="2546350"/>
          <p14:tracePt t="10041" x="1568450" y="2589213"/>
          <p14:tracePt t="10049" x="1597025" y="2646363"/>
          <p14:tracePt t="10057" x="1619250" y="2689225"/>
          <p14:tracePt t="10065" x="1647825" y="2746375"/>
          <p14:tracePt t="10073" x="1682750" y="2811463"/>
          <p14:tracePt t="10081" x="1704975" y="2854325"/>
          <p14:tracePt t="10089" x="1733550" y="2917825"/>
          <p14:tracePt t="10097" x="1782763" y="2974975"/>
          <p14:tracePt t="10105" x="1839913" y="3046413"/>
          <p14:tracePt t="10112" x="1862138" y="3103563"/>
          <p14:tracePt t="10121" x="1919288" y="3160713"/>
          <p14:tracePt t="10129" x="1947863" y="3189288"/>
          <p14:tracePt t="10137" x="1982788" y="3217863"/>
          <p14:tracePt t="10145" x="2032000" y="3252788"/>
          <p14:tracePt t="10153" x="2089150" y="3309938"/>
          <p14:tracePt t="10161" x="2154238" y="3360738"/>
          <p14:tracePt t="10168" x="2203450" y="3395663"/>
          <p14:tracePt t="10177" x="2282825" y="3444875"/>
          <p14:tracePt t="10184" x="2346325" y="3487738"/>
          <p14:tracePt t="10193" x="2425700" y="3516313"/>
          <p14:tracePt t="10201" x="2489200" y="3530600"/>
          <p14:tracePt t="10209" x="2566988" y="3552825"/>
          <p14:tracePt t="10217" x="2617788" y="3552825"/>
          <p14:tracePt t="10225" x="2674938" y="3559175"/>
          <p14:tracePt t="10233" x="2724150" y="3567113"/>
          <p14:tracePt t="10241" x="2760663" y="3567113"/>
          <p14:tracePt t="10249" x="2789238" y="3581400"/>
          <p14:tracePt t="10257" x="2824163" y="3587750"/>
          <p14:tracePt t="10265" x="2852738" y="3587750"/>
          <p14:tracePt t="10273" x="2874963" y="3587750"/>
          <p14:tracePt t="10281" x="2895600" y="3587750"/>
          <p14:tracePt t="10289" x="2909888" y="3587750"/>
          <p14:tracePt t="10297" x="2924175" y="3587750"/>
          <p14:tracePt t="10305" x="2932113" y="3587750"/>
          <p14:tracePt t="10313" x="2938463" y="3587750"/>
          <p14:tracePt t="10769" x="2952750" y="3587750"/>
          <p14:tracePt t="10777" x="2974975" y="3587750"/>
          <p14:tracePt t="10785" x="3009900" y="3587750"/>
          <p14:tracePt t="10793" x="3046413" y="3587750"/>
          <p14:tracePt t="10801" x="3052763" y="3587750"/>
          <p14:tracePt t="10817" x="3067050" y="3587750"/>
          <p14:tracePt t="10825" x="3073400" y="3587750"/>
          <p14:tracePt t="10834" x="3087688" y="3587750"/>
          <p14:tracePt t="10841" x="3095625" y="3581400"/>
          <p14:tracePt t="10848" x="3130550" y="3567113"/>
          <p14:tracePt t="10857" x="3159125" y="3567113"/>
          <p14:tracePt t="10864" x="3195638" y="3559175"/>
          <p14:tracePt t="10873" x="3244850" y="3559175"/>
          <p14:tracePt t="10881" x="3295650" y="3552825"/>
          <p14:tracePt t="10902" x="3344863" y="3552825"/>
          <p14:tracePt t="10904" x="3373438" y="3552825"/>
          <p14:tracePt t="10913" x="3402013" y="3538538"/>
          <p14:tracePt t="10921" x="3430588" y="3538538"/>
          <p14:tracePt t="10929" x="3444875" y="3538538"/>
          <p14:tracePt t="10937" x="3467100" y="3538538"/>
          <p14:tracePt t="10945" x="3481388" y="3538538"/>
          <p14:tracePt t="10953" x="3487738" y="3538538"/>
          <p14:tracePt t="10969" x="3495675" y="3538538"/>
          <p14:tracePt t="10977" x="3502025" y="3530600"/>
          <p14:tracePt t="10993" x="3509963" y="3530600"/>
          <p14:tracePt t="11001" x="3516313" y="3530600"/>
          <p14:tracePt t="11009" x="3524250" y="3524250"/>
          <p14:tracePt t="11018" x="3530600" y="3516313"/>
          <p14:tracePt t="11025" x="3544888" y="3509963"/>
          <p14:tracePt t="11033" x="3552825" y="3502025"/>
          <p14:tracePt t="11041" x="3565525" y="3487738"/>
          <p14:tracePt t="11049" x="3587750" y="3459163"/>
          <p14:tracePt t="11057" x="3594100" y="3438525"/>
          <p14:tracePt t="11065" x="3594100" y="3395663"/>
          <p14:tracePt t="11073" x="3594100" y="3346450"/>
          <p14:tracePt t="11081" x="3594100" y="3289300"/>
          <p14:tracePt t="11088" x="3594100" y="3224213"/>
          <p14:tracePt t="11097" x="3579813" y="3146425"/>
          <p14:tracePt t="11105" x="3565525" y="3089275"/>
          <p14:tracePt t="11113" x="3524250" y="3024188"/>
          <p14:tracePt t="11121" x="3502025" y="2974975"/>
          <p14:tracePt t="11129" x="3473450" y="2924175"/>
          <p14:tracePt t="11137" x="3438525" y="2874963"/>
          <p14:tracePt t="11145" x="3416300" y="2846388"/>
          <p14:tracePt t="11153" x="3387725" y="2811463"/>
          <p14:tracePt t="11161" x="3367088" y="2789238"/>
          <p14:tracePt t="11169" x="3338513" y="2760663"/>
          <p14:tracePt t="11177" x="3316288" y="2740025"/>
          <p14:tracePt t="11185" x="3295650" y="2732088"/>
          <p14:tracePt t="11193" x="3267075" y="2711450"/>
          <p14:tracePt t="11201" x="3244850" y="2711450"/>
          <p14:tracePt t="11209" x="3230563" y="2703513"/>
          <p14:tracePt t="11217" x="3216275" y="2689225"/>
          <p14:tracePt t="11225" x="3195638" y="2689225"/>
          <p14:tracePt t="11234" x="3187700" y="2689225"/>
          <p14:tracePt t="11241" x="3181350" y="2689225"/>
          <p14:tracePt t="11249" x="3173413" y="2689225"/>
          <p14:tracePt t="11265" x="3167063" y="2689225"/>
          <p14:tracePt t="11465" x="3195638" y="2689225"/>
          <p14:tracePt t="11657" x="3201988" y="2689225"/>
          <p14:tracePt t="11673" x="3209925" y="2689225"/>
          <p14:tracePt t="11681" x="3209925" y="2682875"/>
          <p14:tracePt t="11689" x="3216275" y="2682875"/>
          <p14:tracePt t="11697" x="3244850" y="2682875"/>
          <p14:tracePt t="11705" x="3273425" y="2668588"/>
          <p14:tracePt t="11713" x="3309938" y="2668588"/>
          <p14:tracePt t="11721" x="3359150" y="2660650"/>
          <p14:tracePt t="11729" x="3409950" y="2654300"/>
          <p14:tracePt t="11737" x="3459163" y="2654300"/>
          <p14:tracePt t="11745" x="3524250" y="2654300"/>
          <p14:tracePt t="11753" x="3587750" y="2654300"/>
          <p14:tracePt t="11761" x="3636963" y="2654300"/>
          <p14:tracePt t="11769" x="3716338" y="2654300"/>
          <p14:tracePt t="11777" x="3802063" y="2654300"/>
          <p14:tracePt t="11785" x="3879850" y="2654300"/>
          <p14:tracePt t="11793" x="3965575" y="2654300"/>
          <p14:tracePt t="11801" x="4051300" y="2654300"/>
          <p14:tracePt t="11809" x="4151313" y="2654300"/>
          <p14:tracePt t="11817" x="4229100" y="2654300"/>
          <p14:tracePt t="11825" x="4329113" y="2654300"/>
          <p14:tracePt t="11834" x="4429125" y="2654300"/>
          <p14:tracePt t="11841" x="4543425" y="2654300"/>
          <p14:tracePt t="11849" x="4643438" y="2654300"/>
          <p14:tracePt t="11857" x="4735513" y="2654300"/>
          <p14:tracePt t="11865" x="4829175" y="2654300"/>
          <p14:tracePt t="11873" x="4935538" y="2654300"/>
          <p14:tracePt t="11881" x="5035550" y="2654300"/>
          <p14:tracePt t="11900" x="5235575" y="2654300"/>
          <p14:tracePt t="11905" x="5335588" y="2654300"/>
          <p14:tracePt t="11913" x="5470525" y="2654300"/>
          <p14:tracePt t="11921" x="5619750" y="2654300"/>
          <p14:tracePt t="11929" x="5799138" y="2654300"/>
          <p14:tracePt t="11937" x="5956300" y="2654300"/>
          <p14:tracePt t="11945" x="6111875" y="2654300"/>
          <p14:tracePt t="11953" x="6248400" y="2654300"/>
          <p14:tracePt t="11961" x="6362700" y="2654300"/>
          <p14:tracePt t="11969" x="6448425" y="2654300"/>
          <p14:tracePt t="11977" x="6554788" y="2654300"/>
          <p14:tracePt t="11985" x="6640513" y="2654300"/>
          <p14:tracePt t="11993" x="6704013" y="2654300"/>
          <p14:tracePt t="12001" x="6783388" y="2654300"/>
          <p14:tracePt t="12009" x="6846888" y="2654300"/>
          <p14:tracePt t="12017" x="6926263" y="2654300"/>
          <p14:tracePt t="12025" x="6997700" y="2654300"/>
          <p14:tracePt t="12034" x="7075488" y="2654300"/>
          <p14:tracePt t="12041" x="7167563" y="2654300"/>
          <p14:tracePt t="12049" x="7253288" y="2654300"/>
          <p14:tracePt t="12057" x="7339013" y="2654300"/>
          <p14:tracePt t="12065" x="7424738" y="2654300"/>
          <p14:tracePt t="12073" x="7504113" y="2654300"/>
          <p14:tracePt t="12081" x="7561263" y="2654300"/>
          <p14:tracePt t="12089" x="7618413" y="2654300"/>
          <p14:tracePt t="12097" x="7659688" y="2654300"/>
          <p14:tracePt t="12105" x="7702550" y="2654300"/>
          <p14:tracePt t="12113" x="7739063" y="2654300"/>
          <p14:tracePt t="12121" x="7781925" y="2654300"/>
          <p14:tracePt t="12129" x="7810500" y="2654300"/>
          <p14:tracePt t="12137" x="7839075" y="2654300"/>
          <p14:tracePt t="12145" x="7859713" y="2654300"/>
          <p14:tracePt t="12153" x="7874000" y="2654300"/>
          <p14:tracePt t="12161" x="7888288" y="2654300"/>
          <p14:tracePt t="12169" x="7896225" y="2654300"/>
          <p14:tracePt t="12217" x="7902575" y="2654300"/>
          <p14:tracePt t="12233" x="7916863" y="2640013"/>
          <p14:tracePt t="12257" x="7924800" y="2632075"/>
          <p14:tracePt t="12289" x="7924800" y="2625725"/>
          <p14:tracePt t="12393" x="7931150" y="2611438"/>
          <p14:tracePt t="12401" x="7939088" y="2611438"/>
          <p14:tracePt t="12409" x="7945438" y="2603500"/>
          <p14:tracePt t="12417" x="7959725" y="2597150"/>
          <p14:tracePt t="12425" x="7974013" y="2582863"/>
          <p14:tracePt t="12434" x="7988300" y="2582863"/>
          <p14:tracePt t="12441" x="8002588" y="2560638"/>
          <p14:tracePt t="12449" x="8039100" y="2554288"/>
          <p14:tracePt t="12457" x="8059738" y="2525713"/>
          <p14:tracePt t="12465" x="8081963" y="2511425"/>
          <p14:tracePt t="12473" x="8088313" y="2497138"/>
          <p14:tracePt t="12481" x="8110538" y="2468563"/>
          <p14:tracePt t="12489" x="8116888" y="2446338"/>
          <p14:tracePt t="12497" x="8131175" y="2411413"/>
          <p14:tracePt t="12505" x="8137525" y="2382838"/>
          <p14:tracePt t="12513" x="8145463" y="2339975"/>
          <p14:tracePt t="12521" x="8151813" y="2303463"/>
          <p14:tracePt t="12529" x="8151813" y="2282825"/>
          <p14:tracePt t="12537" x="8151813" y="2254250"/>
          <p14:tracePt t="12545" x="8151813" y="2197100"/>
          <p14:tracePt t="12553" x="8166100" y="2154238"/>
          <p14:tracePt t="12561" x="8174038" y="2105025"/>
          <p14:tracePt t="12568" x="8180388" y="2054225"/>
          <p14:tracePt t="12577" x="8180388" y="2025650"/>
          <p14:tracePt t="12585" x="8180388" y="1976438"/>
          <p14:tracePt t="12593" x="8180388" y="1939925"/>
          <p14:tracePt t="12601" x="8180388" y="1882775"/>
          <p14:tracePt t="12609" x="8180388" y="1839913"/>
          <p14:tracePt t="12618" x="8180388" y="1811338"/>
          <p14:tracePt t="12625" x="8180388" y="1782763"/>
          <p14:tracePt t="12634" x="8180388" y="1754188"/>
          <p14:tracePt t="12641" x="8180388" y="1733550"/>
          <p14:tracePt t="12649" x="8174038" y="1698625"/>
          <p14:tracePt t="12657" x="8166100" y="1662113"/>
          <p14:tracePt t="12665" x="8159750" y="1641475"/>
          <p14:tracePt t="12673" x="8159750" y="1612900"/>
          <p14:tracePt t="12681" x="8137525" y="1576388"/>
          <p14:tracePt t="12689" x="8124825" y="1562100"/>
          <p14:tracePt t="12697" x="8124825" y="1555750"/>
          <p14:tracePt t="12705" x="8116888" y="1541463"/>
          <p14:tracePt t="12713" x="8110538" y="1533525"/>
          <p14:tracePt t="12721" x="8102600" y="1512888"/>
          <p14:tracePt t="12729" x="8081963" y="1498600"/>
          <p14:tracePt t="12736" x="8074025" y="1476375"/>
          <p14:tracePt t="12745" x="8059738" y="1470025"/>
          <p14:tracePt t="12753" x="8045450" y="1455738"/>
          <p14:tracePt t="12761" x="8031163" y="1447800"/>
          <p14:tracePt t="12769" x="8002588" y="1433513"/>
          <p14:tracePt t="12777" x="7967663" y="1419225"/>
          <p14:tracePt t="12785" x="7924800" y="1404938"/>
          <p14:tracePt t="12793" x="7888288" y="1390650"/>
          <p14:tracePt t="12801" x="7853363" y="1376363"/>
          <p14:tracePt t="12809" x="7816850" y="1355725"/>
          <p14:tracePt t="12817" x="7796213" y="1347788"/>
          <p14:tracePt t="12825" x="7745413" y="1341438"/>
          <p14:tracePt t="12834" x="7710488" y="1333500"/>
          <p14:tracePt t="12841" x="7667625" y="1319213"/>
          <p14:tracePt t="12849" x="7631113" y="1319213"/>
          <p14:tracePt t="12857" x="7575550" y="1319213"/>
          <p14:tracePt t="12865" x="7524750" y="1319213"/>
          <p14:tracePt t="12873" x="7475538" y="1319213"/>
          <p14:tracePt t="12881" x="7424738" y="1319213"/>
          <p14:tracePt t="12889" x="7375525" y="1333500"/>
          <p14:tracePt t="12901" x="7324725" y="1355725"/>
          <p14:tracePt t="12905" x="7281863" y="1370013"/>
          <p14:tracePt t="12913" x="7239000" y="1390650"/>
          <p14:tracePt t="12921" x="7210425" y="1404938"/>
          <p14:tracePt t="12929" x="7189788" y="1419225"/>
          <p14:tracePt t="12936" x="7161213" y="1427163"/>
          <p14:tracePt t="12945" x="7146925" y="1433513"/>
          <p14:tracePt t="12953" x="7132638" y="1447800"/>
          <p14:tracePt t="12961" x="7118350" y="1447800"/>
          <p14:tracePt t="12968" x="7104063" y="1462088"/>
          <p14:tracePt t="12977" x="7097713" y="1476375"/>
          <p14:tracePt t="12985" x="7075488" y="1498600"/>
          <p14:tracePt t="12993" x="7069138" y="1519238"/>
          <p14:tracePt t="13001" x="7054850" y="1533525"/>
          <p14:tracePt t="13009" x="7054850" y="1555750"/>
          <p14:tracePt t="13017" x="7046913" y="1562100"/>
          <p14:tracePt t="13025" x="7040563" y="1576388"/>
          <p14:tracePt t="13034" x="7040563" y="1584325"/>
          <p14:tracePt t="13041" x="7032625" y="1598613"/>
          <p14:tracePt t="13049" x="7032625" y="1604963"/>
          <p14:tracePt t="13057" x="7032625" y="1612900"/>
          <p14:tracePt t="13065" x="7032625" y="1627188"/>
          <p14:tracePt t="13073" x="7026275" y="1647825"/>
          <p14:tracePt t="13081" x="7026275" y="1670050"/>
          <p14:tracePt t="13089" x="7026275" y="1690688"/>
          <p14:tracePt t="13097" x="7026275" y="1704975"/>
          <p14:tracePt t="13105" x="7026275" y="1733550"/>
          <p14:tracePt t="13113" x="7026275" y="1739900"/>
          <p14:tracePt t="13121" x="7026275" y="1768475"/>
          <p14:tracePt t="13129" x="7026275" y="1790700"/>
          <p14:tracePt t="13137" x="7026275" y="1819275"/>
          <p14:tracePt t="13145" x="7026275" y="1839913"/>
          <p14:tracePt t="13153" x="7026275" y="1862138"/>
          <p14:tracePt t="13161" x="7026275" y="1876425"/>
          <p14:tracePt t="13169" x="7026275" y="1905000"/>
          <p14:tracePt t="13177" x="7026275" y="1939925"/>
          <p14:tracePt t="13185" x="7026275" y="1982788"/>
          <p14:tracePt t="13193" x="7026275" y="2019300"/>
          <p14:tracePt t="13201" x="7026275" y="2047875"/>
          <p14:tracePt t="13209" x="7026275" y="2068513"/>
          <p14:tracePt t="13217" x="7026275" y="2097088"/>
          <p14:tracePt t="13225" x="7026275" y="2119313"/>
          <p14:tracePt t="13234" x="7032625" y="2139950"/>
          <p14:tracePt t="13241" x="7032625" y="2154238"/>
          <p14:tracePt t="13249" x="7032625" y="2168525"/>
          <p14:tracePt t="13257" x="7040563" y="2176463"/>
          <p14:tracePt t="13265" x="7046913" y="2197100"/>
          <p14:tracePt t="13273" x="7046913" y="2205038"/>
          <p14:tracePt t="13281" x="7054850" y="2219325"/>
          <p14:tracePt t="13289" x="7061200" y="2239963"/>
          <p14:tracePt t="13297" x="7069138" y="2262188"/>
          <p14:tracePt t="13305" x="7075488" y="2289175"/>
          <p14:tracePt t="13313" x="7089775" y="2303463"/>
          <p14:tracePt t="13321" x="7097713" y="2325688"/>
          <p14:tracePt t="13329" x="7104063" y="2332038"/>
          <p14:tracePt t="13336" x="7112000" y="2354263"/>
          <p14:tracePt t="13345" x="7118350" y="2368550"/>
          <p14:tracePt t="13353" x="7132638" y="2382838"/>
          <p14:tracePt t="13361" x="7132638" y="2389188"/>
          <p14:tracePt t="13368" x="7138988" y="2403475"/>
          <p14:tracePt t="13377" x="7153275" y="2417763"/>
          <p14:tracePt t="13385" x="7161213" y="2425700"/>
          <p14:tracePt t="13393" x="7175500" y="2446338"/>
          <p14:tracePt t="13401" x="7189788" y="2460625"/>
          <p14:tracePt t="13409" x="7196138" y="2468563"/>
          <p14:tracePt t="13417" x="7218363" y="2489200"/>
          <p14:tracePt t="13434" x="7239000" y="2503488"/>
          <p14:tracePt t="13441" x="7246938" y="2511425"/>
          <p14:tracePt t="13449" x="7261225" y="2517775"/>
          <p14:tracePt t="13457" x="7281863" y="2532063"/>
          <p14:tracePt t="13465" x="7289800" y="2540000"/>
          <p14:tracePt t="13473" x="7332663" y="2560638"/>
          <p14:tracePt t="13481" x="7346950" y="2560638"/>
          <p14:tracePt t="13489" x="7375525" y="2582863"/>
          <p14:tracePt t="13497" x="7389813" y="2589213"/>
          <p14:tracePt t="13505" x="7418388" y="2603500"/>
          <p14:tracePt t="13513" x="7439025" y="2617788"/>
          <p14:tracePt t="13521" x="7453313" y="2617788"/>
          <p14:tracePt t="13529" x="7475538" y="2625725"/>
          <p14:tracePt t="13537" x="7496175" y="2632075"/>
          <p14:tracePt t="13561" x="7510463" y="2640013"/>
          <p14:tracePt t="13568" x="7518400" y="2640013"/>
          <p14:tracePt t="13577" x="7532688" y="2646363"/>
          <p14:tracePt t="13593" x="7546975" y="2646363"/>
          <p14:tracePt t="13601" x="7567613" y="2646363"/>
          <p14:tracePt t="13609" x="7581900" y="2646363"/>
          <p14:tracePt t="13618" x="7589838" y="2646363"/>
          <p14:tracePt t="13625" x="7604125" y="2646363"/>
          <p14:tracePt t="13634" x="7610475" y="2646363"/>
          <p14:tracePt t="13641" x="7618413" y="2646363"/>
          <p14:tracePt t="13649" x="7631113" y="2646363"/>
          <p14:tracePt t="13665" x="7639050" y="2646363"/>
          <p14:tracePt t="13673" x="7645400" y="2646363"/>
          <p14:tracePt t="13681" x="7659688" y="2646363"/>
          <p14:tracePt t="13689" x="7673975" y="2640013"/>
          <p14:tracePt t="13697" x="7681913" y="2632075"/>
          <p14:tracePt t="13705" x="7696200" y="2617788"/>
          <p14:tracePt t="13713" x="7716838" y="2611438"/>
          <p14:tracePt t="13721" x="7724775" y="2611438"/>
          <p14:tracePt t="13729" x="7739063" y="2589213"/>
          <p14:tracePt t="13737" x="7753350" y="2589213"/>
          <p14:tracePt t="13745" x="7767638" y="2568575"/>
          <p14:tracePt t="13753" x="7781925" y="2554288"/>
          <p14:tracePt t="13761" x="7788275" y="2546350"/>
          <p14:tracePt t="13768" x="7796213" y="2525713"/>
          <p14:tracePt t="13777" x="7816850" y="2503488"/>
          <p14:tracePt t="13785" x="7831138" y="2482850"/>
          <p14:tracePt t="13793" x="7853363" y="2460625"/>
          <p14:tracePt t="13801" x="7867650" y="2446338"/>
          <p14:tracePt t="13809" x="7874000" y="2425700"/>
          <p14:tracePt t="13818" x="7881938" y="2411413"/>
          <p14:tracePt t="13825" x="7896225" y="2389188"/>
          <p14:tracePt t="13834" x="7902575" y="2368550"/>
          <p14:tracePt t="13841" x="7916863" y="2346325"/>
          <p14:tracePt t="13849" x="7916863" y="2332038"/>
          <p14:tracePt t="13857" x="7931150" y="2311400"/>
          <p14:tracePt t="13865" x="7939088" y="2282825"/>
          <p14:tracePt t="13873" x="7945438" y="2262188"/>
          <p14:tracePt t="13881" x="7953375" y="2233613"/>
          <p14:tracePt t="13889" x="7959725" y="2205038"/>
          <p14:tracePt t="13901" x="7967663" y="2190750"/>
          <p14:tracePt t="13904" x="7988300" y="2147888"/>
          <p14:tracePt t="13913" x="7996238" y="2125663"/>
          <p14:tracePt t="13921" x="7996238" y="2097088"/>
          <p14:tracePt t="13929" x="8016875" y="2054225"/>
          <p14:tracePt t="13936" x="8024813" y="2033588"/>
          <p14:tracePt t="13945" x="8031163" y="2011363"/>
          <p14:tracePt t="13953" x="8039100" y="1968500"/>
          <p14:tracePt t="13961" x="8045450" y="1947863"/>
          <p14:tracePt t="13968" x="8059738" y="1905000"/>
          <p14:tracePt t="13977" x="8067675" y="1882775"/>
          <p14:tracePt t="13985" x="8081963" y="1854200"/>
          <p14:tracePt t="13993" x="8088313" y="1819275"/>
          <p14:tracePt t="14001" x="8096250" y="1804988"/>
          <p14:tracePt t="14009" x="8096250" y="1790700"/>
          <p14:tracePt t="14017" x="8096250" y="1768475"/>
          <p14:tracePt t="14025" x="8096250" y="1754188"/>
          <p14:tracePt t="14034" x="8096250" y="1747838"/>
          <p14:tracePt t="14041" x="8096250" y="1733550"/>
          <p14:tracePt t="14049" x="8096250" y="1725613"/>
          <p14:tracePt t="14057" x="8096250" y="1719263"/>
          <p14:tracePt t="14065" x="8096250" y="1712913"/>
          <p14:tracePt t="14073" x="8096250" y="1704975"/>
          <p14:tracePt t="14080" x="8096250" y="1698625"/>
          <p14:tracePt t="14089" x="8096250" y="1684338"/>
          <p14:tracePt t="14113" x="8096250" y="1676400"/>
          <p14:tracePt t="14129" x="8096250" y="1662113"/>
          <p14:tracePt t="14145" x="8096250" y="1655763"/>
          <p14:tracePt t="14161" x="8096250" y="1641475"/>
          <p14:tracePt t="14169" x="8096250" y="1633538"/>
          <p14:tracePt t="14177" x="8096250" y="1619250"/>
          <p14:tracePt t="14185" x="8096250" y="1612900"/>
          <p14:tracePt t="14193" x="8088313" y="1598613"/>
          <p14:tracePt t="14209" x="8088313" y="1590675"/>
          <p14:tracePt t="14217" x="8088313" y="1584325"/>
          <p14:tracePt t="14225" x="8074025" y="1570038"/>
          <p14:tracePt t="14234" x="8074025" y="1562100"/>
          <p14:tracePt t="14241" x="8053388" y="1541463"/>
          <p14:tracePt t="14249" x="8045450" y="1533525"/>
          <p14:tracePt t="14257" x="8024813" y="1519238"/>
          <p14:tracePt t="14265" x="7996238" y="1504950"/>
          <p14:tracePt t="14273" x="7967663" y="1490663"/>
          <p14:tracePt t="14281" x="7939088" y="1476375"/>
          <p14:tracePt t="14289" x="7924800" y="1470025"/>
          <p14:tracePt t="14297" x="7888288" y="1447800"/>
          <p14:tracePt t="14305" x="7867650" y="1441450"/>
          <p14:tracePt t="14313" x="7831138" y="1433513"/>
          <p14:tracePt t="14321" x="7802563" y="1427163"/>
          <p14:tracePt t="14329" x="7753350" y="1412875"/>
          <p14:tracePt t="14336" x="7724775" y="1412875"/>
          <p14:tracePt t="14345" x="7673975" y="1404938"/>
          <p14:tracePt t="14352" x="7624763" y="1404938"/>
          <p14:tracePt t="14361" x="7581900" y="1390650"/>
          <p14:tracePt t="14369" x="7539038" y="1390650"/>
          <p14:tracePt t="14377" x="7475538" y="1390650"/>
          <p14:tracePt t="14385" x="7439025" y="1390650"/>
          <p14:tracePt t="14393" x="7389813" y="1398588"/>
          <p14:tracePt t="14401" x="7353300" y="1419225"/>
          <p14:tracePt t="14409" x="7339013" y="1433513"/>
          <p14:tracePt t="14417" x="7310438" y="1455738"/>
          <p14:tracePt t="14425" x="7289800" y="1484313"/>
          <p14:tracePt t="14434" x="7261225" y="1519238"/>
          <p14:tracePt t="14441" x="7246938" y="1533525"/>
          <p14:tracePt t="14449" x="7224713" y="1555750"/>
          <p14:tracePt t="14457" x="7210425" y="1576388"/>
          <p14:tracePt t="14465" x="7189788" y="1612900"/>
          <p14:tracePt t="14473" x="7181850" y="1627188"/>
          <p14:tracePt t="14481" x="7175500" y="1647825"/>
          <p14:tracePt t="14489" x="7161213" y="1684338"/>
          <p14:tracePt t="14497" x="7153275" y="1712913"/>
          <p14:tracePt t="14505" x="7146925" y="1762125"/>
          <p14:tracePt t="14513" x="7138988" y="1797050"/>
          <p14:tracePt t="14521" x="7132638" y="1839913"/>
          <p14:tracePt t="14529" x="7124700" y="1868488"/>
          <p14:tracePt t="14536" x="7124700" y="1905000"/>
          <p14:tracePt t="14545" x="7124700" y="1939925"/>
          <p14:tracePt t="14552" x="7124700" y="1954213"/>
          <p14:tracePt t="14561" x="7124700" y="1990725"/>
          <p14:tracePt t="14569" x="7124700" y="2019300"/>
          <p14:tracePt t="14577" x="7132638" y="2062163"/>
          <p14:tracePt t="14585" x="7146925" y="2111375"/>
          <p14:tracePt t="14593" x="7161213" y="2147888"/>
          <p14:tracePt t="14601" x="7175500" y="2176463"/>
          <p14:tracePt t="14609" x="7175500" y="2205038"/>
          <p14:tracePt t="14617" x="7196138" y="2239963"/>
          <p14:tracePt t="14625" x="7210425" y="2276475"/>
          <p14:tracePt t="14634" x="7232650" y="2317750"/>
          <p14:tracePt t="14641" x="7239000" y="2346325"/>
          <p14:tracePt t="14649" x="7261225" y="2389188"/>
          <p14:tracePt t="14657" x="7275513" y="2417763"/>
          <p14:tracePt t="14665" x="7289800" y="2454275"/>
          <p14:tracePt t="14673" x="7310438" y="2489200"/>
          <p14:tracePt t="14681" x="7332663" y="2517775"/>
          <p14:tracePt t="14689" x="7361238" y="2574925"/>
          <p14:tracePt t="14697" x="7381875" y="2603500"/>
          <p14:tracePt t="14705" x="7418388" y="2646363"/>
          <p14:tracePt t="14713" x="7446963" y="2682875"/>
          <p14:tracePt t="14722" x="7475538" y="2711450"/>
          <p14:tracePt t="14729" x="7496175" y="2732088"/>
          <p14:tracePt t="14736" x="7524750" y="2754313"/>
          <p14:tracePt t="14745" x="7539038" y="2768600"/>
          <p14:tracePt t="14752" x="7561263" y="2774950"/>
          <p14:tracePt t="14761" x="7575550" y="2782888"/>
          <p14:tracePt t="14768" x="7581900" y="2782888"/>
          <p14:tracePt t="14977" x="7589838" y="2789238"/>
          <p14:tracePt t="14993" x="7596188" y="2797175"/>
          <p14:tracePt t="15009" x="7604125" y="2803525"/>
          <p14:tracePt t="15017" x="7624763" y="2811463"/>
          <p14:tracePt t="15025" x="7639050" y="2825750"/>
          <p14:tracePt t="15033" x="7653338" y="2825750"/>
          <p14:tracePt t="15041" x="7667625" y="2832100"/>
          <p14:tracePt t="15049" x="7681913" y="2840038"/>
          <p14:tracePt t="15057" x="7688263" y="2840038"/>
          <p14:tracePt t="15065" x="7702550" y="2846388"/>
          <p14:tracePt t="15073" x="7710488" y="2846388"/>
          <p14:tracePt t="15081" x="7716838" y="2854325"/>
          <p14:tracePt t="15097" x="7724775" y="2854325"/>
          <p14:tracePt t="15145" x="7731125" y="2854325"/>
          <p14:tracePt t="15153" x="7731125" y="2846388"/>
          <p14:tracePt t="15161" x="7739063" y="2846388"/>
          <p14:tracePt t="15169" x="7753350" y="2832100"/>
          <p14:tracePt t="15185" x="7759700" y="2811463"/>
          <p14:tracePt t="15193" x="7759700" y="2803525"/>
          <p14:tracePt t="15201" x="7759700" y="2782888"/>
          <p14:tracePt t="15209" x="7773988" y="2760663"/>
          <p14:tracePt t="15217" x="7781925" y="2740025"/>
          <p14:tracePt t="15225" x="7788275" y="2717800"/>
          <p14:tracePt t="15234" x="7802563" y="2711450"/>
          <p14:tracePt t="15241" x="7802563" y="2703513"/>
          <p14:tracePt t="15249" x="7810500" y="2697163"/>
          <p14:tracePt t="15257" x="7810500" y="2682875"/>
          <p14:tracePt t="15265" x="7824788" y="2674938"/>
          <p14:tracePt t="15273" x="7824788" y="2668588"/>
          <p14:tracePt t="15281" x="7831138" y="2660650"/>
          <p14:tracePt t="15289" x="7839075" y="2654300"/>
          <p14:tracePt t="15297" x="7853363" y="2646363"/>
          <p14:tracePt t="15305" x="7853363" y="2640013"/>
          <p14:tracePt t="15313" x="7867650" y="2625725"/>
          <p14:tracePt t="15321" x="7881938" y="2617788"/>
          <p14:tracePt t="15329" x="7888288" y="2603500"/>
          <p14:tracePt t="15336" x="7902575" y="2597150"/>
          <p14:tracePt t="15345" x="7902575" y="2582863"/>
          <p14:tracePt t="15352" x="7902575" y="2574925"/>
          <p14:tracePt t="15361" x="7902575" y="2560638"/>
          <p14:tracePt t="15377" x="7902575" y="2546350"/>
          <p14:tracePt t="15385" x="7902575" y="2540000"/>
          <p14:tracePt t="15393" x="7902575" y="2532063"/>
          <p14:tracePt t="15401" x="7902575" y="2517775"/>
          <p14:tracePt t="15409" x="7888288" y="2503488"/>
          <p14:tracePt t="15417" x="7867650" y="2489200"/>
          <p14:tracePt t="15425" x="7845425" y="2474913"/>
          <p14:tracePt t="15434" x="7824788" y="2474913"/>
          <p14:tracePt t="15441" x="7796213" y="2468563"/>
          <p14:tracePt t="15449" x="7773988" y="2468563"/>
          <p14:tracePt t="15457" x="7753350" y="2468563"/>
          <p14:tracePt t="15465" x="7739063" y="2468563"/>
          <p14:tracePt t="15473" x="7731125" y="2468563"/>
          <p14:tracePt t="15481" x="7716838" y="2468563"/>
          <p14:tracePt t="15497" x="7710488" y="2468563"/>
          <p14:tracePt t="15513" x="7702550" y="2468563"/>
          <p14:tracePt t="15521" x="7688263" y="2474913"/>
          <p14:tracePt t="15529" x="7681913" y="2489200"/>
          <p14:tracePt t="15536" x="7673975" y="2503488"/>
          <p14:tracePt t="15545" x="7659688" y="2517775"/>
          <p14:tracePt t="15552" x="7653338" y="2532063"/>
          <p14:tracePt t="15561" x="7645400" y="2546350"/>
          <p14:tracePt t="15569" x="7639050" y="2560638"/>
          <p14:tracePt t="15577" x="7631113" y="2568575"/>
          <p14:tracePt t="15585" x="7631113" y="2574925"/>
          <p14:tracePt t="15593" x="7624763" y="2597150"/>
          <p14:tracePt t="15609" x="7624763" y="2617788"/>
          <p14:tracePt t="15625" x="7624763" y="2632075"/>
          <p14:tracePt t="15634" x="7624763" y="2646363"/>
          <p14:tracePt t="15641" x="7624763" y="2668588"/>
          <p14:tracePt t="15649" x="7624763" y="2674938"/>
          <p14:tracePt t="15657" x="7624763" y="2689225"/>
          <p14:tracePt t="15665" x="7624763" y="2703513"/>
          <p14:tracePt t="15673" x="7624763" y="2717800"/>
          <p14:tracePt t="15681" x="7624763" y="2732088"/>
          <p14:tracePt t="15689" x="7631113" y="2740025"/>
          <p14:tracePt t="15697" x="7639050" y="2754313"/>
          <p14:tracePt t="15705" x="7645400" y="2760663"/>
          <p14:tracePt t="15713" x="7653338" y="2774950"/>
          <p14:tracePt t="15721" x="7659688" y="2782888"/>
          <p14:tracePt t="15736" x="7667625" y="2789238"/>
          <p14:tracePt t="15905" x="7667625" y="2797175"/>
          <p14:tracePt t="15921" x="7667625" y="2803525"/>
          <p14:tracePt t="16129" x="7659688" y="2803525"/>
          <p14:tracePt t="16161" x="7645400" y="2803525"/>
          <p14:tracePt t="16169" x="7631113" y="2803525"/>
          <p14:tracePt t="16177" x="7610475" y="2803525"/>
          <p14:tracePt t="16185" x="7589838" y="2803525"/>
          <p14:tracePt t="16193" x="7575550" y="2803525"/>
          <p14:tracePt t="16200" x="7553325" y="2803525"/>
          <p14:tracePt t="16209" x="7524750" y="2803525"/>
          <p14:tracePt t="16218" x="7504113" y="2803525"/>
          <p14:tracePt t="16225" x="7467600" y="2803525"/>
          <p14:tracePt t="16233" x="7410450" y="2817813"/>
          <p14:tracePt t="16241" x="7353300" y="2825750"/>
          <p14:tracePt t="16249" x="7281863" y="2846388"/>
          <p14:tracePt t="16257" x="7204075" y="2867025"/>
          <p14:tracePt t="16265" x="7118350" y="2895600"/>
          <p14:tracePt t="16273" x="7018338" y="2924175"/>
          <p14:tracePt t="16281" x="6918325" y="2952750"/>
          <p14:tracePt t="16289" x="6826250" y="2981325"/>
          <p14:tracePt t="16297" x="6726238" y="3003550"/>
          <p14:tracePt t="16305" x="6632575" y="3038475"/>
          <p14:tracePt t="16313" x="6491288" y="3074988"/>
          <p14:tracePt t="16321" x="6348413" y="3095625"/>
          <p14:tracePt t="16329" x="6176963" y="3138488"/>
          <p14:tracePt t="16337" x="5984875" y="3175000"/>
          <p14:tracePt t="16345" x="5727700" y="3195638"/>
          <p14:tracePt t="16353" x="5521325" y="3232150"/>
          <p14:tracePt t="16361" x="5299075" y="3252788"/>
          <p14:tracePt t="16369" x="5078413" y="3289300"/>
          <p14:tracePt t="16377" x="4929188" y="3309938"/>
          <p14:tracePt t="16385" x="4764088" y="3338513"/>
          <p14:tracePt t="16393" x="4543425" y="3360738"/>
          <p14:tracePt t="16401" x="4400550" y="3375025"/>
          <p14:tracePt t="16409" x="4222750" y="3375025"/>
          <p14:tracePt t="16417" x="4051300" y="3375025"/>
          <p14:tracePt t="16424" x="3894138" y="3375025"/>
          <p14:tracePt t="16434" x="3759200" y="3375025"/>
          <p14:tracePt t="16441" x="3636963" y="3375025"/>
          <p14:tracePt t="16449" x="3502025" y="3375025"/>
          <p14:tracePt t="16457" x="3344863" y="3375025"/>
          <p14:tracePt t="16465" x="3209925" y="3375025"/>
          <p14:tracePt t="16473" x="3017838" y="3375025"/>
          <p14:tracePt t="16481" x="2746375" y="3375025"/>
          <p14:tracePt t="16489" x="2566988" y="3375025"/>
          <p14:tracePt t="16497" x="2297113" y="3375025"/>
          <p14:tracePt t="16505" x="2025650" y="3375025"/>
          <p14:tracePt t="16513" x="1733550" y="3375025"/>
          <p14:tracePt t="16521" x="1462088" y="3375025"/>
          <p14:tracePt t="16529" x="1219200" y="3346450"/>
          <p14:tracePt t="16537" x="977900" y="3309938"/>
          <p14:tracePt t="16545" x="755650" y="3275013"/>
          <p14:tracePt t="16553" x="534988" y="3246438"/>
          <p14:tracePt t="16561" x="385763" y="3217863"/>
          <p14:tracePt t="16569" x="206375" y="3160713"/>
          <p14:tracePt t="16577" x="49213" y="3124200"/>
        </p14:tracePtLst>
      </p14:laserTraceLst>
    </p:ext>
  </p:extLs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3" name="Google Shape;823;p43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Machine Information</a:t>
            </a:r>
            <a:endParaRPr/>
          </a:p>
        </p:txBody>
      </p:sp>
      <p:sp>
        <p:nvSpPr>
          <p:cNvPr id="824" name="Google Shape;824;p43"/>
          <p:cNvSpPr txBox="1">
            <a:spLocks noGrp="1"/>
          </p:cNvSpPr>
          <p:nvPr>
            <p:ph type="subTitle" idx="1"/>
          </p:nvPr>
        </p:nvSpPr>
        <p:spPr>
          <a:xfrm>
            <a:off x="2249850" y="606800"/>
            <a:ext cx="4644300" cy="24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Data Structures</a:t>
            </a:r>
            <a:endParaRPr/>
          </a:p>
        </p:txBody>
      </p:sp>
      <p:sp>
        <p:nvSpPr>
          <p:cNvPr id="825" name="Google Shape;825;p43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17</a:t>
            </a:fld>
            <a:endParaRPr/>
          </a:p>
        </p:txBody>
      </p:sp>
      <p:graphicFrame>
        <p:nvGraphicFramePr>
          <p:cNvPr id="826" name="Google Shape;826;p43"/>
          <p:cNvGraphicFramePr/>
          <p:nvPr/>
        </p:nvGraphicFramePr>
        <p:xfrm>
          <a:off x="125900" y="1029575"/>
          <a:ext cx="6750400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9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907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907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907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907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9072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good_produced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init_yield_rate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ln_yield_rate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em_yield_rate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-0.3466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-0.2554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-0.3466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-0.2554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0.7746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0.6667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-0.4054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0.6667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27" name="Google Shape;827;p43"/>
          <p:cNvSpPr txBox="1"/>
          <p:nvPr/>
        </p:nvSpPr>
        <p:spPr>
          <a:xfrm>
            <a:off x="86100" y="3001150"/>
            <a:ext cx="4403400" cy="14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Machine’s Information is a data structure to store the stat of each machine. </a:t>
            </a: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Columns values are calculated and stored one by one</a:t>
            </a: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machine_name is provided from “OneHot Batch Machine Usage” columns</a:t>
            </a:r>
            <a:endParaRPr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828" name="Google Shape;828;p43"/>
          <p:cNvSpPr/>
          <p:nvPr/>
        </p:nvSpPr>
        <p:spPr>
          <a:xfrm>
            <a:off x="2848450" y="2676550"/>
            <a:ext cx="1610100" cy="324600"/>
          </a:xfrm>
          <a:prstGeom prst="rect">
            <a:avLst/>
          </a:prstGeom>
          <a:solidFill>
            <a:srgbClr val="1695A4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Machine Information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29" name="Google Shape;829;p43"/>
          <p:cNvSpPr/>
          <p:nvPr/>
        </p:nvSpPr>
        <p:spPr>
          <a:xfrm>
            <a:off x="4875440" y="2676550"/>
            <a:ext cx="12600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Machine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0" name="Google Shape;830;p43"/>
          <p:cNvSpPr/>
          <p:nvPr/>
        </p:nvSpPr>
        <p:spPr>
          <a:xfrm>
            <a:off x="6558375" y="2676550"/>
            <a:ext cx="24117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Machine Good Pieces Produced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1" name="Google Shape;831;p43"/>
          <p:cNvSpPr/>
          <p:nvPr/>
        </p:nvSpPr>
        <p:spPr>
          <a:xfrm>
            <a:off x="6558375" y="3165450"/>
            <a:ext cx="24117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Machine’s Initial Yield Rate 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2" name="Google Shape;832;p43"/>
          <p:cNvSpPr/>
          <p:nvPr/>
        </p:nvSpPr>
        <p:spPr>
          <a:xfrm>
            <a:off x="6558375" y="3654350"/>
            <a:ext cx="2411700" cy="4401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Natural Log ( ln ) of Machine Yield Rate</a:t>
            </a:r>
            <a:endParaRPr>
              <a:solidFill>
                <a:schemeClr val="lt1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33" name="Google Shape;833;p43"/>
          <p:cNvSpPr/>
          <p:nvPr/>
        </p:nvSpPr>
        <p:spPr>
          <a:xfrm>
            <a:off x="6558375" y="4258750"/>
            <a:ext cx="2411700" cy="324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EM Result of </a:t>
            </a: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Machine </a:t>
            </a:r>
            <a:r>
              <a:rPr lang="en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Yield Rate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34" name="Google Shape;834;p43"/>
          <p:cNvCxnSpPr>
            <a:stCxn id="828" idx="3"/>
            <a:endCxn id="829" idx="1"/>
          </p:cNvCxnSpPr>
          <p:nvPr/>
        </p:nvCxnSpPr>
        <p:spPr>
          <a:xfrm>
            <a:off x="4458550" y="2838850"/>
            <a:ext cx="417000" cy="600"/>
          </a:xfrm>
          <a:prstGeom prst="bentConnector3">
            <a:avLst>
              <a:gd name="adj1" fmla="val 4998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5" name="Google Shape;835;p43"/>
          <p:cNvCxnSpPr>
            <a:stCxn id="829" idx="3"/>
            <a:endCxn id="830" idx="1"/>
          </p:cNvCxnSpPr>
          <p:nvPr/>
        </p:nvCxnSpPr>
        <p:spPr>
          <a:xfrm>
            <a:off x="6135440" y="2838850"/>
            <a:ext cx="423000" cy="6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6" name="Google Shape;836;p43"/>
          <p:cNvCxnSpPr>
            <a:stCxn id="829" idx="3"/>
            <a:endCxn id="831" idx="1"/>
          </p:cNvCxnSpPr>
          <p:nvPr/>
        </p:nvCxnSpPr>
        <p:spPr>
          <a:xfrm>
            <a:off x="6135440" y="2838850"/>
            <a:ext cx="423000" cy="4890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7" name="Google Shape;837;p43"/>
          <p:cNvCxnSpPr>
            <a:stCxn id="829" idx="3"/>
            <a:endCxn id="832" idx="1"/>
          </p:cNvCxnSpPr>
          <p:nvPr/>
        </p:nvCxnSpPr>
        <p:spPr>
          <a:xfrm>
            <a:off x="6135440" y="2838850"/>
            <a:ext cx="423000" cy="10356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38" name="Google Shape;838;p43"/>
          <p:cNvCxnSpPr>
            <a:stCxn id="829" idx="3"/>
            <a:endCxn id="833" idx="1"/>
          </p:cNvCxnSpPr>
          <p:nvPr/>
        </p:nvCxnSpPr>
        <p:spPr>
          <a:xfrm>
            <a:off x="6135440" y="2838850"/>
            <a:ext cx="423000" cy="1582200"/>
          </a:xfrm>
          <a:prstGeom prst="bentConnector3">
            <a:avLst>
              <a:gd name="adj1" fmla="val 49992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839" name="Google Shape;839;p43"/>
          <p:cNvSpPr/>
          <p:nvPr/>
        </p:nvSpPr>
        <p:spPr>
          <a:xfrm>
            <a:off x="4875440" y="3165400"/>
            <a:ext cx="12600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Machine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40" name="Google Shape;840;p43"/>
          <p:cNvSpPr/>
          <p:nvPr/>
        </p:nvSpPr>
        <p:spPr>
          <a:xfrm>
            <a:off x="4875375" y="3654250"/>
            <a:ext cx="1260000" cy="324600"/>
          </a:xfrm>
          <a:prstGeom prst="rect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lt1"/>
                </a:solidFill>
                <a:latin typeface="Dosis"/>
                <a:ea typeface="Dosis"/>
                <a:cs typeface="Dosis"/>
                <a:sym typeface="Dosis"/>
              </a:rPr>
              <a:t>Machine Name</a:t>
            </a:r>
            <a:endParaRPr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41" name="Google Shape;841;p43"/>
          <p:cNvCxnSpPr>
            <a:stCxn id="828" idx="3"/>
            <a:endCxn id="839" idx="1"/>
          </p:cNvCxnSpPr>
          <p:nvPr/>
        </p:nvCxnSpPr>
        <p:spPr>
          <a:xfrm>
            <a:off x="4458550" y="2838850"/>
            <a:ext cx="417000" cy="489000"/>
          </a:xfrm>
          <a:prstGeom prst="bentConnector3">
            <a:avLst>
              <a:gd name="adj1" fmla="val 49987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842" name="Google Shape;842;p43"/>
          <p:cNvCxnSpPr>
            <a:stCxn id="828" idx="3"/>
            <a:endCxn id="840" idx="1"/>
          </p:cNvCxnSpPr>
          <p:nvPr/>
        </p:nvCxnSpPr>
        <p:spPr>
          <a:xfrm>
            <a:off x="4458550" y="2838850"/>
            <a:ext cx="416700" cy="977700"/>
          </a:xfrm>
          <a:prstGeom prst="bentConnector3">
            <a:avLst>
              <a:gd name="adj1" fmla="val 50015"/>
            </a:avLst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843" name="Google Shape;843;p43"/>
          <p:cNvGrpSpPr/>
          <p:nvPr/>
        </p:nvGrpSpPr>
        <p:grpSpPr>
          <a:xfrm>
            <a:off x="195247" y="4508238"/>
            <a:ext cx="582707" cy="586117"/>
            <a:chOff x="3923025" y="1442025"/>
            <a:chExt cx="582707" cy="586117"/>
          </a:xfrm>
        </p:grpSpPr>
        <p:sp>
          <p:nvSpPr>
            <p:cNvPr id="844" name="Google Shape;844;p43"/>
            <p:cNvSpPr/>
            <p:nvPr/>
          </p:nvSpPr>
          <p:spPr>
            <a:xfrm>
              <a:off x="3933032" y="1455442"/>
              <a:ext cx="572700" cy="572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45" name="Google Shape;845;p43"/>
            <p:cNvSpPr/>
            <p:nvPr/>
          </p:nvSpPr>
          <p:spPr>
            <a:xfrm>
              <a:off x="3923025" y="1442025"/>
              <a:ext cx="548700" cy="548700"/>
            </a:xfrm>
            <a:prstGeom prst="ellipse">
              <a:avLst/>
            </a:prstGeom>
            <a:solidFill>
              <a:schemeClr val="accent4"/>
            </a:solidFill>
            <a:ln>
              <a:noFill/>
            </a:ln>
          </p:spPr>
          <p:txBody>
            <a:bodyPr spcFirstLastPara="1" wrap="square" lIns="0" tIns="0" rIns="0" bIns="0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sz="24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846" name="Google Shape;846;p43"/>
          <p:cNvSpPr txBox="1"/>
          <p:nvPr/>
        </p:nvSpPr>
        <p:spPr>
          <a:xfrm>
            <a:off x="777950" y="4556800"/>
            <a:ext cx="3615600" cy="48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Type: 2D Array as Python‘s Dataframe</a:t>
            </a:r>
            <a:endParaRPr/>
          </a:p>
        </p:txBody>
      </p:sp>
      <p:sp>
        <p:nvSpPr>
          <p:cNvPr id="847" name="Google Shape;847;p43"/>
          <p:cNvSpPr/>
          <p:nvPr/>
        </p:nvSpPr>
        <p:spPr>
          <a:xfrm>
            <a:off x="311700" y="4659538"/>
            <a:ext cx="349800" cy="283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79097" y="66614"/>
                </a:moveTo>
                <a:lnTo>
                  <a:pt x="100950" y="66614"/>
                </a:lnTo>
                <a:cubicBezTo>
                  <a:pt x="102594" y="66614"/>
                  <a:pt x="103658" y="65314"/>
                  <a:pt x="103658" y="63307"/>
                </a:cubicBezTo>
                <a:cubicBezTo>
                  <a:pt x="103658" y="61299"/>
                  <a:pt x="102594" y="60000"/>
                  <a:pt x="100950" y="60000"/>
                </a:cubicBezTo>
                <a:lnTo>
                  <a:pt x="79097" y="60000"/>
                </a:lnTo>
                <a:cubicBezTo>
                  <a:pt x="77453" y="60000"/>
                  <a:pt x="76390" y="61299"/>
                  <a:pt x="76390" y="63307"/>
                </a:cubicBezTo>
                <a:cubicBezTo>
                  <a:pt x="76390" y="65314"/>
                  <a:pt x="77453" y="66614"/>
                  <a:pt x="79097" y="66614"/>
                </a:cubicBezTo>
                <a:close/>
                <a:moveTo>
                  <a:pt x="79097" y="53385"/>
                </a:moveTo>
                <a:lnTo>
                  <a:pt x="90024" y="53385"/>
                </a:lnTo>
                <a:cubicBezTo>
                  <a:pt x="91668" y="53385"/>
                  <a:pt x="92731" y="51968"/>
                  <a:pt x="92731" y="49960"/>
                </a:cubicBezTo>
                <a:cubicBezTo>
                  <a:pt x="92731" y="47952"/>
                  <a:pt x="91668" y="46653"/>
                  <a:pt x="90024" y="46653"/>
                </a:cubicBezTo>
                <a:lnTo>
                  <a:pt x="79097" y="46653"/>
                </a:lnTo>
                <a:cubicBezTo>
                  <a:pt x="77453" y="46653"/>
                  <a:pt x="76390" y="47952"/>
                  <a:pt x="76390" y="49960"/>
                </a:cubicBezTo>
                <a:cubicBezTo>
                  <a:pt x="76390" y="51968"/>
                  <a:pt x="77453" y="53385"/>
                  <a:pt x="79097" y="53385"/>
                </a:cubicBezTo>
                <a:close/>
                <a:moveTo>
                  <a:pt x="79097" y="79960"/>
                </a:moveTo>
                <a:lnTo>
                  <a:pt x="90024" y="79960"/>
                </a:lnTo>
                <a:cubicBezTo>
                  <a:pt x="91668" y="79960"/>
                  <a:pt x="92731" y="78661"/>
                  <a:pt x="92731" y="76653"/>
                </a:cubicBezTo>
                <a:cubicBezTo>
                  <a:pt x="92731" y="74645"/>
                  <a:pt x="91668" y="73346"/>
                  <a:pt x="90024" y="73346"/>
                </a:cubicBezTo>
                <a:lnTo>
                  <a:pt x="79097" y="73346"/>
                </a:lnTo>
                <a:cubicBezTo>
                  <a:pt x="77453" y="73346"/>
                  <a:pt x="76390" y="74645"/>
                  <a:pt x="76390" y="76653"/>
                </a:cubicBezTo>
                <a:cubicBezTo>
                  <a:pt x="76390" y="78661"/>
                  <a:pt x="77453" y="79960"/>
                  <a:pt x="79097" y="79960"/>
                </a:cubicBezTo>
                <a:close/>
                <a:moveTo>
                  <a:pt x="13634" y="86692"/>
                </a:moveTo>
                <a:lnTo>
                  <a:pt x="5414" y="86692"/>
                </a:lnTo>
                <a:lnTo>
                  <a:pt x="5414" y="6614"/>
                </a:lnTo>
                <a:lnTo>
                  <a:pt x="92731" y="6614"/>
                </a:lnTo>
                <a:lnTo>
                  <a:pt x="92731" y="16653"/>
                </a:lnTo>
                <a:cubicBezTo>
                  <a:pt x="92731" y="18661"/>
                  <a:pt x="93795" y="19960"/>
                  <a:pt x="95439" y="19960"/>
                </a:cubicBezTo>
                <a:cubicBezTo>
                  <a:pt x="97082" y="19960"/>
                  <a:pt x="98243" y="18661"/>
                  <a:pt x="98243" y="16653"/>
                </a:cubicBezTo>
                <a:lnTo>
                  <a:pt x="98243" y="6614"/>
                </a:lnTo>
                <a:cubicBezTo>
                  <a:pt x="98243" y="2952"/>
                  <a:pt x="95729" y="0"/>
                  <a:pt x="92731" y="0"/>
                </a:cubicBezTo>
                <a:lnTo>
                  <a:pt x="5414" y="0"/>
                </a:lnTo>
                <a:cubicBezTo>
                  <a:pt x="2417" y="0"/>
                  <a:pt x="0" y="2952"/>
                  <a:pt x="0" y="6614"/>
                </a:cubicBezTo>
                <a:lnTo>
                  <a:pt x="0" y="86692"/>
                </a:lnTo>
                <a:cubicBezTo>
                  <a:pt x="0" y="90354"/>
                  <a:pt x="2417" y="93307"/>
                  <a:pt x="5414" y="93307"/>
                </a:cubicBezTo>
                <a:lnTo>
                  <a:pt x="13634" y="93307"/>
                </a:lnTo>
                <a:cubicBezTo>
                  <a:pt x="15278" y="93307"/>
                  <a:pt x="16341" y="92007"/>
                  <a:pt x="16341" y="90000"/>
                </a:cubicBezTo>
                <a:cubicBezTo>
                  <a:pt x="16341" y="87992"/>
                  <a:pt x="15278" y="86692"/>
                  <a:pt x="13634" y="86692"/>
                </a:cubicBezTo>
                <a:close/>
                <a:moveTo>
                  <a:pt x="40902" y="79960"/>
                </a:moveTo>
                <a:lnTo>
                  <a:pt x="62755" y="79960"/>
                </a:lnTo>
                <a:cubicBezTo>
                  <a:pt x="64399" y="79960"/>
                  <a:pt x="65463" y="78661"/>
                  <a:pt x="65463" y="76653"/>
                </a:cubicBezTo>
                <a:cubicBezTo>
                  <a:pt x="65463" y="74645"/>
                  <a:pt x="64399" y="73346"/>
                  <a:pt x="62755" y="73346"/>
                </a:cubicBezTo>
                <a:lnTo>
                  <a:pt x="40902" y="73346"/>
                </a:lnTo>
                <a:cubicBezTo>
                  <a:pt x="39258" y="73346"/>
                  <a:pt x="38195" y="74645"/>
                  <a:pt x="38195" y="76653"/>
                </a:cubicBezTo>
                <a:cubicBezTo>
                  <a:pt x="38195" y="78661"/>
                  <a:pt x="39258" y="79960"/>
                  <a:pt x="40902" y="79960"/>
                </a:cubicBezTo>
                <a:close/>
                <a:moveTo>
                  <a:pt x="114585" y="26692"/>
                </a:moveTo>
                <a:lnTo>
                  <a:pt x="27268" y="26692"/>
                </a:lnTo>
                <a:cubicBezTo>
                  <a:pt x="24270" y="26692"/>
                  <a:pt x="21756" y="29645"/>
                  <a:pt x="21756" y="33307"/>
                </a:cubicBezTo>
                <a:lnTo>
                  <a:pt x="21756" y="113385"/>
                </a:lnTo>
                <a:cubicBezTo>
                  <a:pt x="21756" y="117047"/>
                  <a:pt x="24270" y="120000"/>
                  <a:pt x="27268" y="120000"/>
                </a:cubicBezTo>
                <a:lnTo>
                  <a:pt x="114585" y="120000"/>
                </a:lnTo>
                <a:cubicBezTo>
                  <a:pt x="117582" y="120000"/>
                  <a:pt x="120000" y="117047"/>
                  <a:pt x="120000" y="113385"/>
                </a:cubicBezTo>
                <a:lnTo>
                  <a:pt x="120000" y="33307"/>
                </a:lnTo>
                <a:cubicBezTo>
                  <a:pt x="120000" y="29645"/>
                  <a:pt x="117582" y="26692"/>
                  <a:pt x="114585" y="26692"/>
                </a:cubicBezTo>
                <a:close/>
                <a:moveTo>
                  <a:pt x="114585" y="113385"/>
                </a:moveTo>
                <a:lnTo>
                  <a:pt x="92731" y="113385"/>
                </a:lnTo>
                <a:lnTo>
                  <a:pt x="92731" y="106653"/>
                </a:lnTo>
                <a:lnTo>
                  <a:pt x="95439" y="106653"/>
                </a:lnTo>
                <a:cubicBezTo>
                  <a:pt x="97082" y="106653"/>
                  <a:pt x="98243" y="105354"/>
                  <a:pt x="98243" y="103346"/>
                </a:cubicBezTo>
                <a:cubicBezTo>
                  <a:pt x="98243" y="101338"/>
                  <a:pt x="97082" y="100039"/>
                  <a:pt x="95439" y="100039"/>
                </a:cubicBezTo>
                <a:lnTo>
                  <a:pt x="84512" y="100039"/>
                </a:lnTo>
                <a:cubicBezTo>
                  <a:pt x="82965" y="100039"/>
                  <a:pt x="81804" y="101338"/>
                  <a:pt x="81804" y="103346"/>
                </a:cubicBezTo>
                <a:cubicBezTo>
                  <a:pt x="81804" y="105354"/>
                  <a:pt x="82965" y="106653"/>
                  <a:pt x="84512" y="106653"/>
                </a:cubicBezTo>
                <a:lnTo>
                  <a:pt x="87316" y="106653"/>
                </a:lnTo>
                <a:lnTo>
                  <a:pt x="87316" y="113385"/>
                </a:lnTo>
                <a:lnTo>
                  <a:pt x="54536" y="113385"/>
                </a:lnTo>
                <a:lnTo>
                  <a:pt x="54536" y="106653"/>
                </a:lnTo>
                <a:lnTo>
                  <a:pt x="57244" y="106653"/>
                </a:lnTo>
                <a:cubicBezTo>
                  <a:pt x="58887" y="106653"/>
                  <a:pt x="59951" y="105354"/>
                  <a:pt x="59951" y="103346"/>
                </a:cubicBezTo>
                <a:cubicBezTo>
                  <a:pt x="59951" y="101338"/>
                  <a:pt x="58887" y="100039"/>
                  <a:pt x="57244" y="100039"/>
                </a:cubicBezTo>
                <a:lnTo>
                  <a:pt x="46317" y="100039"/>
                </a:lnTo>
                <a:cubicBezTo>
                  <a:pt x="44673" y="100039"/>
                  <a:pt x="43609" y="101338"/>
                  <a:pt x="43609" y="103346"/>
                </a:cubicBezTo>
                <a:cubicBezTo>
                  <a:pt x="43609" y="105354"/>
                  <a:pt x="44673" y="106653"/>
                  <a:pt x="46317" y="106653"/>
                </a:cubicBezTo>
                <a:lnTo>
                  <a:pt x="49121" y="106653"/>
                </a:lnTo>
                <a:lnTo>
                  <a:pt x="49121" y="113385"/>
                </a:lnTo>
                <a:lnTo>
                  <a:pt x="27268" y="113385"/>
                </a:lnTo>
                <a:lnTo>
                  <a:pt x="27268" y="33307"/>
                </a:lnTo>
                <a:lnTo>
                  <a:pt x="114585" y="33307"/>
                </a:lnTo>
                <a:lnTo>
                  <a:pt x="114585" y="113385"/>
                </a:lnTo>
                <a:close/>
                <a:moveTo>
                  <a:pt x="40902" y="66614"/>
                </a:moveTo>
                <a:lnTo>
                  <a:pt x="51829" y="66614"/>
                </a:lnTo>
                <a:cubicBezTo>
                  <a:pt x="53473" y="66614"/>
                  <a:pt x="54536" y="65314"/>
                  <a:pt x="54536" y="63307"/>
                </a:cubicBezTo>
                <a:cubicBezTo>
                  <a:pt x="54536" y="61299"/>
                  <a:pt x="53473" y="60000"/>
                  <a:pt x="51829" y="60000"/>
                </a:cubicBezTo>
                <a:lnTo>
                  <a:pt x="40902" y="60000"/>
                </a:lnTo>
                <a:cubicBezTo>
                  <a:pt x="39258" y="60000"/>
                  <a:pt x="38195" y="61299"/>
                  <a:pt x="38195" y="63307"/>
                </a:cubicBezTo>
                <a:cubicBezTo>
                  <a:pt x="38195" y="65314"/>
                  <a:pt x="39258" y="66614"/>
                  <a:pt x="40902" y="66614"/>
                </a:cubicBezTo>
                <a:close/>
                <a:moveTo>
                  <a:pt x="40902" y="53385"/>
                </a:moveTo>
                <a:lnTo>
                  <a:pt x="62755" y="53385"/>
                </a:lnTo>
                <a:cubicBezTo>
                  <a:pt x="64399" y="53385"/>
                  <a:pt x="65463" y="51968"/>
                  <a:pt x="65463" y="49960"/>
                </a:cubicBezTo>
                <a:cubicBezTo>
                  <a:pt x="65463" y="47952"/>
                  <a:pt x="64399" y="46653"/>
                  <a:pt x="62755" y="46653"/>
                </a:cubicBezTo>
                <a:lnTo>
                  <a:pt x="40902" y="46653"/>
                </a:lnTo>
                <a:cubicBezTo>
                  <a:pt x="39258" y="46653"/>
                  <a:pt x="38195" y="47952"/>
                  <a:pt x="38195" y="49960"/>
                </a:cubicBezTo>
                <a:cubicBezTo>
                  <a:pt x="38195" y="51968"/>
                  <a:pt x="39258" y="53385"/>
                  <a:pt x="40902" y="53385"/>
                </a:cubicBezTo>
                <a:close/>
              </a:path>
            </a:pathLst>
          </a:custGeom>
          <a:solidFill>
            <a:srgbClr val="FFFFFF"/>
          </a:solidFill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848" name="Google Shape;848;p43"/>
          <p:cNvSpPr/>
          <p:nvPr/>
        </p:nvSpPr>
        <p:spPr>
          <a:xfrm>
            <a:off x="4294850" y="1017675"/>
            <a:ext cx="2558100" cy="1572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9" name="Google Shape;849;p43"/>
          <p:cNvSpPr txBox="1"/>
          <p:nvPr/>
        </p:nvSpPr>
        <p:spPr>
          <a:xfrm>
            <a:off x="7051800" y="1072700"/>
            <a:ext cx="2092200" cy="103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First, it is same as </a:t>
            </a: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init_yield_rate</a:t>
            </a: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 Then, updated in </a:t>
            </a: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each </a:t>
            </a: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EM iteration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850" name="Google Shape;850;p43"/>
          <p:cNvCxnSpPr/>
          <p:nvPr/>
        </p:nvCxnSpPr>
        <p:spPr>
          <a:xfrm rot="10800000" flipH="1">
            <a:off x="6876225" y="2052275"/>
            <a:ext cx="735600" cy="1566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51" name="Google Shape;851;p43"/>
          <p:cNvSpPr/>
          <p:nvPr/>
        </p:nvSpPr>
        <p:spPr>
          <a:xfrm>
            <a:off x="183187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00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1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852" name="Google Shape;852;p43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853" name="Google Shape;853;p43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854" name="Google Shape;854;p43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3270">
        <p14:gallery dir="l"/>
      </p:transition>
    </mc:Choice>
    <mc:Fallback xmlns="">
      <p:transition spd="slow" advTm="23270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38" x="3416300" y="755650"/>
          <p14:tracePt t="246" x="3409950" y="755650"/>
          <p14:tracePt t="262" x="3402013" y="755650"/>
          <p14:tracePt t="286" x="3395663" y="755650"/>
          <p14:tracePt t="310" x="3387725" y="755650"/>
          <p14:tracePt t="342" x="3381375" y="755650"/>
          <p14:tracePt t="366" x="3367088" y="755650"/>
          <p14:tracePt t="390" x="3367088" y="763588"/>
          <p14:tracePt t="414" x="3359150" y="763588"/>
          <p14:tracePt t="3318" x="3367088" y="763588"/>
          <p14:tracePt t="3326" x="3373438" y="763588"/>
          <p14:tracePt t="3334" x="3381375" y="763588"/>
          <p14:tracePt t="3382" x="3387725" y="763588"/>
          <p14:tracePt t="3414" x="3395663" y="763588"/>
          <p14:tracePt t="3422" x="3402013" y="763588"/>
          <p14:tracePt t="3454" x="3409950" y="763588"/>
          <p14:tracePt t="3462" x="3416300" y="763588"/>
          <p14:tracePt t="3478" x="3424238" y="763588"/>
          <p14:tracePt t="3494" x="3430588" y="763588"/>
          <p14:tracePt t="3502" x="3438525" y="763588"/>
          <p14:tracePt t="3510" x="3444875" y="763588"/>
          <p14:tracePt t="3518" x="3452813" y="763588"/>
          <p14:tracePt t="3526" x="3459163" y="763588"/>
          <p14:tracePt t="3534" x="3467100" y="763588"/>
          <p14:tracePt t="3542" x="3473450" y="763588"/>
          <p14:tracePt t="3551" x="3487738" y="763588"/>
          <p14:tracePt t="3567" x="3502025" y="763588"/>
          <p14:tracePt t="3574" x="3516313" y="763588"/>
          <p14:tracePt t="3582" x="3530600" y="763588"/>
          <p14:tracePt t="3590" x="3552825" y="763588"/>
          <p14:tracePt t="3598" x="3573463" y="763588"/>
          <p14:tracePt t="3606" x="3594100" y="763588"/>
          <p14:tracePt t="3614" x="3608388" y="763588"/>
          <p14:tracePt t="3622" x="3622675" y="763588"/>
          <p14:tracePt t="3630" x="3636963" y="763588"/>
          <p14:tracePt t="3638" x="3644900" y="763588"/>
          <p14:tracePt t="3646" x="3659188" y="763588"/>
          <p14:tracePt t="3654" x="3673475" y="763588"/>
          <p14:tracePt t="3662" x="3687763" y="763588"/>
          <p14:tracePt t="3670" x="3687763" y="769938"/>
          <p14:tracePt t="3678" x="3702050" y="769938"/>
          <p14:tracePt t="3686" x="3708400" y="769938"/>
          <p14:tracePt t="3694" x="3722688" y="769938"/>
          <p14:tracePt t="3702" x="3736975" y="769938"/>
          <p14:tracePt t="3710" x="3751263" y="769938"/>
          <p14:tracePt t="3718" x="3759200" y="769938"/>
          <p14:tracePt t="3726" x="3779838" y="769938"/>
          <p14:tracePt t="3734" x="3794125" y="769938"/>
          <p14:tracePt t="3742" x="3808413" y="769938"/>
          <p14:tracePt t="3751" x="3816350" y="769938"/>
          <p14:tracePt t="3758" x="3836988" y="784225"/>
          <p14:tracePt t="3767" x="3851275" y="784225"/>
          <p14:tracePt t="3774" x="3865563" y="784225"/>
          <p14:tracePt t="3782" x="3879850" y="784225"/>
          <p14:tracePt t="4838" x="3873500" y="784225"/>
          <p14:tracePt t="4846" x="3865563" y="784225"/>
          <p14:tracePt t="4854" x="3859213" y="784225"/>
          <p14:tracePt t="4862" x="3844925" y="784225"/>
          <p14:tracePt t="4878" x="3836988" y="784225"/>
          <p14:tracePt t="4900" x="3822700" y="784225"/>
          <p14:tracePt t="4910" x="3816350" y="784225"/>
          <p14:tracePt t="4918" x="3802063" y="784225"/>
          <p14:tracePt t="4934" x="3794125" y="784225"/>
          <p14:tracePt t="4942" x="3787775" y="784225"/>
          <p14:tracePt t="4951" x="3779838" y="784225"/>
          <p14:tracePt t="4958" x="3773488" y="784225"/>
          <p14:tracePt t="4966" x="3765550" y="784225"/>
          <p14:tracePt t="4974" x="3759200" y="792163"/>
          <p14:tracePt t="4982" x="3751263" y="792163"/>
          <p14:tracePt t="4990" x="3744913" y="792163"/>
          <p14:tracePt t="4998" x="3736975" y="792163"/>
          <p14:tracePt t="5006" x="3722688" y="792163"/>
          <p14:tracePt t="5014" x="3708400" y="792163"/>
          <p14:tracePt t="5022" x="3694113" y="792163"/>
          <p14:tracePt t="5038" x="3687763" y="798513"/>
          <p14:tracePt t="5046" x="3679825" y="798513"/>
          <p14:tracePt t="5054" x="3673475" y="798513"/>
          <p14:tracePt t="5094" x="3665538" y="798513"/>
          <p14:tracePt t="5134" x="3659188" y="798513"/>
          <p14:tracePt t="5390" x="3659188" y="806450"/>
          <p14:tracePt t="5406" x="3659188" y="812800"/>
          <p14:tracePt t="5414" x="3659188" y="820738"/>
          <p14:tracePt t="5422" x="3659188" y="827088"/>
          <p14:tracePt t="5438" x="3659188" y="835025"/>
          <p14:tracePt t="5447" x="3687763" y="849313"/>
          <p14:tracePt t="5454" x="3708400" y="849313"/>
          <p14:tracePt t="5830" x="3702050" y="849313"/>
          <p14:tracePt t="5838" x="3694113" y="849313"/>
          <p14:tracePt t="5846" x="3679825" y="835025"/>
          <p14:tracePt t="5854" x="3679825" y="827088"/>
          <p14:tracePt t="5878" x="3673475" y="827088"/>
          <p14:tracePt t="6166" x="3665538" y="827088"/>
          <p14:tracePt t="6190" x="3659188" y="827088"/>
          <p14:tracePt t="6270" x="3651250" y="827088"/>
          <p14:tracePt t="6278" x="3644900" y="827088"/>
          <p14:tracePt t="6302" x="3630613" y="827088"/>
          <p14:tracePt t="6310" x="3622675" y="827088"/>
          <p14:tracePt t="6318" x="3616325" y="827088"/>
          <p14:tracePt t="6326" x="3602038" y="827088"/>
          <p14:tracePt t="6334" x="3587750" y="827088"/>
          <p14:tracePt t="6342" x="3538538" y="827088"/>
          <p14:tracePt t="6350" x="3487738" y="841375"/>
          <p14:tracePt t="6358" x="3424238" y="855663"/>
          <p14:tracePt t="6367" x="3324225" y="869950"/>
          <p14:tracePt t="6374" x="3230563" y="877888"/>
          <p14:tracePt t="6382" x="3144838" y="892175"/>
          <p14:tracePt t="6390" x="3059113" y="912813"/>
          <p14:tracePt t="6398" x="2974975" y="920750"/>
          <p14:tracePt t="6406" x="2889250" y="927100"/>
          <p14:tracePt t="6414" x="2817813" y="935038"/>
          <p14:tracePt t="6422" x="2752725" y="949325"/>
          <p14:tracePt t="6430" x="2695575" y="949325"/>
          <p14:tracePt t="6438" x="2646363" y="949325"/>
          <p14:tracePt t="6446" x="2595563" y="949325"/>
          <p14:tracePt t="6454" x="2560638" y="949325"/>
          <p14:tracePt t="6462" x="2540000" y="955675"/>
          <p14:tracePt t="6470" x="2511425" y="969963"/>
          <p14:tracePt t="6478" x="2503488" y="984250"/>
          <p14:tracePt t="6486" x="2497138" y="984250"/>
          <p14:tracePt t="6742" x="2482850" y="984250"/>
          <p14:tracePt t="6750" x="2474913" y="977900"/>
          <p14:tracePt t="6758" x="2474913" y="969963"/>
          <p14:tracePt t="6910" x="2468563" y="969963"/>
          <p14:tracePt t="6918" x="2446338" y="969963"/>
          <p14:tracePt t="6926" x="2432050" y="963613"/>
          <p14:tracePt t="6934" x="2425700" y="955675"/>
          <p14:tracePt t="8214" x="2417763" y="955675"/>
          <p14:tracePt t="8222" x="2403475" y="955675"/>
          <p14:tracePt t="8230" x="2382838" y="955675"/>
          <p14:tracePt t="8238" x="2374900" y="955675"/>
          <p14:tracePt t="8246" x="2354263" y="949325"/>
          <p14:tracePt t="8254" x="2325688" y="949325"/>
          <p14:tracePt t="8262" x="2297113" y="949325"/>
          <p14:tracePt t="8270" x="2268538" y="949325"/>
          <p14:tracePt t="8278" x="2225675" y="949325"/>
          <p14:tracePt t="8286" x="2182813" y="949325"/>
          <p14:tracePt t="8294" x="2125663" y="949325"/>
          <p14:tracePt t="8302" x="2046288" y="949325"/>
          <p14:tracePt t="8310" x="1982788" y="949325"/>
          <p14:tracePt t="8318" x="1905000" y="949325"/>
          <p14:tracePt t="8326" x="1839913" y="949325"/>
          <p14:tracePt t="8334" x="1797050" y="949325"/>
          <p14:tracePt t="8342" x="1768475" y="949325"/>
          <p14:tracePt t="8350" x="1739900" y="949325"/>
          <p14:tracePt t="8358" x="1711325" y="949325"/>
          <p14:tracePt t="8366" x="1690688" y="963613"/>
          <p14:tracePt t="8374" x="1676400" y="969963"/>
          <p14:tracePt t="8382" x="1668463" y="969963"/>
          <p14:tracePt t="8390" x="1654175" y="977900"/>
          <p14:tracePt t="8398" x="1647825" y="984250"/>
          <p14:tracePt t="8406" x="1639888" y="992188"/>
          <p14:tracePt t="8414" x="1633538" y="998538"/>
          <p14:tracePt t="8422" x="1633538" y="1006475"/>
          <p14:tracePt t="8430" x="1625600" y="1012825"/>
          <p14:tracePt t="8438" x="1619250" y="1027113"/>
          <p14:tracePt t="8446" x="1611313" y="1041400"/>
          <p14:tracePt t="8454" x="1604963" y="1055688"/>
          <p14:tracePt t="8470" x="1597025" y="1069975"/>
          <p14:tracePt t="8478" x="1597025" y="1077913"/>
          <p14:tracePt t="8582" x="1590675" y="1077913"/>
          <p14:tracePt t="8598" x="1582738" y="1077913"/>
          <p14:tracePt t="8606" x="1576388" y="1077913"/>
          <p14:tracePt t="8614" x="1554163" y="1055688"/>
          <p14:tracePt t="8622" x="1539875" y="1035050"/>
          <p14:tracePt t="8630" x="1504950" y="1012825"/>
          <p14:tracePt t="8638" x="1476375" y="1006475"/>
          <p14:tracePt t="8646" x="1433513" y="984250"/>
          <p14:tracePt t="8654" x="1384300" y="969963"/>
          <p14:tracePt t="8662" x="1319213" y="949325"/>
          <p14:tracePt t="8670" x="1255713" y="941388"/>
          <p14:tracePt t="8678" x="1198563" y="912813"/>
          <p14:tracePt t="8686" x="1127125" y="898525"/>
          <p14:tracePt t="8694" x="1055688" y="877888"/>
          <p14:tracePt t="8702" x="992188" y="863600"/>
          <p14:tracePt t="8710" x="935038" y="855663"/>
          <p14:tracePt t="8718" x="884238" y="841375"/>
          <p14:tracePt t="8726" x="841375" y="841375"/>
          <p14:tracePt t="8734" x="806450" y="841375"/>
          <p14:tracePt t="8742" x="777875" y="841375"/>
          <p14:tracePt t="8750" x="735013" y="841375"/>
          <p14:tracePt t="8758" x="712788" y="841375"/>
          <p14:tracePt t="8767" x="684213" y="841375"/>
          <p14:tracePt t="8774" x="663575" y="841375"/>
          <p14:tracePt t="8782" x="641350" y="841375"/>
          <p14:tracePt t="8790" x="620713" y="849313"/>
          <p14:tracePt t="8798" x="584200" y="869950"/>
          <p14:tracePt t="8806" x="563563" y="884238"/>
          <p14:tracePt t="8814" x="527050" y="906463"/>
          <p14:tracePt t="8822" x="506413" y="920750"/>
          <p14:tracePt t="8830" x="477838" y="941388"/>
          <p14:tracePt t="8838" x="463550" y="955675"/>
          <p14:tracePt t="8846" x="442913" y="992188"/>
          <p14:tracePt t="8854" x="428625" y="1020763"/>
          <p14:tracePt t="8862" x="414338" y="1049338"/>
          <p14:tracePt t="8870" x="406400" y="1077913"/>
          <p14:tracePt t="8884" x="406400" y="1106488"/>
          <p14:tracePt t="8886" x="406400" y="1120775"/>
          <p14:tracePt t="8894" x="406400" y="1147763"/>
          <p14:tracePt t="8902" x="406400" y="1169988"/>
          <p14:tracePt t="8910" x="406400" y="1176338"/>
          <p14:tracePt t="8918" x="406400" y="1198563"/>
          <p14:tracePt t="8926" x="420688" y="1204913"/>
          <p14:tracePt t="8934" x="428625" y="1219200"/>
          <p14:tracePt t="8942" x="434975" y="1219200"/>
          <p14:tracePt t="8950" x="442913" y="1219200"/>
          <p14:tracePt t="8958" x="449263" y="1219200"/>
          <p14:tracePt t="8966" x="463550" y="1227138"/>
          <p14:tracePt t="8974" x="471488" y="1227138"/>
          <p14:tracePt t="8982" x="485775" y="1227138"/>
          <p14:tracePt t="8990" x="500063" y="1227138"/>
          <p14:tracePt t="8998" x="512763" y="1233488"/>
          <p14:tracePt t="9006" x="534988" y="1241425"/>
          <p14:tracePt t="9014" x="555625" y="1241425"/>
          <p14:tracePt t="9022" x="584200" y="1255713"/>
          <p14:tracePt t="9030" x="598488" y="1255713"/>
          <p14:tracePt t="9038" x="635000" y="1270000"/>
          <p14:tracePt t="9046" x="684213" y="1276350"/>
          <p14:tracePt t="9054" x="727075" y="1284288"/>
          <p14:tracePt t="9062" x="792163" y="1290638"/>
          <p14:tracePt t="9070" x="863600" y="1312863"/>
          <p14:tracePt t="9078" x="949325" y="1319213"/>
          <p14:tracePt t="9086" x="1033463" y="1327150"/>
          <p14:tracePt t="9094" x="1141413" y="1347788"/>
          <p14:tracePt t="9102" x="1233488" y="1355725"/>
          <p14:tracePt t="9110" x="1333500" y="1355725"/>
          <p14:tracePt t="9118" x="1427163" y="1370013"/>
          <p14:tracePt t="9126" x="1519238" y="1370013"/>
          <p14:tracePt t="9134" x="1633538" y="1370013"/>
          <p14:tracePt t="9142" x="1754188" y="1370013"/>
          <p14:tracePt t="9151" x="1854200" y="1370013"/>
          <p14:tracePt t="9158" x="1954213" y="1370013"/>
          <p14:tracePt t="9166" x="1997075" y="1370013"/>
          <p14:tracePt t="9174" x="2025650" y="1370013"/>
          <p14:tracePt t="9182" x="2046288" y="1370013"/>
          <p14:tracePt t="9190" x="2054225" y="1370013"/>
          <p14:tracePt t="9214" x="2060575" y="1362075"/>
          <p14:tracePt t="9222" x="2060575" y="1341438"/>
          <p14:tracePt t="9230" x="2046288" y="1319213"/>
          <p14:tracePt t="9238" x="2032000" y="1304925"/>
          <p14:tracePt t="9246" x="2005013" y="1284288"/>
          <p14:tracePt t="9254" x="1990725" y="1276350"/>
          <p14:tracePt t="9262" x="1982788" y="1270000"/>
          <p14:tracePt t="9270" x="1962150" y="1262063"/>
          <p14:tracePt t="9278" x="1933575" y="1247775"/>
          <p14:tracePt t="9286" x="1911350" y="1241425"/>
          <p14:tracePt t="9294" x="1897063" y="1233488"/>
          <p14:tracePt t="9302" x="1882775" y="1233488"/>
          <p14:tracePt t="9310" x="1868488" y="1233488"/>
          <p14:tracePt t="9318" x="1847850" y="1219200"/>
          <p14:tracePt t="9606" x="1854200" y="1219200"/>
          <p14:tracePt t="9614" x="1868488" y="1219200"/>
          <p14:tracePt t="9622" x="1882775" y="1219200"/>
          <p14:tracePt t="9630" x="1890713" y="1227138"/>
          <p14:tracePt t="9646" x="1897063" y="1227138"/>
          <p14:tracePt t="9654" x="1905000" y="1227138"/>
          <p14:tracePt t="9662" x="1911350" y="1233488"/>
          <p14:tracePt t="9678" x="1925638" y="1241425"/>
          <p14:tracePt t="10022" x="1919288" y="1241425"/>
          <p14:tracePt t="10030" x="1911350" y="1241425"/>
          <p14:tracePt t="10038" x="1905000" y="1241425"/>
          <p14:tracePt t="10054" x="1897063" y="1241425"/>
          <p14:tracePt t="10062" x="1890713" y="1241425"/>
          <p14:tracePt t="10078" x="1876425" y="1233488"/>
          <p14:tracePt t="10086" x="1876425" y="1227138"/>
          <p14:tracePt t="10094" x="1868488" y="1219200"/>
          <p14:tracePt t="10102" x="1854200" y="1204913"/>
          <p14:tracePt t="10110" x="1854200" y="1198563"/>
          <p14:tracePt t="10118" x="1847850" y="1198563"/>
          <p14:tracePt t="10126" x="1839913" y="1184275"/>
          <p14:tracePt t="10134" x="1833563" y="1169988"/>
          <p14:tracePt t="10142" x="1825625" y="1169988"/>
          <p14:tracePt t="10150" x="1825625" y="1155700"/>
          <p14:tracePt t="10158" x="1819275" y="1147763"/>
          <p14:tracePt t="10167" x="1819275" y="1141413"/>
          <p14:tracePt t="10174" x="1819275" y="1127125"/>
          <p14:tracePt t="10190" x="1819275" y="1112838"/>
          <p14:tracePt t="10198" x="1819275" y="1106488"/>
          <p14:tracePt t="10222" x="1819275" y="1098550"/>
          <p14:tracePt t="10230" x="1819275" y="1092200"/>
          <p14:tracePt t="10238" x="1819275" y="1084263"/>
          <p14:tracePt t="10246" x="1825625" y="1069975"/>
          <p14:tracePt t="10262" x="1833563" y="1063625"/>
          <p14:tracePt t="10270" x="1833563" y="1055688"/>
          <p14:tracePt t="10278" x="1847850" y="1035050"/>
          <p14:tracePt t="10286" x="1854200" y="1035050"/>
          <p14:tracePt t="10294" x="1862138" y="1020763"/>
          <p14:tracePt t="10302" x="1868488" y="1012825"/>
          <p14:tracePt t="10310" x="1882775" y="998538"/>
          <p14:tracePt t="10318" x="1890713" y="992188"/>
          <p14:tracePt t="10326" x="1911350" y="984250"/>
          <p14:tracePt t="10334" x="1925638" y="977900"/>
          <p14:tracePt t="10342" x="1939925" y="963613"/>
          <p14:tracePt t="10351" x="1954213" y="955675"/>
          <p14:tracePt t="10358" x="1968500" y="955675"/>
          <p14:tracePt t="10367" x="1982788" y="949325"/>
          <p14:tracePt t="10374" x="1990725" y="941388"/>
          <p14:tracePt t="10382" x="2005013" y="935038"/>
          <p14:tracePt t="10390" x="2025650" y="927100"/>
          <p14:tracePt t="10398" x="2039938" y="920750"/>
          <p14:tracePt t="10406" x="2060575" y="912813"/>
          <p14:tracePt t="10414" x="2074863" y="906463"/>
          <p14:tracePt t="10422" x="2097088" y="898525"/>
          <p14:tracePt t="10430" x="2125663" y="884238"/>
          <p14:tracePt t="10438" x="2146300" y="869950"/>
          <p14:tracePt t="10446" x="2160588" y="869950"/>
          <p14:tracePt t="10454" x="2189163" y="869950"/>
          <p14:tracePt t="10462" x="2211388" y="855663"/>
          <p14:tracePt t="10470" x="2225675" y="849313"/>
          <p14:tracePt t="10478" x="2260600" y="841375"/>
          <p14:tracePt t="10486" x="2303463" y="835025"/>
          <p14:tracePt t="10494" x="2332038" y="835025"/>
          <p14:tracePt t="10502" x="2360613" y="835025"/>
          <p14:tracePt t="10510" x="2389188" y="827088"/>
          <p14:tracePt t="10519" x="2417763" y="827088"/>
          <p14:tracePt t="10526" x="2439988" y="827088"/>
          <p14:tracePt t="10534" x="2468563" y="827088"/>
          <p14:tracePt t="10542" x="2489200" y="827088"/>
          <p14:tracePt t="10551" x="2517775" y="827088"/>
          <p14:tracePt t="10558" x="2552700" y="827088"/>
          <p14:tracePt t="10567" x="2589213" y="827088"/>
          <p14:tracePt t="10574" x="2617788" y="827088"/>
          <p14:tracePt t="10582" x="2660650" y="827088"/>
          <p14:tracePt t="10590" x="2689225" y="827088"/>
          <p14:tracePt t="10598" x="2717800" y="827088"/>
          <p14:tracePt t="10606" x="2746375" y="827088"/>
          <p14:tracePt t="10614" x="2767013" y="827088"/>
          <p14:tracePt t="10622" x="2781300" y="827088"/>
          <p14:tracePt t="10630" x="2795588" y="827088"/>
          <p14:tracePt t="10638" x="2803525" y="827088"/>
          <p14:tracePt t="10646" x="2817813" y="827088"/>
          <p14:tracePt t="10654" x="2832100" y="827088"/>
          <p14:tracePt t="10662" x="2838450" y="835025"/>
          <p14:tracePt t="10670" x="2852738" y="841375"/>
          <p14:tracePt t="10678" x="2860675" y="849313"/>
          <p14:tracePt t="10694" x="2874963" y="849313"/>
          <p14:tracePt t="10702" x="2889250" y="855663"/>
          <p14:tracePt t="10710" x="2895600" y="863600"/>
          <p14:tracePt t="10718" x="2903538" y="863600"/>
          <p14:tracePt t="10726" x="2903538" y="869950"/>
          <p14:tracePt t="10734" x="2909888" y="869950"/>
          <p14:tracePt t="10742" x="2917825" y="884238"/>
          <p14:tracePt t="10758" x="2924175" y="898525"/>
          <p14:tracePt t="10767" x="2932113" y="920750"/>
          <p14:tracePt t="10774" x="2938463" y="935038"/>
          <p14:tracePt t="10782" x="2960688" y="955675"/>
          <p14:tracePt t="10790" x="2981325" y="984250"/>
          <p14:tracePt t="10798" x="2995613" y="998538"/>
          <p14:tracePt t="10806" x="3009900" y="1006475"/>
          <p14:tracePt t="10814" x="3024188" y="1012825"/>
          <p14:tracePt t="10822" x="3032125" y="1020763"/>
          <p14:tracePt t="10830" x="3046413" y="1027113"/>
          <p14:tracePt t="10838" x="3052763" y="1041400"/>
          <p14:tracePt t="10846" x="3059113" y="1049338"/>
          <p14:tracePt t="10862" x="3067050" y="1055688"/>
          <p14:tracePt t="10878" x="3073400" y="1055688"/>
          <p14:tracePt t="10886" x="3073400" y="1069975"/>
          <p14:tracePt t="10894" x="3073400" y="1077913"/>
          <p14:tracePt t="10902" x="3087688" y="1092200"/>
          <p14:tracePt t="10918" x="3087688" y="1098550"/>
          <p14:tracePt t="10934" x="3087688" y="1112838"/>
          <p14:tracePt t="10942" x="3087688" y="1120775"/>
          <p14:tracePt t="10958" x="3087688" y="1135063"/>
          <p14:tracePt t="10974" x="3087688" y="1141413"/>
          <p14:tracePt t="10990" x="3087688" y="1155700"/>
          <p14:tracePt t="11014" x="3087688" y="1162050"/>
          <p14:tracePt t="11023" x="3087688" y="1176338"/>
          <p14:tracePt t="11038" x="3087688" y="1184275"/>
          <p14:tracePt t="11054" x="3087688" y="1190625"/>
          <p14:tracePt t="11062" x="3087688" y="1204913"/>
          <p14:tracePt t="11078" x="3081338" y="1219200"/>
          <p14:tracePt t="11102" x="3081338" y="1227138"/>
          <p14:tracePt t="11110" x="3081338" y="1233488"/>
          <p14:tracePt t="11150" x="3081338" y="1241425"/>
          <p14:tracePt t="11166" x="3073400" y="1241425"/>
          <p14:tracePt t="11182" x="3067050" y="1247775"/>
          <p14:tracePt t="11254" x="3059113" y="1247775"/>
          <p14:tracePt t="11262" x="3059113" y="1255713"/>
          <p14:tracePt t="11270" x="3052763" y="1255713"/>
          <p14:tracePt t="11286" x="3038475" y="1262063"/>
          <p14:tracePt t="11302" x="3032125" y="1270000"/>
          <p14:tracePt t="11310" x="3024188" y="1276350"/>
          <p14:tracePt t="11326" x="3017838" y="1276350"/>
          <p14:tracePt t="11334" x="3003550" y="1284288"/>
          <p14:tracePt t="11358" x="2995613" y="1290638"/>
          <p14:tracePt t="11367" x="2989263" y="1298575"/>
          <p14:tracePt t="11374" x="2981325" y="1298575"/>
          <p14:tracePt t="11382" x="2974975" y="1298575"/>
          <p14:tracePt t="11390" x="2952750" y="1312863"/>
          <p14:tracePt t="11398" x="2946400" y="1319213"/>
          <p14:tracePt t="11406" x="2932113" y="1319213"/>
          <p14:tracePt t="11414" x="2924175" y="1319213"/>
          <p14:tracePt t="11422" x="2909888" y="1327150"/>
          <p14:tracePt t="11430" x="2889250" y="1341438"/>
          <p14:tracePt t="11438" x="2881313" y="1341438"/>
          <p14:tracePt t="11446" x="2867025" y="1341438"/>
          <p14:tracePt t="11454" x="2852738" y="1341438"/>
          <p14:tracePt t="11462" x="2832100" y="1341438"/>
          <p14:tracePt t="11470" x="2809875" y="1347788"/>
          <p14:tracePt t="11478" x="2789238" y="1347788"/>
          <p14:tracePt t="11486" x="2767013" y="1355725"/>
          <p14:tracePt t="11494" x="2746375" y="1355725"/>
          <p14:tracePt t="11502" x="2709863" y="1362075"/>
          <p14:tracePt t="11518" x="2681288" y="1376363"/>
          <p14:tracePt t="11526" x="2667000" y="1376363"/>
          <p14:tracePt t="11534" x="2652713" y="1384300"/>
          <p14:tracePt t="11542" x="2632075" y="1384300"/>
          <p14:tracePt t="11551" x="2603500" y="1390650"/>
          <p14:tracePt t="11558" x="2574925" y="1390650"/>
          <p14:tracePt t="11567" x="2540000" y="1398588"/>
          <p14:tracePt t="11574" x="2511425" y="1398588"/>
          <p14:tracePt t="11582" x="2460625" y="1398588"/>
          <p14:tracePt t="11590" x="2411413" y="1398588"/>
          <p14:tracePt t="11598" x="2382838" y="1398588"/>
          <p14:tracePt t="11606" x="2346325" y="1398588"/>
          <p14:tracePt t="11614" x="2311400" y="1398588"/>
          <p14:tracePt t="11622" x="2282825" y="1398588"/>
          <p14:tracePt t="11630" x="2260600" y="1398588"/>
          <p14:tracePt t="11638" x="2232025" y="1398588"/>
          <p14:tracePt t="11646" x="2203450" y="1398588"/>
          <p14:tracePt t="11654" x="2168525" y="1398588"/>
          <p14:tracePt t="11662" x="2117725" y="1398588"/>
          <p14:tracePt t="11670" x="2082800" y="1398588"/>
          <p14:tracePt t="11678" x="2054225" y="1398588"/>
          <p14:tracePt t="11686" x="2019300" y="1398588"/>
          <p14:tracePt t="11694" x="1990725" y="1398588"/>
          <p14:tracePt t="11702" x="1968500" y="1398588"/>
          <p14:tracePt t="11710" x="1954213" y="1398588"/>
          <p14:tracePt t="11718" x="1925638" y="1390650"/>
          <p14:tracePt t="11726" x="1905000" y="1390650"/>
          <p14:tracePt t="11734" x="1876425" y="1390650"/>
          <p14:tracePt t="11742" x="1839913" y="1370013"/>
          <p14:tracePt t="11751" x="1819275" y="1362075"/>
          <p14:tracePt t="11758" x="1811338" y="1362075"/>
          <p14:tracePt t="11767" x="1790700" y="1355725"/>
          <p14:tracePt t="11774" x="1754188" y="1341438"/>
          <p14:tracePt t="11782" x="1739900" y="1333500"/>
          <p14:tracePt t="11790" x="1725613" y="1327150"/>
          <p14:tracePt t="11806" x="1719263" y="1319213"/>
          <p14:tracePt t="11814" x="1711325" y="1312863"/>
          <p14:tracePt t="11830" x="1704975" y="1304925"/>
          <p14:tracePt t="11846" x="1704975" y="1298575"/>
          <p14:tracePt t="11854" x="1697038" y="1290638"/>
          <p14:tracePt t="11862" x="1690688" y="1284288"/>
          <p14:tracePt t="11883" x="1682750" y="1276350"/>
          <p14:tracePt t="11886" x="1676400" y="1270000"/>
          <p14:tracePt t="11894" x="1676400" y="1262063"/>
          <p14:tracePt t="11902" x="1668463" y="1262063"/>
          <p14:tracePt t="11910" x="1668463" y="1255713"/>
          <p14:tracePt t="11918" x="1662113" y="1247775"/>
          <p14:tracePt t="11926" x="1654175" y="1233488"/>
          <p14:tracePt t="11942" x="1654175" y="1227138"/>
          <p14:tracePt t="11951" x="1647825" y="1219200"/>
          <p14:tracePt t="11958" x="1639888" y="1212850"/>
          <p14:tracePt t="11974" x="1639888" y="1204913"/>
          <p14:tracePt t="11982" x="1639888" y="1198563"/>
          <p14:tracePt t="11998" x="1633538" y="1184275"/>
          <p14:tracePt t="12006" x="1625600" y="1169988"/>
          <p14:tracePt t="12022" x="1625600" y="1162050"/>
          <p14:tracePt t="12030" x="1619250" y="1155700"/>
          <p14:tracePt t="12046" x="1619250" y="1147763"/>
          <p14:tracePt t="12054" x="1619250" y="1141413"/>
          <p14:tracePt t="12062" x="1619250" y="1135063"/>
          <p14:tracePt t="12078" x="1619250" y="1127125"/>
          <p14:tracePt t="12094" x="1619250" y="1120775"/>
          <p14:tracePt t="12102" x="1625600" y="1112838"/>
          <p14:tracePt t="12110" x="1625600" y="1106488"/>
          <p14:tracePt t="12126" x="1639888" y="1092200"/>
          <p14:tracePt t="12134" x="1647825" y="1092200"/>
          <p14:tracePt t="12142" x="1654175" y="1077913"/>
          <p14:tracePt t="12151" x="1668463" y="1069975"/>
          <p14:tracePt t="12158" x="1690688" y="1055688"/>
          <p14:tracePt t="12166" x="1697038" y="1055688"/>
          <p14:tracePt t="12174" x="1711325" y="1041400"/>
          <p14:tracePt t="12182" x="1725613" y="1041400"/>
          <p14:tracePt t="12190" x="1733550" y="1035050"/>
          <p14:tracePt t="12198" x="1739900" y="1027113"/>
          <p14:tracePt t="12206" x="1747838" y="1027113"/>
          <p14:tracePt t="12214" x="1762125" y="1020763"/>
          <p14:tracePt t="12222" x="1768475" y="1012825"/>
          <p14:tracePt t="12230" x="1776413" y="1012825"/>
          <p14:tracePt t="12238" x="1782763" y="1012825"/>
          <p14:tracePt t="12246" x="1790700" y="1012825"/>
          <p14:tracePt t="12254" x="1804988" y="1012825"/>
          <p14:tracePt t="12262" x="1811338" y="1006475"/>
          <p14:tracePt t="12270" x="1825625" y="998538"/>
          <p14:tracePt t="12286" x="1833563" y="998538"/>
          <p14:tracePt t="12294" x="1839913" y="998538"/>
          <p14:tracePt t="12302" x="1847850" y="992188"/>
          <p14:tracePt t="12894" x="1833563" y="992188"/>
          <p14:tracePt t="12910" x="1825625" y="992188"/>
          <p14:tracePt t="12918" x="1819275" y="998538"/>
          <p14:tracePt t="12926" x="1797050" y="1012825"/>
          <p14:tracePt t="12934" x="1790700" y="1020763"/>
          <p14:tracePt t="12942" x="1782763" y="1027113"/>
          <p14:tracePt t="12951" x="1768475" y="1041400"/>
          <p14:tracePt t="12958" x="1754188" y="1049338"/>
          <p14:tracePt t="12967" x="1739900" y="1069975"/>
          <p14:tracePt t="12974" x="1725613" y="1084263"/>
          <p14:tracePt t="12982" x="1719263" y="1098550"/>
          <p14:tracePt t="12990" x="1697038" y="1112838"/>
          <p14:tracePt t="12998" x="1690688" y="1135063"/>
          <p14:tracePt t="13006" x="1676400" y="1155700"/>
          <p14:tracePt t="13022" x="1676400" y="1169988"/>
          <p14:tracePt t="13038" x="1668463" y="1176338"/>
          <p14:tracePt t="13054" x="1668463" y="1190625"/>
          <p14:tracePt t="13062" x="1668463" y="1198563"/>
          <p14:tracePt t="13078" x="1668463" y="1212850"/>
          <p14:tracePt t="13086" x="1668463" y="1219200"/>
          <p14:tracePt t="13094" x="1668463" y="1233488"/>
          <p14:tracePt t="13102" x="1668463" y="1241425"/>
          <p14:tracePt t="13118" x="1668463" y="1247775"/>
          <p14:tracePt t="13126" x="1668463" y="1262063"/>
          <p14:tracePt t="13134" x="1676400" y="1276350"/>
          <p14:tracePt t="13142" x="1682750" y="1276350"/>
          <p14:tracePt t="13151" x="1697038" y="1284288"/>
          <p14:tracePt t="13158" x="1711325" y="1298575"/>
          <p14:tracePt t="13167" x="1725613" y="1298575"/>
          <p14:tracePt t="13174" x="1747838" y="1298575"/>
          <p14:tracePt t="13182" x="1782763" y="1312863"/>
          <p14:tracePt t="13190" x="1811338" y="1319213"/>
          <p14:tracePt t="13198" x="1854200" y="1327150"/>
          <p14:tracePt t="13206" x="1919288" y="1333500"/>
          <p14:tracePt t="13214" x="1968500" y="1347788"/>
          <p14:tracePt t="13222" x="2025650" y="1355725"/>
          <p14:tracePt t="13230" x="2103438" y="1362075"/>
          <p14:tracePt t="13238" x="2182813" y="1370013"/>
          <p14:tracePt t="13246" x="2268538" y="1390650"/>
          <p14:tracePt t="13254" x="2332038" y="1398588"/>
          <p14:tracePt t="13262" x="2411413" y="1404938"/>
          <p14:tracePt t="13270" x="2482850" y="1412875"/>
          <p14:tracePt t="13278" x="2525713" y="1412875"/>
          <p14:tracePt t="13286" x="2566988" y="1427163"/>
          <p14:tracePt t="13294" x="2595563" y="1427163"/>
          <p14:tracePt t="13302" x="2624138" y="1427163"/>
          <p14:tracePt t="13310" x="2646363" y="1427163"/>
          <p14:tracePt t="13318" x="2667000" y="1427163"/>
          <p14:tracePt t="13326" x="2689225" y="1427163"/>
          <p14:tracePt t="13334" x="2703513" y="1427163"/>
          <p14:tracePt t="13342" x="2724150" y="1419225"/>
          <p14:tracePt t="13351" x="2746375" y="1412875"/>
          <p14:tracePt t="13358" x="2767013" y="1398588"/>
          <p14:tracePt t="13367" x="2781300" y="1384300"/>
          <p14:tracePt t="13374" x="2795588" y="1376363"/>
          <p14:tracePt t="13382" x="2809875" y="1362075"/>
          <p14:tracePt t="13390" x="2817813" y="1347788"/>
          <p14:tracePt t="13398" x="2824163" y="1341438"/>
          <p14:tracePt t="13406" x="2838450" y="1304925"/>
          <p14:tracePt t="13414" x="2838450" y="1298575"/>
          <p14:tracePt t="13422" x="2838450" y="1290638"/>
          <p14:tracePt t="13430" x="2838450" y="1276350"/>
          <p14:tracePt t="13438" x="2846388" y="1270000"/>
          <p14:tracePt t="13446" x="2846388" y="1262063"/>
          <p14:tracePt t="13454" x="2846388" y="1255713"/>
          <p14:tracePt t="13470" x="2846388" y="1247775"/>
          <p14:tracePt t="13846" x="2846388" y="1241425"/>
          <p14:tracePt t="14142" x="2852738" y="1233488"/>
          <p14:tracePt t="14150" x="2860675" y="1233488"/>
          <p14:tracePt t="14158" x="2874963" y="1233488"/>
          <p14:tracePt t="14166" x="2895600" y="1233488"/>
          <p14:tracePt t="14174" x="2909888" y="1233488"/>
          <p14:tracePt t="14182" x="2932113" y="1233488"/>
          <p14:tracePt t="14198" x="2952750" y="1233488"/>
          <p14:tracePt t="14206" x="2960688" y="1233488"/>
          <p14:tracePt t="14214" x="2967038" y="1233488"/>
          <p14:tracePt t="14222" x="2981325" y="1233488"/>
          <p14:tracePt t="14230" x="3003550" y="1233488"/>
          <p14:tracePt t="14238" x="3009900" y="1233488"/>
          <p14:tracePt t="14246" x="3038475" y="1233488"/>
          <p14:tracePt t="14254" x="3059113" y="1233488"/>
          <p14:tracePt t="14262" x="3081338" y="1233488"/>
          <p14:tracePt t="14270" x="3095625" y="1233488"/>
          <p14:tracePt t="14278" x="3109913" y="1233488"/>
          <p14:tracePt t="14286" x="3116263" y="1233488"/>
          <p14:tracePt t="14294" x="3130550" y="1233488"/>
          <p14:tracePt t="14302" x="3144838" y="1233488"/>
          <p14:tracePt t="14310" x="3159125" y="1233488"/>
          <p14:tracePt t="14318" x="3167063" y="1233488"/>
          <p14:tracePt t="14326" x="3173413" y="1233488"/>
          <p14:tracePt t="14334" x="3181350" y="1233488"/>
          <p14:tracePt t="14558" x="3181350" y="1227138"/>
          <p14:tracePt t="14622" x="3187700" y="1219200"/>
          <p14:tracePt t="14654" x="3195638" y="1219200"/>
          <p14:tracePt t="14662" x="3201988" y="1219200"/>
          <p14:tracePt t="14670" x="3209925" y="1219200"/>
          <p14:tracePt t="14678" x="3216275" y="1219200"/>
          <p14:tracePt t="14686" x="3224213" y="1219200"/>
          <p14:tracePt t="14694" x="3230563" y="1219200"/>
          <p14:tracePt t="14702" x="3244850" y="1219200"/>
          <p14:tracePt t="14710" x="3259138" y="1219200"/>
          <p14:tracePt t="14718" x="3273425" y="1219200"/>
          <p14:tracePt t="14726" x="3287713" y="1219200"/>
          <p14:tracePt t="14734" x="3302000" y="1219200"/>
          <p14:tracePt t="14742" x="3330575" y="1219200"/>
          <p14:tracePt t="14750" x="3352800" y="1219200"/>
          <p14:tracePt t="14758" x="3381375" y="1227138"/>
          <p14:tracePt t="14767" x="3409950" y="1227138"/>
          <p14:tracePt t="14774" x="3444875" y="1233488"/>
          <p14:tracePt t="14782" x="3481388" y="1241425"/>
          <p14:tracePt t="14790" x="3509963" y="1241425"/>
          <p14:tracePt t="14798" x="3530600" y="1241425"/>
          <p14:tracePt t="14806" x="3552825" y="1241425"/>
          <p14:tracePt t="14814" x="3565525" y="1241425"/>
          <p14:tracePt t="14822" x="3579813" y="1241425"/>
          <p14:tracePt t="14838" x="3594100" y="1241425"/>
          <p14:tracePt t="14846" x="3602038" y="1241425"/>
          <p14:tracePt t="14854" x="3608388" y="1241425"/>
          <p14:tracePt t="14862" x="3630613" y="1241425"/>
          <p14:tracePt t="14870" x="3651250" y="1241425"/>
          <p14:tracePt t="14878" x="3665538" y="1241425"/>
          <p14:tracePt t="14886" x="3687763" y="1241425"/>
          <p14:tracePt t="14894" x="3708400" y="1241425"/>
          <p14:tracePt t="14902" x="3730625" y="1241425"/>
          <p14:tracePt t="14910" x="3751263" y="1241425"/>
          <p14:tracePt t="14918" x="3765550" y="1241425"/>
          <p14:tracePt t="14926" x="3787775" y="1241425"/>
          <p14:tracePt t="14934" x="3802063" y="1241425"/>
          <p14:tracePt t="14942" x="3816350" y="1241425"/>
          <p14:tracePt t="14950" x="3822700" y="1241425"/>
          <p14:tracePt t="14958" x="3836988" y="1241425"/>
          <p14:tracePt t="14967" x="3851275" y="1241425"/>
          <p14:tracePt t="14974" x="3865563" y="1241425"/>
          <p14:tracePt t="14982" x="3873500" y="1241425"/>
          <p14:tracePt t="14990" x="3894138" y="1241425"/>
          <p14:tracePt t="14998" x="3908425" y="1241425"/>
          <p14:tracePt t="15006" x="3937000" y="1241425"/>
          <p14:tracePt t="15014" x="3951288" y="1241425"/>
          <p14:tracePt t="15022" x="3973513" y="1241425"/>
          <p14:tracePt t="15030" x="4002088" y="1241425"/>
          <p14:tracePt t="15038" x="4037013" y="1233488"/>
          <p14:tracePt t="15046" x="4065588" y="1233488"/>
          <p14:tracePt t="15054" x="4094163" y="1227138"/>
          <p14:tracePt t="15062" x="4114800" y="1219200"/>
          <p14:tracePt t="15070" x="4137025" y="1212850"/>
          <p14:tracePt t="15078" x="4165600" y="1212850"/>
          <p14:tracePt t="15086" x="4186238" y="1204913"/>
          <p14:tracePt t="15094" x="4208463" y="1198563"/>
          <p14:tracePt t="15102" x="4214813" y="1190625"/>
          <p14:tracePt t="15110" x="4222750" y="1190625"/>
          <p14:tracePt t="15118" x="4229100" y="1190625"/>
          <p14:tracePt t="15134" x="4237038" y="1176338"/>
          <p14:tracePt t="15142" x="4243388" y="1176338"/>
          <p14:tracePt t="15158" x="4251325" y="1169988"/>
          <p14:tracePt t="15174" x="4257675" y="1162050"/>
          <p14:tracePt t="15198" x="4257675" y="1155700"/>
          <p14:tracePt t="15206" x="4257675" y="1147763"/>
          <p14:tracePt t="15214" x="4257675" y="1141413"/>
          <p14:tracePt t="15222" x="4257675" y="1135063"/>
          <p14:tracePt t="15230" x="4257675" y="1127125"/>
          <p14:tracePt t="15238" x="4257675" y="1120775"/>
          <p14:tracePt t="15254" x="4251325" y="1106488"/>
          <p14:tracePt t="15262" x="4243388" y="1098550"/>
          <p14:tracePt t="15270" x="4229100" y="1084263"/>
          <p14:tracePt t="15278" x="4214813" y="1084263"/>
          <p14:tracePt t="15286" x="4214813" y="1077913"/>
          <p14:tracePt t="15294" x="4200525" y="1069975"/>
          <p14:tracePt t="15302" x="4194175" y="1063625"/>
          <p14:tracePt t="15310" x="4179888" y="1063625"/>
          <p14:tracePt t="15318" x="4179888" y="1055688"/>
          <p14:tracePt t="15326" x="4165600" y="1049338"/>
          <p14:tracePt t="15334" x="4151313" y="1041400"/>
          <p14:tracePt t="15342" x="4151313" y="1035050"/>
          <p14:tracePt t="15351" x="4137025" y="1035050"/>
          <p14:tracePt t="15358" x="4122738" y="1020763"/>
          <p14:tracePt t="15367" x="4100513" y="1020763"/>
          <p14:tracePt t="15374" x="4086225" y="1012825"/>
          <p14:tracePt t="15382" x="4071938" y="1006475"/>
          <p14:tracePt t="15390" x="4065588" y="1006475"/>
          <p14:tracePt t="15398" x="4051300" y="998538"/>
          <p14:tracePt t="15406" x="4037013" y="992188"/>
          <p14:tracePt t="15414" x="4030663" y="984250"/>
          <p14:tracePt t="15422" x="4016375" y="984250"/>
          <p14:tracePt t="15430" x="4002088" y="984250"/>
          <p14:tracePt t="15438" x="3987800" y="984250"/>
          <p14:tracePt t="15454" x="3973513" y="984250"/>
          <p14:tracePt t="15462" x="3944938" y="969963"/>
          <p14:tracePt t="15470" x="3937000" y="969963"/>
          <p14:tracePt t="15478" x="3922713" y="969963"/>
          <p14:tracePt t="15486" x="3902075" y="969963"/>
          <p14:tracePt t="15494" x="3879850" y="963613"/>
          <p14:tracePt t="15502" x="3859213" y="963613"/>
          <p14:tracePt t="15510" x="3836988" y="955675"/>
          <p14:tracePt t="15518" x="3802063" y="949325"/>
          <p14:tracePt t="15526" x="3779838" y="949325"/>
          <p14:tracePt t="15534" x="3744913" y="949325"/>
          <p14:tracePt t="15542" x="3708400" y="949325"/>
          <p14:tracePt t="15551" x="3665538" y="949325"/>
          <p14:tracePt t="15558" x="3636963" y="949325"/>
          <p14:tracePt t="15567" x="3608388" y="949325"/>
          <p14:tracePt t="15574" x="3579813" y="949325"/>
          <p14:tracePt t="15582" x="3552825" y="949325"/>
          <p14:tracePt t="15590" x="3509963" y="949325"/>
          <p14:tracePt t="15598" x="3473450" y="949325"/>
          <p14:tracePt t="15606" x="3444875" y="949325"/>
          <p14:tracePt t="15614" x="3416300" y="949325"/>
          <p14:tracePt t="15622" x="3395663" y="949325"/>
          <p14:tracePt t="15630" x="3373438" y="949325"/>
          <p14:tracePt t="15638" x="3352800" y="949325"/>
          <p14:tracePt t="15646" x="3316288" y="963613"/>
          <p14:tracePt t="15654" x="3309938" y="969963"/>
          <p14:tracePt t="15662" x="3287713" y="977900"/>
          <p14:tracePt t="15670" x="3259138" y="984250"/>
          <p14:tracePt t="15678" x="3230563" y="1006475"/>
          <p14:tracePt t="15686" x="3224213" y="1012825"/>
          <p14:tracePt t="15694" x="3187700" y="1035050"/>
          <p14:tracePt t="15702" x="3181350" y="1049338"/>
          <p14:tracePt t="15710" x="3167063" y="1055688"/>
          <p14:tracePt t="15718" x="3159125" y="1077913"/>
          <p14:tracePt t="15726" x="3152775" y="1084263"/>
          <p14:tracePt t="15734" x="3144838" y="1092200"/>
          <p14:tracePt t="15742" x="3144838" y="1098550"/>
          <p14:tracePt t="15751" x="3138488" y="1112838"/>
          <p14:tracePt t="15758" x="3138488" y="1120775"/>
          <p14:tracePt t="15774" x="3130550" y="1127125"/>
          <p14:tracePt t="15806" x="3130550" y="1135063"/>
          <p14:tracePt t="15822" x="3124200" y="1141413"/>
          <p14:tracePt t="15830" x="3124200" y="1147763"/>
          <p14:tracePt t="15838" x="3116263" y="1147763"/>
          <p14:tracePt t="15862" x="3116263" y="1155700"/>
          <p14:tracePt t="15883" x="3109913" y="1162050"/>
          <p14:tracePt t="15902" x="3101975" y="1169988"/>
          <p14:tracePt t="15926" x="3095625" y="1176338"/>
          <p14:tracePt t="15958" x="3095625" y="1184275"/>
          <p14:tracePt t="15966" x="3095625" y="1190625"/>
          <p14:tracePt t="16014" x="3095625" y="1198563"/>
          <p14:tracePt t="16038" x="3095625" y="1204913"/>
          <p14:tracePt t="16062" x="3095625" y="1212850"/>
          <p14:tracePt t="16118" x="3095625" y="1219200"/>
          <p14:tracePt t="16150" x="3095625" y="1227138"/>
          <p14:tracePt t="16158" x="3095625" y="1233488"/>
          <p14:tracePt t="16198" x="3101975" y="1241425"/>
          <p14:tracePt t="16206" x="3109913" y="1247775"/>
          <p14:tracePt t="16230" x="3116263" y="1255713"/>
          <p14:tracePt t="16254" x="3124200" y="1262063"/>
          <p14:tracePt t="16286" x="3138488" y="1262063"/>
          <p14:tracePt t="16294" x="3144838" y="1270000"/>
          <p14:tracePt t="16310" x="3159125" y="1270000"/>
          <p14:tracePt t="16326" x="3173413" y="1270000"/>
          <p14:tracePt t="16334" x="3181350" y="1276350"/>
          <p14:tracePt t="16350" x="3201988" y="1276350"/>
          <p14:tracePt t="16358" x="3209925" y="1276350"/>
          <p14:tracePt t="16366" x="3230563" y="1284288"/>
          <p14:tracePt t="16374" x="3252788" y="1284288"/>
          <p14:tracePt t="16382" x="3287713" y="1290638"/>
          <p14:tracePt t="16390" x="3309938" y="1290638"/>
          <p14:tracePt t="16398" x="3330575" y="1290638"/>
          <p14:tracePt t="16406" x="3359150" y="1290638"/>
          <p14:tracePt t="16414" x="3387725" y="1304925"/>
          <p14:tracePt t="16422" x="3409950" y="1304925"/>
          <p14:tracePt t="16430" x="3430588" y="1304925"/>
          <p14:tracePt t="16438" x="3444875" y="1304925"/>
          <p14:tracePt t="16446" x="3459163" y="1304925"/>
          <p14:tracePt t="16454" x="3487738" y="1304925"/>
          <p14:tracePt t="16462" x="3516313" y="1312863"/>
          <p14:tracePt t="16470" x="3538538" y="1312863"/>
          <p14:tracePt t="16478" x="3559175" y="1312863"/>
          <p14:tracePt t="16486" x="3579813" y="1312863"/>
          <p14:tracePt t="16494" x="3602038" y="1312863"/>
          <p14:tracePt t="16502" x="3622675" y="1312863"/>
          <p14:tracePt t="16510" x="3651250" y="1312863"/>
          <p14:tracePt t="16518" x="3673475" y="1312863"/>
          <p14:tracePt t="16526" x="3687763" y="1312863"/>
          <p14:tracePt t="16534" x="3708400" y="1312863"/>
          <p14:tracePt t="16542" x="3730625" y="1312863"/>
          <p14:tracePt t="16551" x="3751263" y="1312863"/>
          <p14:tracePt t="16558" x="3765550" y="1312863"/>
          <p14:tracePt t="16566" x="3787775" y="1312863"/>
          <p14:tracePt t="16574" x="3802063" y="1312863"/>
          <p14:tracePt t="16582" x="3808413" y="1312863"/>
          <p14:tracePt t="16590" x="3830638" y="1312863"/>
          <p14:tracePt t="16598" x="3859213" y="1312863"/>
          <p14:tracePt t="16606" x="3879850" y="1312863"/>
          <p14:tracePt t="16614" x="3908425" y="1312863"/>
          <p14:tracePt t="16622" x="3922713" y="1312863"/>
          <p14:tracePt t="16630" x="3951288" y="1312863"/>
          <p14:tracePt t="16638" x="3979863" y="1312863"/>
          <p14:tracePt t="16646" x="4002088" y="1312863"/>
          <p14:tracePt t="16654" x="4030663" y="1312863"/>
          <p14:tracePt t="16662" x="4051300" y="1312863"/>
          <p14:tracePt t="16670" x="4071938" y="1312863"/>
          <p14:tracePt t="16678" x="4086225" y="1312863"/>
          <p14:tracePt t="16686" x="4108450" y="1312863"/>
          <p14:tracePt t="16694" x="4129088" y="1312863"/>
          <p14:tracePt t="16702" x="4137025" y="1312863"/>
          <p14:tracePt t="16710" x="4151313" y="1312863"/>
          <p14:tracePt t="16718" x="4165600" y="1304925"/>
          <p14:tracePt t="16734" x="4171950" y="1298575"/>
          <p14:tracePt t="16742" x="4179888" y="1298575"/>
          <p14:tracePt t="16751" x="4186238" y="1298575"/>
          <p14:tracePt t="16758" x="4194175" y="1290638"/>
          <p14:tracePt t="16767" x="4200525" y="1284288"/>
          <p14:tracePt t="16790" x="4208463" y="1284288"/>
          <p14:tracePt t="17806" x="4222750" y="1276350"/>
          <p14:tracePt t="17814" x="4237038" y="1270000"/>
          <p14:tracePt t="17822" x="4257675" y="1270000"/>
          <p14:tracePt t="17830" x="4286250" y="1262063"/>
          <p14:tracePt t="17838" x="4322763" y="1255713"/>
          <p14:tracePt t="17846" x="4337050" y="1255713"/>
          <p14:tracePt t="17854" x="4371975" y="1255713"/>
          <p14:tracePt t="17862" x="4400550" y="1255713"/>
          <p14:tracePt t="17870" x="4429125" y="1255713"/>
          <p14:tracePt t="17878" x="4457700" y="1255713"/>
          <p14:tracePt t="17886" x="4500563" y="1255713"/>
          <p14:tracePt t="17919" x="4664075" y="1255713"/>
          <p14:tracePt t="17926" x="4706938" y="1255713"/>
          <p14:tracePt t="17934" x="4757738" y="1255713"/>
          <p14:tracePt t="17942" x="4814888" y="1255713"/>
          <p14:tracePt t="17951" x="4864100" y="1255713"/>
          <p14:tracePt t="17958" x="4929188" y="1255713"/>
          <p14:tracePt t="17966" x="5000625" y="1255713"/>
          <p14:tracePt t="17974" x="5043488" y="1255713"/>
          <p14:tracePt t="17982" x="5113338" y="1255713"/>
          <p14:tracePt t="17990" x="5184775" y="1255713"/>
          <p14:tracePt t="17998" x="5241925" y="1255713"/>
          <p14:tracePt t="18006" x="5299075" y="1255713"/>
          <p14:tracePt t="18014" x="5356225" y="1255713"/>
          <p14:tracePt t="18022" x="5413375" y="1255713"/>
          <p14:tracePt t="18030" x="5464175" y="1255713"/>
          <p14:tracePt t="18038" x="5513388" y="1255713"/>
          <p14:tracePt t="18046" x="5578475" y="1255713"/>
          <p14:tracePt t="18054" x="5634038" y="1255713"/>
          <p14:tracePt t="18062" x="5691188" y="1255713"/>
          <p14:tracePt t="18070" x="5748338" y="1255713"/>
          <p14:tracePt t="18078" x="5799138" y="1255713"/>
          <p14:tracePt t="18086" x="5856288" y="1247775"/>
          <p14:tracePt t="18094" x="5905500" y="1247775"/>
          <p14:tracePt t="18102" x="5962650" y="1247775"/>
          <p14:tracePt t="18110" x="6013450" y="1247775"/>
          <p14:tracePt t="18118" x="6048375" y="1247775"/>
          <p14:tracePt t="18126" x="6076950" y="1247775"/>
          <p14:tracePt t="18134" x="6134100" y="1233488"/>
          <p14:tracePt t="18142" x="6183313" y="1233488"/>
          <p14:tracePt t="18151" x="6240463" y="1233488"/>
          <p14:tracePt t="18158" x="6297613" y="1233488"/>
          <p14:tracePt t="18166" x="6354763" y="1233488"/>
          <p14:tracePt t="18174" x="6405563" y="1233488"/>
          <p14:tracePt t="18182" x="6454775" y="1227138"/>
          <p14:tracePt t="18190" x="6505575" y="1219200"/>
          <p14:tracePt t="18198" x="6534150" y="1212850"/>
          <p14:tracePt t="18206" x="6583363" y="1198563"/>
          <p14:tracePt t="18214" x="6597650" y="1198563"/>
          <p14:tracePt t="18222" x="6618288" y="1184275"/>
          <p14:tracePt t="18230" x="6640513" y="1184275"/>
          <p14:tracePt t="18238" x="6654800" y="1176338"/>
          <p14:tracePt t="18246" x="6661150" y="1169988"/>
          <p14:tracePt t="18254" x="6675438" y="1162050"/>
          <p14:tracePt t="18270" x="6683375" y="1155700"/>
          <p14:tracePt t="18318" x="6689725" y="1155700"/>
          <p14:tracePt t="18326" x="6689725" y="1147763"/>
          <p14:tracePt t="18342" x="6689725" y="1141413"/>
          <p14:tracePt t="18350" x="6675438" y="1141413"/>
          <p14:tracePt t="18358" x="6646863" y="1135063"/>
          <p14:tracePt t="18367" x="6611938" y="1120775"/>
          <p14:tracePt t="18374" x="6569075" y="1112838"/>
          <p14:tracePt t="18382" x="6505575" y="1106488"/>
          <p14:tracePt t="18390" x="6434138" y="1106488"/>
          <p14:tracePt t="18398" x="6354763" y="1092200"/>
          <p14:tracePt t="18406" x="6283325" y="1077913"/>
          <p14:tracePt t="18414" x="6197600" y="1069975"/>
          <p14:tracePt t="18422" x="6119813" y="1063625"/>
          <p14:tracePt t="18430" x="6034088" y="1063625"/>
          <p14:tracePt t="18438" x="5956300" y="1049338"/>
          <p14:tracePt t="18446" x="5891213" y="1041400"/>
          <p14:tracePt t="18454" x="5813425" y="1041400"/>
          <p14:tracePt t="18462" x="5748338" y="1041400"/>
          <p14:tracePt t="18470" x="5699125" y="1041400"/>
          <p14:tracePt t="18478" x="5634038" y="1041400"/>
          <p14:tracePt t="18486" x="5584825" y="1041400"/>
          <p14:tracePt t="18494" x="5521325" y="1041400"/>
          <p14:tracePt t="18502" x="5449888" y="1041400"/>
          <p14:tracePt t="18510" x="5384800" y="1041400"/>
          <p14:tracePt t="18518" x="5299075" y="1041400"/>
          <p14:tracePt t="18526" x="5221288" y="1041400"/>
          <p14:tracePt t="18534" x="5149850" y="1027113"/>
          <p14:tracePt t="18542" x="5064125" y="1020763"/>
          <p14:tracePt t="18551" x="4986338" y="1020763"/>
          <p14:tracePt t="18558" x="4906963" y="1006475"/>
          <p14:tracePt t="18567" x="4835525" y="1006475"/>
          <p14:tracePt t="18574" x="4757738" y="1006475"/>
          <p14:tracePt t="18582" x="4678363" y="1006475"/>
          <p14:tracePt t="18590" x="4614863" y="1006475"/>
          <p14:tracePt t="18598" x="4551363" y="1006475"/>
          <p14:tracePt t="18606" x="4494213" y="1006475"/>
          <p14:tracePt t="18614" x="4437063" y="1006475"/>
          <p14:tracePt t="18622" x="4386263" y="1006475"/>
          <p14:tracePt t="18630" x="4337050" y="1006475"/>
          <p14:tracePt t="18638" x="4308475" y="1006475"/>
          <p14:tracePt t="18646" x="4271963" y="1006475"/>
          <p14:tracePt t="18654" x="4237038" y="1006475"/>
          <p14:tracePt t="18662" x="4208463" y="1006475"/>
          <p14:tracePt t="18670" x="4186238" y="1006475"/>
          <p14:tracePt t="18678" x="4171950" y="1006475"/>
          <p14:tracePt t="18686" x="4151313" y="1006475"/>
          <p14:tracePt t="18694" x="4129088" y="1006475"/>
          <p14:tracePt t="18702" x="4108450" y="1006475"/>
          <p14:tracePt t="18710" x="4079875" y="1006475"/>
          <p14:tracePt t="18718" x="4051300" y="1006475"/>
          <p14:tracePt t="18726" x="4016375" y="1006475"/>
          <p14:tracePt t="18734" x="3994150" y="1006475"/>
          <p14:tracePt t="18742" x="3965575" y="1006475"/>
          <p14:tracePt t="18751" x="3937000" y="1006475"/>
          <p14:tracePt t="18758" x="3916363" y="1006475"/>
          <p14:tracePt t="18767" x="3902075" y="1006475"/>
          <p14:tracePt t="18774" x="3894138" y="1006475"/>
          <p14:tracePt t="18782" x="3887788" y="1006475"/>
          <p14:tracePt t="18790" x="3879850" y="1006475"/>
          <p14:tracePt t="18806" x="3873500" y="1006475"/>
          <p14:tracePt t="18814" x="3865563" y="1006475"/>
          <p14:tracePt t="18822" x="3859213" y="1006475"/>
          <p14:tracePt t="18862" x="3851275" y="1006475"/>
          <p14:tracePt t="20526" x="3851275" y="998538"/>
          <p14:tracePt t="20534" x="3851275" y="992188"/>
          <p14:tracePt t="20542" x="3851275" y="984250"/>
          <p14:tracePt t="20678" x="3844925" y="984250"/>
          <p14:tracePt t="20790" x="3836988" y="984250"/>
          <p14:tracePt t="21870" x="3830638" y="984250"/>
          <p14:tracePt t="21878" x="3822700" y="984250"/>
          <p14:tracePt t="21886" x="3816350" y="984250"/>
          <p14:tracePt t="21902" x="3808413" y="984250"/>
          <p14:tracePt t="21910" x="3802063" y="984250"/>
          <p14:tracePt t="21918" x="3794125" y="984250"/>
          <p14:tracePt t="21934" x="3787775" y="984250"/>
          <p14:tracePt t="21942" x="3779838" y="992188"/>
          <p14:tracePt t="21951" x="3773488" y="998538"/>
          <p14:tracePt t="21958" x="3751263" y="1006475"/>
          <p14:tracePt t="21966" x="3730625" y="1020763"/>
          <p14:tracePt t="21974" x="3702050" y="1041400"/>
          <p14:tracePt t="21982" x="3659188" y="1049338"/>
          <p14:tracePt t="21990" x="3608388" y="1069975"/>
          <p14:tracePt t="21998" x="3579813" y="1077913"/>
          <p14:tracePt t="22006" x="3538538" y="1084263"/>
          <p14:tracePt t="22014" x="3509963" y="1098550"/>
          <p14:tracePt t="22022" x="3452813" y="1106488"/>
          <p14:tracePt t="22030" x="3430588" y="1106488"/>
          <p14:tracePt t="22038" x="3395663" y="1106488"/>
          <p14:tracePt t="22046" x="3352800" y="1112838"/>
          <p14:tracePt t="22054" x="3309938" y="1120775"/>
          <p14:tracePt t="22062" x="3252788" y="1135063"/>
          <p14:tracePt t="22069" x="3201988" y="1135063"/>
          <p14:tracePt t="22078" x="3144838" y="1135063"/>
          <p14:tracePt t="22086" x="3101975" y="1135063"/>
          <p14:tracePt t="22094" x="3032125" y="1135063"/>
          <p14:tracePt t="22102" x="2967038" y="1135063"/>
          <p14:tracePt t="22110" x="2889250" y="1135063"/>
          <p14:tracePt t="22118" x="2824163" y="1135063"/>
          <p14:tracePt t="22126" x="2774950" y="1135063"/>
          <p14:tracePt t="22134" x="2738438" y="1135063"/>
          <p14:tracePt t="22142" x="2689225" y="1135063"/>
          <p14:tracePt t="22150" x="2638425" y="1135063"/>
          <p14:tracePt t="22158" x="2603500" y="1135063"/>
          <p14:tracePt t="22167" x="2552700" y="1135063"/>
          <p14:tracePt t="22174" x="2517775" y="1135063"/>
          <p14:tracePt t="22182" x="2474913" y="1135063"/>
          <p14:tracePt t="22190" x="2432050" y="1135063"/>
          <p14:tracePt t="22198" x="2382838" y="1135063"/>
          <p14:tracePt t="22206" x="2317750" y="1135063"/>
          <p14:tracePt t="22214" x="2239963" y="1135063"/>
          <p14:tracePt t="22222" x="2154238" y="1135063"/>
          <p14:tracePt t="22230" x="2046288" y="1135063"/>
          <p14:tracePt t="22238" x="1933575" y="1135063"/>
          <p14:tracePt t="22246" x="1782763" y="1112838"/>
          <p14:tracePt t="22254" x="1582738" y="1077913"/>
          <p14:tracePt t="22262" x="1441450" y="1069975"/>
          <p14:tracePt t="22270" x="1270000" y="1035050"/>
          <p14:tracePt t="22278" x="1069975" y="1012825"/>
          <p14:tracePt t="22286" x="898525" y="984250"/>
          <p14:tracePt t="22294" x="712788" y="963613"/>
          <p14:tracePt t="22302" x="506413" y="927100"/>
          <p14:tracePt t="22310" x="363538" y="906463"/>
          <p14:tracePt t="22318" x="192088" y="877888"/>
          <p14:tracePt t="22326" x="49213" y="863600"/>
        </p14:tracePtLst>
      </p14:laserTraceLst>
    </p:ext>
  </p:extLs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9" name="Google Shape;859;p44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</a:t>
            </a:r>
            <a:endParaRPr/>
          </a:p>
        </p:txBody>
      </p:sp>
      <p:sp>
        <p:nvSpPr>
          <p:cNvPr id="860" name="Google Shape;860;p44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18</a:t>
            </a:fld>
            <a:endParaRPr/>
          </a:p>
        </p:txBody>
      </p:sp>
      <p:grpSp>
        <p:nvGrpSpPr>
          <p:cNvPr id="861" name="Google Shape;861;p44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862" name="Google Shape;862;p44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863" name="Google Shape;863;p44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8" name="Google Shape;868;p45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19</a:t>
            </a:fld>
            <a:endParaRPr/>
          </a:p>
        </p:txBody>
      </p:sp>
      <p:sp>
        <p:nvSpPr>
          <p:cNvPr id="869" name="Google Shape;869;p45"/>
          <p:cNvSpPr/>
          <p:nvPr/>
        </p:nvSpPr>
        <p:spPr>
          <a:xfrm>
            <a:off x="460688" y="1668275"/>
            <a:ext cx="7960800" cy="22794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70" name="Google Shape;870;p45"/>
          <p:cNvSpPr txBox="1"/>
          <p:nvPr/>
        </p:nvSpPr>
        <p:spPr>
          <a:xfrm>
            <a:off x="820922" y="2321750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C1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71" name="Google Shape;871;p45"/>
          <p:cNvCxnSpPr/>
          <p:nvPr/>
        </p:nvCxnSpPr>
        <p:spPr>
          <a:xfrm>
            <a:off x="1690702" y="2538682"/>
            <a:ext cx="48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72" name="Google Shape;872;p45"/>
          <p:cNvCxnSpPr>
            <a:stCxn id="873" idx="1"/>
          </p:cNvCxnSpPr>
          <p:nvPr/>
        </p:nvCxnSpPr>
        <p:spPr>
          <a:xfrm>
            <a:off x="820923" y="2129400"/>
            <a:ext cx="0" cy="1269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874" name="Google Shape;874;p45"/>
          <p:cNvSpPr txBox="1"/>
          <p:nvPr/>
        </p:nvSpPr>
        <p:spPr>
          <a:xfrm rot="-5400000">
            <a:off x="180775" y="2679425"/>
            <a:ext cx="9927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i </a:t>
            </a: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th Batch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73" name="Google Shape;873;p45"/>
          <p:cNvSpPr txBox="1"/>
          <p:nvPr/>
        </p:nvSpPr>
        <p:spPr>
          <a:xfrm>
            <a:off x="820923" y="1915350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75" name="Google Shape;875;p45"/>
          <p:cNvSpPr/>
          <p:nvPr/>
        </p:nvSpPr>
        <p:spPr>
          <a:xfrm>
            <a:off x="2179405" y="22529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76" name="Google Shape;876;p45"/>
          <p:cNvSpPr/>
          <p:nvPr/>
        </p:nvSpPr>
        <p:spPr>
          <a:xfrm>
            <a:off x="4122930" y="2252909"/>
            <a:ext cx="571500" cy="5715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Mch-4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77" name="Google Shape;877;p45"/>
          <p:cNvSpPr/>
          <p:nvPr/>
        </p:nvSpPr>
        <p:spPr>
          <a:xfrm>
            <a:off x="5094655" y="2252922"/>
            <a:ext cx="571500" cy="5715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Mch-6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78" name="Google Shape;878;p45"/>
          <p:cNvCxnSpPr>
            <a:endCxn id="875" idx="2"/>
          </p:cNvCxnSpPr>
          <p:nvPr/>
        </p:nvCxnSpPr>
        <p:spPr>
          <a:xfrm>
            <a:off x="1779205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79" name="Google Shape;879;p45"/>
          <p:cNvCxnSpPr>
            <a:stCxn id="876" idx="6"/>
            <a:endCxn id="877" idx="2"/>
          </p:cNvCxnSpPr>
          <p:nvPr/>
        </p:nvCxnSpPr>
        <p:spPr>
          <a:xfrm>
            <a:off x="4694430" y="253865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80" name="Google Shape;880;p45"/>
          <p:cNvCxnSpPr>
            <a:stCxn id="877" idx="6"/>
          </p:cNvCxnSpPr>
          <p:nvPr/>
        </p:nvCxnSpPr>
        <p:spPr>
          <a:xfrm>
            <a:off x="5666155" y="2538672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81" name="Google Shape;881;p45"/>
          <p:cNvSpPr txBox="1"/>
          <p:nvPr/>
        </p:nvSpPr>
        <p:spPr>
          <a:xfrm>
            <a:off x="820901" y="2654871"/>
            <a:ext cx="848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Pieces = 5</a:t>
            </a:r>
            <a:endParaRPr sz="17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82" name="Google Shape;882;p45"/>
          <p:cNvSpPr txBox="1"/>
          <p:nvPr/>
        </p:nvSpPr>
        <p:spPr>
          <a:xfrm>
            <a:off x="820922" y="2975075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83" name="Google Shape;883;p45"/>
          <p:cNvSpPr txBox="1"/>
          <p:nvPr/>
        </p:nvSpPr>
        <p:spPr>
          <a:xfrm>
            <a:off x="5899002" y="3046614"/>
            <a:ext cx="992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Defects = 2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at j = 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84" name="Google Shape;884;p45"/>
          <p:cNvCxnSpPr/>
          <p:nvPr/>
        </p:nvCxnSpPr>
        <p:spPr>
          <a:xfrm>
            <a:off x="2396160" y="3255092"/>
            <a:ext cx="2964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885" name="Google Shape;885;p45"/>
          <p:cNvCxnSpPr/>
          <p:nvPr/>
        </p:nvCxnSpPr>
        <p:spPr>
          <a:xfrm>
            <a:off x="2465185" y="2824438"/>
            <a:ext cx="0" cy="428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6" name="Google Shape;886;p45"/>
          <p:cNvCxnSpPr/>
          <p:nvPr/>
        </p:nvCxnSpPr>
        <p:spPr>
          <a:xfrm>
            <a:off x="3436934" y="2824434"/>
            <a:ext cx="0" cy="419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7" name="Google Shape;887;p45"/>
          <p:cNvCxnSpPr/>
          <p:nvPr/>
        </p:nvCxnSpPr>
        <p:spPr>
          <a:xfrm>
            <a:off x="4408701" y="2824435"/>
            <a:ext cx="0" cy="40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888" name="Google Shape;888;p45"/>
          <p:cNvCxnSpPr>
            <a:stCxn id="877" idx="5"/>
          </p:cNvCxnSpPr>
          <p:nvPr/>
        </p:nvCxnSpPr>
        <p:spPr>
          <a:xfrm>
            <a:off x="5582460" y="2740728"/>
            <a:ext cx="430800" cy="353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89" name="Google Shape;889;p45"/>
          <p:cNvSpPr txBox="1"/>
          <p:nvPr/>
        </p:nvSpPr>
        <p:spPr>
          <a:xfrm>
            <a:off x="2448055" y="3231686"/>
            <a:ext cx="2949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sis"/>
                <a:ea typeface="Dosis"/>
                <a:cs typeface="Dosis"/>
                <a:sym typeface="Dosis"/>
              </a:rPr>
              <a:t>suspicious machines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0" name="Google Shape;890;p45"/>
          <p:cNvSpPr txBox="1"/>
          <p:nvPr/>
        </p:nvSpPr>
        <p:spPr>
          <a:xfrm>
            <a:off x="2179388" y="2862821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1" name="Google Shape;891;p45"/>
          <p:cNvSpPr txBox="1"/>
          <p:nvPr/>
        </p:nvSpPr>
        <p:spPr>
          <a:xfrm>
            <a:off x="3151159" y="2862821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2" name="Google Shape;892;p45"/>
          <p:cNvSpPr txBox="1"/>
          <p:nvPr/>
        </p:nvSpPr>
        <p:spPr>
          <a:xfrm>
            <a:off x="4122899" y="2851228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93" name="Google Shape;893;p45"/>
          <p:cNvCxnSpPr/>
          <p:nvPr/>
        </p:nvCxnSpPr>
        <p:spPr>
          <a:xfrm>
            <a:off x="5380420" y="2824452"/>
            <a:ext cx="0" cy="42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894" name="Google Shape;894;p45"/>
          <p:cNvSpPr txBox="1"/>
          <p:nvPr/>
        </p:nvSpPr>
        <p:spPr>
          <a:xfrm>
            <a:off x="5010945" y="2850553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5" name="Google Shape;895;p45"/>
          <p:cNvSpPr txBox="1"/>
          <p:nvPr/>
        </p:nvSpPr>
        <p:spPr>
          <a:xfrm>
            <a:off x="7038102" y="2324655"/>
            <a:ext cx="1721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Finished Batch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896" name="Google Shape;896;p45"/>
          <p:cNvSpPr/>
          <p:nvPr/>
        </p:nvSpPr>
        <p:spPr>
          <a:xfrm>
            <a:off x="3151178" y="2252939"/>
            <a:ext cx="571500" cy="5715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Mch-2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897" name="Google Shape;897;p45"/>
          <p:cNvCxnSpPr>
            <a:stCxn id="875" idx="6"/>
            <a:endCxn id="896" idx="2"/>
          </p:cNvCxnSpPr>
          <p:nvPr/>
        </p:nvCxnSpPr>
        <p:spPr>
          <a:xfrm>
            <a:off x="2750905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898" name="Google Shape;898;p45"/>
          <p:cNvCxnSpPr>
            <a:stCxn id="896" idx="6"/>
            <a:endCxn id="876" idx="2"/>
          </p:cNvCxnSpPr>
          <p:nvPr/>
        </p:nvCxnSpPr>
        <p:spPr>
          <a:xfrm>
            <a:off x="3722678" y="253868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899" name="Google Shape;899;p45"/>
          <p:cNvSpPr/>
          <p:nvPr/>
        </p:nvSpPr>
        <p:spPr>
          <a:xfrm>
            <a:off x="6066364" y="22529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00" name="Google Shape;900;p45"/>
          <p:cNvCxnSpPr>
            <a:stCxn id="899" idx="6"/>
          </p:cNvCxnSpPr>
          <p:nvPr/>
        </p:nvCxnSpPr>
        <p:spPr>
          <a:xfrm>
            <a:off x="6637864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01" name="Google Shape;901;p45"/>
          <p:cNvSpPr txBox="1"/>
          <p:nvPr/>
        </p:nvSpPr>
        <p:spPr>
          <a:xfrm>
            <a:off x="22173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2" name="Google Shape;902;p45"/>
          <p:cNvSpPr txBox="1"/>
          <p:nvPr/>
        </p:nvSpPr>
        <p:spPr>
          <a:xfrm>
            <a:off x="7113363" y="2631925"/>
            <a:ext cx="11094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Good Pieces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( Gi )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3" name="Google Shape;903;p45"/>
          <p:cNvSpPr txBox="1"/>
          <p:nvPr/>
        </p:nvSpPr>
        <p:spPr>
          <a:xfrm>
            <a:off x="32055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4" name="Google Shape;904;p45"/>
          <p:cNvSpPr txBox="1"/>
          <p:nvPr/>
        </p:nvSpPr>
        <p:spPr>
          <a:xfrm>
            <a:off x="41937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0.6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5" name="Google Shape;905;p45"/>
          <p:cNvSpPr txBox="1"/>
          <p:nvPr/>
        </p:nvSpPr>
        <p:spPr>
          <a:xfrm>
            <a:off x="51819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0.55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6" name="Google Shape;906;p45"/>
          <p:cNvSpPr txBox="1"/>
          <p:nvPr/>
        </p:nvSpPr>
        <p:spPr>
          <a:xfrm>
            <a:off x="21897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7" name="Google Shape;907;p45"/>
          <p:cNvSpPr txBox="1"/>
          <p:nvPr/>
        </p:nvSpPr>
        <p:spPr>
          <a:xfrm>
            <a:off x="31779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8" name="Google Shape;908;p45"/>
          <p:cNvSpPr txBox="1"/>
          <p:nvPr/>
        </p:nvSpPr>
        <p:spPr>
          <a:xfrm>
            <a:off x="41661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09" name="Google Shape;909;p45"/>
          <p:cNvSpPr txBox="1"/>
          <p:nvPr/>
        </p:nvSpPr>
        <p:spPr>
          <a:xfrm>
            <a:off x="51543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0" name="Google Shape;910;p45"/>
          <p:cNvSpPr txBox="1"/>
          <p:nvPr/>
        </p:nvSpPr>
        <p:spPr>
          <a:xfrm>
            <a:off x="61425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j=5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1" name="Google Shape;911;p45"/>
          <p:cNvSpPr txBox="1"/>
          <p:nvPr/>
        </p:nvSpPr>
        <p:spPr>
          <a:xfrm>
            <a:off x="4729269" y="3662775"/>
            <a:ext cx="3242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Shared defective pieces ( Zijk ) based on each Pm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2" name="Google Shape;912;p45"/>
          <p:cNvSpPr txBox="1"/>
          <p:nvPr/>
        </p:nvSpPr>
        <p:spPr>
          <a:xfrm>
            <a:off x="26817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3" name="Google Shape;913;p45"/>
          <p:cNvSpPr txBox="1"/>
          <p:nvPr/>
        </p:nvSpPr>
        <p:spPr>
          <a:xfrm>
            <a:off x="36720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4.15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4" name="Google Shape;914;p45"/>
          <p:cNvSpPr txBox="1"/>
          <p:nvPr/>
        </p:nvSpPr>
        <p:spPr>
          <a:xfrm>
            <a:off x="4683575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5" name="Google Shape;915;p45"/>
          <p:cNvSpPr txBox="1"/>
          <p:nvPr/>
        </p:nvSpPr>
        <p:spPr>
          <a:xfrm>
            <a:off x="56187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6" name="Google Shape;916;p45"/>
          <p:cNvSpPr txBox="1"/>
          <p:nvPr/>
        </p:nvSpPr>
        <p:spPr>
          <a:xfrm>
            <a:off x="66069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17" name="Google Shape;917;p45"/>
          <p:cNvSpPr txBox="1"/>
          <p:nvPr/>
        </p:nvSpPr>
        <p:spPr>
          <a:xfrm>
            <a:off x="3906488" y="1600288"/>
            <a:ext cx="183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Generated good pieces</a:t>
            </a:r>
            <a:endParaRPr>
              <a:solidFill>
                <a:srgbClr val="0000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18" name="Google Shape;918;p45"/>
          <p:cNvCxnSpPr>
            <a:stCxn id="914" idx="0"/>
          </p:cNvCxnSpPr>
          <p:nvPr/>
        </p:nvCxnSpPr>
        <p:spPr>
          <a:xfrm rot="10800000">
            <a:off x="4894175" y="1979475"/>
            <a:ext cx="21600" cy="302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19" name="Google Shape;919;p45"/>
          <p:cNvCxnSpPr/>
          <p:nvPr/>
        </p:nvCxnSpPr>
        <p:spPr>
          <a:xfrm>
            <a:off x="4440400" y="3643850"/>
            <a:ext cx="362400" cy="128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20" name="Google Shape;920;p45"/>
          <p:cNvSpPr txBox="1"/>
          <p:nvPr/>
        </p:nvSpPr>
        <p:spPr>
          <a:xfrm>
            <a:off x="1089838" y="1128075"/>
            <a:ext cx="75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Xijk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Gi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1.55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21" name="Google Shape;921;p45"/>
          <p:cNvCxnSpPr>
            <a:stCxn id="920" idx="3"/>
            <a:endCxn id="912" idx="0"/>
          </p:cNvCxnSpPr>
          <p:nvPr/>
        </p:nvCxnSpPr>
        <p:spPr>
          <a:xfrm>
            <a:off x="1845238" y="1435875"/>
            <a:ext cx="1068600" cy="84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922" name="Google Shape;922;p45">
            <a:hlinkClick r:id="rId3" action="ppaction://hlinksldjump"/>
          </p:cNvPr>
          <p:cNvSpPr/>
          <p:nvPr/>
        </p:nvSpPr>
        <p:spPr>
          <a:xfrm>
            <a:off x="7971366" y="3601609"/>
            <a:ext cx="302700" cy="3027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2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23" name="Google Shape;923;p45">
            <a:hlinkClick r:id="rId4" action="ppaction://hlinksldjump"/>
          </p:cNvPr>
          <p:cNvSpPr/>
          <p:nvPr/>
        </p:nvSpPr>
        <p:spPr>
          <a:xfrm>
            <a:off x="838900" y="1283124"/>
            <a:ext cx="302700" cy="302700"/>
          </a:xfrm>
          <a:prstGeom prst="ellipse">
            <a:avLst/>
          </a:prstGeom>
          <a:solidFill>
            <a:srgbClr val="DAFBFE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3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24" name="Google Shape;924;p45"/>
          <p:cNvSpPr txBox="1"/>
          <p:nvPr/>
        </p:nvSpPr>
        <p:spPr>
          <a:xfrm>
            <a:off x="6862313" y="1699338"/>
            <a:ext cx="153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Estimate Zijk and Xijk</a:t>
            </a:r>
            <a:endParaRPr/>
          </a:p>
        </p:txBody>
      </p:sp>
      <p:sp>
        <p:nvSpPr>
          <p:cNvPr id="925" name="Google Shape;925;p45"/>
          <p:cNvSpPr txBox="1"/>
          <p:nvPr/>
        </p:nvSpPr>
        <p:spPr>
          <a:xfrm>
            <a:off x="384484" y="3676725"/>
            <a:ext cx="432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Mch-3 and Mch-6 can observe defective pieces</a:t>
            </a:r>
            <a:endParaRPr sz="1000"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  <p:sp>
        <p:nvSpPr>
          <p:cNvPr id="926" name="Google Shape;926;p45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Expected Number Bad Pieces</a:t>
            </a:r>
            <a:endParaRPr/>
          </a:p>
        </p:txBody>
      </p:sp>
      <p:sp>
        <p:nvSpPr>
          <p:cNvPr id="927" name="Google Shape;927;p45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2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928" name="Google Shape;928;p45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929" name="Google Shape;929;p45">
              <a:hlinkClick r:id="rId5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930" name="Google Shape;930;p45">
              <a:hlinkClick r:id="rId6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931" name="Google Shape;931;p45"/>
          <p:cNvSpPr/>
          <p:nvPr/>
        </p:nvSpPr>
        <p:spPr>
          <a:xfrm>
            <a:off x="7986225" y="4015425"/>
            <a:ext cx="273000" cy="424800"/>
          </a:xfrm>
          <a:prstGeom prst="upArrow">
            <a:avLst>
              <a:gd name="adj1" fmla="val 50000"/>
              <a:gd name="adj2" fmla="val 50000"/>
            </a:avLst>
          </a:prstGeom>
          <a:solidFill>
            <a:srgbClr val="FF0000"/>
          </a:solidFill>
          <a:ln w="9525" cap="flat" cmpd="sng">
            <a:solidFill>
              <a:srgbClr val="F4CCCC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34110">
        <p14:gallery dir="l"/>
      </p:transition>
    </mc:Choice>
    <mc:Fallback xmlns="">
      <p:transition spd="slow" advTm="34110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58" x="7011988" y="3502025"/>
          <p14:tracePt t="190" x="7018338" y="3502025"/>
          <p14:tracePt t="198" x="7026275" y="3502025"/>
          <p14:tracePt t="206" x="7026275" y="3509963"/>
          <p14:tracePt t="214" x="7032625" y="3509963"/>
          <p14:tracePt t="222" x="7046913" y="3516313"/>
          <p14:tracePt t="230" x="7054850" y="3524250"/>
          <p14:tracePt t="238" x="7075488" y="3530600"/>
          <p14:tracePt t="246" x="7089775" y="3530600"/>
          <p14:tracePt t="254" x="7112000" y="3538538"/>
          <p14:tracePt t="263" x="7124700" y="3552825"/>
          <p14:tracePt t="270" x="7132638" y="3552825"/>
          <p14:tracePt t="278" x="7161213" y="3552825"/>
          <p14:tracePt t="286" x="7189788" y="3559175"/>
          <p14:tracePt t="294" x="7218363" y="3573463"/>
          <p14:tracePt t="302" x="7253288" y="3573463"/>
          <p14:tracePt t="310" x="7289800" y="3581400"/>
          <p14:tracePt t="318" x="7324725" y="3581400"/>
          <p14:tracePt t="326" x="7381875" y="3587750"/>
          <p14:tracePt t="334" x="7418388" y="3587750"/>
          <p14:tracePt t="342" x="7453313" y="3587750"/>
          <p14:tracePt t="350" x="7489825" y="3587750"/>
          <p14:tracePt t="358" x="7561263" y="3587750"/>
          <p14:tracePt t="367" x="7631113" y="3587750"/>
          <p14:tracePt t="374" x="7716838" y="3587750"/>
          <p14:tracePt t="382" x="7824788" y="3587750"/>
          <p14:tracePt t="390" x="7910513" y="3587750"/>
          <p14:tracePt t="398" x="7996238" y="3587750"/>
          <p14:tracePt t="406" x="8088313" y="3587750"/>
          <p14:tracePt t="414" x="8145463" y="3587750"/>
          <p14:tracePt t="422" x="8208963" y="3587750"/>
          <p14:tracePt t="430" x="8251825" y="3587750"/>
          <p14:tracePt t="438" x="8280400" y="3587750"/>
          <p14:tracePt t="446" x="8302625" y="3587750"/>
          <p14:tracePt t="454" x="8323263" y="3587750"/>
          <p14:tracePt t="462" x="8331200" y="3587750"/>
          <p14:tracePt t="470" x="8337550" y="3587750"/>
          <p14:tracePt t="478" x="8345488" y="3587750"/>
          <p14:tracePt t="494" x="8351838" y="3587750"/>
          <p14:tracePt t="502" x="8374063" y="3587750"/>
          <p14:tracePt t="510" x="8374063" y="3581400"/>
          <p14:tracePt t="534" x="8380413" y="3573463"/>
          <p14:tracePt t="726" x="8380413" y="3567113"/>
          <p14:tracePt t="742" x="8380413" y="3559175"/>
          <p14:tracePt t="750" x="8374063" y="3552825"/>
          <p14:tracePt t="774" x="8366125" y="3552825"/>
          <p14:tracePt t="782" x="8359775" y="3544888"/>
          <p14:tracePt t="798" x="8351838" y="3544888"/>
          <p14:tracePt t="806" x="8351838" y="3538538"/>
          <p14:tracePt t="846" x="8337550" y="3538538"/>
          <p14:tracePt t="878" x="8331200" y="3530600"/>
          <p14:tracePt t="918" x="8323263" y="3530600"/>
          <p14:tracePt t="934" x="8316913" y="3530600"/>
          <p14:tracePt t="950" x="8302625" y="3524250"/>
          <p14:tracePt t="1270" x="8294688" y="3516313"/>
          <p14:tracePt t="1294" x="8288338" y="3516313"/>
          <p14:tracePt t="1302" x="8280400" y="3516313"/>
          <p14:tracePt t="1310" x="8266113" y="3509963"/>
          <p14:tracePt t="1318" x="8259763" y="3509963"/>
          <p14:tracePt t="1326" x="8245475" y="3495675"/>
          <p14:tracePt t="1334" x="8216900" y="3495675"/>
          <p14:tracePt t="1342" x="8194675" y="3487738"/>
          <p14:tracePt t="1350" x="8180388" y="3487738"/>
          <p14:tracePt t="1358" x="8151813" y="3481388"/>
          <p14:tracePt t="1367" x="8131175" y="3481388"/>
          <p14:tracePt t="1374" x="8110538" y="3467100"/>
          <p14:tracePt t="1382" x="8088313" y="3467100"/>
          <p14:tracePt t="1390" x="8074025" y="3467100"/>
          <p14:tracePt t="1398" x="8067675" y="3467100"/>
          <p14:tracePt t="1406" x="8053388" y="3467100"/>
          <p14:tracePt t="1414" x="8045450" y="3467100"/>
          <p14:tracePt t="1422" x="8024813" y="3467100"/>
          <p14:tracePt t="1430" x="8016875" y="3467100"/>
          <p14:tracePt t="1438" x="7996238" y="3467100"/>
          <p14:tracePt t="1446" x="7967663" y="3467100"/>
          <p14:tracePt t="1454" x="7945438" y="3467100"/>
          <p14:tracePt t="1462" x="7924800" y="3473450"/>
          <p14:tracePt t="1470" x="7902575" y="3481388"/>
          <p14:tracePt t="1478" x="7881938" y="3487738"/>
          <p14:tracePt t="1486" x="7845425" y="3502025"/>
          <p14:tracePt t="1494" x="7810500" y="3530600"/>
          <p14:tracePt t="1502" x="7788275" y="3544888"/>
          <p14:tracePt t="1511" x="7753350" y="3573463"/>
          <p14:tracePt t="1518" x="7724775" y="3587750"/>
          <p14:tracePt t="1526" x="7702550" y="3609975"/>
          <p14:tracePt t="1534" x="7667625" y="3638550"/>
          <p14:tracePt t="1542" x="7645400" y="3659188"/>
          <p14:tracePt t="1551" x="7624763" y="3702050"/>
          <p14:tracePt t="1558" x="7589838" y="3730625"/>
          <p14:tracePt t="1567" x="7581900" y="3738563"/>
          <p14:tracePt t="1574" x="7561263" y="3767138"/>
          <p14:tracePt t="1582" x="7553325" y="3781425"/>
          <p14:tracePt t="1598" x="7553325" y="3795713"/>
          <p14:tracePt t="1606" x="7539038" y="3810000"/>
          <p14:tracePt t="1614" x="7539038" y="3824288"/>
          <p14:tracePt t="1622" x="7539038" y="3830638"/>
          <p14:tracePt t="1630" x="7539038" y="3838575"/>
          <p14:tracePt t="1638" x="7539038" y="3852863"/>
          <p14:tracePt t="1646" x="7539038" y="3873500"/>
          <p14:tracePt t="1654" x="7539038" y="3887788"/>
          <p14:tracePt t="1662" x="7539038" y="3902075"/>
          <p14:tracePt t="1670" x="7546975" y="3910013"/>
          <p14:tracePt t="1678" x="7553325" y="3930650"/>
          <p14:tracePt t="1686" x="7561263" y="3944938"/>
          <p14:tracePt t="1694" x="7567613" y="3952875"/>
          <p14:tracePt t="1702" x="7567613" y="3959225"/>
          <p14:tracePt t="1710" x="7589838" y="3987800"/>
          <p14:tracePt t="1726" x="7596188" y="4002088"/>
          <p14:tracePt t="1734" x="7618413" y="4022725"/>
          <p14:tracePt t="1742" x="7624763" y="4030663"/>
          <p14:tracePt t="1751" x="7639050" y="4059238"/>
          <p14:tracePt t="1758" x="7667625" y="4079875"/>
          <p14:tracePt t="1767" x="7702550" y="4116388"/>
          <p14:tracePt t="1774" x="7731125" y="4159250"/>
          <p14:tracePt t="1783" x="7759700" y="4187825"/>
          <p14:tracePt t="1790" x="7781925" y="4202113"/>
          <p14:tracePt t="1798" x="7810500" y="4237038"/>
          <p14:tracePt t="1806" x="7845425" y="4259263"/>
          <p14:tracePt t="1814" x="7874000" y="4287838"/>
          <p14:tracePt t="1823" x="7902575" y="4302125"/>
          <p14:tracePt t="1830" x="7945438" y="4337050"/>
          <p14:tracePt t="1838" x="7988300" y="4359275"/>
          <p14:tracePt t="1846" x="8024813" y="4387850"/>
          <p14:tracePt t="1854" x="8074025" y="4416425"/>
          <p14:tracePt t="1862" x="8124825" y="4451350"/>
          <p14:tracePt t="1870" x="8174038" y="4479925"/>
          <p14:tracePt t="1878" x="8237538" y="4502150"/>
          <p14:tracePt t="1886" x="8280400" y="4522788"/>
          <p14:tracePt t="1894" x="8345488" y="4545013"/>
          <p14:tracePt t="1902" x="8388350" y="4559300"/>
          <p14:tracePt t="1910" x="8431213" y="4565650"/>
          <p14:tracePt t="1918" x="8459788" y="4572000"/>
          <p14:tracePt t="1926" x="8494713" y="4586288"/>
          <p14:tracePt t="1935" x="8523288" y="4586288"/>
          <p14:tracePt t="1942" x="8537575" y="4586288"/>
          <p14:tracePt t="1951" x="8559800" y="4586288"/>
          <p14:tracePt t="1958" x="8566150" y="4586288"/>
          <p14:tracePt t="1967" x="8580438" y="4586288"/>
          <p14:tracePt t="1974" x="8594725" y="4586288"/>
          <p14:tracePt t="1982" x="8616950" y="4586288"/>
          <p14:tracePt t="1990" x="8631238" y="4565650"/>
          <p14:tracePt t="1998" x="8658225" y="4551363"/>
          <p14:tracePt t="2006" x="8680450" y="4530725"/>
          <p14:tracePt t="2014" x="8694738" y="4522788"/>
          <p14:tracePt t="2022" x="8723313" y="4494213"/>
          <p14:tracePt t="2030" x="8743950" y="4473575"/>
          <p14:tracePt t="2038" x="8772525" y="4451350"/>
          <p14:tracePt t="2046" x="8794750" y="4422775"/>
          <p14:tracePt t="2054" x="8815388" y="4408488"/>
          <p14:tracePt t="2062" x="8829675" y="4402138"/>
          <p14:tracePt t="2070" x="8843963" y="4379913"/>
          <p14:tracePt t="2078" x="8851900" y="4365625"/>
          <p14:tracePt t="2086" x="8858250" y="4359275"/>
          <p14:tracePt t="2094" x="8880475" y="4337050"/>
          <p14:tracePt t="2102" x="8880475" y="4330700"/>
          <p14:tracePt t="2110" x="8894763" y="4322763"/>
          <p14:tracePt t="2118" x="8901113" y="4302125"/>
          <p14:tracePt t="2126" x="8909050" y="4294188"/>
          <p14:tracePt t="2134" x="8915400" y="4279900"/>
          <p14:tracePt t="2142" x="8923338" y="4265613"/>
          <p14:tracePt t="2151" x="8937625" y="4259263"/>
          <p14:tracePt t="2158" x="8937625" y="4251325"/>
          <p14:tracePt t="2167" x="8943975" y="4230688"/>
          <p14:tracePt t="2174" x="8943975" y="4222750"/>
          <p14:tracePt t="2182" x="8951913" y="4208463"/>
          <p14:tracePt t="2190" x="8951913" y="4194175"/>
          <p14:tracePt t="2201" x="8958263" y="4173538"/>
          <p14:tracePt t="2206" x="8958263" y="4151313"/>
          <p14:tracePt t="2214" x="8958263" y="4130675"/>
          <p14:tracePt t="2222" x="8958263" y="4102100"/>
          <p14:tracePt t="2230" x="8958263" y="4079875"/>
          <p14:tracePt t="2238" x="8958263" y="4059238"/>
          <p14:tracePt t="2246" x="8958263" y="4037013"/>
          <p14:tracePt t="2254" x="8958263" y="4022725"/>
          <p14:tracePt t="2262" x="8958263" y="3995738"/>
          <p14:tracePt t="2270" x="8958263" y="3973513"/>
          <p14:tracePt t="2278" x="8958263" y="3967163"/>
          <p14:tracePt t="2286" x="8951913" y="3959225"/>
          <p14:tracePt t="2294" x="8951913" y="3952875"/>
          <p14:tracePt t="2302" x="8943975" y="3938588"/>
          <p14:tracePt t="2310" x="8943975" y="3930650"/>
          <p14:tracePt t="2318" x="8943975" y="3916363"/>
          <p14:tracePt t="2326" x="8937625" y="3910013"/>
          <p14:tracePt t="2334" x="8929688" y="3910013"/>
          <p14:tracePt t="2342" x="8929688" y="3895725"/>
          <p14:tracePt t="2350" x="8923338" y="3887788"/>
          <p14:tracePt t="2358" x="8915400" y="3873500"/>
          <p14:tracePt t="2366" x="8909050" y="3867150"/>
          <p14:tracePt t="2374" x="8901113" y="3859213"/>
          <p14:tracePt t="2382" x="8886825" y="3838575"/>
          <p14:tracePt t="2390" x="8872538" y="3830638"/>
          <p14:tracePt t="2398" x="8872538" y="3816350"/>
          <p14:tracePt t="2406" x="8858250" y="3816350"/>
          <p14:tracePt t="2414" x="8851900" y="3810000"/>
          <p14:tracePt t="2422" x="8837613" y="3802063"/>
          <p14:tracePt t="2430" x="8829675" y="3795713"/>
          <p14:tracePt t="2438" x="8829675" y="3787775"/>
          <p14:tracePt t="2446" x="8823325" y="3787775"/>
          <p14:tracePt t="2454" x="8815388" y="3781425"/>
          <p14:tracePt t="2462" x="8801100" y="3781425"/>
          <p14:tracePt t="2470" x="8794750" y="3773488"/>
          <p14:tracePt t="2478" x="8786813" y="3767138"/>
          <p14:tracePt t="2486" x="8780463" y="3767138"/>
          <p14:tracePt t="2494" x="8766175" y="3767138"/>
          <p14:tracePt t="2510" x="8751888" y="3767138"/>
          <p14:tracePt t="2518" x="8743950" y="3767138"/>
          <p14:tracePt t="2526" x="8743950" y="3759200"/>
          <p14:tracePt t="2542" x="8729663" y="3759200"/>
          <p14:tracePt t="2654" x="8723313" y="3759200"/>
          <p14:tracePt t="2903" x="8709025" y="3752850"/>
          <p14:tracePt t="2918" x="8701088" y="3752850"/>
          <p14:tracePt t="2934" x="8686800" y="3752850"/>
          <p14:tracePt t="2942" x="8680450" y="3752850"/>
          <p14:tracePt t="2958" x="8666163" y="3752850"/>
          <p14:tracePt t="2974" x="8658225" y="3752850"/>
          <p14:tracePt t="3006" x="8651875" y="3752850"/>
          <p14:tracePt t="4342" x="8643938" y="3752850"/>
          <p14:tracePt t="4350" x="8637588" y="3752850"/>
          <p14:tracePt t="4358" x="8623300" y="3752850"/>
          <p14:tracePt t="4366" x="8609013" y="3752850"/>
          <p14:tracePt t="4374" x="8588375" y="3752850"/>
          <p14:tracePt t="4382" x="8566150" y="3752850"/>
          <p14:tracePt t="4390" x="8537575" y="3752850"/>
          <p14:tracePt t="4398" x="8502650" y="3759200"/>
          <p14:tracePt t="4406" x="8466138" y="3759200"/>
          <p14:tracePt t="4414" x="8437563" y="3759200"/>
          <p14:tracePt t="4422" x="8416925" y="3759200"/>
          <p14:tracePt t="4430" x="8388350" y="3759200"/>
          <p14:tracePt t="4438" x="8366125" y="3759200"/>
          <p14:tracePt t="4446" x="8351838" y="3759200"/>
          <p14:tracePt t="4454" x="8337550" y="3759200"/>
          <p14:tracePt t="4470" x="8331200" y="3759200"/>
          <p14:tracePt t="4478" x="8316913" y="3759200"/>
          <p14:tracePt t="4494" x="8302625" y="3759200"/>
          <p14:tracePt t="4510" x="8294688" y="3759200"/>
          <p14:tracePt t="4526" x="8288338" y="3759200"/>
          <p14:tracePt t="4542" x="8280400" y="3759200"/>
          <p14:tracePt t="4551" x="8274050" y="3759200"/>
          <p14:tracePt t="4574" x="8266113" y="3759200"/>
          <p14:tracePt t="4590" x="8251825" y="3767138"/>
          <p14:tracePt t="4598" x="8245475" y="3767138"/>
          <p14:tracePt t="4614" x="8237538" y="3767138"/>
          <p14:tracePt t="4622" x="8231188" y="3767138"/>
          <p14:tracePt t="4734" x="8223250" y="3767138"/>
          <p14:tracePt t="4766" x="8223250" y="3773488"/>
          <p14:tracePt t="4774" x="8223250" y="3781425"/>
          <p14:tracePt t="4782" x="8231188" y="3795713"/>
          <p14:tracePt t="4790" x="8251825" y="3810000"/>
          <p14:tracePt t="5046" x="8237538" y="3810000"/>
          <p14:tracePt t="5054" x="8208963" y="3810000"/>
          <p14:tracePt t="5062" x="8166100" y="3810000"/>
          <p14:tracePt t="5070" x="8159750" y="3810000"/>
          <p14:tracePt t="5078" x="8145463" y="3810000"/>
          <p14:tracePt t="5086" x="8124825" y="3810000"/>
          <p14:tracePt t="5094" x="8110538" y="3802063"/>
          <p14:tracePt t="5102" x="8088313" y="3802063"/>
          <p14:tracePt t="5110" x="8059738" y="3795713"/>
          <p14:tracePt t="5118" x="8039100" y="3795713"/>
          <p14:tracePt t="5126" x="8024813" y="3787775"/>
          <p14:tracePt t="5134" x="8010525" y="3787775"/>
          <p14:tracePt t="5142" x="8002588" y="3787775"/>
          <p14:tracePt t="5151" x="7996238" y="3787775"/>
          <p14:tracePt t="5158" x="7981950" y="3787775"/>
          <p14:tracePt t="5167" x="7967663" y="3787775"/>
          <p14:tracePt t="5174" x="7959725" y="3787775"/>
          <p14:tracePt t="5182" x="7945438" y="3787775"/>
          <p14:tracePt t="5190" x="7931150" y="3787775"/>
          <p14:tracePt t="5198" x="7916863" y="3787775"/>
          <p14:tracePt t="5206" x="7910513" y="3787775"/>
          <p14:tracePt t="5214" x="7896225" y="3787775"/>
          <p14:tracePt t="5222" x="7881938" y="3787775"/>
          <p14:tracePt t="5230" x="7867650" y="3787775"/>
          <p14:tracePt t="5238" x="7853363" y="3787775"/>
          <p14:tracePt t="5246" x="7831138" y="3787775"/>
          <p14:tracePt t="5254" x="7810500" y="3787775"/>
          <p14:tracePt t="5262" x="7802563" y="3787775"/>
          <p14:tracePt t="5270" x="7781925" y="3787775"/>
          <p14:tracePt t="5278" x="7767638" y="3787775"/>
          <p14:tracePt t="5286" x="7759700" y="3787775"/>
          <p14:tracePt t="5294" x="7745413" y="3787775"/>
          <p14:tracePt t="5302" x="7731125" y="3787775"/>
          <p14:tracePt t="5310" x="7710488" y="3787775"/>
          <p14:tracePt t="5318" x="7688263" y="3787775"/>
          <p14:tracePt t="5326" x="7681913" y="3787775"/>
          <p14:tracePt t="5334" x="7667625" y="3787775"/>
          <p14:tracePt t="5342" x="7659688" y="3787775"/>
          <p14:tracePt t="5351" x="7645400" y="3787775"/>
          <p14:tracePt t="5358" x="7639050" y="3787775"/>
          <p14:tracePt t="5367" x="7631113" y="3787775"/>
          <p14:tracePt t="5374" x="7624763" y="3787775"/>
          <p14:tracePt t="5382" x="7610475" y="3787775"/>
          <p14:tracePt t="5399" x="7604125" y="3787775"/>
          <p14:tracePt t="5406" x="7596188" y="3787775"/>
          <p14:tracePt t="5414" x="7589838" y="3787775"/>
          <p14:tracePt t="5422" x="7575550" y="3787775"/>
          <p14:tracePt t="5430" x="7567613" y="3787775"/>
          <p14:tracePt t="5438" x="7553325" y="3787775"/>
          <p14:tracePt t="5446" x="7546975" y="3787775"/>
          <p14:tracePt t="5454" x="7532688" y="3787775"/>
          <p14:tracePt t="5462" x="7518400" y="3787775"/>
          <p14:tracePt t="5478" x="7504113" y="3787775"/>
          <p14:tracePt t="5486" x="7496175" y="3787775"/>
          <p14:tracePt t="5502" x="7489825" y="3787775"/>
          <p14:tracePt t="5518" x="7481888" y="3787775"/>
          <p14:tracePt t="5550" x="7475538" y="3787775"/>
          <p14:tracePt t="5567" x="7467600" y="3787775"/>
          <p14:tracePt t="5574" x="7461250" y="3787775"/>
          <p14:tracePt t="5582" x="7453313" y="3787775"/>
          <p14:tracePt t="5590" x="7446963" y="3787775"/>
          <p14:tracePt t="5598" x="7439025" y="3787775"/>
          <p14:tracePt t="5606" x="7424738" y="3787775"/>
          <p14:tracePt t="5614" x="7410450" y="3787775"/>
          <p14:tracePt t="5622" x="7396163" y="3787775"/>
          <p14:tracePt t="5630" x="7381875" y="3787775"/>
          <p14:tracePt t="5638" x="7361238" y="3787775"/>
          <p14:tracePt t="5646" x="7346950" y="3787775"/>
          <p14:tracePt t="5654" x="7324725" y="3787775"/>
          <p14:tracePt t="5662" x="7310438" y="3787775"/>
          <p14:tracePt t="5670" x="7289800" y="3787775"/>
          <p14:tracePt t="5678" x="7275513" y="3787775"/>
          <p14:tracePt t="5686" x="7253288" y="3787775"/>
          <p14:tracePt t="5694" x="7224713" y="3787775"/>
          <p14:tracePt t="5702" x="7204075" y="3787775"/>
          <p14:tracePt t="5710" x="7181850" y="3787775"/>
          <p14:tracePt t="5718" x="7167563" y="3787775"/>
          <p14:tracePt t="5726" x="7146925" y="3787775"/>
          <p14:tracePt t="5734" x="7132638" y="3787775"/>
          <p14:tracePt t="5742" x="7118350" y="3787775"/>
          <p14:tracePt t="5751" x="7089775" y="3787775"/>
          <p14:tracePt t="5758" x="7069138" y="3787775"/>
          <p14:tracePt t="5767" x="7040563" y="3787775"/>
          <p14:tracePt t="5774" x="7018338" y="3787775"/>
          <p14:tracePt t="5782" x="6989763" y="3787775"/>
          <p14:tracePt t="5790" x="6969125" y="3787775"/>
          <p14:tracePt t="5798" x="6940550" y="3787775"/>
          <p14:tracePt t="5806" x="6926263" y="3787775"/>
          <p14:tracePt t="5814" x="6897688" y="3787775"/>
          <p14:tracePt t="5822" x="6875463" y="3787775"/>
          <p14:tracePt t="5830" x="6854825" y="3787775"/>
          <p14:tracePt t="5838" x="6826250" y="3781425"/>
          <p14:tracePt t="5846" x="6804025" y="3781425"/>
          <p14:tracePt t="5854" x="6769100" y="3767138"/>
          <p14:tracePt t="5862" x="6761163" y="3767138"/>
          <p14:tracePt t="5870" x="6740525" y="3767138"/>
          <p14:tracePt t="5878" x="6732588" y="3767138"/>
          <p14:tracePt t="5886" x="6726238" y="3767138"/>
          <p14:tracePt t="5894" x="6718300" y="3767138"/>
          <p14:tracePt t="5902" x="6711950" y="3759200"/>
          <p14:tracePt t="5942" x="6697663" y="3752850"/>
          <p14:tracePt t="6062" x="6697663" y="3744913"/>
          <p14:tracePt t="6119" x="6697663" y="3730625"/>
          <p14:tracePt t="6126" x="6697663" y="3724275"/>
          <p14:tracePt t="6142" x="6704013" y="3709988"/>
          <p14:tracePt t="6150" x="6711950" y="3695700"/>
          <p14:tracePt t="6166" x="6718300" y="3695700"/>
          <p14:tracePt t="6182" x="6718300" y="3681413"/>
          <p14:tracePt t="6206" x="6726238" y="3673475"/>
          <p14:tracePt t="6510" x="6726238" y="3659188"/>
          <p14:tracePt t="6790" x="6726238" y="3652838"/>
          <p14:tracePt t="6806" x="6718300" y="3652838"/>
          <p14:tracePt t="6830" x="6711950" y="3652838"/>
          <p14:tracePt t="6838" x="6704013" y="3652838"/>
          <p14:tracePt t="6846" x="6697663" y="3652838"/>
          <p14:tracePt t="6870" x="6689725" y="3652838"/>
          <p14:tracePt t="6878" x="6683375" y="3652838"/>
          <p14:tracePt t="6886" x="6675438" y="3652838"/>
          <p14:tracePt t="6894" x="6669088" y="3652838"/>
          <p14:tracePt t="6902" x="6654800" y="3652838"/>
          <p14:tracePt t="6910" x="6646863" y="3652838"/>
          <p14:tracePt t="6918" x="6632575" y="3652838"/>
          <p14:tracePt t="6934" x="6626225" y="3652838"/>
          <p14:tracePt t="6942" x="6611938" y="3652838"/>
          <p14:tracePt t="6950" x="6604000" y="3652838"/>
          <p14:tracePt t="6974" x="6591300" y="3652838"/>
          <p14:tracePt t="6982" x="6583363" y="3652838"/>
          <p14:tracePt t="6998" x="6569075" y="3652838"/>
          <p14:tracePt t="7014" x="6562725" y="3652838"/>
          <p14:tracePt t="7038" x="6548438" y="3652838"/>
          <p14:tracePt t="7054" x="6540500" y="3652838"/>
          <p14:tracePt t="7086" x="6526213" y="3652838"/>
          <p14:tracePt t="7094" x="6519863" y="3652838"/>
          <p14:tracePt t="7110" x="6505575" y="3652838"/>
          <p14:tracePt t="7118" x="6497638" y="3652838"/>
          <p14:tracePt t="7126" x="6483350" y="3652838"/>
          <p14:tracePt t="7143" x="6477000" y="3652838"/>
          <p14:tracePt t="7151" x="6469063" y="3659188"/>
          <p14:tracePt t="7166" x="6462713" y="3659188"/>
          <p14:tracePt t="7182" x="6454775" y="3659188"/>
          <p14:tracePt t="7198" x="6454775" y="3667125"/>
          <p14:tracePt t="7206" x="6440488" y="3673475"/>
          <p14:tracePt t="7214" x="6440488" y="3681413"/>
          <p14:tracePt t="7222" x="6434138" y="3687763"/>
          <p14:tracePt t="7230" x="6426200" y="3702050"/>
          <p14:tracePt t="7246" x="6419850" y="3716338"/>
          <p14:tracePt t="7254" x="6419850" y="3724275"/>
          <p14:tracePt t="7262" x="6411913" y="3730625"/>
          <p14:tracePt t="7278" x="6411913" y="3744913"/>
          <p14:tracePt t="7286" x="6411913" y="3759200"/>
          <p14:tracePt t="7294" x="6411913" y="3767138"/>
          <p14:tracePt t="7302" x="6405563" y="3773488"/>
          <p14:tracePt t="7318" x="6405563" y="3787775"/>
          <p14:tracePt t="7326" x="6405563" y="3795713"/>
          <p14:tracePt t="7334" x="6405563" y="3802063"/>
          <p14:tracePt t="7351" x="6405563" y="3810000"/>
          <p14:tracePt t="7358" x="6405563" y="3816350"/>
          <p14:tracePt t="7374" x="6405563" y="3824288"/>
          <p14:tracePt t="7382" x="6405563" y="3838575"/>
          <p14:tracePt t="7390" x="6405563" y="3844925"/>
          <p14:tracePt t="7398" x="6405563" y="3852863"/>
          <p14:tracePt t="7406" x="6405563" y="3859213"/>
          <p14:tracePt t="7414" x="6405563" y="3867150"/>
          <p14:tracePt t="7422" x="6405563" y="3881438"/>
          <p14:tracePt t="7430" x="6405563" y="3887788"/>
          <p14:tracePt t="7446" x="6405563" y="3902075"/>
          <p14:tracePt t="7454" x="6397625" y="3916363"/>
          <p14:tracePt t="7470" x="6397625" y="3930650"/>
          <p14:tracePt t="7478" x="6397625" y="3938588"/>
          <p14:tracePt t="7486" x="6397625" y="3952875"/>
          <p14:tracePt t="7494" x="6397625" y="3959225"/>
          <p14:tracePt t="7510" x="6397625" y="3973513"/>
          <p14:tracePt t="7518" x="6397625" y="3981450"/>
          <p14:tracePt t="7543" x="6397625" y="3995738"/>
          <p14:tracePt t="7550" x="6397625" y="4002088"/>
          <p14:tracePt t="7582" x="6397625" y="4016375"/>
          <p14:tracePt t="7598" x="6397625" y="4022725"/>
          <p14:tracePt t="7614" x="6397625" y="4030663"/>
          <p14:tracePt t="7622" x="6405563" y="4030663"/>
          <p14:tracePt t="7638" x="6411913" y="4037013"/>
          <p14:tracePt t="7646" x="6419850" y="4037013"/>
          <p14:tracePt t="7662" x="6426200" y="4037013"/>
          <p14:tracePt t="7678" x="6440488" y="4044950"/>
          <p14:tracePt t="7686" x="6448425" y="4044950"/>
          <p14:tracePt t="7694" x="6454775" y="4044950"/>
          <p14:tracePt t="7702" x="6462713" y="4044950"/>
          <p14:tracePt t="7710" x="6477000" y="4044950"/>
          <p14:tracePt t="7718" x="6491288" y="4044950"/>
          <p14:tracePt t="7726" x="6497638" y="4044950"/>
          <p14:tracePt t="7734" x="6519863" y="4044950"/>
          <p14:tracePt t="7742" x="6526213" y="4044950"/>
          <p14:tracePt t="7751" x="6540500" y="4037013"/>
          <p14:tracePt t="7758" x="6562725" y="4030663"/>
          <p14:tracePt t="7767" x="6577013" y="4022725"/>
          <p14:tracePt t="7774" x="6583363" y="4016375"/>
          <p14:tracePt t="7782" x="6597650" y="4008438"/>
          <p14:tracePt t="7790" x="6611938" y="4008438"/>
          <p14:tracePt t="7798" x="6618288" y="4008438"/>
          <p14:tracePt t="7806" x="6640513" y="3995738"/>
          <p14:tracePt t="7814" x="6646863" y="3987800"/>
          <p14:tracePt t="7830" x="6661150" y="3987800"/>
          <p14:tracePt t="7838" x="6669088" y="3981450"/>
          <p14:tracePt t="7854" x="6683375" y="3973513"/>
          <p14:tracePt t="7862" x="6689725" y="3967163"/>
          <p14:tracePt t="7878" x="6697663" y="3952875"/>
          <p14:tracePt t="7900" x="6711950" y="3938588"/>
          <p14:tracePt t="7902" x="6718300" y="3924300"/>
          <p14:tracePt t="7918" x="6718300" y="3910013"/>
          <p14:tracePt t="7926" x="6718300" y="3902075"/>
          <p14:tracePt t="7934" x="6718300" y="3895725"/>
          <p14:tracePt t="7942" x="6718300" y="3881438"/>
          <p14:tracePt t="7951" x="6718300" y="3873500"/>
          <p14:tracePt t="7966" x="6718300" y="3859213"/>
          <p14:tracePt t="7982" x="6718300" y="3852863"/>
          <p14:tracePt t="7998" x="6718300" y="3838575"/>
          <p14:tracePt t="8006" x="6718300" y="3830638"/>
          <p14:tracePt t="8022" x="6718300" y="3816350"/>
          <p14:tracePt t="8030" x="6718300" y="3810000"/>
          <p14:tracePt t="8038" x="6711950" y="3802063"/>
          <p14:tracePt t="8046" x="6711950" y="3795713"/>
          <p14:tracePt t="8054" x="6711950" y="3787775"/>
          <p14:tracePt t="8070" x="6704013" y="3773488"/>
          <p14:tracePt t="8087" x="6704013" y="3759200"/>
          <p14:tracePt t="8094" x="6697663" y="3759200"/>
          <p14:tracePt t="8102" x="6697663" y="3744913"/>
          <p14:tracePt t="8118" x="6697663" y="3738563"/>
          <p14:tracePt t="8126" x="6689725" y="3724275"/>
          <p14:tracePt t="8136" x="6689725" y="3716338"/>
          <p14:tracePt t="8142" x="6689725" y="3702050"/>
          <p14:tracePt t="8150" x="6683375" y="3687763"/>
          <p14:tracePt t="8158" x="6683375" y="3681413"/>
          <p14:tracePt t="8167" x="6683375" y="3673475"/>
          <p14:tracePt t="8174" x="6669088" y="3659188"/>
          <p14:tracePt t="8182" x="6669088" y="3652838"/>
          <p14:tracePt t="8190" x="6654800" y="3644900"/>
          <p14:tracePt t="8198" x="6646863" y="3630613"/>
          <p14:tracePt t="8206" x="6640513" y="3624263"/>
          <p14:tracePt t="8214" x="6632575" y="3616325"/>
          <p14:tracePt t="8222" x="6618288" y="3602038"/>
          <p14:tracePt t="8230" x="6611938" y="3595688"/>
          <p14:tracePt t="8238" x="6583363" y="3581400"/>
          <p14:tracePt t="8246" x="6569075" y="3573463"/>
          <p14:tracePt t="8254" x="6534150" y="3559175"/>
          <p14:tracePt t="8262" x="6519863" y="3544888"/>
          <p14:tracePt t="8270" x="6497638" y="3544888"/>
          <p14:tracePt t="8278" x="6477000" y="3538538"/>
          <p14:tracePt t="8286" x="6462713" y="3530600"/>
          <p14:tracePt t="8294" x="6448425" y="3530600"/>
          <p14:tracePt t="8302" x="6426200" y="3524250"/>
          <p14:tracePt t="8310" x="6419850" y="3524250"/>
          <p14:tracePt t="8318" x="6411913" y="3524250"/>
          <p14:tracePt t="8326" x="6405563" y="3524250"/>
          <p14:tracePt t="8334" x="6397625" y="3524250"/>
          <p14:tracePt t="8342" x="6391275" y="3524250"/>
          <p14:tracePt t="8351" x="6383338" y="3524250"/>
          <p14:tracePt t="8368" x="6376988" y="3524250"/>
          <p14:tracePt t="8382" x="6362700" y="3524250"/>
          <p14:tracePt t="8398" x="6354763" y="3524250"/>
          <p14:tracePt t="8406" x="6340475" y="3524250"/>
          <p14:tracePt t="8414" x="6334125" y="3538538"/>
          <p14:tracePt t="8422" x="6326188" y="3538538"/>
          <p14:tracePt t="8430" x="6319838" y="3552825"/>
          <p14:tracePt t="8438" x="6311900" y="3567113"/>
          <p14:tracePt t="8446" x="6305550" y="3587750"/>
          <p14:tracePt t="8454" x="6305550" y="3595688"/>
          <p14:tracePt t="8462" x="6283325" y="3624263"/>
          <p14:tracePt t="8470" x="6276975" y="3644900"/>
          <p14:tracePt t="8478" x="6276975" y="3652838"/>
          <p14:tracePt t="8486" x="6276975" y="3673475"/>
          <p14:tracePt t="8494" x="6276975" y="3687763"/>
          <p14:tracePt t="8502" x="6276975" y="3702050"/>
          <p14:tracePt t="8510" x="6276975" y="3724275"/>
          <p14:tracePt t="8518" x="6276975" y="3752850"/>
          <p14:tracePt t="8526" x="6276975" y="3773488"/>
          <p14:tracePt t="8534" x="6276975" y="3802063"/>
          <p14:tracePt t="8542" x="6276975" y="3830638"/>
          <p14:tracePt t="8551" x="6276975" y="3859213"/>
          <p14:tracePt t="8558" x="6276975" y="3895725"/>
          <p14:tracePt t="8567" x="6276975" y="3924300"/>
          <p14:tracePt t="8574" x="6283325" y="3959225"/>
          <p14:tracePt t="8582" x="6291263" y="3995738"/>
          <p14:tracePt t="8590" x="6305550" y="4037013"/>
          <p14:tracePt t="8598" x="6326188" y="4087813"/>
          <p14:tracePt t="8606" x="6340475" y="4130675"/>
          <p14:tracePt t="8614" x="6362700" y="4151313"/>
          <p14:tracePt t="8622" x="6369050" y="4165600"/>
          <p14:tracePt t="8630" x="6397625" y="4194175"/>
          <p14:tracePt t="8646" x="6405563" y="4194175"/>
          <p14:tracePt t="8687" x="6411913" y="4202113"/>
          <p14:tracePt t="8694" x="6419850" y="4202113"/>
          <p14:tracePt t="8710" x="6426200" y="4202113"/>
          <p14:tracePt t="8950" x="6426200" y="4194175"/>
          <p14:tracePt t="8958" x="6426200" y="4173538"/>
          <p14:tracePt t="8966" x="6411913" y="4159250"/>
          <p14:tracePt t="8974" x="6411913" y="4144963"/>
          <p14:tracePt t="8982" x="6411913" y="4137025"/>
          <p14:tracePt t="9022" x="6397625" y="4116388"/>
          <p14:tracePt t="9030" x="6376988" y="4102100"/>
          <p14:tracePt t="9038" x="6354763" y="4087813"/>
          <p14:tracePt t="9046" x="6326188" y="4073525"/>
          <p14:tracePt t="9054" x="6297613" y="4051300"/>
          <p14:tracePt t="9062" x="6262688" y="4037013"/>
          <p14:tracePt t="9070" x="6211888" y="4008438"/>
          <p14:tracePt t="9078" x="6169025" y="3987800"/>
          <p14:tracePt t="9086" x="6126163" y="3973513"/>
          <p14:tracePt t="9094" x="6070600" y="3938588"/>
          <p14:tracePt t="9102" x="5999163" y="3895725"/>
          <p14:tracePt t="9110" x="5962650" y="3873500"/>
          <p14:tracePt t="9118" x="5891213" y="3824288"/>
          <p14:tracePt t="9126" x="5799138" y="3767138"/>
          <p14:tracePt t="9134" x="5719763" y="3709988"/>
          <p14:tracePt t="9142" x="5641975" y="3652838"/>
          <p14:tracePt t="9150" x="5578475" y="3595688"/>
          <p14:tracePt t="9159" x="5513388" y="3552825"/>
          <p14:tracePt t="9167" x="5449888" y="3495675"/>
          <p14:tracePt t="9174" x="5399088" y="3452813"/>
          <p14:tracePt t="9182" x="5349875" y="3424238"/>
          <p14:tracePt t="9190" x="5292725" y="3381375"/>
          <p14:tracePt t="9198" x="5264150" y="3367088"/>
          <p14:tracePt t="9206" x="5241925" y="3360738"/>
          <p14:tracePt t="9214" x="5235575" y="3360738"/>
          <p14:tracePt t="9230" x="5227638" y="3360738"/>
          <p14:tracePt t="9246" x="5221288" y="3360738"/>
          <p14:tracePt t="9270" x="5221288" y="3381375"/>
          <p14:tracePt t="9278" x="5221288" y="3389313"/>
          <p14:tracePt t="9470" x="5227638" y="3381375"/>
          <p14:tracePt t="9478" x="5241925" y="3375025"/>
          <p14:tracePt t="9486" x="5249863" y="3360738"/>
          <p14:tracePt t="9494" x="5270500" y="3346450"/>
          <p14:tracePt t="9502" x="5299075" y="3338513"/>
          <p14:tracePt t="9510" x="5327650" y="3332163"/>
          <p14:tracePt t="9518" x="5399088" y="3317875"/>
          <p14:tracePt t="9526" x="5435600" y="3317875"/>
          <p14:tracePt t="9534" x="5470525" y="3317875"/>
          <p14:tracePt t="9542" x="5521325" y="3317875"/>
          <p14:tracePt t="9551" x="5564188" y="3317875"/>
          <p14:tracePt t="9558" x="5584825" y="3303588"/>
          <p14:tracePt t="9567" x="5605463" y="3289300"/>
          <p14:tracePt t="9574" x="5619750" y="3289300"/>
          <p14:tracePt t="9582" x="5627688" y="3289300"/>
          <p14:tracePt t="9590" x="5648325" y="3275013"/>
          <p14:tracePt t="9598" x="5656263" y="3275013"/>
          <p14:tracePt t="9606" x="5662613" y="3275013"/>
          <p14:tracePt t="9614" x="5670550" y="3275013"/>
          <p14:tracePt t="9622" x="5684838" y="3267075"/>
          <p14:tracePt t="9630" x="5691188" y="3260725"/>
          <p14:tracePt t="9638" x="5713413" y="3260725"/>
          <p14:tracePt t="9646" x="5719763" y="3260725"/>
          <p14:tracePt t="9654" x="5734050" y="3260725"/>
          <p14:tracePt t="9662" x="5741988" y="3260725"/>
          <p14:tracePt t="9671" x="5748338" y="3260725"/>
          <p14:tracePt t="9678" x="5748338" y="3252788"/>
          <p14:tracePt t="9694" x="5756275" y="3252788"/>
          <p14:tracePt t="9710" x="5762625" y="3246438"/>
          <p14:tracePt t="9726" x="5762625" y="3238500"/>
          <p14:tracePt t="9734" x="5770563" y="3238500"/>
          <p14:tracePt t="9751" x="5776913" y="3224213"/>
          <p14:tracePt t="9758" x="5784850" y="3224213"/>
          <p14:tracePt t="9767" x="5784850" y="3217863"/>
          <p14:tracePt t="9782" x="5791200" y="3209925"/>
          <p14:tracePt t="9798" x="5799138" y="3203575"/>
          <p14:tracePt t="9806" x="5805488" y="3203575"/>
          <p14:tracePt t="9814" x="5805488" y="3195638"/>
          <p14:tracePt t="9838" x="5813425" y="3189288"/>
          <p14:tracePt t="9854" x="5813425" y="3181350"/>
          <p14:tracePt t="9894" x="5813425" y="3175000"/>
          <p14:tracePt t="9918" x="5813425" y="3167063"/>
          <p14:tracePt t="10167" x="5819775" y="3167063"/>
          <p14:tracePt t="10190" x="5827713" y="3167063"/>
          <p14:tracePt t="10198" x="5834063" y="3181350"/>
          <p14:tracePt t="10206" x="5834063" y="3189288"/>
          <p14:tracePt t="10214" x="5848350" y="3203575"/>
          <p14:tracePt t="10222" x="5848350" y="3209925"/>
          <p14:tracePt t="10231" x="5848350" y="3217863"/>
          <p14:tracePt t="10238" x="5856288" y="3232150"/>
          <p14:tracePt t="10246" x="5856288" y="3238500"/>
          <p14:tracePt t="10254" x="5862638" y="3238500"/>
          <p14:tracePt t="10262" x="5862638" y="3252788"/>
          <p14:tracePt t="10270" x="5862638" y="3260725"/>
          <p14:tracePt t="10278" x="5870575" y="3267075"/>
          <p14:tracePt t="10286" x="5876925" y="3267075"/>
          <p14:tracePt t="10294" x="5876925" y="3275013"/>
          <p14:tracePt t="10310" x="5876925" y="3281363"/>
          <p14:tracePt t="10318" x="5884863" y="3289300"/>
          <p14:tracePt t="10326" x="5884863" y="3295650"/>
          <p14:tracePt t="10334" x="5884863" y="3303588"/>
          <p14:tracePt t="10343" x="5891213" y="3303588"/>
          <p14:tracePt t="10351" x="5899150" y="3309938"/>
          <p14:tracePt t="10358" x="5899150" y="3317875"/>
          <p14:tracePt t="10367" x="5899150" y="3324225"/>
          <p14:tracePt t="10390" x="5905500" y="3332163"/>
          <p14:tracePt t="10398" x="5913438" y="3346450"/>
          <p14:tracePt t="10422" x="5919788" y="3352800"/>
          <p14:tracePt t="10430" x="5934075" y="3367088"/>
          <p14:tracePt t="10462" x="5948363" y="3375025"/>
          <p14:tracePt t="10470" x="5956300" y="3381375"/>
          <p14:tracePt t="10478" x="5962650" y="3389313"/>
          <p14:tracePt t="10494" x="5970588" y="3395663"/>
          <p14:tracePt t="10502" x="5984875" y="3395663"/>
          <p14:tracePt t="10510" x="5991225" y="3403600"/>
          <p14:tracePt t="10518" x="6019800" y="3417888"/>
          <p14:tracePt t="10534" x="6034088" y="3424238"/>
          <p14:tracePt t="10542" x="6056313" y="3430588"/>
          <p14:tracePt t="10551" x="6070600" y="3438525"/>
          <p14:tracePt t="10558" x="6084888" y="3444875"/>
          <p14:tracePt t="10567" x="6105525" y="3452813"/>
          <p14:tracePt t="10574" x="6119813" y="3452813"/>
          <p14:tracePt t="10582" x="6140450" y="3467100"/>
          <p14:tracePt t="10590" x="6176963" y="3481388"/>
          <p14:tracePt t="10598" x="6205538" y="3481388"/>
          <p14:tracePt t="10606" x="6234113" y="3502025"/>
          <p14:tracePt t="10614" x="6269038" y="3509963"/>
          <p14:tracePt t="10622" x="6291263" y="3509963"/>
          <p14:tracePt t="10630" x="6311900" y="3509963"/>
          <p14:tracePt t="10638" x="6334125" y="3509963"/>
          <p14:tracePt t="10646" x="6362700" y="3509963"/>
          <p14:tracePt t="10654" x="6391275" y="3509963"/>
          <p14:tracePt t="10662" x="6419850" y="3509963"/>
          <p14:tracePt t="10670" x="6454775" y="3516313"/>
          <p14:tracePt t="10678" x="6491288" y="3524250"/>
          <p14:tracePt t="10686" x="6534150" y="3530600"/>
          <p14:tracePt t="10694" x="6569075" y="3530600"/>
          <p14:tracePt t="10702" x="6611938" y="3530600"/>
          <p14:tracePt t="10710" x="6640513" y="3530600"/>
          <p14:tracePt t="10718" x="6669088" y="3530600"/>
          <p14:tracePt t="10726" x="6697663" y="3530600"/>
          <p14:tracePt t="10734" x="6718300" y="3530600"/>
          <p14:tracePt t="10742" x="6732588" y="3530600"/>
          <p14:tracePt t="10750" x="6746875" y="3530600"/>
          <p14:tracePt t="10758" x="6754813" y="3530600"/>
          <p14:tracePt t="10767" x="6769100" y="3524250"/>
          <p14:tracePt t="10774" x="6775450" y="3516313"/>
          <p14:tracePt t="10782" x="6797675" y="3502025"/>
          <p14:tracePt t="10790" x="6811963" y="3495675"/>
          <p14:tracePt t="10798" x="6832600" y="3473450"/>
          <p14:tracePt t="10806" x="6846888" y="3467100"/>
          <p14:tracePt t="10814" x="6875463" y="3444875"/>
          <p14:tracePt t="10822" x="6889750" y="3438525"/>
          <p14:tracePt t="10830" x="6911975" y="3417888"/>
          <p14:tracePt t="10838" x="6926263" y="3409950"/>
          <p14:tracePt t="10846" x="6946900" y="3395663"/>
          <p14:tracePt t="10854" x="6954838" y="3389313"/>
          <p14:tracePt t="10862" x="6961188" y="3389313"/>
          <p14:tracePt t="10870" x="6969125" y="3381375"/>
          <p14:tracePt t="10885" x="6969125" y="3375025"/>
          <p14:tracePt t="10886" x="6969125" y="3360738"/>
          <p14:tracePt t="10894" x="6983413" y="3352800"/>
          <p14:tracePt t="10902" x="6989763" y="3332163"/>
          <p14:tracePt t="10910" x="6989763" y="3324225"/>
          <p14:tracePt t="10918" x="6989763" y="3309938"/>
          <p14:tracePt t="10926" x="6989763" y="3303588"/>
          <p14:tracePt t="10934" x="6989763" y="3289300"/>
          <p14:tracePt t="10942" x="6989763" y="3281363"/>
          <p14:tracePt t="10950" x="6989763" y="3275013"/>
          <p14:tracePt t="10958" x="6989763" y="3260725"/>
          <p14:tracePt t="10966" x="6989763" y="3246438"/>
          <p14:tracePt t="10974" x="6989763" y="3232150"/>
          <p14:tracePt t="10982" x="6989763" y="3224213"/>
          <p14:tracePt t="10990" x="6989763" y="3209925"/>
          <p14:tracePt t="10998" x="6989763" y="3195638"/>
          <p14:tracePt t="11006" x="6989763" y="3189288"/>
          <p14:tracePt t="11022" x="6989763" y="3175000"/>
          <p14:tracePt t="11030" x="6989763" y="3160713"/>
          <p14:tracePt t="11038" x="6983413" y="3152775"/>
          <p14:tracePt t="11046" x="6975475" y="3138488"/>
          <p14:tracePt t="11062" x="6975475" y="3132138"/>
          <p14:tracePt t="11078" x="6969125" y="3117850"/>
          <p14:tracePt t="11086" x="6961188" y="3117850"/>
          <p14:tracePt t="11094" x="6954838" y="3109913"/>
          <p14:tracePt t="11110" x="6946900" y="3103563"/>
          <p14:tracePt t="11118" x="6932613" y="3089275"/>
          <p14:tracePt t="11134" x="6918325" y="3081338"/>
          <p14:tracePt t="11158" x="6904038" y="3074988"/>
          <p14:tracePt t="11166" x="6889750" y="3067050"/>
          <p14:tracePt t="11183" x="6889750" y="3060700"/>
          <p14:tracePt t="11190" x="6875463" y="3060700"/>
          <p14:tracePt t="11206" x="6869113" y="3060700"/>
          <p14:tracePt t="11214" x="6869113" y="3052763"/>
          <p14:tracePt t="11222" x="6854825" y="3052763"/>
          <p14:tracePt t="11230" x="6854825" y="3046413"/>
          <p14:tracePt t="11246" x="6846888" y="3046413"/>
          <p14:tracePt t="11262" x="6840538" y="3038475"/>
          <p14:tracePt t="11270" x="6832600" y="3038475"/>
          <p14:tracePt t="11278" x="6826250" y="3038475"/>
          <p14:tracePt t="11286" x="6811963" y="3038475"/>
          <p14:tracePt t="11302" x="6804025" y="3038475"/>
          <p14:tracePt t="11310" x="6789738" y="3024188"/>
          <p14:tracePt t="11326" x="6783388" y="3024188"/>
          <p14:tracePt t="11342" x="6769100" y="3024188"/>
          <p14:tracePt t="11358" x="6761163" y="3024188"/>
          <p14:tracePt t="11367" x="6746875" y="3024188"/>
          <p14:tracePt t="11374" x="6740525" y="3024188"/>
          <p14:tracePt t="11382" x="6732588" y="3017838"/>
          <p14:tracePt t="11390" x="6718300" y="3017838"/>
          <p14:tracePt t="11406" x="6704013" y="3017838"/>
          <p14:tracePt t="11414" x="6697663" y="3017838"/>
          <p14:tracePt t="11430" x="6689725" y="3017838"/>
          <p14:tracePt t="11438" x="6675438" y="3017838"/>
          <p14:tracePt t="11462" x="6669088" y="3017838"/>
          <p14:tracePt t="11470" x="6661150" y="3017838"/>
          <p14:tracePt t="11478" x="6654800" y="3017838"/>
          <p14:tracePt t="11486" x="6646863" y="3017838"/>
          <p14:tracePt t="11494" x="6632575" y="3017838"/>
          <p14:tracePt t="11502" x="6626225" y="3017838"/>
          <p14:tracePt t="11510" x="6611938" y="3017838"/>
          <p14:tracePt t="11518" x="6597650" y="3017838"/>
          <p14:tracePt t="11526" x="6583363" y="3017838"/>
          <p14:tracePt t="11534" x="6577013" y="3017838"/>
          <p14:tracePt t="11542" x="6562725" y="3017838"/>
          <p14:tracePt t="11550" x="6554788" y="3017838"/>
          <p14:tracePt t="11558" x="6540500" y="3017838"/>
          <p14:tracePt t="11584" x="6534150" y="3017838"/>
          <p14:tracePt t="11590" x="6526213" y="3017838"/>
          <p14:tracePt t="11598" x="6519863" y="3017838"/>
          <p14:tracePt t="11606" x="6511925" y="3017838"/>
          <p14:tracePt t="11622" x="6497638" y="3017838"/>
          <p14:tracePt t="11638" x="6491288" y="3017838"/>
          <p14:tracePt t="11654" x="6477000" y="3017838"/>
          <p14:tracePt t="11670" x="6469063" y="3017838"/>
          <p14:tracePt t="11686" x="6454775" y="3017838"/>
          <p14:tracePt t="11694" x="6448425" y="3017838"/>
          <p14:tracePt t="11710" x="6434138" y="3017838"/>
          <p14:tracePt t="11718" x="6426200" y="3017838"/>
          <p14:tracePt t="11726" x="6419850" y="3017838"/>
          <p14:tracePt t="11734" x="6411913" y="3017838"/>
          <p14:tracePt t="11742" x="6405563" y="3017838"/>
          <p14:tracePt t="11751" x="6397625" y="3024188"/>
          <p14:tracePt t="11758" x="6383338" y="3024188"/>
          <p14:tracePt t="11767" x="6383338" y="3032125"/>
          <p14:tracePt t="11774" x="6376988" y="3032125"/>
          <p14:tracePt t="11783" x="6362700" y="3032125"/>
          <p14:tracePt t="11790" x="6354763" y="3046413"/>
          <p14:tracePt t="11798" x="6348413" y="3046413"/>
          <p14:tracePt t="11806" x="6340475" y="3046413"/>
          <p14:tracePt t="11822" x="6334125" y="3052763"/>
          <p14:tracePt t="11830" x="6326188" y="3052763"/>
          <p14:tracePt t="11846" x="6311900" y="3052763"/>
          <p14:tracePt t="11870" x="6305550" y="3074988"/>
          <p14:tracePt t="11878" x="6297613" y="3074988"/>
          <p14:tracePt t="11894" x="6283325" y="3081338"/>
          <p14:tracePt t="11910" x="6262688" y="3095625"/>
          <p14:tracePt t="11926" x="6248400" y="3103563"/>
          <p14:tracePt t="11934" x="6240463" y="3103563"/>
          <p14:tracePt t="11942" x="6234113" y="3109913"/>
          <p14:tracePt t="11950" x="6219825" y="3124200"/>
          <p14:tracePt t="11958" x="6205538" y="3124200"/>
          <p14:tracePt t="11967" x="6191250" y="3132138"/>
          <p14:tracePt t="11974" x="6183313" y="3132138"/>
          <p14:tracePt t="11982" x="6169025" y="3138488"/>
          <p14:tracePt t="11990" x="6162675" y="3138488"/>
          <p14:tracePt t="11998" x="6154738" y="3146425"/>
          <p14:tracePt t="12006" x="6140450" y="3152775"/>
          <p14:tracePt t="12022" x="6134100" y="3152775"/>
          <p14:tracePt t="12030" x="6119813" y="3152775"/>
          <p14:tracePt t="12046" x="6105525" y="3152775"/>
          <p14:tracePt t="12062" x="6097588" y="3167063"/>
          <p14:tracePt t="12078" x="6084888" y="3167063"/>
          <p14:tracePt t="12086" x="6076950" y="3167063"/>
          <p14:tracePt t="12102" x="6070600" y="3167063"/>
          <p14:tracePt t="12110" x="6062663" y="3167063"/>
          <p14:tracePt t="12126" x="6056313" y="3167063"/>
          <p14:tracePt t="12158" x="6048375" y="3175000"/>
          <p14:tracePt t="12167" x="6042025" y="3175000"/>
          <p14:tracePt t="12174" x="6034088" y="3175000"/>
          <p14:tracePt t="12182" x="6034088" y="3181350"/>
          <p14:tracePt t="12190" x="6027738" y="3181350"/>
          <p14:tracePt t="12198" x="6019800" y="3189288"/>
          <p14:tracePt t="12206" x="6013450" y="3189288"/>
          <p14:tracePt t="12214" x="6005513" y="3195638"/>
          <p14:tracePt t="12222" x="5999163" y="3203575"/>
          <p14:tracePt t="12230" x="5984875" y="3209925"/>
          <p14:tracePt t="12238" x="5984875" y="3217863"/>
          <p14:tracePt t="12246" x="5976938" y="3217863"/>
          <p14:tracePt t="12254" x="5962650" y="3224213"/>
          <p14:tracePt t="12270" x="5956300" y="3232150"/>
          <p14:tracePt t="12286" x="5942013" y="3246438"/>
          <p14:tracePt t="12302" x="5934075" y="3252788"/>
          <p14:tracePt t="12310" x="5927725" y="3267075"/>
          <p14:tracePt t="12334" x="5919788" y="3281363"/>
          <p14:tracePt t="12342" x="5913438" y="3295650"/>
          <p14:tracePt t="12358" x="5913438" y="3303588"/>
          <p14:tracePt t="12367" x="5913438" y="3309938"/>
          <p14:tracePt t="12382" x="5913438" y="3324225"/>
          <p14:tracePt t="12390" x="5913438" y="3332163"/>
          <p14:tracePt t="12398" x="5913438" y="3338513"/>
          <p14:tracePt t="12414" x="5913438" y="3352800"/>
          <p14:tracePt t="12422" x="5913438" y="3360738"/>
          <p14:tracePt t="12430" x="5913438" y="3367088"/>
          <p14:tracePt t="12438" x="5913438" y="3375025"/>
          <p14:tracePt t="12446" x="5913438" y="3381375"/>
          <p14:tracePt t="12470" x="5913438" y="3389313"/>
          <p14:tracePt t="12486" x="5913438" y="3395663"/>
          <p14:tracePt t="12494" x="5913438" y="3403600"/>
          <p14:tracePt t="12518" x="5919788" y="3409950"/>
          <p14:tracePt t="12526" x="5919788" y="3417888"/>
          <p14:tracePt t="12542" x="5934075" y="3424238"/>
          <p14:tracePt t="12566" x="5942013" y="3430588"/>
          <p14:tracePt t="12574" x="5948363" y="3438525"/>
          <p14:tracePt t="12582" x="5948363" y="3444875"/>
          <p14:tracePt t="12590" x="5956300" y="3444875"/>
          <p14:tracePt t="12598" x="5962650" y="3452813"/>
          <p14:tracePt t="12606" x="5970588" y="3459163"/>
          <p14:tracePt t="12614" x="5976938" y="3467100"/>
          <p14:tracePt t="12622" x="5984875" y="3467100"/>
          <p14:tracePt t="12630" x="5999163" y="3473450"/>
          <p14:tracePt t="12638" x="6013450" y="3487738"/>
          <p14:tracePt t="12646" x="6027738" y="3487738"/>
          <p14:tracePt t="12654" x="6034088" y="3487738"/>
          <p14:tracePt t="12662" x="6056313" y="3495675"/>
          <p14:tracePt t="12670" x="6062663" y="3502025"/>
          <p14:tracePt t="12678" x="6070600" y="3502025"/>
          <p14:tracePt t="12686" x="6091238" y="3516313"/>
          <p14:tracePt t="12694" x="6097588" y="3516313"/>
          <p14:tracePt t="12702" x="6111875" y="3524250"/>
          <p14:tracePt t="12710" x="6126163" y="3524250"/>
          <p14:tracePt t="12718" x="6162675" y="3538538"/>
          <p14:tracePt t="12726" x="6183313" y="3538538"/>
          <p14:tracePt t="12734" x="6219825" y="3552825"/>
          <p14:tracePt t="12742" x="6240463" y="3552825"/>
          <p14:tracePt t="12750" x="6254750" y="3559175"/>
          <p14:tracePt t="12758" x="6283325" y="3559175"/>
          <p14:tracePt t="12767" x="6297613" y="3567113"/>
          <p14:tracePt t="12774" x="6305550" y="3567113"/>
          <p14:tracePt t="12782" x="6326188" y="3567113"/>
          <p14:tracePt t="12790" x="6334125" y="3567113"/>
          <p14:tracePt t="12798" x="6348413" y="3573463"/>
          <p14:tracePt t="12807" x="6354763" y="3573463"/>
          <p14:tracePt t="12814" x="6369050" y="3573463"/>
          <p14:tracePt t="12822" x="6383338" y="3573463"/>
          <p14:tracePt t="12830" x="6405563" y="3573463"/>
          <p14:tracePt t="12838" x="6426200" y="3573463"/>
          <p14:tracePt t="12846" x="6448425" y="3573463"/>
          <p14:tracePt t="12854" x="6477000" y="3573463"/>
          <p14:tracePt t="12862" x="6511925" y="3573463"/>
          <p14:tracePt t="12870" x="6534150" y="3573463"/>
          <p14:tracePt t="12878" x="6548438" y="3573463"/>
          <p14:tracePt t="12886" x="6569075" y="3573463"/>
          <p14:tracePt t="12902" x="6597650" y="3573463"/>
          <p14:tracePt t="12902" x="6618288" y="3573463"/>
          <p14:tracePt t="12910" x="6646863" y="3567113"/>
          <p14:tracePt t="12918" x="6669088" y="3567113"/>
          <p14:tracePt t="12926" x="6683375" y="3567113"/>
          <p14:tracePt t="12934" x="6704013" y="3567113"/>
          <p14:tracePt t="12942" x="6711950" y="3559175"/>
          <p14:tracePt t="12951" x="6726238" y="3559175"/>
          <p14:tracePt t="12958" x="6740525" y="3559175"/>
          <p14:tracePt t="12967" x="6754813" y="3544888"/>
          <p14:tracePt t="12974" x="6761163" y="3544888"/>
          <p14:tracePt t="12982" x="6769100" y="3544888"/>
          <p14:tracePt t="12990" x="6783388" y="3544888"/>
          <p14:tracePt t="12998" x="6783388" y="3538538"/>
          <p14:tracePt t="13006" x="6797675" y="3538538"/>
          <p14:tracePt t="13014" x="6811963" y="3530600"/>
          <p14:tracePt t="13022" x="6811963" y="3524250"/>
          <p14:tracePt t="13030" x="6818313" y="3524250"/>
          <p14:tracePt t="13038" x="6832600" y="3516313"/>
          <p14:tracePt t="13054" x="6840538" y="3509963"/>
          <p14:tracePt t="13062" x="6846888" y="3509963"/>
          <p14:tracePt t="13070" x="6854825" y="3502025"/>
          <p14:tracePt t="13078" x="6861175" y="3495675"/>
          <p14:tracePt t="13086" x="6869113" y="3487738"/>
          <p14:tracePt t="13094" x="6875463" y="3481388"/>
          <p14:tracePt t="13102" x="6883400" y="3467100"/>
          <p14:tracePt t="13110" x="6889750" y="3467100"/>
          <p14:tracePt t="13119" x="6897688" y="3459163"/>
          <p14:tracePt t="13126" x="6904038" y="3444875"/>
          <p14:tracePt t="13134" x="6904038" y="3438525"/>
          <p14:tracePt t="13142" x="6904038" y="3430588"/>
          <p14:tracePt t="13151" x="6904038" y="3409950"/>
          <p14:tracePt t="13158" x="6918325" y="3403600"/>
          <p14:tracePt t="13167" x="6918325" y="3389313"/>
          <p14:tracePt t="13174" x="6918325" y="3375025"/>
          <p14:tracePt t="13185" x="6926263" y="3352800"/>
          <p14:tracePt t="13190" x="6926263" y="3346450"/>
          <p14:tracePt t="13198" x="6926263" y="3332163"/>
          <p14:tracePt t="13206" x="6932613" y="3309938"/>
          <p14:tracePt t="13214" x="6932613" y="3303588"/>
          <p14:tracePt t="13222" x="6932613" y="3289300"/>
          <p14:tracePt t="13230" x="6932613" y="3267075"/>
          <p14:tracePt t="13238" x="6932613" y="3252788"/>
          <p14:tracePt t="13254" x="6932613" y="3246438"/>
          <p14:tracePt t="13262" x="6932613" y="3238500"/>
          <p14:tracePt t="13270" x="6932613" y="3232150"/>
          <p14:tracePt t="13278" x="6932613" y="3224213"/>
          <p14:tracePt t="13286" x="6932613" y="3217863"/>
          <p14:tracePt t="13294" x="6932613" y="3209925"/>
          <p14:tracePt t="13310" x="6932613" y="3195638"/>
          <p14:tracePt t="13318" x="6926263" y="3181350"/>
          <p14:tracePt t="13327" x="6918325" y="3181350"/>
          <p14:tracePt t="13334" x="6918325" y="3167063"/>
          <p14:tracePt t="13342" x="6911975" y="3160713"/>
          <p14:tracePt t="13351" x="6904038" y="3160713"/>
          <p14:tracePt t="13358" x="6897688" y="3152775"/>
          <p14:tracePt t="13367" x="6889750" y="3146425"/>
          <p14:tracePt t="13374" x="6875463" y="3138488"/>
          <p14:tracePt t="13382" x="6869113" y="3132138"/>
          <p14:tracePt t="13390" x="6854825" y="3132138"/>
          <p14:tracePt t="13406" x="6846888" y="3124200"/>
          <p14:tracePt t="13414" x="6840538" y="3117850"/>
          <p14:tracePt t="13438" x="6826250" y="3109913"/>
          <p14:tracePt t="13454" x="6818313" y="3109913"/>
          <p14:tracePt t="13462" x="6797675" y="3095625"/>
          <p14:tracePt t="13470" x="6783388" y="3089275"/>
          <p14:tracePt t="13478" x="6775450" y="3089275"/>
          <p14:tracePt t="13486" x="6761163" y="3089275"/>
          <p14:tracePt t="13494" x="6740525" y="3081338"/>
          <p14:tracePt t="13502" x="6726238" y="3081338"/>
          <p14:tracePt t="13510" x="6711950" y="3067050"/>
          <p14:tracePt t="13518" x="6704013" y="3067050"/>
          <p14:tracePt t="13526" x="6689725" y="3067050"/>
          <p14:tracePt t="13534" x="6675438" y="3067050"/>
          <p14:tracePt t="13542" x="6675438" y="3060700"/>
          <p14:tracePt t="13551" x="6661150" y="3060700"/>
          <p14:tracePt t="13558" x="6646863" y="3052763"/>
          <p14:tracePt t="13574" x="6626225" y="3046413"/>
          <p14:tracePt t="13582" x="6626225" y="3038475"/>
          <p14:tracePt t="13590" x="6611938" y="3038475"/>
          <p14:tracePt t="13606" x="6597650" y="3032125"/>
          <p14:tracePt t="13614" x="6583363" y="3032125"/>
          <p14:tracePt t="13622" x="6562725" y="3017838"/>
          <p14:tracePt t="13630" x="6554788" y="3017838"/>
          <p14:tracePt t="13638" x="6534150" y="3017838"/>
          <p14:tracePt t="13646" x="6505575" y="3017838"/>
          <p14:tracePt t="13654" x="6477000" y="3009900"/>
          <p14:tracePt t="13662" x="6462713" y="3009900"/>
          <p14:tracePt t="13671" x="6440488" y="3003550"/>
          <p14:tracePt t="13678" x="6419850" y="3003550"/>
          <p14:tracePt t="13686" x="6391275" y="3003550"/>
          <p14:tracePt t="13694" x="6369050" y="3003550"/>
          <p14:tracePt t="13702" x="6354763" y="3003550"/>
          <p14:tracePt t="13710" x="6326188" y="3003550"/>
          <p14:tracePt t="13718" x="6305550" y="3003550"/>
          <p14:tracePt t="13726" x="6276975" y="3003550"/>
          <p14:tracePt t="13734" x="6254750" y="3003550"/>
          <p14:tracePt t="13742" x="6234113" y="3003550"/>
          <p14:tracePt t="13750" x="6211888" y="3003550"/>
          <p14:tracePt t="13758" x="6191250" y="3003550"/>
          <p14:tracePt t="13767" x="6169025" y="3003550"/>
          <p14:tracePt t="13774" x="6148388" y="3003550"/>
          <p14:tracePt t="13782" x="6119813" y="3003550"/>
          <p14:tracePt t="13790" x="6105525" y="3003550"/>
          <p14:tracePt t="13798" x="6091238" y="3003550"/>
          <p14:tracePt t="13806" x="6070600" y="3003550"/>
          <p14:tracePt t="13814" x="6056313" y="3009900"/>
          <p14:tracePt t="13822" x="6042025" y="3017838"/>
          <p14:tracePt t="13830" x="6034088" y="3024188"/>
          <p14:tracePt t="13838" x="6027738" y="3024188"/>
          <p14:tracePt t="13846" x="6013450" y="3038475"/>
          <p14:tracePt t="13854" x="6005513" y="3038475"/>
          <p14:tracePt t="13862" x="5991225" y="3046413"/>
          <p14:tracePt t="13870" x="5984875" y="3060700"/>
          <p14:tracePt t="13878" x="5976938" y="3067050"/>
          <p14:tracePt t="13886" x="5962650" y="3089275"/>
          <p14:tracePt t="13902" x="5956300" y="3103563"/>
          <p14:tracePt t="13910" x="5942013" y="3124200"/>
          <p14:tracePt t="13919" x="5934075" y="3132138"/>
          <p14:tracePt t="13926" x="5927725" y="3138488"/>
          <p14:tracePt t="13934" x="5919788" y="3160713"/>
          <p14:tracePt t="13942" x="5913438" y="3167063"/>
          <p14:tracePt t="13951" x="5913438" y="3181350"/>
          <p14:tracePt t="13958" x="5905500" y="3189288"/>
          <p14:tracePt t="13967" x="5905500" y="3209925"/>
          <p14:tracePt t="13974" x="5905500" y="3217863"/>
          <p14:tracePt t="13982" x="5905500" y="3232150"/>
          <p14:tracePt t="13990" x="5905500" y="3238500"/>
          <p14:tracePt t="14006" x="5905500" y="3252788"/>
          <p14:tracePt t="14014" x="5905500" y="3260725"/>
          <p14:tracePt t="14022" x="5905500" y="3281363"/>
          <p14:tracePt t="14038" x="5905500" y="3295650"/>
          <p14:tracePt t="14046" x="5905500" y="3303588"/>
          <p14:tracePt t="14054" x="5905500" y="3317875"/>
          <p14:tracePt t="14062" x="5905500" y="3332163"/>
          <p14:tracePt t="14070" x="5905500" y="3338513"/>
          <p14:tracePt t="14078" x="5905500" y="3352800"/>
          <p14:tracePt t="14086" x="5905500" y="3360738"/>
          <p14:tracePt t="14094" x="5905500" y="3381375"/>
          <p14:tracePt t="14110" x="5913438" y="3417888"/>
          <p14:tracePt t="14126" x="5919788" y="3438525"/>
          <p14:tracePt t="14134" x="5927725" y="3444875"/>
          <p14:tracePt t="14151" x="5934075" y="3459163"/>
          <p14:tracePt t="14158" x="5942013" y="3467100"/>
          <p14:tracePt t="14182" x="5948363" y="3481388"/>
          <p14:tracePt t="14206" x="5948363" y="3487738"/>
          <p14:tracePt t="14326" x="5942013" y="3467100"/>
          <p14:tracePt t="14334" x="5927725" y="3444875"/>
          <p14:tracePt t="14342" x="5913438" y="3417888"/>
          <p14:tracePt t="14350" x="5905500" y="3395663"/>
          <p14:tracePt t="14359" x="5899150" y="3381375"/>
          <p14:tracePt t="14367" x="5884863" y="3352800"/>
          <p14:tracePt t="14374" x="5876925" y="3332163"/>
          <p14:tracePt t="14382" x="5870575" y="3309938"/>
          <p14:tracePt t="14390" x="5848350" y="3267075"/>
          <p14:tracePt t="14398" x="5848350" y="3246438"/>
          <p14:tracePt t="14406" x="5834063" y="3217863"/>
          <p14:tracePt t="14414" x="5834063" y="3195638"/>
          <p14:tracePt t="14422" x="5834063" y="3167063"/>
          <p14:tracePt t="14430" x="5834063" y="3138488"/>
          <p14:tracePt t="14438" x="5834063" y="3095625"/>
          <p14:tracePt t="14446" x="5834063" y="3081338"/>
          <p14:tracePt t="14454" x="5834063" y="3052763"/>
          <p14:tracePt t="14462" x="5834063" y="3017838"/>
          <p14:tracePt t="14470" x="5834063" y="2989263"/>
          <p14:tracePt t="14478" x="5834063" y="2967038"/>
          <p14:tracePt t="14486" x="5834063" y="2952750"/>
          <p14:tracePt t="14494" x="5834063" y="2938463"/>
          <p14:tracePt t="14502" x="5834063" y="2932113"/>
          <p14:tracePt t="14510" x="5834063" y="2909888"/>
          <p14:tracePt t="14518" x="5834063" y="2895600"/>
          <p14:tracePt t="14526" x="5834063" y="2874963"/>
          <p14:tracePt t="14534" x="5834063" y="2860675"/>
          <p14:tracePt t="14542" x="5834063" y="2854325"/>
          <p14:tracePt t="14551" x="5834063" y="2832100"/>
          <p14:tracePt t="14558" x="5834063" y="2825750"/>
          <p14:tracePt t="14567" x="5834063" y="2811463"/>
          <p14:tracePt t="14574" x="5827713" y="2789238"/>
          <p14:tracePt t="14582" x="5819775" y="2768600"/>
          <p14:tracePt t="14590" x="5813425" y="2754313"/>
          <p14:tracePt t="14598" x="5813425" y="2732088"/>
          <p14:tracePt t="14606" x="5813425" y="2725738"/>
          <p14:tracePt t="14614" x="5813425" y="2711450"/>
          <p14:tracePt t="14622" x="5805488" y="2703513"/>
          <p14:tracePt t="14630" x="5805488" y="2682875"/>
          <p14:tracePt t="14638" x="5799138" y="2668588"/>
          <p14:tracePt t="14646" x="5791200" y="2660650"/>
          <p14:tracePt t="14654" x="5784850" y="2646363"/>
          <p14:tracePt t="14662" x="5776913" y="2625725"/>
          <p14:tracePt t="14670" x="5762625" y="2603500"/>
          <p14:tracePt t="14678" x="5756275" y="2597150"/>
          <p14:tracePt t="14686" x="5741988" y="2568575"/>
          <p14:tracePt t="14694" x="5719763" y="2540000"/>
          <p14:tracePt t="14702" x="5713413" y="2532063"/>
          <p14:tracePt t="14710" x="5676900" y="2503488"/>
          <p14:tracePt t="14718" x="5648325" y="2482850"/>
          <p14:tracePt t="14726" x="5619750" y="2468563"/>
          <p14:tracePt t="14734" x="5584825" y="2446338"/>
          <p14:tracePt t="14742" x="5556250" y="2439988"/>
          <p14:tracePt t="14751" x="5521325" y="2417763"/>
          <p14:tracePt t="14758" x="5484813" y="2403475"/>
          <p14:tracePt t="14767" x="5449888" y="2397125"/>
          <p14:tracePt t="14774" x="5399088" y="2374900"/>
          <p14:tracePt t="14782" x="5335588" y="2368550"/>
          <p14:tracePt t="14790" x="5264150" y="2360613"/>
          <p14:tracePt t="14798" x="5178425" y="2339975"/>
          <p14:tracePt t="14806" x="5092700" y="2317750"/>
          <p14:tracePt t="14814" x="5014913" y="2289175"/>
          <p14:tracePt t="14822" x="4935538" y="2282825"/>
          <p14:tracePt t="14830" x="4872038" y="2268538"/>
          <p14:tracePt t="14838" x="4792663" y="2254250"/>
          <p14:tracePt t="14846" x="4714875" y="2247900"/>
          <p14:tracePt t="14854" x="4629150" y="2233613"/>
          <p14:tracePt t="14862" x="4543425" y="2225675"/>
          <p14:tracePt t="14870" x="4457700" y="2211388"/>
          <p14:tracePt t="14885" x="4379913" y="2211388"/>
          <p14:tracePt t="14886" x="4286250" y="2197100"/>
          <p14:tracePt t="14894" x="4214813" y="2190750"/>
          <p14:tracePt t="14902" x="4143375" y="2190750"/>
          <p14:tracePt t="14910" x="4071938" y="2190750"/>
          <p14:tracePt t="14918" x="4016375" y="2190750"/>
          <p14:tracePt t="14926" x="3951288" y="2190750"/>
          <p14:tracePt t="14934" x="3873500" y="2190750"/>
          <p14:tracePt t="14942" x="3816350" y="2190750"/>
          <p14:tracePt t="14950" x="3759200" y="2190750"/>
          <p14:tracePt t="14958" x="3702050" y="2182813"/>
          <p14:tracePt t="14967" x="3651250" y="2182813"/>
          <p14:tracePt t="14974" x="3594100" y="2182813"/>
          <p14:tracePt t="14982" x="3559175" y="2182813"/>
          <p14:tracePt t="14990" x="3524250" y="2182813"/>
          <p14:tracePt t="14998" x="3473450" y="2182813"/>
          <p14:tracePt t="15006" x="3430588" y="2182813"/>
          <p14:tracePt t="15014" x="3387725" y="2182813"/>
          <p14:tracePt t="15022" x="3330575" y="2182813"/>
          <p14:tracePt t="15030" x="3281363" y="2182813"/>
          <p14:tracePt t="15038" x="3230563" y="2182813"/>
          <p14:tracePt t="15046" x="3187700" y="2182813"/>
          <p14:tracePt t="15054" x="3138488" y="2182813"/>
          <p14:tracePt t="15062" x="3081338" y="2182813"/>
          <p14:tracePt t="15070" x="3009900" y="2182813"/>
          <p14:tracePt t="15078" x="2946400" y="2182813"/>
          <p14:tracePt t="15086" x="2895600" y="2182813"/>
          <p14:tracePt t="15094" x="2832100" y="2182813"/>
          <p14:tracePt t="15102" x="2781300" y="2182813"/>
          <p14:tracePt t="15110" x="2724150" y="2182813"/>
          <p14:tracePt t="15118" x="2681288" y="2182813"/>
          <p14:tracePt t="15126" x="2632075" y="2182813"/>
          <p14:tracePt t="15134" x="2581275" y="2182813"/>
          <p14:tracePt t="15142" x="2525713" y="2190750"/>
          <p14:tracePt t="15150" x="2482850" y="2190750"/>
          <p14:tracePt t="15158" x="2439988" y="2197100"/>
          <p14:tracePt t="15167" x="2389188" y="2205038"/>
          <p14:tracePt t="15174" x="2325688" y="2219325"/>
          <p14:tracePt t="15182" x="2297113" y="2219325"/>
          <p14:tracePt t="15190" x="2239963" y="2225675"/>
          <p14:tracePt t="15198" x="2197100" y="2239963"/>
          <p14:tracePt t="15206" x="2146300" y="2262188"/>
          <p14:tracePt t="15214" x="2117725" y="2276475"/>
          <p14:tracePt t="15222" x="2082800" y="2297113"/>
          <p14:tracePt t="15230" x="2060575" y="2311400"/>
          <p14:tracePt t="15238" x="2039938" y="2325688"/>
          <p14:tracePt t="15246" x="2032000" y="2332038"/>
          <p14:tracePt t="15254" x="2019300" y="2360613"/>
          <p14:tracePt t="15262" x="2011363" y="2368550"/>
          <p14:tracePt t="15270" x="1997075" y="2374900"/>
          <p14:tracePt t="15278" x="1982788" y="2403475"/>
          <p14:tracePt t="15286" x="1976438" y="2425700"/>
          <p14:tracePt t="15294" x="1968500" y="2432050"/>
          <p14:tracePt t="15302" x="1968500" y="2454275"/>
          <p14:tracePt t="15310" x="1962150" y="2468563"/>
          <p14:tracePt t="15318" x="1954213" y="2482850"/>
          <p14:tracePt t="15326" x="1954213" y="2489200"/>
          <p14:tracePt t="15334" x="1954213" y="2503488"/>
          <p14:tracePt t="15342" x="1954213" y="2511425"/>
          <p14:tracePt t="15351" x="1954213" y="2532063"/>
          <p14:tracePt t="15367" x="1954213" y="2540000"/>
          <p14:tracePt t="15374" x="1954213" y="2546350"/>
          <p14:tracePt t="15382" x="1962150" y="2554288"/>
          <p14:tracePt t="15390" x="1962150" y="2560638"/>
          <p14:tracePt t="15398" x="1968500" y="2560638"/>
          <p14:tracePt t="15406" x="1982788" y="2574925"/>
          <p14:tracePt t="15414" x="1982788" y="2582863"/>
          <p14:tracePt t="15422" x="2005013" y="2589213"/>
          <p14:tracePt t="15430" x="2032000" y="2611438"/>
          <p14:tracePt t="15438" x="2039938" y="2617788"/>
          <p14:tracePt t="15446" x="2054225" y="2632075"/>
          <p14:tracePt t="15454" x="2068513" y="2640013"/>
          <p14:tracePt t="15462" x="2082800" y="2646363"/>
          <p14:tracePt t="15470" x="2089150" y="2660650"/>
          <p14:tracePt t="15478" x="2103438" y="2660650"/>
          <p14:tracePt t="15486" x="2111375" y="2668588"/>
          <p14:tracePt t="15494" x="2132013" y="2674938"/>
          <p14:tracePt t="15502" x="2146300" y="2682875"/>
          <p14:tracePt t="15510" x="2146300" y="2689225"/>
          <p14:tracePt t="15518" x="2154238" y="2689225"/>
          <p14:tracePt t="15526" x="2182813" y="2703513"/>
          <p14:tracePt t="15534" x="2189163" y="2711450"/>
          <p14:tracePt t="15542" x="2211388" y="2717800"/>
          <p14:tracePt t="15551" x="2232025" y="2732088"/>
          <p14:tracePt t="15558" x="2246313" y="2740025"/>
          <p14:tracePt t="15567" x="2274888" y="2740025"/>
          <p14:tracePt t="15574" x="2297113" y="2760663"/>
          <p14:tracePt t="15582" x="2332038" y="2774950"/>
          <p14:tracePt t="15590" x="2354263" y="2782888"/>
          <p14:tracePt t="15598" x="2368550" y="2797175"/>
          <p14:tracePt t="15606" x="2389188" y="2803525"/>
          <p14:tracePt t="15614" x="2425700" y="2825750"/>
          <p14:tracePt t="15622" x="2439988" y="2825750"/>
          <p14:tracePt t="15630" x="2482850" y="2832100"/>
          <p14:tracePt t="15638" x="2511425" y="2840038"/>
          <p14:tracePt t="15646" x="2560638" y="2860675"/>
          <p14:tracePt t="15654" x="2617788" y="2860675"/>
          <p14:tracePt t="15662" x="2667000" y="2867025"/>
          <p14:tracePt t="15671" x="2724150" y="2874963"/>
          <p14:tracePt t="15678" x="2795588" y="2889250"/>
          <p14:tracePt t="15686" x="2852738" y="2895600"/>
          <p14:tracePt t="15694" x="2909888" y="2903538"/>
          <p14:tracePt t="15702" x="2967038" y="2909888"/>
          <p14:tracePt t="15710" x="3024188" y="2924175"/>
          <p14:tracePt t="15719" x="3067050" y="2932113"/>
          <p14:tracePt t="15726" x="3124200" y="2932113"/>
          <p14:tracePt t="15734" x="3167063" y="2938463"/>
          <p14:tracePt t="15742" x="3216275" y="2946400"/>
          <p14:tracePt t="15751" x="3267075" y="2960688"/>
          <p14:tracePt t="15758" x="3302000" y="2960688"/>
          <p14:tracePt t="15767" x="3359150" y="2967038"/>
          <p14:tracePt t="15774" x="3409950" y="2974975"/>
          <p14:tracePt t="15782" x="3467100" y="2981325"/>
          <p14:tracePt t="15790" x="3509963" y="2981325"/>
          <p14:tracePt t="15798" x="3524250" y="2995613"/>
          <p14:tracePt t="15806" x="3559175" y="2995613"/>
          <p14:tracePt t="15814" x="3594100" y="2995613"/>
          <p14:tracePt t="15822" x="3630613" y="3003550"/>
          <p14:tracePt t="15830" x="3665538" y="3003550"/>
          <p14:tracePt t="15838" x="3708400" y="3003550"/>
          <p14:tracePt t="15846" x="3736975" y="3009900"/>
          <p14:tracePt t="15854" x="3787775" y="3024188"/>
          <p14:tracePt t="15862" x="3830638" y="3032125"/>
          <p14:tracePt t="15870" x="3865563" y="3032125"/>
          <p14:tracePt t="15878" x="3922713" y="3038475"/>
          <p14:tracePt t="15886" x="3973513" y="3046413"/>
          <p14:tracePt t="15901" x="4030663" y="3060700"/>
          <p14:tracePt t="15902" x="4079875" y="3067050"/>
          <p14:tracePt t="15910" x="4137025" y="3074988"/>
          <p14:tracePt t="15918" x="4186238" y="3081338"/>
          <p14:tracePt t="15926" x="4243388" y="3081338"/>
          <p14:tracePt t="15934" x="4308475" y="3095625"/>
          <p14:tracePt t="15942" x="4365625" y="3103563"/>
          <p14:tracePt t="15951" x="4422775" y="3109913"/>
          <p14:tracePt t="15958" x="4471988" y="3109913"/>
          <p14:tracePt t="15968" x="4508500" y="3109913"/>
          <p14:tracePt t="15974" x="4551363" y="3117850"/>
          <p14:tracePt t="15982" x="4600575" y="3117850"/>
          <p14:tracePt t="15990" x="4635500" y="3117850"/>
          <p14:tracePt t="15998" x="4686300" y="3117850"/>
          <p14:tracePt t="16006" x="4729163" y="3117850"/>
          <p14:tracePt t="16014" x="4749800" y="3117850"/>
          <p14:tracePt t="16022" x="4778375" y="3117850"/>
          <p14:tracePt t="16030" x="4814888" y="3117850"/>
          <p14:tracePt t="16038" x="4857750" y="3117850"/>
          <p14:tracePt t="16046" x="4878388" y="3117850"/>
          <p14:tracePt t="16054" x="4900613" y="3103563"/>
          <p14:tracePt t="16062" x="4921250" y="3095625"/>
          <p14:tracePt t="16070" x="4943475" y="3089275"/>
          <p14:tracePt t="16078" x="4949825" y="3089275"/>
          <p14:tracePt t="16086" x="4978400" y="3081338"/>
          <p14:tracePt t="16094" x="5006975" y="3067050"/>
          <p14:tracePt t="16102" x="5014913" y="3060700"/>
          <p14:tracePt t="16110" x="5035550" y="3052763"/>
          <p14:tracePt t="16119" x="5035550" y="3046413"/>
          <p14:tracePt t="16126" x="5049838" y="3038475"/>
          <p14:tracePt t="16134" x="5064125" y="3032125"/>
          <p14:tracePt t="16142" x="5064125" y="3024188"/>
          <p14:tracePt t="16151" x="5078413" y="3017838"/>
          <p14:tracePt t="16158" x="5084763" y="3003550"/>
          <p14:tracePt t="16166" x="5092700" y="3003550"/>
          <p14:tracePt t="16174" x="5099050" y="2995613"/>
          <p14:tracePt t="16190" x="5106988" y="2989263"/>
          <p14:tracePt t="16198" x="5113338" y="2981325"/>
          <p14:tracePt t="16206" x="5121275" y="2974975"/>
          <p14:tracePt t="16214" x="5121275" y="2967038"/>
          <p14:tracePt t="16222" x="5127625" y="2960688"/>
          <p14:tracePt t="16238" x="5135563" y="2952750"/>
          <p14:tracePt t="16278" x="5141913" y="2946400"/>
          <p14:tracePt t="16286" x="5141913" y="2938463"/>
          <p14:tracePt t="16342" x="5149850" y="2938463"/>
          <p14:tracePt t="16518" x="5149850" y="2932113"/>
          <p14:tracePt t="16526" x="5156200" y="2932113"/>
          <p14:tracePt t="16550" x="5164138" y="2932113"/>
          <p14:tracePt t="16558" x="5170488" y="2932113"/>
          <p14:tracePt t="16566" x="5178425" y="2917825"/>
          <p14:tracePt t="16582" x="5184775" y="2917825"/>
          <p14:tracePt t="16590" x="5192713" y="2909888"/>
          <p14:tracePt t="16598" x="5199063" y="2909888"/>
          <p14:tracePt t="16606" x="5207000" y="2895600"/>
          <p14:tracePt t="16622" x="5213350" y="2889250"/>
          <p14:tracePt t="16630" x="5213350" y="2874963"/>
          <p14:tracePt t="16638" x="5221288" y="2867025"/>
          <p14:tracePt t="16646" x="5221288" y="2846388"/>
          <p14:tracePt t="16654" x="5221288" y="2825750"/>
          <p14:tracePt t="16662" x="5221288" y="2797175"/>
          <p14:tracePt t="16670" x="5221288" y="2774950"/>
          <p14:tracePt t="16678" x="5221288" y="2760663"/>
          <p14:tracePt t="16686" x="5207000" y="2717800"/>
          <p14:tracePt t="16694" x="5192713" y="2697163"/>
          <p14:tracePt t="16702" x="5178425" y="2674938"/>
          <p14:tracePt t="16710" x="5164138" y="2660650"/>
          <p14:tracePt t="16718" x="5149850" y="2646363"/>
          <p14:tracePt t="16726" x="5135563" y="2632075"/>
          <p14:tracePt t="16734" x="5113338" y="2625725"/>
          <p14:tracePt t="16742" x="5092700" y="2611438"/>
          <p14:tracePt t="16751" x="5064125" y="2603500"/>
          <p14:tracePt t="16758" x="5035550" y="2582863"/>
          <p14:tracePt t="16767" x="5006975" y="2574925"/>
          <p14:tracePt t="16774" x="4972050" y="2554288"/>
          <p14:tracePt t="16782" x="4943475" y="2546350"/>
          <p14:tracePt t="16790" x="4906963" y="2532063"/>
          <p14:tracePt t="16798" x="4878388" y="2525713"/>
          <p14:tracePt t="16806" x="4835525" y="2517775"/>
          <p14:tracePt t="16814" x="4786313" y="2497138"/>
          <p14:tracePt t="16823" x="4729163" y="2482850"/>
          <p14:tracePt t="16830" x="4678363" y="2474913"/>
          <p14:tracePt t="16838" x="4629150" y="2460625"/>
          <p14:tracePt t="16846" x="4578350" y="2446338"/>
          <p14:tracePt t="16854" x="4529138" y="2425700"/>
          <p14:tracePt t="16862" x="4471988" y="2417763"/>
          <p14:tracePt t="16870" x="4443413" y="2411413"/>
          <p14:tracePt t="16878" x="4408488" y="2403475"/>
          <p14:tracePt t="16886" x="4365625" y="2389188"/>
          <p14:tracePt t="16894" x="4308475" y="2374900"/>
          <p14:tracePt t="16902" x="4265613" y="2368550"/>
          <p14:tracePt t="16910" x="4214813" y="2354263"/>
          <p14:tracePt t="16919" x="4157663" y="2346325"/>
          <p14:tracePt t="16926" x="4108450" y="2346325"/>
          <p14:tracePt t="16934" x="4044950" y="2339975"/>
          <p14:tracePt t="16942" x="3987800" y="2332038"/>
          <p14:tracePt t="16952" x="3922713" y="2317750"/>
          <p14:tracePt t="16967" x="3794125" y="2311400"/>
          <p14:tracePt t="16974" x="3722688" y="2311400"/>
          <p14:tracePt t="16982" x="3679825" y="2311400"/>
          <p14:tracePt t="16990" x="3608388" y="2311400"/>
          <p14:tracePt t="16998" x="3544888" y="2311400"/>
          <p14:tracePt t="17006" x="3495675" y="2311400"/>
          <p14:tracePt t="17014" x="3430588" y="2311400"/>
          <p14:tracePt t="17022" x="3373438" y="2311400"/>
          <p14:tracePt t="17031" x="3324225" y="2311400"/>
          <p14:tracePt t="17038" x="3267075" y="2311400"/>
          <p14:tracePt t="17046" x="3230563" y="2311400"/>
          <p14:tracePt t="17054" x="3181350" y="2311400"/>
          <p14:tracePt t="17062" x="3130550" y="2311400"/>
          <p14:tracePt t="17070" x="3087688" y="2311400"/>
          <p14:tracePt t="17078" x="3046413" y="2311400"/>
          <p14:tracePt t="17086" x="2989263" y="2311400"/>
          <p14:tracePt t="17094" x="2938463" y="2311400"/>
          <p14:tracePt t="17102" x="2895600" y="2311400"/>
          <p14:tracePt t="17110" x="2846388" y="2311400"/>
          <p14:tracePt t="17118" x="2795588" y="2311400"/>
          <p14:tracePt t="17126" x="2746375" y="2311400"/>
          <p14:tracePt t="17135" x="2709863" y="2311400"/>
          <p14:tracePt t="17142" x="2681288" y="2311400"/>
          <p14:tracePt t="17151" x="2660650" y="2311400"/>
          <p14:tracePt t="17158" x="2638425" y="2311400"/>
          <p14:tracePt t="17167" x="2624138" y="2311400"/>
          <p14:tracePt t="17174" x="2609850" y="2311400"/>
          <p14:tracePt t="17182" x="2595563" y="2311400"/>
          <p14:tracePt t="17190" x="2581275" y="2311400"/>
          <p14:tracePt t="17206" x="2566988" y="2325688"/>
          <p14:tracePt t="17214" x="2560638" y="2325688"/>
          <p14:tracePt t="17222" x="2546350" y="2332038"/>
          <p14:tracePt t="17230" x="2546350" y="2339975"/>
          <p14:tracePt t="17246" x="2532063" y="2360613"/>
          <p14:tracePt t="17254" x="2532063" y="2368550"/>
          <p14:tracePt t="17262" x="2532063" y="2382838"/>
          <p14:tracePt t="17270" x="2532063" y="2397125"/>
          <p14:tracePt t="17278" x="2532063" y="2411413"/>
          <p14:tracePt t="17286" x="2532063" y="2432050"/>
          <p14:tracePt t="17294" x="2532063" y="2446338"/>
          <p14:tracePt t="17302" x="2532063" y="2460625"/>
          <p14:tracePt t="17310" x="2532063" y="2482850"/>
          <p14:tracePt t="17318" x="2532063" y="2497138"/>
          <p14:tracePt t="17326" x="2532063" y="2511425"/>
          <p14:tracePt t="17334" x="2532063" y="2532063"/>
          <p14:tracePt t="17342" x="2540000" y="2546350"/>
          <p14:tracePt t="17351" x="2540000" y="2568575"/>
          <p14:tracePt t="17358" x="2552700" y="2589213"/>
          <p14:tracePt t="17367" x="2566988" y="2611438"/>
          <p14:tracePt t="17374" x="2574925" y="2625725"/>
          <p14:tracePt t="17382" x="2589213" y="2646363"/>
          <p14:tracePt t="17390" x="2595563" y="2668588"/>
          <p14:tracePt t="17398" x="2609850" y="2682875"/>
          <p14:tracePt t="17406" x="2624138" y="2703513"/>
          <p14:tracePt t="17414" x="2638425" y="2725738"/>
          <p14:tracePt t="17422" x="2646363" y="2740025"/>
          <p14:tracePt t="17430" x="2660650" y="2754313"/>
          <p14:tracePt t="17438" x="2674938" y="2768600"/>
          <p14:tracePt t="17446" x="2689225" y="2789238"/>
          <p14:tracePt t="17454" x="2703513" y="2797175"/>
          <p14:tracePt t="17462" x="2732088" y="2825750"/>
          <p14:tracePt t="17470" x="2767013" y="2854325"/>
          <p14:tracePt t="17478" x="2803525" y="2874963"/>
          <p14:tracePt t="17486" x="2846388" y="2895600"/>
          <p14:tracePt t="17494" x="2895600" y="2924175"/>
          <p14:tracePt t="17502" x="2946400" y="2960688"/>
          <p14:tracePt t="17510" x="2995613" y="2989263"/>
          <p14:tracePt t="17518" x="3059113" y="3003550"/>
          <p14:tracePt t="17526" x="3081338" y="3024188"/>
          <p14:tracePt t="17534" x="3152775" y="3060700"/>
          <p14:tracePt t="17543" x="3224213" y="3074988"/>
          <p14:tracePt t="17550" x="3302000" y="3095625"/>
          <p14:tracePt t="17558" x="3367088" y="3103563"/>
          <p14:tracePt t="17567" x="3438525" y="3109913"/>
          <p14:tracePt t="17574" x="3502025" y="3117850"/>
          <p14:tracePt t="17582" x="3579813" y="3132138"/>
          <p14:tracePt t="17590" x="3665538" y="3146425"/>
          <p14:tracePt t="17598" x="3779838" y="3175000"/>
          <p14:tracePt t="17606" x="3887788" y="3195638"/>
          <p14:tracePt t="17614" x="3994150" y="3203575"/>
          <p14:tracePt t="17622" x="4100513" y="3238500"/>
          <p14:tracePt t="17630" x="4208463" y="3246438"/>
          <p14:tracePt t="17638" x="4322763" y="3246438"/>
          <p14:tracePt t="17646" x="4414838" y="3246438"/>
          <p14:tracePt t="17654" x="4508500" y="3246438"/>
          <p14:tracePt t="17662" x="4592638" y="3246438"/>
          <p14:tracePt t="17671" x="4672013" y="3246438"/>
          <p14:tracePt t="17678" x="4749800" y="3246438"/>
          <p14:tracePt t="17686" x="4814888" y="3246438"/>
          <p14:tracePt t="17694" x="4892675" y="3246438"/>
          <p14:tracePt t="17702" x="4964113" y="3246438"/>
          <p14:tracePt t="17711" x="5043488" y="3246438"/>
          <p14:tracePt t="17718" x="5113338" y="3246438"/>
          <p14:tracePt t="17726" x="5184775" y="3246438"/>
          <p14:tracePt t="17734" x="5249863" y="3246438"/>
          <p14:tracePt t="17742" x="5307013" y="3246438"/>
          <p14:tracePt t="17750" x="5378450" y="3232150"/>
          <p14:tracePt t="17758" x="5427663" y="3232150"/>
          <p14:tracePt t="17767" x="5470525" y="3232150"/>
          <p14:tracePt t="17774" x="5521325" y="3224213"/>
          <p14:tracePt t="17782" x="5549900" y="3224213"/>
          <p14:tracePt t="17790" x="5591175" y="3224213"/>
          <p14:tracePt t="17798" x="5634038" y="3224213"/>
          <p14:tracePt t="17806" x="5670550" y="3224213"/>
          <p14:tracePt t="17814" x="5691188" y="3217863"/>
          <p14:tracePt t="17822" x="5713413" y="3209925"/>
          <p14:tracePt t="17830" x="5734050" y="3209925"/>
          <p14:tracePt t="17838" x="5748338" y="3203575"/>
          <p14:tracePt t="17846" x="5762625" y="3189288"/>
          <p14:tracePt t="17854" x="5776913" y="3181350"/>
          <p14:tracePt t="17862" x="5799138" y="3167063"/>
          <p14:tracePt t="17870" x="5805488" y="3160713"/>
          <p14:tracePt t="17878" x="5819775" y="3152775"/>
          <p14:tracePt t="17886" x="5834063" y="3146425"/>
          <p14:tracePt t="17894" x="5834063" y="3138488"/>
          <p14:tracePt t="17902" x="5842000" y="3132138"/>
          <p14:tracePt t="17918" x="5848350" y="3124200"/>
          <p14:tracePt t="17934" x="5856288" y="3117850"/>
          <p14:tracePt t="17951" x="5862638" y="3109913"/>
          <p14:tracePt t="17958" x="5862638" y="3103563"/>
          <p14:tracePt t="17974" x="5870575" y="3095625"/>
          <p14:tracePt t="17982" x="5876925" y="3095625"/>
          <p14:tracePt t="17990" x="5884863" y="3089275"/>
          <p14:tracePt t="18030" x="5891213" y="3081338"/>
          <p14:tracePt t="18046" x="5899150" y="3074988"/>
          <p14:tracePt t="18166" x="5899150" y="3060700"/>
          <p14:tracePt t="18414" x="5899150" y="3052763"/>
          <p14:tracePt t="20398" x="5899150" y="3038475"/>
          <p14:tracePt t="20414" x="5899150" y="3032125"/>
          <p14:tracePt t="20446" x="5891213" y="3032125"/>
          <p14:tracePt t="20494" x="5884863" y="3017838"/>
          <p14:tracePt t="23350" x="5876925" y="3009900"/>
          <p14:tracePt t="24182" x="5862638" y="3003550"/>
          <p14:tracePt t="24206" x="5856288" y="3003550"/>
          <p14:tracePt t="24214" x="5842000" y="3003550"/>
          <p14:tracePt t="24222" x="5834063" y="3003550"/>
          <p14:tracePt t="24230" x="5813425" y="2995613"/>
          <p14:tracePt t="24246" x="5799138" y="2989263"/>
          <p14:tracePt t="24254" x="5784850" y="2981325"/>
          <p14:tracePt t="24262" x="5776913" y="2981325"/>
          <p14:tracePt t="24270" x="5770563" y="2981325"/>
          <p14:tracePt t="24286" x="5762625" y="2974975"/>
          <p14:tracePt t="24294" x="5762625" y="2967038"/>
          <p14:tracePt t="24310" x="5748338" y="2967038"/>
          <p14:tracePt t="24318" x="5741988" y="2960688"/>
          <p14:tracePt t="24342" x="5734050" y="2960688"/>
          <p14:tracePt t="24358" x="5727700" y="2946400"/>
          <p14:tracePt t="24382" x="5719763" y="2946400"/>
          <p14:tracePt t="24390" x="5713413" y="2938463"/>
          <p14:tracePt t="24398" x="5705475" y="2938463"/>
          <p14:tracePt t="24422" x="5699125" y="2932113"/>
          <p14:tracePt t="24430" x="5699125" y="2924175"/>
          <p14:tracePt t="25694" x="5691188" y="2946400"/>
          <p14:tracePt t="25702" x="5676900" y="2967038"/>
          <p14:tracePt t="25710" x="5670550" y="2989263"/>
          <p14:tracePt t="25718" x="5670550" y="3003550"/>
          <p14:tracePt t="25726" x="5662613" y="3009900"/>
          <p14:tracePt t="25734" x="5648325" y="3032125"/>
          <p14:tracePt t="25742" x="5641975" y="3038475"/>
          <p14:tracePt t="25750" x="5641975" y="3052763"/>
          <p14:tracePt t="25758" x="5634038" y="3060700"/>
          <p14:tracePt t="25767" x="5619750" y="3074988"/>
          <p14:tracePt t="25774" x="5613400" y="3081338"/>
          <p14:tracePt t="25782" x="5613400" y="3089275"/>
          <p14:tracePt t="25790" x="5605463" y="3103563"/>
          <p14:tracePt t="25798" x="5599113" y="3109913"/>
          <p14:tracePt t="25806" x="5591175" y="3124200"/>
          <p14:tracePt t="25814" x="5584825" y="3138488"/>
          <p14:tracePt t="25822" x="5578475" y="3138488"/>
          <p14:tracePt t="25830" x="5570538" y="3146425"/>
          <p14:tracePt t="25838" x="5564188" y="3152775"/>
          <p14:tracePt t="25846" x="5549900" y="3167063"/>
          <p14:tracePt t="25854" x="5549900" y="3175000"/>
          <p14:tracePt t="25862" x="5527675" y="3195638"/>
          <p14:tracePt t="25870" x="5513388" y="3209925"/>
          <p14:tracePt t="25878" x="5492750" y="3232150"/>
          <p14:tracePt t="25886" x="5484813" y="3246438"/>
          <p14:tracePt t="25903" x="5464175" y="3281363"/>
          <p14:tracePt t="25910" x="5456238" y="3289300"/>
          <p14:tracePt t="25926" x="5456238" y="3303588"/>
          <p14:tracePt t="25934" x="5456238" y="3309938"/>
          <p14:tracePt t="25942" x="5456238" y="3332163"/>
          <p14:tracePt t="25958" x="5456238" y="3338513"/>
          <p14:tracePt t="26134" x="5456238" y="3332163"/>
          <p14:tracePt t="26206" x="5456238" y="3324225"/>
          <p14:tracePt t="26238" x="5456238" y="3317875"/>
          <p14:tracePt t="26270" x="5456238" y="3309938"/>
          <p14:tracePt t="26286" x="5435600" y="3295650"/>
          <p14:tracePt t="26302" x="5427663" y="3289300"/>
          <p14:tracePt t="26310" x="5421313" y="3289300"/>
          <p14:tracePt t="26318" x="5421313" y="3281363"/>
          <p14:tracePt t="26326" x="5407025" y="3275013"/>
          <p14:tracePt t="26334" x="5399088" y="3267075"/>
          <p14:tracePt t="26342" x="5392738" y="3267075"/>
          <p14:tracePt t="26350" x="5378450" y="3260725"/>
          <p14:tracePt t="26358" x="5349875" y="3246438"/>
          <p14:tracePt t="26367" x="5321300" y="3246438"/>
          <p14:tracePt t="26374" x="5284788" y="3246438"/>
          <p14:tracePt t="26382" x="5241925" y="3238500"/>
          <p14:tracePt t="26390" x="5184775" y="3232150"/>
          <p14:tracePt t="26398" x="5141913" y="3232150"/>
          <p14:tracePt t="26406" x="5064125" y="3232150"/>
          <p14:tracePt t="26414" x="4986338" y="3232150"/>
          <p14:tracePt t="26422" x="4900613" y="3232150"/>
          <p14:tracePt t="26430" x="4800600" y="3232150"/>
          <p14:tracePt t="26438" x="4706938" y="3232150"/>
          <p14:tracePt t="26446" x="4600575" y="3232150"/>
          <p14:tracePt t="26454" x="4500563" y="3232150"/>
          <p14:tracePt t="26462" x="4394200" y="3232150"/>
          <p14:tracePt t="26470" x="4279900" y="3232150"/>
          <p14:tracePt t="26478" x="4157663" y="3232150"/>
          <p14:tracePt t="26486" x="4065588" y="3232150"/>
          <p14:tracePt t="26494" x="3994150" y="3232150"/>
          <p14:tracePt t="26502" x="3908425" y="3232150"/>
          <p14:tracePt t="26510" x="3830638" y="3232150"/>
          <p14:tracePt t="26518" x="3765550" y="3232150"/>
          <p14:tracePt t="26526" x="3694113" y="3232150"/>
          <p14:tracePt t="26534" x="3636963" y="3232150"/>
          <p14:tracePt t="26542" x="3573463" y="3232150"/>
          <p14:tracePt t="26551" x="3495675" y="3232150"/>
          <p14:tracePt t="26558" x="3424238" y="3232150"/>
          <p14:tracePt t="26567" x="3344863" y="3232150"/>
          <p14:tracePt t="26574" x="3252788" y="3232150"/>
          <p14:tracePt t="26582" x="3173413" y="3232150"/>
          <p14:tracePt t="26590" x="3087688" y="3232150"/>
          <p14:tracePt t="26598" x="3003550" y="3232150"/>
          <p14:tracePt t="26606" x="2924175" y="3232150"/>
          <p14:tracePt t="26614" x="2846388" y="3232150"/>
          <p14:tracePt t="26622" x="2767013" y="3232150"/>
          <p14:tracePt t="26630" x="2703513" y="3232150"/>
          <p14:tracePt t="26638" x="2646363" y="3232150"/>
          <p14:tracePt t="26646" x="2595563" y="3232150"/>
          <p14:tracePt t="26654" x="2546350" y="3232150"/>
          <p14:tracePt t="26662" x="2511425" y="3232150"/>
          <p14:tracePt t="26670" x="2482850" y="3232150"/>
          <p14:tracePt t="26678" x="2460625" y="3232150"/>
          <p14:tracePt t="26686" x="2439988" y="3232150"/>
          <p14:tracePt t="26694" x="2425700" y="3232150"/>
          <p14:tracePt t="26702" x="2417763" y="3232150"/>
          <p14:tracePt t="26710" x="2397125" y="3232150"/>
          <p14:tracePt t="26726" x="2382838" y="3238500"/>
          <p14:tracePt t="26734" x="2360613" y="3246438"/>
          <p14:tracePt t="26742" x="2346325" y="3252788"/>
          <p14:tracePt t="26751" x="2325688" y="3260725"/>
          <p14:tracePt t="26758" x="2311400" y="3267075"/>
          <p14:tracePt t="26767" x="2282825" y="3281363"/>
          <p14:tracePt t="26774" x="2254250" y="3295650"/>
          <p14:tracePt t="26782" x="2232025" y="3303588"/>
          <p14:tracePt t="26790" x="2197100" y="3309938"/>
          <p14:tracePt t="26798" x="2182813" y="3324225"/>
          <p14:tracePt t="26806" x="2168525" y="3332163"/>
          <p14:tracePt t="26814" x="2154238" y="3346450"/>
          <p14:tracePt t="26822" x="2132013" y="3360738"/>
          <p14:tracePt t="26830" x="2125663" y="3367088"/>
          <p14:tracePt t="26838" x="2111375" y="3375025"/>
          <p14:tracePt t="26846" x="2089150" y="3389313"/>
          <p14:tracePt t="26854" x="2074863" y="3409950"/>
          <p14:tracePt t="26862" x="2046288" y="3430588"/>
          <p14:tracePt t="26870" x="2032000" y="3444875"/>
          <p14:tracePt t="26886" x="2019300" y="3459163"/>
          <p14:tracePt t="26894" x="2011363" y="3467100"/>
          <p14:tracePt t="26902" x="2005013" y="3473450"/>
          <p14:tracePt t="26910" x="2005013" y="3481388"/>
          <p14:tracePt t="26918" x="2005013" y="3487738"/>
          <p14:tracePt t="26926" x="2005013" y="3495675"/>
          <p14:tracePt t="26934" x="2005013" y="3509963"/>
          <p14:tracePt t="26951" x="2005013" y="3516313"/>
          <p14:tracePt t="26958" x="2005013" y="3530600"/>
          <p14:tracePt t="26967" x="2005013" y="3544888"/>
          <p14:tracePt t="26974" x="2005013" y="3552825"/>
          <p14:tracePt t="26982" x="2005013" y="3559175"/>
          <p14:tracePt t="26990" x="2011363" y="3581400"/>
          <p14:tracePt t="26998" x="2019300" y="3595688"/>
          <p14:tracePt t="27006" x="2025650" y="3609975"/>
          <p14:tracePt t="27014" x="2032000" y="3616325"/>
          <p14:tracePt t="27022" x="2046288" y="3630613"/>
          <p14:tracePt t="27030" x="2054225" y="3638550"/>
          <p14:tracePt t="27038" x="2060575" y="3644900"/>
          <p14:tracePt t="27046" x="2068513" y="3652838"/>
          <p14:tracePt t="27054" x="2082800" y="3667125"/>
          <p14:tracePt t="27062" x="2111375" y="3681413"/>
          <p14:tracePt t="27070" x="2117725" y="3687763"/>
          <p14:tracePt t="27078" x="2139950" y="3695700"/>
          <p14:tracePt t="27086" x="2168525" y="3702050"/>
          <p14:tracePt t="27094" x="2197100" y="3709988"/>
          <p14:tracePt t="27102" x="2225675" y="3716338"/>
          <p14:tracePt t="27110" x="2254250" y="3716338"/>
          <p14:tracePt t="27119" x="2274888" y="3724275"/>
          <p14:tracePt t="27126" x="2297113" y="3730625"/>
          <p14:tracePt t="27134" x="2317750" y="3738563"/>
          <p14:tracePt t="27151" x="2339975" y="3744913"/>
          <p14:tracePt t="27158" x="2354263" y="3744913"/>
          <p14:tracePt t="27167" x="2368550" y="3744913"/>
          <p14:tracePt t="27174" x="2397125" y="3759200"/>
          <p14:tracePt t="27182" x="2425700" y="3759200"/>
          <p14:tracePt t="27190" x="2454275" y="3767138"/>
          <p14:tracePt t="27201" x="2503488" y="3773488"/>
          <p14:tracePt t="27206" x="2552700" y="3773488"/>
          <p14:tracePt t="27214" x="2603500" y="3781425"/>
          <p14:tracePt t="27222" x="2667000" y="3795713"/>
          <p14:tracePt t="27230" x="2724150" y="3795713"/>
          <p14:tracePt t="27238" x="2774950" y="3802063"/>
          <p14:tracePt t="27246" x="2832100" y="3802063"/>
          <p14:tracePt t="27254" x="2889250" y="3816350"/>
          <p14:tracePt t="27262" x="2960688" y="3816350"/>
          <p14:tracePt t="27270" x="3017838" y="3816350"/>
          <p14:tracePt t="27278" x="3073400" y="3830638"/>
          <p14:tracePt t="27286" x="3152775" y="3830638"/>
          <p14:tracePt t="27294" x="3216275" y="3830638"/>
          <p14:tracePt t="27302" x="3281363" y="3830638"/>
          <p14:tracePt t="27310" x="3330575" y="3830638"/>
          <p14:tracePt t="27318" x="3387725" y="3830638"/>
          <p14:tracePt t="27326" x="3444875" y="3838575"/>
          <p14:tracePt t="27335" x="3502025" y="3844925"/>
          <p14:tracePt t="27342" x="3559175" y="3852863"/>
          <p14:tracePt t="27351" x="3622675" y="3867150"/>
          <p14:tracePt t="27358" x="3687763" y="3873500"/>
          <p14:tracePt t="27367" x="3759200" y="3873500"/>
          <p14:tracePt t="27374" x="3816350" y="3873500"/>
          <p14:tracePt t="27382" x="3879850" y="3873500"/>
          <p14:tracePt t="27390" x="3937000" y="3873500"/>
          <p14:tracePt t="27398" x="4016375" y="3873500"/>
          <p14:tracePt t="27406" x="4086225" y="3873500"/>
          <p14:tracePt t="27414" x="4151313" y="3873500"/>
          <p14:tracePt t="27422" x="4229100" y="3873500"/>
          <p14:tracePt t="27430" x="4286250" y="3873500"/>
          <p14:tracePt t="27438" x="4351338" y="3873500"/>
          <p14:tracePt t="27446" x="4429125" y="3873500"/>
          <p14:tracePt t="27454" x="4486275" y="3873500"/>
          <p14:tracePt t="27462" x="4537075" y="3873500"/>
          <p14:tracePt t="27470" x="4592638" y="3873500"/>
          <p14:tracePt t="27478" x="4629150" y="3873500"/>
          <p14:tracePt t="27486" x="4678363" y="3881438"/>
          <p14:tracePt t="27494" x="4729163" y="3881438"/>
          <p14:tracePt t="27502" x="4764088" y="3887788"/>
          <p14:tracePt t="27510" x="4800600" y="3887788"/>
          <p14:tracePt t="27518" x="4835525" y="3887788"/>
          <p14:tracePt t="27526" x="4872038" y="3887788"/>
          <p14:tracePt t="27534" x="4906963" y="3887788"/>
          <p14:tracePt t="27542" x="4949825" y="3887788"/>
          <p14:tracePt t="27551" x="4992688" y="3887788"/>
          <p14:tracePt t="27558" x="5029200" y="3887788"/>
          <p14:tracePt t="27567" x="5049838" y="3887788"/>
          <p14:tracePt t="27574" x="5078413" y="3887788"/>
          <p14:tracePt t="27582" x="5106988" y="3887788"/>
          <p14:tracePt t="27590" x="5121275" y="3887788"/>
          <p14:tracePt t="27598" x="5149850" y="3887788"/>
          <p14:tracePt t="27606" x="5170488" y="3887788"/>
          <p14:tracePt t="27614" x="5192713" y="3887788"/>
          <p14:tracePt t="27622" x="5199063" y="3887788"/>
          <p14:tracePt t="27630" x="5213350" y="3887788"/>
          <p14:tracePt t="27638" x="5221288" y="3887788"/>
          <p14:tracePt t="27646" x="5235575" y="3887788"/>
          <p14:tracePt t="27654" x="5249863" y="3887788"/>
          <p14:tracePt t="27662" x="5264150" y="3887788"/>
          <p14:tracePt t="27678" x="5270500" y="3887788"/>
          <p14:tracePt t="27686" x="5278438" y="3887788"/>
          <p14:tracePt t="27694" x="5284788" y="3887788"/>
          <p14:tracePt t="27710" x="5292725" y="3887788"/>
          <p14:tracePt t="27726" x="5299075" y="3887788"/>
          <p14:tracePt t="27734" x="5307013" y="3887788"/>
          <p14:tracePt t="27751" x="5313363" y="3887788"/>
          <p14:tracePt t="27758" x="5327650" y="3881438"/>
          <p14:tracePt t="27774" x="5335588" y="3873500"/>
          <p14:tracePt t="27782" x="5349875" y="3873500"/>
          <p14:tracePt t="27798" x="5349875" y="3867150"/>
          <p14:tracePt t="27806" x="5356225" y="3859213"/>
          <p14:tracePt t="27822" x="5370513" y="3852863"/>
          <p14:tracePt t="27838" x="5370513" y="3844925"/>
          <p14:tracePt t="27846" x="5378450" y="3844925"/>
          <p14:tracePt t="27862" x="5378450" y="3838575"/>
          <p14:tracePt t="27870" x="5378450" y="3830638"/>
          <p14:tracePt t="27878" x="5392738" y="3824288"/>
          <p14:tracePt t="27902" x="5399088" y="3810000"/>
          <p14:tracePt t="27918" x="5399088" y="3802063"/>
          <p14:tracePt t="27942" x="5399088" y="3795713"/>
          <p14:tracePt t="27950" x="5399088" y="3787775"/>
          <p14:tracePt t="27958" x="5407025" y="3787775"/>
          <p14:tracePt t="27967" x="5413375" y="3781425"/>
          <p14:tracePt t="27982" x="5413375" y="3773488"/>
          <p14:tracePt t="27990" x="5413375" y="3759200"/>
          <p14:tracePt t="28006" x="5413375" y="3752850"/>
          <p14:tracePt t="28030" x="5413375" y="3738563"/>
          <p14:tracePt t="28054" x="5413375" y="3730625"/>
          <p14:tracePt t="28086" x="5413375" y="3716338"/>
          <p14:tracePt t="28102" x="5413375" y="3709988"/>
          <p14:tracePt t="28110" x="5407025" y="3709988"/>
          <p14:tracePt t="28134" x="5399088" y="3702050"/>
          <p14:tracePt t="28158" x="5384800" y="3695700"/>
          <p14:tracePt t="28174" x="5378450" y="3695700"/>
          <p14:tracePt t="28182" x="5370513" y="3687763"/>
          <p14:tracePt t="28190" x="5364163" y="3687763"/>
          <p14:tracePt t="28198" x="5356225" y="3687763"/>
          <p14:tracePt t="28206" x="5349875" y="3687763"/>
          <p14:tracePt t="28214" x="5341938" y="3687763"/>
          <p14:tracePt t="28222" x="5335588" y="3687763"/>
          <p14:tracePt t="28230" x="5327650" y="3687763"/>
          <p14:tracePt t="28238" x="5321300" y="3687763"/>
          <p14:tracePt t="28246" x="5307013" y="3687763"/>
          <p14:tracePt t="28254" x="5299075" y="3687763"/>
          <p14:tracePt t="28262" x="5284788" y="3687763"/>
          <p14:tracePt t="28270" x="5270500" y="3687763"/>
          <p14:tracePt t="28278" x="5256213" y="3687763"/>
          <p14:tracePt t="28286" x="5249863" y="3687763"/>
          <p14:tracePt t="28294" x="5235575" y="3687763"/>
          <p14:tracePt t="28302" x="5213350" y="3687763"/>
          <p14:tracePt t="28310" x="5199063" y="3687763"/>
          <p14:tracePt t="28318" x="5184775" y="3687763"/>
          <p14:tracePt t="28326" x="5170488" y="3687763"/>
          <p14:tracePt t="28334" x="5149850" y="3687763"/>
          <p14:tracePt t="28342" x="5127625" y="3687763"/>
          <p14:tracePt t="28350" x="5106988" y="3687763"/>
          <p14:tracePt t="28358" x="5092700" y="3687763"/>
          <p14:tracePt t="28367" x="5064125" y="3687763"/>
          <p14:tracePt t="28374" x="5035550" y="3687763"/>
          <p14:tracePt t="28382" x="5006975" y="3687763"/>
          <p14:tracePt t="28390" x="4978400" y="3687763"/>
          <p14:tracePt t="28398" x="4949825" y="3687763"/>
          <p14:tracePt t="28406" x="4892675" y="3687763"/>
          <p14:tracePt t="28414" x="4849813" y="3687763"/>
          <p14:tracePt t="28422" x="4792663" y="3687763"/>
          <p14:tracePt t="28430" x="4735513" y="3687763"/>
          <p14:tracePt t="28438" x="4678363" y="3687763"/>
          <p14:tracePt t="28446" x="4614863" y="3687763"/>
          <p14:tracePt t="28454" x="4557713" y="3687763"/>
          <p14:tracePt t="28462" x="4494213" y="3687763"/>
          <p14:tracePt t="28470" x="4422775" y="3687763"/>
          <p14:tracePt t="28478" x="4357688" y="3687763"/>
          <p14:tracePt t="28486" x="4300538" y="3687763"/>
          <p14:tracePt t="28494" x="4222750" y="3687763"/>
          <p14:tracePt t="28502" x="4157663" y="3687763"/>
          <p14:tracePt t="28510" x="4094163" y="3687763"/>
          <p14:tracePt t="28518" x="4016375" y="3687763"/>
          <p14:tracePt t="28526" x="3937000" y="3687763"/>
          <p14:tracePt t="28534" x="3865563" y="3687763"/>
          <p14:tracePt t="28542" x="3794125" y="3687763"/>
          <p14:tracePt t="28551" x="3736975" y="3687763"/>
          <p14:tracePt t="28558" x="3694113" y="3687763"/>
          <p14:tracePt t="28567" x="3644900" y="3687763"/>
          <p14:tracePt t="28574" x="3587750" y="3687763"/>
          <p14:tracePt t="28582" x="3530600" y="3687763"/>
          <p14:tracePt t="28590" x="3473450" y="3681413"/>
          <p14:tracePt t="28598" x="3424238" y="3681413"/>
          <p14:tracePt t="28606" x="3367088" y="3681413"/>
          <p14:tracePt t="28614" x="3324225" y="3673475"/>
          <p14:tracePt t="28622" x="3267075" y="3673475"/>
          <p14:tracePt t="28630" x="3224213" y="3673475"/>
          <p14:tracePt t="28638" x="3167063" y="3673475"/>
          <p14:tracePt t="28646" x="3124200" y="3673475"/>
          <p14:tracePt t="28654" x="3073400" y="3673475"/>
          <p14:tracePt t="28662" x="3017838" y="3673475"/>
          <p14:tracePt t="28671" x="2974975" y="3673475"/>
          <p14:tracePt t="28678" x="2917825" y="3673475"/>
          <p14:tracePt t="28686" x="2867025" y="3673475"/>
          <p14:tracePt t="28694" x="2803525" y="3673475"/>
          <p14:tracePt t="28702" x="2760663" y="3673475"/>
          <p14:tracePt t="28710" x="2703513" y="3673475"/>
          <p14:tracePt t="28718" x="2652713" y="3673475"/>
          <p14:tracePt t="28726" x="2595563" y="3673475"/>
          <p14:tracePt t="28734" x="2552700" y="3673475"/>
          <p14:tracePt t="28742" x="2525713" y="3673475"/>
          <p14:tracePt t="28751" x="2474913" y="3673475"/>
          <p14:tracePt t="28758" x="2454275" y="3673475"/>
          <p14:tracePt t="28766" x="2432050" y="3673475"/>
          <p14:tracePt t="28774" x="2411413" y="3673475"/>
          <p14:tracePt t="28782" x="2397125" y="3673475"/>
          <p14:tracePt t="28790" x="2382838" y="3673475"/>
          <p14:tracePt t="28798" x="2346325" y="3687763"/>
          <p14:tracePt t="28806" x="2317750" y="3695700"/>
          <p14:tracePt t="28814" x="2282825" y="3709988"/>
          <p14:tracePt t="28822" x="2260600" y="3730625"/>
          <p14:tracePt t="28830" x="2225675" y="3752850"/>
          <p14:tracePt t="28838" x="2203450" y="3767138"/>
          <p14:tracePt t="28846" x="2182813" y="3787775"/>
          <p14:tracePt t="28854" x="2174875" y="3795713"/>
          <p14:tracePt t="28862" x="2168525" y="3802063"/>
          <p14:tracePt t="28870" x="2160588" y="3824288"/>
          <p14:tracePt t="28878" x="2160588" y="3830638"/>
          <p14:tracePt t="28886" x="2160588" y="3838575"/>
          <p14:tracePt t="28894" x="2160588" y="3844925"/>
          <p14:tracePt t="28902" x="2160588" y="3859213"/>
          <p14:tracePt t="28918" x="2160588" y="3867150"/>
          <p14:tracePt t="28926" x="2160588" y="3873500"/>
          <p14:tracePt t="28934" x="2160588" y="3881438"/>
          <p14:tracePt t="28942" x="2168525" y="3895725"/>
          <p14:tracePt t="28958" x="2174875" y="3910013"/>
          <p14:tracePt t="28967" x="2182813" y="3916363"/>
          <p14:tracePt t="28974" x="2189163" y="3930650"/>
          <p14:tracePt t="28982" x="2197100" y="3938588"/>
          <p14:tracePt t="29002" x="2211388" y="3952875"/>
          <p14:tracePt t="29006" x="2225675" y="3973513"/>
          <p14:tracePt t="29014" x="2232025" y="3973513"/>
          <p14:tracePt t="29022" x="2246313" y="3987800"/>
          <p14:tracePt t="29030" x="2246313" y="3995738"/>
          <p14:tracePt t="29038" x="2268538" y="4002088"/>
          <p14:tracePt t="29046" x="2282825" y="4008438"/>
          <p14:tracePt t="29054" x="2317750" y="4030663"/>
          <p14:tracePt t="29062" x="2332038" y="4030663"/>
          <p14:tracePt t="29070" x="2360613" y="4030663"/>
          <p14:tracePt t="29078" x="2389188" y="4030663"/>
          <p14:tracePt t="29086" x="2446338" y="4037013"/>
          <p14:tracePt t="29094" x="2489200" y="4037013"/>
          <p14:tracePt t="29102" x="2552700" y="4059238"/>
          <p14:tracePt t="29110" x="2609850" y="4065588"/>
          <p14:tracePt t="29119" x="2681288" y="4065588"/>
          <p14:tracePt t="29126" x="2752725" y="4065588"/>
          <p14:tracePt t="29134" x="2824163" y="4065588"/>
          <p14:tracePt t="29142" x="2895600" y="4073525"/>
          <p14:tracePt t="29150" x="2974975" y="4073525"/>
          <p14:tracePt t="29158" x="3038475" y="4079875"/>
          <p14:tracePt t="29167" x="3109913" y="4094163"/>
          <p14:tracePt t="29174" x="3167063" y="4102100"/>
          <p14:tracePt t="29182" x="3224213" y="4108450"/>
          <p14:tracePt t="29190" x="3273425" y="4116388"/>
          <p14:tracePt t="29198" x="3344863" y="4130675"/>
          <p14:tracePt t="29206" x="3409950" y="4130675"/>
          <p14:tracePt t="29214" x="3481388" y="4144963"/>
          <p14:tracePt t="29222" x="3538538" y="4144963"/>
          <p14:tracePt t="29230" x="3608388" y="4151313"/>
          <p14:tracePt t="29238" x="3694113" y="4151313"/>
          <p14:tracePt t="29246" x="3794125" y="4165600"/>
          <p14:tracePt t="29254" x="3865563" y="4165600"/>
          <p14:tracePt t="29262" x="3944938" y="4165600"/>
          <p14:tracePt t="29270" x="4022725" y="4165600"/>
          <p14:tracePt t="29278" x="4094163" y="4165600"/>
          <p14:tracePt t="29286" x="4165600" y="4165600"/>
          <p14:tracePt t="29294" x="4237038" y="4165600"/>
          <p14:tracePt t="29302" x="4322763" y="4187825"/>
          <p14:tracePt t="29310" x="4400550" y="4194175"/>
          <p14:tracePt t="29318" x="4486275" y="4194175"/>
          <p14:tracePt t="29326" x="4572000" y="4194175"/>
          <p14:tracePt t="29334" x="4635500" y="4194175"/>
          <p14:tracePt t="29342" x="4714875" y="4194175"/>
          <p14:tracePt t="29351" x="4772025" y="4194175"/>
          <p14:tracePt t="29358" x="4821238" y="4194175"/>
          <p14:tracePt t="29367" x="4857750" y="4194175"/>
          <p14:tracePt t="29374" x="4906963" y="4194175"/>
          <p14:tracePt t="29382" x="4943475" y="4194175"/>
          <p14:tracePt t="29390" x="4986338" y="4194175"/>
          <p14:tracePt t="29398" x="5021263" y="4194175"/>
          <p14:tracePt t="29406" x="5049838" y="4194175"/>
          <p14:tracePt t="29414" x="5099050" y="4194175"/>
          <p14:tracePt t="29422" x="5135563" y="4194175"/>
          <p14:tracePt t="29430" x="5184775" y="4194175"/>
          <p14:tracePt t="29438" x="5213350" y="4194175"/>
          <p14:tracePt t="29446" x="5270500" y="4194175"/>
          <p14:tracePt t="29454" x="5299075" y="4194175"/>
          <p14:tracePt t="29462" x="5321300" y="4194175"/>
          <p14:tracePt t="29470" x="5349875" y="4194175"/>
          <p14:tracePt t="29478" x="5364163" y="4194175"/>
          <p14:tracePt t="29486" x="5392738" y="4194175"/>
          <p14:tracePt t="29494" x="5421313" y="4187825"/>
          <p14:tracePt t="29502" x="5435600" y="4179888"/>
          <p14:tracePt t="29510" x="5449888" y="4179888"/>
          <p14:tracePt t="29518" x="5464175" y="4179888"/>
          <p14:tracePt t="29526" x="5484813" y="4179888"/>
          <p14:tracePt t="29534" x="5499100" y="4173538"/>
          <p14:tracePt t="29542" x="5521325" y="4173538"/>
          <p14:tracePt t="29551" x="5541963" y="4165600"/>
          <p14:tracePt t="29558" x="5564188" y="4165600"/>
          <p14:tracePt t="29567" x="5584825" y="4159250"/>
          <p14:tracePt t="29574" x="5605463" y="4151313"/>
          <p14:tracePt t="29582" x="5627688" y="4144963"/>
          <p14:tracePt t="29590" x="5634038" y="4144963"/>
          <p14:tracePt t="29598" x="5656263" y="4130675"/>
          <p14:tracePt t="29606" x="5684838" y="4116388"/>
          <p14:tracePt t="29622" x="5699125" y="4116388"/>
          <p14:tracePt t="29630" x="5713413" y="4102100"/>
          <p14:tracePt t="29638" x="5719763" y="4102100"/>
          <p14:tracePt t="29654" x="5719763" y="4094163"/>
          <p14:tracePt t="29670" x="5734050" y="4087813"/>
          <p14:tracePt t="29694" x="5741988" y="4073525"/>
          <p14:tracePt t="29702" x="5748338" y="4073525"/>
          <p14:tracePt t="29710" x="5762625" y="4065588"/>
          <p14:tracePt t="29726" x="5762625" y="4051300"/>
          <p14:tracePt t="29734" x="5776913" y="4044950"/>
          <p14:tracePt t="29751" x="5784850" y="4030663"/>
          <p14:tracePt t="29758" x="5791200" y="4030663"/>
          <p14:tracePt t="29774" x="5791200" y="4022725"/>
          <p14:tracePt t="29782" x="5799138" y="4022725"/>
          <p14:tracePt t="29790" x="5799138" y="4016375"/>
          <p14:tracePt t="29870" x="5799138" y="4008438"/>
          <p14:tracePt t="29886" x="5799138" y="4002088"/>
          <p14:tracePt t="29894" x="5799138" y="3995738"/>
          <p14:tracePt t="29910" x="5799138" y="3987800"/>
          <p14:tracePt t="30006" x="5799138" y="3973513"/>
          <p14:tracePt t="30038" x="5799138" y="3967163"/>
          <p14:tracePt t="30078" x="5799138" y="3959225"/>
          <p14:tracePt t="30110" x="5799138" y="3952875"/>
          <p14:tracePt t="30158" x="5799138" y="3944938"/>
          <p14:tracePt t="31583" x="5799138" y="3938588"/>
          <p14:tracePt t="31590" x="5819775" y="3938588"/>
          <p14:tracePt t="31598" x="5848350" y="3938588"/>
          <p14:tracePt t="31606" x="5876925" y="3938588"/>
          <p14:tracePt t="31614" x="5913438" y="3938588"/>
          <p14:tracePt t="31622" x="5962650" y="3938588"/>
          <p14:tracePt t="31630" x="6019800" y="3938588"/>
          <p14:tracePt t="31638" x="6070600" y="3938588"/>
          <p14:tracePt t="31646" x="6134100" y="3938588"/>
          <p14:tracePt t="31654" x="6197600" y="3938588"/>
          <p14:tracePt t="31662" x="6276975" y="3938588"/>
          <p14:tracePt t="31671" x="6354763" y="3938588"/>
          <p14:tracePt t="31678" x="6440488" y="3938588"/>
          <p14:tracePt t="31686" x="6526213" y="3938588"/>
          <p14:tracePt t="31694" x="6597650" y="3938588"/>
          <p14:tracePt t="31702" x="6669088" y="3938588"/>
          <p14:tracePt t="31710" x="6732588" y="3938588"/>
          <p14:tracePt t="31718" x="6783388" y="3938588"/>
          <p14:tracePt t="31726" x="6818313" y="3938588"/>
          <p14:tracePt t="31734" x="6840538" y="3938588"/>
          <p14:tracePt t="31742" x="6869113" y="3938588"/>
          <p14:tracePt t="31750" x="6883400" y="3938588"/>
          <p14:tracePt t="31758" x="6911975" y="3938588"/>
          <p14:tracePt t="31767" x="6940550" y="3938588"/>
          <p14:tracePt t="31774" x="6983413" y="3938588"/>
          <p14:tracePt t="31782" x="7026275" y="3938588"/>
          <p14:tracePt t="31790" x="7097713" y="3938588"/>
          <p14:tracePt t="31798" x="7167563" y="3938588"/>
          <p14:tracePt t="31806" x="7267575" y="3938588"/>
          <p14:tracePt t="31814" x="7353300" y="3938588"/>
          <p14:tracePt t="31822" x="7432675" y="3938588"/>
          <p14:tracePt t="31830" x="7510463" y="3938588"/>
          <p14:tracePt t="31838" x="7589838" y="3938588"/>
          <p14:tracePt t="31846" x="7653338" y="3938588"/>
          <p14:tracePt t="31854" x="7702550" y="3938588"/>
          <p14:tracePt t="31862" x="7759700" y="3938588"/>
          <p14:tracePt t="31870" x="7781925" y="3938588"/>
          <p14:tracePt t="31878" x="7796213" y="3938588"/>
          <p14:tracePt t="31886" x="7802563" y="3938588"/>
          <p14:tracePt t="31894" x="7810500" y="3938588"/>
          <p14:tracePt t="31918" x="7824788" y="3938588"/>
          <p14:tracePt t="31926" x="7824788" y="3930650"/>
          <p14:tracePt t="31934" x="7831138" y="3930650"/>
          <p14:tracePt t="31950" x="7839075" y="3930650"/>
          <p14:tracePt t="31974" x="7845425" y="3930650"/>
          <p14:tracePt t="32222" x="7839075" y="3930650"/>
          <p14:tracePt t="32566" x="7831138" y="3930650"/>
          <p14:tracePt t="32622" x="7816850" y="3930650"/>
          <p14:tracePt t="32654" x="7810500" y="3930650"/>
          <p14:tracePt t="32662" x="7796213" y="3930650"/>
          <p14:tracePt t="32678" x="7781925" y="3930650"/>
          <p14:tracePt t="32686" x="7767638" y="3930650"/>
          <p14:tracePt t="32694" x="7745413" y="3930650"/>
          <p14:tracePt t="32702" x="7731125" y="3930650"/>
          <p14:tracePt t="32710" x="7702550" y="3930650"/>
          <p14:tracePt t="32718" x="7645400" y="3930650"/>
          <p14:tracePt t="32726" x="7610475" y="3930650"/>
          <p14:tracePt t="32734" x="7567613" y="3930650"/>
          <p14:tracePt t="32742" x="7510463" y="3930650"/>
          <p14:tracePt t="32750" x="7475538" y="3930650"/>
          <p14:tracePt t="32758" x="7432675" y="3930650"/>
          <p14:tracePt t="32766" x="7389813" y="3930650"/>
          <p14:tracePt t="32774" x="7353300" y="3930650"/>
          <p14:tracePt t="32782" x="7332663" y="3930650"/>
          <p14:tracePt t="32790" x="7296150" y="3930650"/>
          <p14:tracePt t="32798" x="7261225" y="3930650"/>
          <p14:tracePt t="32806" x="7224713" y="3930650"/>
          <p14:tracePt t="32814" x="7153275" y="3930650"/>
          <p14:tracePt t="32822" x="7075488" y="3938588"/>
          <p14:tracePt t="32830" x="6983413" y="3944938"/>
          <p14:tracePt t="32838" x="6889750" y="3973513"/>
          <p14:tracePt t="32846" x="6740525" y="3981450"/>
          <p14:tracePt t="32854" x="6562725" y="3987800"/>
          <p14:tracePt t="32862" x="6297613" y="4037013"/>
          <p14:tracePt t="32870" x="6076950" y="4051300"/>
          <p14:tracePt t="32878" x="5884863" y="4051300"/>
          <p14:tracePt t="32886" x="5691188" y="4051300"/>
          <p14:tracePt t="32894" x="5527675" y="4073525"/>
          <p14:tracePt t="32902" x="5349875" y="4073525"/>
          <p14:tracePt t="32910" x="5170488" y="4079875"/>
          <p14:tracePt t="32918" x="4964113" y="4116388"/>
          <p14:tracePt t="32926" x="4729163" y="4144963"/>
          <p14:tracePt t="32934" x="4514850" y="4144963"/>
          <p14:tracePt t="32942" x="4279900" y="4144963"/>
          <p14:tracePt t="32951" x="4086225" y="4144963"/>
          <p14:tracePt t="32968" x="3659188" y="4144963"/>
          <p14:tracePt t="32983" x="3324225" y="4144963"/>
          <p14:tracePt t="32990" x="3152775" y="4144963"/>
          <p14:tracePt t="32998" x="3017838" y="4144963"/>
          <p14:tracePt t="33006" x="2895600" y="4144963"/>
          <p14:tracePt t="33014" x="2738438" y="4144963"/>
          <p14:tracePt t="33022" x="2566988" y="4144963"/>
          <p14:tracePt t="33030" x="2332038" y="4144963"/>
          <p14:tracePt t="33038" x="2097088" y="4144963"/>
          <p14:tracePt t="33046" x="1868488" y="4144963"/>
          <p14:tracePt t="33054" x="1597025" y="4144963"/>
          <p14:tracePt t="33062" x="1362075" y="4144963"/>
          <p14:tracePt t="33070" x="1169988" y="4144963"/>
          <p14:tracePt t="33078" x="969963" y="4137025"/>
          <p14:tracePt t="33086" x="784225" y="4116388"/>
          <p14:tracePt t="33094" x="635000" y="4087813"/>
          <p14:tracePt t="33102" x="492125" y="4073525"/>
          <p14:tracePt t="33110" x="371475" y="4059238"/>
          <p14:tracePt t="33118" x="242888" y="4037013"/>
          <p14:tracePt t="33126" x="114300" y="4022725"/>
          <p14:tracePt t="33134" x="6350" y="4016375"/>
        </p14:tracePtLst>
      </p14:laserTraceLst>
    </p:ext>
  </p:extLs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6" name="Google Shape;936;p46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Expected Number Bad Pieces</a:t>
            </a:r>
            <a:endParaRPr/>
          </a:p>
        </p:txBody>
      </p:sp>
      <p:sp>
        <p:nvSpPr>
          <p:cNvPr id="937" name="Google Shape;937;p46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20</a:t>
            </a:fld>
            <a:endParaRPr/>
          </a:p>
        </p:txBody>
      </p:sp>
      <p:graphicFrame>
        <p:nvGraphicFramePr>
          <p:cNvPr id="938" name="Google Shape;938;p46"/>
          <p:cNvGraphicFramePr/>
          <p:nvPr/>
        </p:nvGraphicFramePr>
        <p:xfrm>
          <a:off x="3035013" y="2808225"/>
          <a:ext cx="2949950" cy="22729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95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91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93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6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bat_step_machines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LS-24, LK-06 ]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39" name="Google Shape;939;p46"/>
          <p:cNvSpPr/>
          <p:nvPr/>
        </p:nvSpPr>
        <p:spPr>
          <a:xfrm>
            <a:off x="3649125" y="2808275"/>
            <a:ext cx="869400" cy="22728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0" name="Google Shape;940;p46"/>
          <p:cNvSpPr txBox="1"/>
          <p:nvPr/>
        </p:nvSpPr>
        <p:spPr>
          <a:xfrm>
            <a:off x="2711875" y="3852350"/>
            <a:ext cx="305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*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941" name="Google Shape;941;p46"/>
          <p:cNvGraphicFramePr/>
          <p:nvPr/>
        </p:nvGraphicFramePr>
        <p:xfrm>
          <a:off x="6303538" y="2808225"/>
          <a:ext cx="2117825" cy="22729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1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[ 0.5858,    0.4142 ]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[ 2 ]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[ 1.1270,    0.8730 ]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[ 2 ]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[ 1.3983,    1.6017 ]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[ 0.3757,    0.4303,    0.1940 ]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42" name="Google Shape;942;p46"/>
          <p:cNvSpPr txBox="1"/>
          <p:nvPr/>
        </p:nvSpPr>
        <p:spPr>
          <a:xfrm>
            <a:off x="5959775" y="3852338"/>
            <a:ext cx="2772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=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943" name="Google Shape;943;p46"/>
          <p:cNvGraphicFramePr/>
          <p:nvPr/>
        </p:nvGraphicFramePr>
        <p:xfrm>
          <a:off x="598613" y="2808225"/>
          <a:ext cx="2117825" cy="22729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1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expected_percent_bad_pieces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[ 0.5858,    0.4142 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[ 0.5635,    0.4365 ]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[ 0.4661,    0.5339 ]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[ 0.3757,    0.4303,    0.1940 ]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944" name="Google Shape;944;p46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FF0000"/>
          </a:solidFill>
          <a:ln w="952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2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945" name="Google Shape;945;p4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343275" y="1599426"/>
            <a:ext cx="3960099" cy="772900"/>
          </a:xfrm>
          <a:prstGeom prst="rect">
            <a:avLst/>
          </a:prstGeom>
          <a:noFill/>
          <a:ln>
            <a:noFill/>
          </a:ln>
        </p:spPr>
      </p:pic>
      <p:sp>
        <p:nvSpPr>
          <p:cNvPr id="946" name="Google Shape;946;p46"/>
          <p:cNvSpPr/>
          <p:nvPr/>
        </p:nvSpPr>
        <p:spPr>
          <a:xfrm>
            <a:off x="2101450" y="1799575"/>
            <a:ext cx="1848300" cy="5727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7" name="Google Shape;947;p46"/>
          <p:cNvSpPr/>
          <p:nvPr/>
        </p:nvSpPr>
        <p:spPr>
          <a:xfrm>
            <a:off x="4109650" y="1799575"/>
            <a:ext cx="305700" cy="572700"/>
          </a:xfrm>
          <a:prstGeom prst="rect">
            <a:avLst/>
          </a:prstGeom>
          <a:noFill/>
          <a:ln w="19050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948" name="Google Shape;948;p46"/>
          <p:cNvCxnSpPr/>
          <p:nvPr/>
        </p:nvCxnSpPr>
        <p:spPr>
          <a:xfrm flipH="1">
            <a:off x="2084350" y="2376725"/>
            <a:ext cx="706800" cy="3900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49" name="Google Shape;949;p46"/>
          <p:cNvCxnSpPr>
            <a:stCxn id="947" idx="2"/>
            <a:endCxn id="939" idx="0"/>
          </p:cNvCxnSpPr>
          <p:nvPr/>
        </p:nvCxnSpPr>
        <p:spPr>
          <a:xfrm flipH="1">
            <a:off x="4083700" y="2372275"/>
            <a:ext cx="178800" cy="435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0" name="Google Shape;950;p46"/>
          <p:cNvSpPr txBox="1"/>
          <p:nvPr/>
        </p:nvSpPr>
        <p:spPr>
          <a:xfrm>
            <a:off x="598625" y="1020338"/>
            <a:ext cx="7974000" cy="10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When defective pieces is observed,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Calculate shared defective pieces for previous machines including current machine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1" name="Google Shape;951;p46"/>
          <p:cNvSpPr txBox="1"/>
          <p:nvPr/>
        </p:nvSpPr>
        <p:spPr>
          <a:xfrm>
            <a:off x="598625" y="2112888"/>
            <a:ext cx="274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raw_data: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pSp>
        <p:nvGrpSpPr>
          <p:cNvPr id="952" name="Google Shape;952;p46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953" name="Google Shape;953;p46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954" name="Google Shape;954;p46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cxnSp>
        <p:nvCxnSpPr>
          <p:cNvPr id="955" name="Google Shape;955;p46"/>
          <p:cNvCxnSpPr/>
          <p:nvPr/>
        </p:nvCxnSpPr>
        <p:spPr>
          <a:xfrm flipH="1">
            <a:off x="7506625" y="2353775"/>
            <a:ext cx="178800" cy="435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56" name="Google Shape;956;p46"/>
          <p:cNvSpPr txBox="1"/>
          <p:nvPr/>
        </p:nvSpPr>
        <p:spPr>
          <a:xfrm>
            <a:off x="7593075" y="1986717"/>
            <a:ext cx="548700" cy="390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Z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33372">
        <p14:gallery dir="l"/>
      </p:transition>
    </mc:Choice>
    <mc:Fallback xmlns="">
      <p:transition spd="slow" advTm="33372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32" x="3173413" y="2047875"/>
          <p14:tracePt t="276" x="3173413" y="2039938"/>
          <p14:tracePt t="300" x="3181350" y="2033588"/>
          <p14:tracePt t="316" x="3181350" y="2025650"/>
          <p14:tracePt t="324" x="3181350" y="2019300"/>
          <p14:tracePt t="332" x="3181350" y="2011363"/>
          <p14:tracePt t="340" x="3187700" y="1997075"/>
          <p14:tracePt t="356" x="3187700" y="1982788"/>
          <p14:tracePt t="364" x="3187700" y="1962150"/>
          <p14:tracePt t="372" x="3187700" y="1947863"/>
          <p14:tracePt t="380" x="3187700" y="1939925"/>
          <p14:tracePt t="388" x="3187700" y="1919288"/>
          <p14:tracePt t="396" x="3187700" y="1897063"/>
          <p14:tracePt t="404" x="3187700" y="1876425"/>
          <p14:tracePt t="412" x="3187700" y="1862138"/>
          <p14:tracePt t="421" x="3187700" y="1839913"/>
          <p14:tracePt t="428" x="3187700" y="1825625"/>
          <p14:tracePt t="436" x="3187700" y="1811338"/>
          <p14:tracePt t="452" x="3187700" y="1790700"/>
          <p14:tracePt t="468" x="3187700" y="1776413"/>
          <p14:tracePt t="476" x="3187700" y="1768475"/>
          <p14:tracePt t="484" x="3181350" y="1754188"/>
          <p14:tracePt t="492" x="3181350" y="1747838"/>
          <p14:tracePt t="501" x="3181350" y="1725613"/>
          <p14:tracePt t="508" x="3181350" y="1712913"/>
          <p14:tracePt t="517" x="3181350" y="1704975"/>
          <p14:tracePt t="524" x="3173413" y="1698625"/>
          <p14:tracePt t="533" x="3173413" y="1690688"/>
          <p14:tracePt t="548" x="3173413" y="1684338"/>
          <p14:tracePt t="556" x="3173413" y="1676400"/>
          <p14:tracePt t="564" x="3167063" y="1670050"/>
          <p14:tracePt t="580" x="3167063" y="1662113"/>
          <p14:tracePt t="596" x="3159125" y="1655763"/>
          <p14:tracePt t="612" x="3159125" y="1647825"/>
          <p14:tracePt t="620" x="3159125" y="1641475"/>
          <p14:tracePt t="628" x="3159125" y="1633538"/>
          <p14:tracePt t="660" x="3152775" y="1633538"/>
          <p14:tracePt t="676" x="3152775" y="1627188"/>
          <p14:tracePt t="684" x="3144838" y="1627188"/>
          <p14:tracePt t="700" x="3138488" y="1612900"/>
          <p14:tracePt t="724" x="3130550" y="1612900"/>
          <p14:tracePt t="732" x="3116263" y="1604963"/>
          <p14:tracePt t="748" x="3109913" y="1604963"/>
          <p14:tracePt t="756" x="3095625" y="1598613"/>
          <p14:tracePt t="764" x="3087688" y="1598613"/>
          <p14:tracePt t="772" x="3081338" y="1590675"/>
          <p14:tracePt t="788" x="3073400" y="1590675"/>
          <p14:tracePt t="796" x="3067050" y="1590675"/>
          <p14:tracePt t="804" x="3052763" y="1590675"/>
          <p14:tracePt t="829" x="3046413" y="1590675"/>
          <p14:tracePt t="844" x="3038475" y="1590675"/>
          <p14:tracePt t="852" x="3032125" y="1590675"/>
          <p14:tracePt t="860" x="3024188" y="1590675"/>
          <p14:tracePt t="884" x="3017838" y="1590675"/>
          <p14:tracePt t="892" x="3009900" y="1590675"/>
          <p14:tracePt t="917" x="3003550" y="1590675"/>
          <p14:tracePt t="1012" x="2995613" y="1584325"/>
          <p14:tracePt t="1740" x="2989263" y="1584325"/>
          <p14:tracePt t="1756" x="2981325" y="1590675"/>
          <p14:tracePt t="1764" x="2974975" y="1598613"/>
          <p14:tracePt t="1772" x="2974975" y="1612900"/>
          <p14:tracePt t="1964" x="2967038" y="1612900"/>
          <p14:tracePt t="1980" x="2960688" y="1604963"/>
          <p14:tracePt t="2156" x="2952750" y="1604963"/>
          <p14:tracePt t="2348" x="2952750" y="1598613"/>
          <p14:tracePt t="2372" x="2946400" y="1590675"/>
          <p14:tracePt t="2508" x="2938463" y="1584325"/>
          <p14:tracePt t="2548" x="2932113" y="1584325"/>
          <p14:tracePt t="2556" x="2924175" y="1584325"/>
          <p14:tracePt t="2604" x="2917825" y="1576388"/>
          <p14:tracePt t="2612" x="2909888" y="1576388"/>
          <p14:tracePt t="2628" x="2903538" y="1576388"/>
          <p14:tracePt t="2652" x="2895600" y="1576388"/>
          <p14:tracePt t="2660" x="2889250" y="1576388"/>
          <p14:tracePt t="2676" x="2881313" y="1576388"/>
          <p14:tracePt t="2684" x="2874963" y="1576388"/>
          <p14:tracePt t="2692" x="2860675" y="1570038"/>
          <p14:tracePt t="2701" x="2852738" y="1570038"/>
          <p14:tracePt t="2708" x="2838450" y="1570038"/>
          <p14:tracePt t="2717" x="2832100" y="1570038"/>
          <p14:tracePt t="2724" x="2817813" y="1570038"/>
          <p14:tracePt t="2732" x="2803525" y="1570038"/>
          <p14:tracePt t="2740" x="2789238" y="1570038"/>
          <p14:tracePt t="2748" x="2781300" y="1570038"/>
          <p14:tracePt t="2756" x="2774950" y="1570038"/>
          <p14:tracePt t="2764" x="2760663" y="1570038"/>
          <p14:tracePt t="2772" x="2738438" y="1570038"/>
          <p14:tracePt t="2780" x="2717800" y="1570038"/>
          <p14:tracePt t="2788" x="2703513" y="1570038"/>
          <p14:tracePt t="2796" x="2689225" y="1570038"/>
          <p14:tracePt t="2804" x="2681288" y="1570038"/>
          <p14:tracePt t="2812" x="2667000" y="1570038"/>
          <p14:tracePt t="2820" x="2660650" y="1570038"/>
          <p14:tracePt t="2828" x="2646363" y="1570038"/>
          <p14:tracePt t="2836" x="2638425" y="1570038"/>
          <p14:tracePt t="2844" x="2624138" y="1570038"/>
          <p14:tracePt t="2861" x="2609850" y="1570038"/>
          <p14:tracePt t="2868" x="2603500" y="1570038"/>
          <p14:tracePt t="2876" x="2595563" y="1570038"/>
          <p14:tracePt t="2884" x="2574925" y="1570038"/>
          <p14:tracePt t="2892" x="2560638" y="1570038"/>
          <p14:tracePt t="2901" x="2540000" y="1576388"/>
          <p14:tracePt t="2908" x="2525713" y="1576388"/>
          <p14:tracePt t="2917" x="2517775" y="1584325"/>
          <p14:tracePt t="2924" x="2497138" y="1590675"/>
          <p14:tracePt t="2932" x="2482850" y="1598613"/>
          <p14:tracePt t="2940" x="2468563" y="1604963"/>
          <p14:tracePt t="2956" x="2454275" y="1612900"/>
          <p14:tracePt t="2964" x="2439988" y="1619250"/>
          <p14:tracePt t="2972" x="2425700" y="1619250"/>
          <p14:tracePt t="2980" x="2417763" y="1627188"/>
          <p14:tracePt t="2988" x="2403475" y="1633538"/>
          <p14:tracePt t="2996" x="2382838" y="1647825"/>
          <p14:tracePt t="3004" x="2368550" y="1647825"/>
          <p14:tracePt t="3012" x="2360613" y="1662113"/>
          <p14:tracePt t="3020" x="2346325" y="1670050"/>
          <p14:tracePt t="3028" x="2317750" y="1690688"/>
          <p14:tracePt t="3036" x="2303463" y="1698625"/>
          <p14:tracePt t="3044" x="2274888" y="1719263"/>
          <p14:tracePt t="3052" x="2246313" y="1739900"/>
          <p14:tracePt t="3060" x="2225675" y="1754188"/>
          <p14:tracePt t="3068" x="2197100" y="1768475"/>
          <p14:tracePt t="3076" x="2168525" y="1797050"/>
          <p14:tracePt t="3085" x="2139950" y="1811338"/>
          <p14:tracePt t="3092" x="2125663" y="1825625"/>
          <p14:tracePt t="3100" x="2103438" y="1847850"/>
          <p14:tracePt t="3108" x="2089150" y="1862138"/>
          <p14:tracePt t="3117" x="2082800" y="1882775"/>
          <p14:tracePt t="3124" x="2068513" y="1897063"/>
          <p14:tracePt t="3132" x="2060575" y="1905000"/>
          <p14:tracePt t="3140" x="2060575" y="1925638"/>
          <p14:tracePt t="3148" x="2046288" y="1962150"/>
          <p14:tracePt t="3156" x="2039938" y="1982788"/>
          <p14:tracePt t="3164" x="2032000" y="2011363"/>
          <p14:tracePt t="3172" x="2032000" y="2033588"/>
          <p14:tracePt t="3180" x="2032000" y="2062163"/>
          <p14:tracePt t="3188" x="2032000" y="2090738"/>
          <p14:tracePt t="3196" x="2032000" y="2125663"/>
          <p14:tracePt t="3204" x="2032000" y="2154238"/>
          <p14:tracePt t="3212" x="2032000" y="2190750"/>
          <p14:tracePt t="3220" x="2032000" y="2219325"/>
          <p14:tracePt t="3228" x="2032000" y="2247900"/>
          <p14:tracePt t="3236" x="2039938" y="2282825"/>
          <p14:tracePt t="3244" x="2054225" y="2325688"/>
          <p14:tracePt t="3252" x="2060575" y="2346325"/>
          <p14:tracePt t="3260" x="2068513" y="2354263"/>
          <p14:tracePt t="3268" x="2074863" y="2374900"/>
          <p14:tracePt t="3276" x="2082800" y="2403475"/>
          <p14:tracePt t="3284" x="2103438" y="2425700"/>
          <p14:tracePt t="3292" x="2117725" y="2439988"/>
          <p14:tracePt t="3301" x="2139950" y="2474913"/>
          <p14:tracePt t="3308" x="2168525" y="2489200"/>
          <p14:tracePt t="3317" x="2174875" y="2503488"/>
          <p14:tracePt t="3324" x="2197100" y="2525713"/>
          <p14:tracePt t="3332" x="2217738" y="2532063"/>
          <p14:tracePt t="3341" x="2246313" y="2554288"/>
          <p14:tracePt t="3348" x="2274888" y="2568575"/>
          <p14:tracePt t="3356" x="2332038" y="2597150"/>
          <p14:tracePt t="3364" x="2389188" y="2632075"/>
          <p14:tracePt t="3372" x="2454275" y="2654300"/>
          <p14:tracePt t="3380" x="2517775" y="2682875"/>
          <p14:tracePt t="3388" x="2581275" y="2703513"/>
          <p14:tracePt t="3396" x="2632075" y="2717800"/>
          <p14:tracePt t="3404" x="2689225" y="2740025"/>
          <p14:tracePt t="3412" x="2738438" y="2746375"/>
          <p14:tracePt t="3420" x="2795588" y="2760663"/>
          <p14:tracePt t="3428" x="2832100" y="2774950"/>
          <p14:tracePt t="3436" x="2867025" y="2782888"/>
          <p14:tracePt t="3444" x="2924175" y="2803525"/>
          <p14:tracePt t="3452" x="2952750" y="2803525"/>
          <p14:tracePt t="3460" x="2989263" y="2811463"/>
          <p14:tracePt t="3468" x="3038475" y="2811463"/>
          <p14:tracePt t="3476" x="3081338" y="2817813"/>
          <p14:tracePt t="3484" x="3124200" y="2817813"/>
          <p14:tracePt t="3492" x="3173413" y="2817813"/>
          <p14:tracePt t="3500" x="3201988" y="2817813"/>
          <p14:tracePt t="3508" x="3259138" y="2817813"/>
          <p14:tracePt t="3517" x="3287713" y="2817813"/>
          <p14:tracePt t="3524" x="3330575" y="2817813"/>
          <p14:tracePt t="3532" x="3367088" y="2817813"/>
          <p14:tracePt t="3540" x="3395663" y="2817813"/>
          <p14:tracePt t="3548" x="3438525" y="2817813"/>
          <p14:tracePt t="3556" x="3467100" y="2817813"/>
          <p14:tracePt t="3564" x="3516313" y="2817813"/>
          <p14:tracePt t="3572" x="3559175" y="2817813"/>
          <p14:tracePt t="3580" x="3608388" y="2817813"/>
          <p14:tracePt t="3588" x="3665538" y="2817813"/>
          <p14:tracePt t="3596" x="3708400" y="2817813"/>
          <p14:tracePt t="3604" x="3765550" y="2817813"/>
          <p14:tracePt t="3612" x="3808413" y="2817813"/>
          <p14:tracePt t="3620" x="3865563" y="2817813"/>
          <p14:tracePt t="3628" x="3916363" y="2811463"/>
          <p14:tracePt t="3636" x="3965575" y="2797175"/>
          <p14:tracePt t="3644" x="4008438" y="2789238"/>
          <p14:tracePt t="3652" x="4051300" y="2768600"/>
          <p14:tracePt t="3660" x="4079875" y="2754313"/>
          <p14:tracePt t="3668" x="4114800" y="2740025"/>
          <p14:tracePt t="3676" x="4151313" y="2725738"/>
          <p14:tracePt t="3684" x="4194175" y="2703513"/>
          <p14:tracePt t="3692" x="4214813" y="2697163"/>
          <p14:tracePt t="3700" x="4251325" y="2674938"/>
          <p14:tracePt t="3708" x="4265613" y="2668588"/>
          <p14:tracePt t="3717" x="4271963" y="2660650"/>
          <p14:tracePt t="3724" x="4308475" y="2632075"/>
          <p14:tracePt t="3732" x="4329113" y="2611438"/>
          <p14:tracePt t="3740" x="4343400" y="2597150"/>
          <p14:tracePt t="3748" x="4343400" y="2582863"/>
          <p14:tracePt t="3756" x="4365625" y="2560638"/>
          <p14:tracePt t="3764" x="4371975" y="2532063"/>
          <p14:tracePt t="3772" x="4394200" y="2489200"/>
          <p14:tracePt t="3780" x="4408488" y="2454275"/>
          <p14:tracePt t="3788" x="4408488" y="2417763"/>
          <p14:tracePt t="3796" x="4422775" y="2389188"/>
          <p14:tracePt t="3804" x="4422775" y="2354263"/>
          <p14:tracePt t="3812" x="4422775" y="2325688"/>
          <p14:tracePt t="3820" x="4422775" y="2297113"/>
          <p14:tracePt t="3828" x="4422775" y="2254250"/>
          <p14:tracePt t="3836" x="4422775" y="2233613"/>
          <p14:tracePt t="3844" x="4422775" y="2211388"/>
          <p14:tracePt t="3852" x="4414838" y="2182813"/>
          <p14:tracePt t="3860" x="4414838" y="2168525"/>
          <p14:tracePt t="3868" x="4400550" y="2147888"/>
          <p14:tracePt t="3876" x="4394200" y="2125663"/>
          <p14:tracePt t="3885" x="4386263" y="2105025"/>
          <p14:tracePt t="3892" x="4365625" y="2082800"/>
          <p14:tracePt t="3900" x="4343400" y="2054225"/>
          <p14:tracePt t="3908" x="4329113" y="2033588"/>
          <p14:tracePt t="3917" x="4286250" y="1997075"/>
          <p14:tracePt t="3924" x="4257675" y="1968500"/>
          <p14:tracePt t="3933" x="4214813" y="1933575"/>
          <p14:tracePt t="3940" x="4165600" y="1890713"/>
          <p14:tracePt t="3948" x="4129088" y="1862138"/>
          <p14:tracePt t="3956" x="4065588" y="1819275"/>
          <p14:tracePt t="3964" x="4022725" y="1804988"/>
          <p14:tracePt t="3972" x="3979863" y="1776413"/>
          <p14:tracePt t="3980" x="3930650" y="1754188"/>
          <p14:tracePt t="3988" x="3865563" y="1733550"/>
          <p14:tracePt t="3996" x="3808413" y="1712913"/>
          <p14:tracePt t="4004" x="3751263" y="1698625"/>
          <p14:tracePt t="4012" x="3694113" y="1670050"/>
          <p14:tracePt t="4020" x="3616325" y="1641475"/>
          <p14:tracePt t="4028" x="3552825" y="1627188"/>
          <p14:tracePt t="4036" x="3473450" y="1604963"/>
          <p14:tracePt t="4044" x="3402013" y="1590675"/>
          <p14:tracePt t="4052" x="3330575" y="1584325"/>
          <p14:tracePt t="4060" x="3244850" y="1570038"/>
          <p14:tracePt t="4068" x="3181350" y="1562100"/>
          <p14:tracePt t="4085" x="3024188" y="1541463"/>
          <p14:tracePt t="4092" x="2960688" y="1527175"/>
          <p14:tracePt t="4100" x="2881313" y="1527175"/>
          <p14:tracePt t="4108" x="2803525" y="1527175"/>
          <p14:tracePt t="4117" x="2732088" y="1527175"/>
          <p14:tracePt t="4124" x="2660650" y="1527175"/>
          <p14:tracePt t="4132" x="2589213" y="1527175"/>
          <p14:tracePt t="4140" x="2525713" y="1533525"/>
          <p14:tracePt t="4148" x="2439988" y="1570038"/>
          <p14:tracePt t="4156" x="2374900" y="1584325"/>
          <p14:tracePt t="4164" x="2303463" y="1612900"/>
          <p14:tracePt t="4172" x="2239963" y="1633538"/>
          <p14:tracePt t="4180" x="2189163" y="1662113"/>
          <p14:tracePt t="4188" x="2160588" y="1676400"/>
          <p14:tracePt t="4196" x="2117725" y="1704975"/>
          <p14:tracePt t="4204" x="2082800" y="1739900"/>
          <p14:tracePt t="4213" x="2060575" y="1762125"/>
          <p14:tracePt t="4220" x="2025650" y="1797050"/>
          <p14:tracePt t="4228" x="2019300" y="1811338"/>
          <p14:tracePt t="4237" x="2005013" y="1825625"/>
          <p14:tracePt t="4244" x="1997075" y="1833563"/>
          <p14:tracePt t="4252" x="1990725" y="1854200"/>
          <p14:tracePt t="4260" x="1990725" y="1862138"/>
          <p14:tracePt t="4268" x="1990725" y="1868488"/>
          <p14:tracePt t="4276" x="1990725" y="1876425"/>
          <p14:tracePt t="4308" x="1990725" y="1882775"/>
          <p14:tracePt t="4548" x="1990725" y="1897063"/>
          <p14:tracePt t="4556" x="1990725" y="1911350"/>
          <p14:tracePt t="4564" x="1997075" y="1925638"/>
          <p14:tracePt t="4572" x="1997075" y="1947863"/>
          <p14:tracePt t="4580" x="2005013" y="1954213"/>
          <p14:tracePt t="4588" x="2011363" y="1976438"/>
          <p14:tracePt t="4596" x="2025650" y="2011363"/>
          <p14:tracePt t="4604" x="2032000" y="2025650"/>
          <p14:tracePt t="4612" x="2039938" y="2039938"/>
          <p14:tracePt t="4620" x="2054225" y="2062163"/>
          <p14:tracePt t="4628" x="2054225" y="2076450"/>
          <p14:tracePt t="4636" x="2060575" y="2097088"/>
          <p14:tracePt t="4644" x="2074863" y="2119313"/>
          <p14:tracePt t="4652" x="2082800" y="2139950"/>
          <p14:tracePt t="4660" x="2089150" y="2154238"/>
          <p14:tracePt t="4668" x="2089150" y="2176463"/>
          <p14:tracePt t="4676" x="2097088" y="2182813"/>
          <p14:tracePt t="4684" x="2103438" y="2197100"/>
          <p14:tracePt t="4836" x="2097088" y="2197100"/>
          <p14:tracePt t="4852" x="2097088" y="2190750"/>
          <p14:tracePt t="4860" x="2082800" y="2182813"/>
          <p14:tracePt t="4876" x="2082800" y="2176463"/>
          <p14:tracePt t="4892" x="2074863" y="2176463"/>
          <p14:tracePt t="4908" x="2060575" y="2168525"/>
          <p14:tracePt t="4932" x="2046288" y="2162175"/>
          <p14:tracePt t="4948" x="2046288" y="2154238"/>
          <p14:tracePt t="4956" x="2039938" y="2154238"/>
          <p14:tracePt t="4964" x="2032000" y="2154238"/>
          <p14:tracePt t="4972" x="2019300" y="2147888"/>
          <p14:tracePt t="4980" x="2011363" y="2139950"/>
          <p14:tracePt t="5012" x="2005013" y="2133600"/>
          <p14:tracePt t="5036" x="1997075" y="2133600"/>
          <p14:tracePt t="5084" x="1997075" y="2125663"/>
          <p14:tracePt t="5124" x="1990725" y="2119313"/>
          <p14:tracePt t="5148" x="1982788" y="2119313"/>
          <p14:tracePt t="5172" x="1968500" y="2111375"/>
          <p14:tracePt t="5196" x="1962150" y="2111375"/>
          <p14:tracePt t="5204" x="1954213" y="2111375"/>
          <p14:tracePt t="5244" x="1947863" y="2111375"/>
          <p14:tracePt t="5252" x="1939925" y="2111375"/>
          <p14:tracePt t="5292" x="1933575" y="2111375"/>
          <p14:tracePt t="5396" x="1925638" y="2111375"/>
          <p14:tracePt t="5876" x="1911350" y="2111375"/>
          <p14:tracePt t="5884" x="1882775" y="2111375"/>
          <p14:tracePt t="5892" x="1876425" y="2111375"/>
          <p14:tracePt t="5900" x="1854200" y="2111375"/>
          <p14:tracePt t="5908" x="1833563" y="2111375"/>
          <p14:tracePt t="5917" x="1811338" y="2111375"/>
          <p14:tracePt t="5924" x="1797050" y="2111375"/>
          <p14:tracePt t="5932" x="1776413" y="2111375"/>
          <p14:tracePt t="5940" x="1762125" y="2111375"/>
          <p14:tracePt t="5948" x="1747838" y="2111375"/>
          <p14:tracePt t="5956" x="1739900" y="2111375"/>
          <p14:tracePt t="5964" x="1733550" y="2111375"/>
          <p14:tracePt t="5972" x="1719263" y="2111375"/>
          <p14:tracePt t="5980" x="1704975" y="2111375"/>
          <p14:tracePt t="5988" x="1697038" y="2105025"/>
          <p14:tracePt t="5996" x="1682750" y="2105025"/>
          <p14:tracePt t="6004" x="1668463" y="2097088"/>
          <p14:tracePt t="6012" x="1662113" y="2097088"/>
          <p14:tracePt t="6020" x="1654175" y="2090738"/>
          <p14:tracePt t="6036" x="1647825" y="2082800"/>
          <p14:tracePt t="6052" x="1639888" y="2082800"/>
          <p14:tracePt t="6076" x="1633538" y="2082800"/>
          <p14:tracePt t="6108" x="1625600" y="2082800"/>
          <p14:tracePt t="6116" x="1619250" y="2082800"/>
          <p14:tracePt t="6132" x="1611313" y="2082800"/>
          <p14:tracePt t="6164" x="1604963" y="2082800"/>
          <p14:tracePt t="6180" x="1597025" y="2082800"/>
          <p14:tracePt t="6788" x="1597025" y="2090738"/>
          <p14:tracePt t="6812" x="1597025" y="2097088"/>
          <p14:tracePt t="6828" x="1597025" y="2105025"/>
          <p14:tracePt t="6836" x="1611313" y="2111375"/>
          <p14:tracePt t="6844" x="1611313" y="2119313"/>
          <p14:tracePt t="6852" x="1619250" y="2119313"/>
          <p14:tracePt t="6860" x="1619250" y="2125663"/>
          <p14:tracePt t="6868" x="1619250" y="2133600"/>
          <p14:tracePt t="6884" x="1633538" y="2139950"/>
          <p14:tracePt t="7028" x="1633538" y="2147888"/>
          <p14:tracePt t="7052" x="1633538" y="2154238"/>
          <p14:tracePt t="7068" x="1633538" y="2162175"/>
          <p14:tracePt t="7076" x="1633538" y="2168525"/>
          <p14:tracePt t="7084" x="1633538" y="2176463"/>
          <p14:tracePt t="7124" x="1633538" y="2182813"/>
          <p14:tracePt t="7293" x="1639888" y="2182813"/>
          <p14:tracePt t="7324" x="1639888" y="2190750"/>
          <p14:tracePt t="7332" x="1639888" y="2205038"/>
          <p14:tracePt t="7340" x="1639888" y="2225675"/>
          <p14:tracePt t="7604" x="1639888" y="2239963"/>
          <p14:tracePt t="7612" x="1639888" y="2268538"/>
          <p14:tracePt t="7620" x="1647825" y="2303463"/>
          <p14:tracePt t="7628" x="1662113" y="2354263"/>
          <p14:tracePt t="7636" x="1662113" y="2374900"/>
          <p14:tracePt t="7644" x="1668463" y="2403475"/>
          <p14:tracePt t="7652" x="1676400" y="2425700"/>
          <p14:tracePt t="7660" x="1682750" y="2439988"/>
          <p14:tracePt t="7668" x="1690688" y="2446338"/>
          <p14:tracePt t="7676" x="1690688" y="2454275"/>
          <p14:tracePt t="7684" x="1697038" y="2460625"/>
          <p14:tracePt t="10748" x="1697038" y="2468563"/>
          <p14:tracePt t="10756" x="1697038" y="2474913"/>
          <p14:tracePt t="11020" x="1697038" y="2460625"/>
          <p14:tracePt t="11052" x="1697038" y="2454275"/>
          <p14:tracePt t="11068" x="1704975" y="2446338"/>
          <p14:tracePt t="11076" x="1711325" y="2446338"/>
          <p14:tracePt t="11084" x="1739900" y="2439988"/>
          <p14:tracePt t="11092" x="1747838" y="2439988"/>
          <p14:tracePt t="11100" x="1776413" y="2439988"/>
          <p14:tracePt t="11108" x="1790700" y="2439988"/>
          <p14:tracePt t="11117" x="1825625" y="2432050"/>
          <p14:tracePt t="11124" x="1854200" y="2425700"/>
          <p14:tracePt t="11132" x="1890713" y="2425700"/>
          <p14:tracePt t="11140" x="1939925" y="2425700"/>
          <p14:tracePt t="11148" x="1982788" y="2425700"/>
          <p14:tracePt t="11156" x="2025650" y="2425700"/>
          <p14:tracePt t="11164" x="2074863" y="2425700"/>
          <p14:tracePt t="11172" x="2111375" y="2425700"/>
          <p14:tracePt t="11180" x="2154238" y="2425700"/>
          <p14:tracePt t="11188" x="2182813" y="2425700"/>
          <p14:tracePt t="11196" x="2217738" y="2425700"/>
          <p14:tracePt t="11204" x="2246313" y="2425700"/>
          <p14:tracePt t="11212" x="2282825" y="2425700"/>
          <p14:tracePt t="11220" x="2303463" y="2425700"/>
          <p14:tracePt t="11228" x="2325688" y="2425700"/>
          <p14:tracePt t="11236" x="2332038" y="2425700"/>
          <p14:tracePt t="11244" x="2339975" y="2417763"/>
          <p14:tracePt t="11252" x="2346325" y="2417763"/>
          <p14:tracePt t="11332" x="2354263" y="2417763"/>
          <p14:tracePt t="11348" x="2360613" y="2417763"/>
          <p14:tracePt t="11396" x="2368550" y="2417763"/>
          <p14:tracePt t="11421" x="2382838" y="2417763"/>
          <p14:tracePt t="11428" x="2389188" y="2425700"/>
          <p14:tracePt t="11436" x="2389188" y="2432050"/>
          <p14:tracePt t="11764" x="2389188" y="2425700"/>
          <p14:tracePt t="12068" x="2382838" y="2425700"/>
          <p14:tracePt t="12084" x="2368550" y="2425700"/>
          <p14:tracePt t="12092" x="2368550" y="2432050"/>
          <p14:tracePt t="12108" x="2360613" y="2432050"/>
          <p14:tracePt t="12116" x="2346325" y="2439988"/>
          <p14:tracePt t="12132" x="2332038" y="2439988"/>
          <p14:tracePt t="12140" x="2325688" y="2439988"/>
          <p14:tracePt t="12148" x="2317750" y="2439988"/>
          <p14:tracePt t="12156" x="2297113" y="2454275"/>
          <p14:tracePt t="12172" x="2282825" y="2454275"/>
          <p14:tracePt t="12180" x="2274888" y="2454275"/>
          <p14:tracePt t="12188" x="2260600" y="2454275"/>
          <p14:tracePt t="12196" x="2254250" y="2460625"/>
          <p14:tracePt t="12204" x="2239963" y="2460625"/>
          <p14:tracePt t="12212" x="2225675" y="2460625"/>
          <p14:tracePt t="12220" x="2203450" y="2460625"/>
          <p14:tracePt t="12229" x="2168525" y="2468563"/>
          <p14:tracePt t="12236" x="2139950" y="2468563"/>
          <p14:tracePt t="12244" x="2111375" y="2468563"/>
          <p14:tracePt t="12252" x="2068513" y="2482850"/>
          <p14:tracePt t="12260" x="2046288" y="2482850"/>
          <p14:tracePt t="12268" x="2019300" y="2489200"/>
          <p14:tracePt t="12276" x="1997075" y="2489200"/>
          <p14:tracePt t="12284" x="1990725" y="2489200"/>
          <p14:tracePt t="12292" x="1976438" y="2489200"/>
          <p14:tracePt t="12300" x="1954213" y="2497138"/>
          <p14:tracePt t="12308" x="1939925" y="2497138"/>
          <p14:tracePt t="12317" x="1925638" y="2497138"/>
          <p14:tracePt t="12324" x="1911350" y="2497138"/>
          <p14:tracePt t="12332" x="1882775" y="2497138"/>
          <p14:tracePt t="12340" x="1854200" y="2511425"/>
          <p14:tracePt t="12348" x="1833563" y="2511425"/>
          <p14:tracePt t="12356" x="1797050" y="2517775"/>
          <p14:tracePt t="12364" x="1768475" y="2517775"/>
          <p14:tracePt t="12372" x="1747838" y="2517775"/>
          <p14:tracePt t="12380" x="1719263" y="2517775"/>
          <p14:tracePt t="12388" x="1697038" y="2517775"/>
          <p14:tracePt t="12396" x="1668463" y="2517775"/>
          <p14:tracePt t="12404" x="1654175" y="2517775"/>
          <p14:tracePt t="12412" x="1633538" y="2517775"/>
          <p14:tracePt t="12420" x="1619250" y="2517775"/>
          <p14:tracePt t="12428" x="1604963" y="2517775"/>
          <p14:tracePt t="12436" x="1597025" y="2517775"/>
          <p14:tracePt t="12444" x="1582738" y="2517775"/>
          <p14:tracePt t="12460" x="1568450" y="2525713"/>
          <p14:tracePt t="12468" x="1562100" y="2525713"/>
          <p14:tracePt t="12476" x="1547813" y="2525713"/>
          <p14:tracePt t="12500" x="1539875" y="2525713"/>
          <p14:tracePt t="12620" x="1554163" y="2517775"/>
          <p14:tracePt t="12636" x="1568450" y="2517775"/>
          <p14:tracePt t="12652" x="1582738" y="2517775"/>
          <p14:tracePt t="12660" x="1590675" y="2517775"/>
          <p14:tracePt t="12668" x="1611313" y="2517775"/>
          <p14:tracePt t="12684" x="1625600" y="2517775"/>
          <p14:tracePt t="12692" x="1639888" y="2517775"/>
          <p14:tracePt t="12701" x="1654175" y="2517775"/>
          <p14:tracePt t="12708" x="1682750" y="2517775"/>
          <p14:tracePt t="12717" x="1704975" y="2517775"/>
          <p14:tracePt t="12724" x="1719263" y="2517775"/>
          <p14:tracePt t="12732" x="1739900" y="2517775"/>
          <p14:tracePt t="12740" x="1762125" y="2517775"/>
          <p14:tracePt t="12748" x="1782763" y="2517775"/>
          <p14:tracePt t="12756" x="1804988" y="2517775"/>
          <p14:tracePt t="12764" x="1819275" y="2517775"/>
          <p14:tracePt t="12772" x="1839913" y="2517775"/>
          <p14:tracePt t="12780" x="1847850" y="2517775"/>
          <p14:tracePt t="12788" x="1854200" y="2517775"/>
          <p14:tracePt t="12796" x="1862138" y="2517775"/>
          <p14:tracePt t="12804" x="1876425" y="2517775"/>
          <p14:tracePt t="12812" x="1890713" y="2517775"/>
          <p14:tracePt t="12820" x="1897063" y="2517775"/>
          <p14:tracePt t="12828" x="1911350" y="2517775"/>
          <p14:tracePt t="12852" x="1919288" y="2517775"/>
          <p14:tracePt t="13004" x="1911350" y="2517775"/>
          <p14:tracePt t="13020" x="1890713" y="2517775"/>
          <p14:tracePt t="13036" x="1876425" y="2525713"/>
          <p14:tracePt t="13044" x="1862138" y="2525713"/>
          <p14:tracePt t="13052" x="1833563" y="2525713"/>
          <p14:tracePt t="13060" x="1811338" y="2525713"/>
          <p14:tracePt t="13068" x="1790700" y="2525713"/>
          <p14:tracePt t="13076" x="1768475" y="2525713"/>
          <p14:tracePt t="13084" x="1754188" y="2525713"/>
          <p14:tracePt t="13092" x="1739900" y="2525713"/>
          <p14:tracePt t="13101" x="1719263" y="2525713"/>
          <p14:tracePt t="13108" x="1704975" y="2525713"/>
          <p14:tracePt t="13117" x="1690688" y="2525713"/>
          <p14:tracePt t="13124" x="1662113" y="2525713"/>
          <p14:tracePt t="13132" x="1647825" y="2525713"/>
          <p14:tracePt t="13140" x="1625600" y="2540000"/>
          <p14:tracePt t="13148" x="1604963" y="2540000"/>
          <p14:tracePt t="13156" x="1576388" y="2540000"/>
          <p14:tracePt t="13164" x="1539875" y="2540000"/>
          <p14:tracePt t="13172" x="1512888" y="2540000"/>
          <p14:tracePt t="13180" x="1490663" y="2540000"/>
          <p14:tracePt t="13188" x="1470025" y="2540000"/>
          <p14:tracePt t="13196" x="1455738" y="2540000"/>
          <p14:tracePt t="13204" x="1427163" y="2540000"/>
          <p14:tracePt t="13212" x="1404938" y="2540000"/>
          <p14:tracePt t="13220" x="1376363" y="2540000"/>
          <p14:tracePt t="13228" x="1355725" y="2540000"/>
          <p14:tracePt t="13236" x="1333500" y="2540000"/>
          <p14:tracePt t="13244" x="1312863" y="2554288"/>
          <p14:tracePt t="13252" x="1298575" y="2554288"/>
          <p14:tracePt t="13260" x="1276350" y="2554288"/>
          <p14:tracePt t="13268" x="1255713" y="2568575"/>
          <p14:tracePt t="13276" x="1227138" y="2574925"/>
          <p14:tracePt t="13284" x="1212850" y="2582863"/>
          <p14:tracePt t="13292" x="1190625" y="2582863"/>
          <p14:tracePt t="13301" x="1147763" y="2597150"/>
          <p14:tracePt t="13308" x="1133475" y="2603500"/>
          <p14:tracePt t="13316" x="1119188" y="2611438"/>
          <p14:tracePt t="13324" x="1104900" y="2611438"/>
          <p14:tracePt t="13332" x="1076325" y="2625725"/>
          <p14:tracePt t="13340" x="1062038" y="2632075"/>
          <p14:tracePt t="13348" x="1033463" y="2646363"/>
          <p14:tracePt t="13356" x="998538" y="2660650"/>
          <p14:tracePt t="13364" x="977900" y="2674938"/>
          <p14:tracePt t="13372" x="963613" y="2689225"/>
          <p14:tracePt t="13380" x="949325" y="2689225"/>
          <p14:tracePt t="13388" x="941388" y="2703513"/>
          <p14:tracePt t="13396" x="935038" y="2703513"/>
          <p14:tracePt t="13404" x="927100" y="2711450"/>
          <p14:tracePt t="13412" x="920750" y="2717800"/>
          <p14:tracePt t="13420" x="920750" y="2732088"/>
          <p14:tracePt t="13428" x="906463" y="2746375"/>
          <p14:tracePt t="13436" x="898525" y="2768600"/>
          <p14:tracePt t="13444" x="892175" y="2782888"/>
          <p14:tracePt t="13452" x="884238" y="2797175"/>
          <p14:tracePt t="13460" x="877888" y="2817813"/>
          <p14:tracePt t="13468" x="877888" y="2840038"/>
          <p14:tracePt t="13476" x="877888" y="2854325"/>
          <p14:tracePt t="13484" x="877888" y="2867025"/>
          <p14:tracePt t="13501" x="877888" y="2881313"/>
          <p14:tracePt t="13508" x="877888" y="2895600"/>
          <p14:tracePt t="13524" x="877888" y="2917825"/>
          <p14:tracePt t="13532" x="884238" y="2917825"/>
          <p14:tracePt t="13540" x="884238" y="2932113"/>
          <p14:tracePt t="13548" x="906463" y="2952750"/>
          <p14:tracePt t="13556" x="906463" y="2960688"/>
          <p14:tracePt t="13564" x="912813" y="2967038"/>
          <p14:tracePt t="13572" x="935038" y="2995613"/>
          <p14:tracePt t="13588" x="949325" y="3017838"/>
          <p14:tracePt t="13596" x="963613" y="3024188"/>
          <p14:tracePt t="13604" x="977900" y="3032125"/>
          <p14:tracePt t="13612" x="998538" y="3038475"/>
          <p14:tracePt t="13620" x="1019175" y="3052763"/>
          <p14:tracePt t="13628" x="1041400" y="3052763"/>
          <p14:tracePt t="13636" x="1084263" y="3067050"/>
          <p14:tracePt t="13644" x="1112838" y="3067050"/>
          <p14:tracePt t="13652" x="1169988" y="3074988"/>
          <p14:tracePt t="13660" x="1233488" y="3089275"/>
          <p14:tracePt t="13668" x="1312863" y="3095625"/>
          <p14:tracePt t="13676" x="1412875" y="3117850"/>
          <p14:tracePt t="13684" x="1484313" y="3124200"/>
          <p14:tracePt t="13692" x="1568450" y="3132138"/>
          <p14:tracePt t="13701" x="1639888" y="3146425"/>
          <p14:tracePt t="13708" x="1711325" y="3152775"/>
          <p14:tracePt t="13717" x="1776413" y="3160713"/>
          <p14:tracePt t="13724" x="1825625" y="3167063"/>
          <p14:tracePt t="13732" x="1876425" y="3167063"/>
          <p14:tracePt t="13740" x="1911350" y="3167063"/>
          <p14:tracePt t="13748" x="1939925" y="3167063"/>
          <p14:tracePt t="13756" x="1968500" y="3167063"/>
          <p14:tracePt t="13764" x="1997075" y="3167063"/>
          <p14:tracePt t="13772" x="2025650" y="3167063"/>
          <p14:tracePt t="13780" x="2074863" y="3167063"/>
          <p14:tracePt t="13788" x="2132013" y="3146425"/>
          <p14:tracePt t="13796" x="2182813" y="3132138"/>
          <p14:tracePt t="13804" x="2246313" y="3109913"/>
          <p14:tracePt t="13812" x="2297113" y="3095625"/>
          <p14:tracePt t="13820" x="2368550" y="3067050"/>
          <p14:tracePt t="13828" x="2425700" y="3060700"/>
          <p14:tracePt t="13836" x="2474913" y="3046413"/>
          <p14:tracePt t="13844" x="2511425" y="3024188"/>
          <p14:tracePt t="13852" x="2546350" y="3003550"/>
          <p14:tracePt t="13860" x="2581275" y="2989263"/>
          <p14:tracePt t="13868" x="2617788" y="2967038"/>
          <p14:tracePt t="13876" x="2652713" y="2946400"/>
          <p14:tracePt t="13884" x="2689225" y="2909888"/>
          <p14:tracePt t="13892" x="2703513" y="2889250"/>
          <p14:tracePt t="13901" x="2732088" y="2867025"/>
          <p14:tracePt t="13908" x="2746375" y="2840038"/>
          <p14:tracePt t="13917" x="2752725" y="2825750"/>
          <p14:tracePt t="13924" x="2760663" y="2803525"/>
          <p14:tracePt t="13932" x="2767013" y="2789238"/>
          <p14:tracePt t="13940" x="2767013" y="2774950"/>
          <p14:tracePt t="13948" x="2767013" y="2760663"/>
          <p14:tracePt t="13964" x="2767013" y="2746375"/>
          <p14:tracePt t="13972" x="2767013" y="2732088"/>
          <p14:tracePt t="13980" x="2767013" y="2717800"/>
          <p14:tracePt t="13996" x="2767013" y="2697163"/>
          <p14:tracePt t="14004" x="2760663" y="2689225"/>
          <p14:tracePt t="14020" x="2738438" y="2674938"/>
          <p14:tracePt t="14028" x="2724150" y="2660650"/>
          <p14:tracePt t="14036" x="2717800" y="2660650"/>
          <p14:tracePt t="14044" x="2703513" y="2646363"/>
          <p14:tracePt t="14052" x="2689225" y="2640013"/>
          <p14:tracePt t="14060" x="2674938" y="2640013"/>
          <p14:tracePt t="14076" x="2667000" y="2632075"/>
          <p14:tracePt t="14085" x="2652713" y="2625725"/>
          <p14:tracePt t="15044" x="2652713" y="2617788"/>
          <p14:tracePt t="15580" x="2660650" y="2625725"/>
          <p14:tracePt t="15596" x="2667000" y="2640013"/>
          <p14:tracePt t="15612" x="2674938" y="2646363"/>
          <p14:tracePt t="15628" x="2681288" y="2654300"/>
          <p14:tracePt t="15636" x="2689225" y="2660650"/>
          <p14:tracePt t="15644" x="2695575" y="2668588"/>
          <p14:tracePt t="15652" x="2709863" y="2674938"/>
          <p14:tracePt t="15660" x="2709863" y="2689225"/>
          <p14:tracePt t="15668" x="2717800" y="2689225"/>
          <p14:tracePt t="15676" x="2732088" y="2703513"/>
          <p14:tracePt t="15692" x="2738438" y="2711450"/>
          <p14:tracePt t="15701" x="2746375" y="2717800"/>
          <p14:tracePt t="15956" x="2746375" y="2711450"/>
          <p14:tracePt t="15980" x="2746375" y="2703513"/>
          <p14:tracePt t="16004" x="2746375" y="2697163"/>
          <p14:tracePt t="16020" x="2746375" y="2689225"/>
          <p14:tracePt t="16052" x="2746375" y="2682875"/>
          <p14:tracePt t="16060" x="2738438" y="2682875"/>
          <p14:tracePt t="16068" x="2738438" y="2674938"/>
          <p14:tracePt t="16100" x="2732088" y="2674938"/>
          <p14:tracePt t="16180" x="2724150" y="2674938"/>
          <p14:tracePt t="16228" x="2717800" y="2668588"/>
          <p14:tracePt t="16348" x="2717800" y="2660650"/>
          <p14:tracePt t="18548" x="2717800" y="2654300"/>
          <p14:tracePt t="18580" x="2724150" y="2654300"/>
          <p14:tracePt t="18596" x="2732088" y="2654300"/>
          <p14:tracePt t="18628" x="2738438" y="2654300"/>
          <p14:tracePt t="18636" x="2738438" y="2646363"/>
          <p14:tracePt t="18644" x="2752725" y="2646363"/>
          <p14:tracePt t="18652" x="2767013" y="2632075"/>
          <p14:tracePt t="18660" x="2789238" y="2625725"/>
          <p14:tracePt t="18668" x="2803525" y="2625725"/>
          <p14:tracePt t="18676" x="2809875" y="2617788"/>
          <p14:tracePt t="18684" x="2838450" y="2603500"/>
          <p14:tracePt t="18692" x="2867025" y="2597150"/>
          <p14:tracePt t="18701" x="2867025" y="2589213"/>
          <p14:tracePt t="18708" x="2889250" y="2582863"/>
          <p14:tracePt t="18717" x="2903538" y="2568575"/>
          <p14:tracePt t="18724" x="2924175" y="2560638"/>
          <p14:tracePt t="18732" x="2952750" y="2560638"/>
          <p14:tracePt t="18740" x="2974975" y="2554288"/>
          <p14:tracePt t="18748" x="2995613" y="2546350"/>
          <p14:tracePt t="18756" x="3032125" y="2540000"/>
          <p14:tracePt t="18764" x="3081338" y="2532063"/>
          <p14:tracePt t="18772" x="3109913" y="2532063"/>
          <p14:tracePt t="18780" x="3152775" y="2517775"/>
          <p14:tracePt t="18788" x="3181350" y="2517775"/>
          <p14:tracePt t="18796" x="3230563" y="2511425"/>
          <p14:tracePt t="18804" x="3273425" y="2503488"/>
          <p14:tracePt t="18812" x="3316288" y="2503488"/>
          <p14:tracePt t="18820" x="3367088" y="2503488"/>
          <p14:tracePt t="18828" x="3416300" y="2503488"/>
          <p14:tracePt t="18836" x="3444875" y="2503488"/>
          <p14:tracePt t="18844" x="3495675" y="2503488"/>
          <p14:tracePt t="18852" x="3530600" y="2503488"/>
          <p14:tracePt t="18860" x="3559175" y="2503488"/>
          <p14:tracePt t="18868" x="3602038" y="2503488"/>
          <p14:tracePt t="18876" x="3630613" y="2503488"/>
          <p14:tracePt t="18884" x="3659188" y="2503488"/>
          <p14:tracePt t="18892" x="3687763" y="2503488"/>
          <p14:tracePt t="18901" x="3708400" y="2503488"/>
          <p14:tracePt t="18908" x="3744913" y="2511425"/>
          <p14:tracePt t="18917" x="3779838" y="2517775"/>
          <p14:tracePt t="18924" x="3808413" y="2525713"/>
          <p14:tracePt t="18932" x="3859213" y="2546350"/>
          <p14:tracePt t="18940" x="3879850" y="2554288"/>
          <p14:tracePt t="18948" x="3916363" y="2554288"/>
          <p14:tracePt t="18956" x="3937000" y="2560638"/>
          <p14:tracePt t="18964" x="3965575" y="2574925"/>
          <p14:tracePt t="18972" x="3987800" y="2582863"/>
          <p14:tracePt t="18980" x="4008438" y="2589213"/>
          <p14:tracePt t="18988" x="4030663" y="2589213"/>
          <p14:tracePt t="18996" x="4051300" y="2589213"/>
          <p14:tracePt t="19004" x="4071938" y="2603500"/>
          <p14:tracePt t="19020" x="4086225" y="2603500"/>
          <p14:tracePt t="19028" x="4094163" y="2611438"/>
          <p14:tracePt t="19076" x="4100513" y="2617788"/>
          <p14:tracePt t="19092" x="4108450" y="2617788"/>
          <p14:tracePt t="19108" x="4108450" y="2625725"/>
          <p14:tracePt t="19124" x="4108450" y="2632075"/>
          <p14:tracePt t="19132" x="4108450" y="2646363"/>
          <p14:tracePt t="19140" x="4114800" y="2646363"/>
          <p14:tracePt t="19148" x="4114800" y="2654300"/>
          <p14:tracePt t="19380" x="4114800" y="2668588"/>
          <p14:tracePt t="19396" x="4114800" y="2674938"/>
          <p14:tracePt t="19405" x="4114800" y="2682875"/>
          <p14:tracePt t="19428" x="4114800" y="2689225"/>
          <p14:tracePt t="19460" x="4114800" y="2703513"/>
          <p14:tracePt t="19468" x="4114800" y="2711450"/>
          <p14:tracePt t="19476" x="4114800" y="2717800"/>
          <p14:tracePt t="19484" x="4114800" y="2732088"/>
          <p14:tracePt t="19492" x="4114800" y="2746375"/>
          <p14:tracePt t="19500" x="4114800" y="2760663"/>
          <p14:tracePt t="19524" x="4114800" y="2768600"/>
          <p14:tracePt t="19812" x="4114800" y="2760663"/>
          <p14:tracePt t="19844" x="4114800" y="2746375"/>
          <p14:tracePt t="19860" x="4114800" y="2740025"/>
          <p14:tracePt t="19876" x="4114800" y="2732088"/>
          <p14:tracePt t="19884" x="4108450" y="2725738"/>
          <p14:tracePt t="19908" x="4108450" y="2711450"/>
          <p14:tracePt t="19924" x="4100513" y="2711450"/>
          <p14:tracePt t="19940" x="4094163" y="2703513"/>
          <p14:tracePt t="19956" x="4086225" y="2703513"/>
          <p14:tracePt t="19964" x="4086225" y="2689225"/>
          <p14:tracePt t="19972" x="4079875" y="2689225"/>
          <p14:tracePt t="19988" x="4071938" y="2682875"/>
          <p14:tracePt t="19996" x="4065588" y="2682875"/>
          <p14:tracePt t="20004" x="4051300" y="2668588"/>
          <p14:tracePt t="20028" x="4037013" y="2654300"/>
          <p14:tracePt t="20044" x="4030663" y="2654300"/>
          <p14:tracePt t="20060" x="4022725" y="2654300"/>
          <p14:tracePt t="20068" x="4016375" y="2646363"/>
          <p14:tracePt t="20085" x="4008438" y="2640013"/>
          <p14:tracePt t="20100" x="4002088" y="2640013"/>
          <p14:tracePt t="20108" x="3994150" y="2640013"/>
          <p14:tracePt t="20117" x="3987800" y="2640013"/>
          <p14:tracePt t="20124" x="3979863" y="2632075"/>
          <p14:tracePt t="20140" x="3965575" y="2632075"/>
          <p14:tracePt t="20148" x="3959225" y="2632075"/>
          <p14:tracePt t="20156" x="3944938" y="2632075"/>
          <p14:tracePt t="20164" x="3930650" y="2632075"/>
          <p14:tracePt t="20172" x="3916363" y="2632075"/>
          <p14:tracePt t="20181" x="3908425" y="2632075"/>
          <p14:tracePt t="20188" x="3879850" y="2632075"/>
          <p14:tracePt t="20196" x="3865563" y="2632075"/>
          <p14:tracePt t="20204" x="3851275" y="2632075"/>
          <p14:tracePt t="20212" x="3830638" y="2632075"/>
          <p14:tracePt t="20220" x="3808413" y="2632075"/>
          <p14:tracePt t="20228" x="3802063" y="2640013"/>
          <p14:tracePt t="20236" x="3787775" y="2640013"/>
          <p14:tracePt t="20244" x="3779838" y="2640013"/>
          <p14:tracePt t="20252" x="3773488" y="2654300"/>
          <p14:tracePt t="20260" x="3765550" y="2654300"/>
          <p14:tracePt t="20268" x="3759200" y="2660650"/>
          <p14:tracePt t="20276" x="3751263" y="2660650"/>
          <p14:tracePt t="20284" x="3751263" y="2674938"/>
          <p14:tracePt t="20308" x="3736975" y="2689225"/>
          <p14:tracePt t="20324" x="3736975" y="2697163"/>
          <p14:tracePt t="20332" x="3730625" y="2697163"/>
          <p14:tracePt t="20340" x="3730625" y="2703513"/>
          <p14:tracePt t="20348" x="3730625" y="2711450"/>
          <p14:tracePt t="20356" x="3730625" y="2717800"/>
          <p14:tracePt t="20388" x="3730625" y="2725738"/>
          <p14:tracePt t="20396" x="3730625" y="2740025"/>
          <p14:tracePt t="20428" x="3730625" y="2746375"/>
          <p14:tracePt t="20436" x="3730625" y="2760663"/>
          <p14:tracePt t="20444" x="3736975" y="2760663"/>
          <p14:tracePt t="20452" x="3736975" y="2768600"/>
          <p14:tracePt t="20460" x="3744913" y="2774950"/>
          <p14:tracePt t="20476" x="3759200" y="2782888"/>
          <p14:tracePt t="20484" x="3765550" y="2789238"/>
          <p14:tracePt t="20492" x="3779838" y="2789238"/>
          <p14:tracePt t="20501" x="3787775" y="2789238"/>
          <p14:tracePt t="20508" x="3808413" y="2789238"/>
          <p14:tracePt t="20517" x="3816350" y="2789238"/>
          <p14:tracePt t="20524" x="3822700" y="2789238"/>
          <p14:tracePt t="20532" x="3836988" y="2789238"/>
          <p14:tracePt t="20540" x="3844925" y="2789238"/>
          <p14:tracePt t="20548" x="3859213" y="2797175"/>
          <p14:tracePt t="20564" x="3873500" y="2797175"/>
          <p14:tracePt t="20572" x="3894138" y="2811463"/>
          <p14:tracePt t="20580" x="3908425" y="2811463"/>
          <p14:tracePt t="20588" x="3922713" y="2811463"/>
          <p14:tracePt t="20596" x="3937000" y="2811463"/>
          <p14:tracePt t="20604" x="3951288" y="2811463"/>
          <p14:tracePt t="20612" x="3965575" y="2811463"/>
          <p14:tracePt t="20620" x="3987800" y="2811463"/>
          <p14:tracePt t="20628" x="4002088" y="2811463"/>
          <p14:tracePt t="20644" x="4008438" y="2811463"/>
          <p14:tracePt t="20652" x="4016375" y="2811463"/>
          <p14:tracePt t="20660" x="4022725" y="2811463"/>
          <p14:tracePt t="20676" x="4030663" y="2811463"/>
          <p14:tracePt t="20684" x="4037013" y="2811463"/>
          <p14:tracePt t="20692" x="4044950" y="2811463"/>
          <p14:tracePt t="20700" x="4051300" y="2811463"/>
          <p14:tracePt t="20717" x="4065588" y="2811463"/>
          <p14:tracePt t="20724" x="4071938" y="2811463"/>
          <p14:tracePt t="20732" x="4079875" y="2811463"/>
          <p14:tracePt t="20740" x="4086225" y="2811463"/>
          <p14:tracePt t="20748" x="4094163" y="2811463"/>
          <p14:tracePt t="20756" x="4100513" y="2811463"/>
          <p14:tracePt t="20764" x="4114800" y="2811463"/>
          <p14:tracePt t="20780" x="4129088" y="2811463"/>
          <p14:tracePt t="20788" x="4137025" y="2811463"/>
          <p14:tracePt t="20796" x="4151313" y="2803525"/>
          <p14:tracePt t="20812" x="4157663" y="2803525"/>
          <p14:tracePt t="20829" x="4165600" y="2803525"/>
          <p14:tracePt t="20836" x="4171950" y="2797175"/>
          <p14:tracePt t="20860" x="4179888" y="2797175"/>
          <p14:tracePt t="20868" x="4179888" y="2789238"/>
          <p14:tracePt t="20884" x="4186238" y="2789238"/>
          <p14:tracePt t="20901" x="4186238" y="2782888"/>
          <p14:tracePt t="20908" x="4200525" y="2774950"/>
          <p14:tracePt t="20924" x="4200525" y="2768600"/>
          <p14:tracePt t="20940" x="4200525" y="2754313"/>
          <p14:tracePt t="20956" x="4208463" y="2746375"/>
          <p14:tracePt t="20964" x="4208463" y="2732088"/>
          <p14:tracePt t="20980" x="4208463" y="2725738"/>
          <p14:tracePt t="20988" x="4208463" y="2703513"/>
          <p14:tracePt t="21004" x="4208463" y="2697163"/>
          <p14:tracePt t="21012" x="4208463" y="2682875"/>
          <p14:tracePt t="21020" x="4208463" y="2674938"/>
          <p14:tracePt t="21028" x="4208463" y="2668588"/>
          <p14:tracePt t="21036" x="4208463" y="2654300"/>
          <p14:tracePt t="21052" x="4208463" y="2640013"/>
          <p14:tracePt t="21060" x="4208463" y="2632075"/>
          <p14:tracePt t="21076" x="4208463" y="2625725"/>
          <p14:tracePt t="21084" x="4208463" y="2611438"/>
          <p14:tracePt t="21092" x="4208463" y="2597150"/>
          <p14:tracePt t="21108" x="4208463" y="2582863"/>
          <p14:tracePt t="21117" x="4222750" y="2574925"/>
          <p14:tracePt t="21124" x="4222750" y="2568575"/>
          <p14:tracePt t="21132" x="4222750" y="2554288"/>
          <p14:tracePt t="21140" x="4222750" y="2540000"/>
          <p14:tracePt t="21148" x="4222750" y="2525713"/>
          <p14:tracePt t="21156" x="4229100" y="2511425"/>
          <p14:tracePt t="21164" x="4229100" y="2497138"/>
          <p14:tracePt t="21172" x="4229100" y="2489200"/>
          <p14:tracePt t="21180" x="4229100" y="2474913"/>
          <p14:tracePt t="21188" x="4237038" y="2468563"/>
          <p14:tracePt t="21196" x="4237038" y="2454275"/>
          <p14:tracePt t="21204" x="4237038" y="2446338"/>
          <p14:tracePt t="21212" x="4237038" y="2432050"/>
          <p14:tracePt t="21220" x="4243388" y="2417763"/>
          <p14:tracePt t="21228" x="4243388" y="2403475"/>
          <p14:tracePt t="21236" x="4251325" y="2397125"/>
          <p14:tracePt t="21244" x="4257675" y="2374900"/>
          <p14:tracePt t="21252" x="4257675" y="2360613"/>
          <p14:tracePt t="21260" x="4257675" y="2354263"/>
          <p14:tracePt t="21268" x="4265613" y="2346325"/>
          <p14:tracePt t="21276" x="4271963" y="2339975"/>
          <p14:tracePt t="21284" x="4271963" y="2317750"/>
          <p14:tracePt t="21292" x="4279900" y="2303463"/>
          <p14:tracePt t="21300" x="4279900" y="2297113"/>
          <p14:tracePt t="21308" x="4286250" y="2289175"/>
          <p14:tracePt t="21317" x="4286250" y="2276475"/>
          <p14:tracePt t="21332" x="4294188" y="2262188"/>
          <p14:tracePt t="21341" x="4294188" y="2254250"/>
          <p14:tracePt t="21348" x="4300538" y="2247900"/>
          <p14:tracePt t="21356" x="4300538" y="2233613"/>
          <p14:tracePt t="21364" x="4300538" y="2219325"/>
          <p14:tracePt t="21372" x="4300538" y="2211388"/>
          <p14:tracePt t="21388" x="4300538" y="2197100"/>
          <p14:tracePt t="21396" x="4300538" y="2190750"/>
          <p14:tracePt t="21404" x="4308475" y="2182813"/>
          <p14:tracePt t="21412" x="4308475" y="2176463"/>
          <p14:tracePt t="21421" x="4308475" y="2168525"/>
          <p14:tracePt t="21428" x="4308475" y="2162175"/>
          <p14:tracePt t="21436" x="4314825" y="2154238"/>
          <p14:tracePt t="21444" x="4322763" y="2147888"/>
          <p14:tracePt t="21452" x="4322763" y="2133600"/>
          <p14:tracePt t="21460" x="4322763" y="2119313"/>
          <p14:tracePt t="21468" x="4322763" y="2105025"/>
          <p14:tracePt t="21476" x="4322763" y="2090738"/>
          <p14:tracePt t="21484" x="4329113" y="2076450"/>
          <p14:tracePt t="21492" x="4329113" y="2062163"/>
          <p14:tracePt t="21501" x="4329113" y="2047875"/>
          <p14:tracePt t="21508" x="4329113" y="2033588"/>
          <p14:tracePt t="21517" x="4329113" y="2011363"/>
          <p14:tracePt t="21524" x="4343400" y="1982788"/>
          <p14:tracePt t="21532" x="4343400" y="1976438"/>
          <p14:tracePt t="21540" x="4343400" y="1954213"/>
          <p14:tracePt t="21548" x="4351338" y="1933575"/>
          <p14:tracePt t="21556" x="4351338" y="1919288"/>
          <p14:tracePt t="21564" x="4357688" y="1897063"/>
          <p14:tracePt t="21572" x="4357688" y="1876425"/>
          <p14:tracePt t="21580" x="4357688" y="1868488"/>
          <p14:tracePt t="21588" x="4357688" y="1847850"/>
          <p14:tracePt t="21596" x="4357688" y="1833563"/>
          <p14:tracePt t="21604" x="4357688" y="1819275"/>
          <p14:tracePt t="21612" x="4357688" y="1804988"/>
          <p14:tracePt t="21620" x="4357688" y="1790700"/>
          <p14:tracePt t="21628" x="4357688" y="1782763"/>
          <p14:tracePt t="21636" x="4357688" y="1776413"/>
          <p14:tracePt t="21652" x="4357688" y="1768475"/>
          <p14:tracePt t="21684" x="4357688" y="1754188"/>
          <p14:tracePt t="21716" x="4343400" y="1754188"/>
          <p14:tracePt t="21733" x="4337050" y="1754188"/>
          <p14:tracePt t="21740" x="4322763" y="1762125"/>
          <p14:tracePt t="21749" x="4308475" y="1768475"/>
          <p14:tracePt t="21756" x="4300538" y="1776413"/>
          <p14:tracePt t="21765" x="4294188" y="1782763"/>
          <p14:tracePt t="21772" x="4279900" y="1804988"/>
          <p14:tracePt t="21780" x="4271963" y="1819275"/>
          <p14:tracePt t="21788" x="4265613" y="1819275"/>
          <p14:tracePt t="21796" x="4257675" y="1833563"/>
          <p14:tracePt t="21804" x="4243388" y="1847850"/>
          <p14:tracePt t="21812" x="4243388" y="1854200"/>
          <p14:tracePt t="21820" x="4229100" y="1868488"/>
          <p14:tracePt t="21828" x="4222750" y="1890713"/>
          <p14:tracePt t="21836" x="4214813" y="1911350"/>
          <p14:tracePt t="21844" x="4208463" y="1933575"/>
          <p14:tracePt t="21852" x="4200525" y="1947863"/>
          <p14:tracePt t="21860" x="4200525" y="1954213"/>
          <p14:tracePt t="21868" x="4194175" y="1976438"/>
          <p14:tracePt t="21876" x="4194175" y="1990725"/>
          <p14:tracePt t="21892" x="4194175" y="2005013"/>
          <p14:tracePt t="21901" x="4194175" y="2011363"/>
          <p14:tracePt t="21908" x="4194175" y="2033588"/>
          <p14:tracePt t="21917" x="4194175" y="2039938"/>
          <p14:tracePt t="21924" x="4194175" y="2054225"/>
          <p14:tracePt t="21932" x="4194175" y="2062163"/>
          <p14:tracePt t="21940" x="4194175" y="2076450"/>
          <p14:tracePt t="21948" x="4194175" y="2097088"/>
          <p14:tracePt t="21956" x="4194175" y="2111375"/>
          <p14:tracePt t="21964" x="4200525" y="2125663"/>
          <p14:tracePt t="21972" x="4200525" y="2139950"/>
          <p14:tracePt t="21980" x="4208463" y="2154238"/>
          <p14:tracePt t="21988" x="4214813" y="2168525"/>
          <p14:tracePt t="21996" x="4222750" y="2190750"/>
          <p14:tracePt t="22012" x="4229100" y="2205038"/>
          <p14:tracePt t="22020" x="4229100" y="2211388"/>
          <p14:tracePt t="22028" x="4229100" y="2225675"/>
          <p14:tracePt t="22036" x="4237038" y="2233613"/>
          <p14:tracePt t="22044" x="4237038" y="2239963"/>
          <p14:tracePt t="22052" x="4243388" y="2262188"/>
          <p14:tracePt t="22068" x="4251325" y="2268538"/>
          <p14:tracePt t="22076" x="4251325" y="2282825"/>
          <p14:tracePt t="22085" x="4251325" y="2297113"/>
          <p14:tracePt t="22092" x="4257675" y="2297113"/>
          <p14:tracePt t="22100" x="4257675" y="2311400"/>
          <p14:tracePt t="22108" x="4257675" y="2317750"/>
          <p14:tracePt t="22117" x="4257675" y="2325688"/>
          <p14:tracePt t="22124" x="4265613" y="2339975"/>
          <p14:tracePt t="22132" x="4271963" y="2346325"/>
          <p14:tracePt t="22141" x="4271963" y="2354263"/>
          <p14:tracePt t="22148" x="4279900" y="2354263"/>
          <p14:tracePt t="22156" x="4279900" y="2360613"/>
          <p14:tracePt t="22164" x="4286250" y="2374900"/>
          <p14:tracePt t="22180" x="4294188" y="2382838"/>
          <p14:tracePt t="22196" x="4294188" y="2389188"/>
          <p14:tracePt t="22212" x="4300538" y="2397125"/>
          <p14:tracePt t="22524" x="4308475" y="2403475"/>
          <p14:tracePt t="23284" x="4308475" y="2411413"/>
          <p14:tracePt t="23340" x="4308475" y="2417763"/>
          <p14:tracePt t="23380" x="4308475" y="2432050"/>
          <p14:tracePt t="23404" x="4308475" y="2439988"/>
          <p14:tracePt t="23428" x="4308475" y="2446338"/>
          <p14:tracePt t="23444" x="4308475" y="2454275"/>
          <p14:tracePt t="23452" x="4308475" y="2460625"/>
          <p14:tracePt t="23604" x="4308475" y="2468563"/>
          <p14:tracePt t="23620" x="4308475" y="2474913"/>
          <p14:tracePt t="23644" x="4308475" y="2482850"/>
          <p14:tracePt t="23652" x="4308475" y="2489200"/>
          <p14:tracePt t="23668" x="4308475" y="2497138"/>
          <p14:tracePt t="23684" x="4308475" y="2503488"/>
          <p14:tracePt t="23692" x="4308475" y="2511425"/>
          <p14:tracePt t="23700" x="4308475" y="2517775"/>
          <p14:tracePt t="23716" x="4308475" y="2532063"/>
          <p14:tracePt t="23724" x="4308475" y="2540000"/>
          <p14:tracePt t="23748" x="4308475" y="2546350"/>
          <p14:tracePt t="23756" x="4308475" y="2554288"/>
          <p14:tracePt t="25380" x="4308475" y="2560638"/>
          <p14:tracePt t="25580" x="4308475" y="2574925"/>
          <p14:tracePt t="25588" x="4314825" y="2589213"/>
          <p14:tracePt t="25596" x="4314825" y="2617788"/>
          <p14:tracePt t="25604" x="4322763" y="2646363"/>
          <p14:tracePt t="25612" x="4322763" y="2674938"/>
          <p14:tracePt t="25620" x="4329113" y="2703513"/>
          <p14:tracePt t="25628" x="4329113" y="2725738"/>
          <p14:tracePt t="25636" x="4337050" y="2754313"/>
          <p14:tracePt t="25644" x="4337050" y="2760663"/>
          <p14:tracePt t="25652" x="4343400" y="2789238"/>
          <p14:tracePt t="25676" x="4343400" y="2797175"/>
          <p14:tracePt t="25684" x="4343400" y="2803525"/>
          <p14:tracePt t="25700" x="4343400" y="2811463"/>
          <p14:tracePt t="25708" x="4343400" y="2817813"/>
          <p14:tracePt t="25717" x="4343400" y="2825750"/>
          <p14:tracePt t="25732" x="4343400" y="2832100"/>
          <p14:tracePt t="25916" x="4351338" y="2832100"/>
          <p14:tracePt t="25924" x="4357688" y="2832100"/>
          <p14:tracePt t="25932" x="4379913" y="2817813"/>
          <p14:tracePt t="25940" x="4400550" y="2817813"/>
          <p14:tracePt t="25948" x="4443413" y="2797175"/>
          <p14:tracePt t="25956" x="4508500" y="2774950"/>
          <p14:tracePt t="25964" x="4586288" y="2746375"/>
          <p14:tracePt t="25972" x="4657725" y="2725738"/>
          <p14:tracePt t="25980" x="4700588" y="2717800"/>
          <p14:tracePt t="25988" x="4786313" y="2697163"/>
          <p14:tracePt t="25996" x="4864100" y="2668588"/>
          <p14:tracePt t="26004" x="4943475" y="2646363"/>
          <p14:tracePt t="26012" x="5021263" y="2617788"/>
          <p14:tracePt t="26020" x="5099050" y="2597150"/>
          <p14:tracePt t="26028" x="5178425" y="2574925"/>
          <p14:tracePt t="26036" x="5256213" y="2540000"/>
          <p14:tracePt t="26044" x="5384800" y="2497138"/>
          <p14:tracePt t="26052" x="5521325" y="2460625"/>
          <p14:tracePt t="26060" x="5670550" y="2417763"/>
          <p14:tracePt t="26068" x="5870575" y="2360613"/>
          <p14:tracePt t="26076" x="6134100" y="2311400"/>
          <p14:tracePt t="26086" x="6311900" y="2289175"/>
          <p14:tracePt t="26092" x="6511925" y="2276475"/>
          <p14:tracePt t="26100" x="6626225" y="2247900"/>
          <p14:tracePt t="26108" x="6754813" y="2239963"/>
          <p14:tracePt t="26117" x="6840538" y="2233613"/>
          <p14:tracePt t="26124" x="6918325" y="2233613"/>
          <p14:tracePt t="26132" x="6989763" y="2233613"/>
          <p14:tracePt t="26140" x="7046913" y="2233613"/>
          <p14:tracePt t="26148" x="7097713" y="2233613"/>
          <p14:tracePt t="26156" x="7124700" y="2233613"/>
          <p14:tracePt t="26164" x="7153275" y="2233613"/>
          <p14:tracePt t="26172" x="7175500" y="2233613"/>
          <p14:tracePt t="26180" x="7204075" y="2233613"/>
          <p14:tracePt t="26188" x="7232650" y="2233613"/>
          <p14:tracePt t="26196" x="7261225" y="2233613"/>
          <p14:tracePt t="26204" x="7281863" y="2225675"/>
          <p14:tracePt t="26212" x="7310438" y="2225675"/>
          <p14:tracePt t="26220" x="7332663" y="2225675"/>
          <p14:tracePt t="26228" x="7361238" y="2219325"/>
          <p14:tracePt t="26236" x="7381875" y="2219325"/>
          <p14:tracePt t="26244" x="7404100" y="2219325"/>
          <p14:tracePt t="26252" x="7424738" y="2219325"/>
          <p14:tracePt t="26260" x="7453313" y="2219325"/>
          <p14:tracePt t="26268" x="7467600" y="2219325"/>
          <p14:tracePt t="26276" x="7496175" y="2219325"/>
          <p14:tracePt t="26284" x="7532688" y="2219325"/>
          <p14:tracePt t="26292" x="7575550" y="2219325"/>
          <p14:tracePt t="26300" x="7610475" y="2225675"/>
          <p14:tracePt t="26308" x="7645400" y="2225675"/>
          <p14:tracePt t="26324" x="7681913" y="2225675"/>
          <p14:tracePt t="26332" x="7724775" y="2247900"/>
          <p14:tracePt t="26340" x="7745413" y="2247900"/>
          <p14:tracePt t="26348" x="7788275" y="2262188"/>
          <p14:tracePt t="26356" x="7839075" y="2282825"/>
          <p14:tracePt t="26364" x="7910513" y="2297113"/>
          <p14:tracePt t="26372" x="7945438" y="2303463"/>
          <p14:tracePt t="26380" x="7988300" y="2317750"/>
          <p14:tracePt t="26388" x="8031163" y="2325688"/>
          <p14:tracePt t="26396" x="8067675" y="2325688"/>
          <p14:tracePt t="26404" x="8081963" y="2332038"/>
          <p14:tracePt t="26412" x="8110538" y="2339975"/>
          <p14:tracePt t="26420" x="8137525" y="2346325"/>
          <p14:tracePt t="26428" x="8151813" y="2354263"/>
          <p14:tracePt t="26436" x="8159750" y="2354263"/>
          <p14:tracePt t="26444" x="8166100" y="2360613"/>
          <p14:tracePt t="26452" x="8174038" y="2360613"/>
          <p14:tracePt t="26660" x="8166100" y="2360613"/>
          <p14:tracePt t="26668" x="8151813" y="2354263"/>
          <p14:tracePt t="26676" x="8137525" y="2354263"/>
          <p14:tracePt t="26684" x="8116888" y="2346325"/>
          <p14:tracePt t="26692" x="8096250" y="2346325"/>
          <p14:tracePt t="26701" x="8074025" y="2346325"/>
          <p14:tracePt t="26708" x="8059738" y="2346325"/>
          <p14:tracePt t="26717" x="8053388" y="2346325"/>
          <p14:tracePt t="26724" x="8039100" y="2346325"/>
          <p14:tracePt t="26732" x="8024813" y="2346325"/>
          <p14:tracePt t="26740" x="8002588" y="2346325"/>
          <p14:tracePt t="26748" x="7981950" y="2346325"/>
          <p14:tracePt t="26756" x="7974013" y="2354263"/>
          <p14:tracePt t="26764" x="7959725" y="2354263"/>
          <p14:tracePt t="26772" x="7945438" y="2360613"/>
          <p14:tracePt t="26780" x="7939088" y="2368550"/>
          <p14:tracePt t="26788" x="7924800" y="2374900"/>
          <p14:tracePt t="26796" x="7916863" y="2382838"/>
          <p14:tracePt t="26804" x="7910513" y="2382838"/>
          <p14:tracePt t="26812" x="7902575" y="2382838"/>
          <p14:tracePt t="26820" x="7896225" y="2389188"/>
          <p14:tracePt t="26828" x="7881938" y="2403475"/>
          <p14:tracePt t="26836" x="7874000" y="2417763"/>
          <p14:tracePt t="26844" x="7867650" y="2432050"/>
          <p14:tracePt t="26852" x="7859713" y="2439988"/>
          <p14:tracePt t="26860" x="7853363" y="2446338"/>
          <p14:tracePt t="26868" x="7845425" y="2468563"/>
          <p14:tracePt t="26876" x="7839075" y="2482850"/>
          <p14:tracePt t="26884" x="7824788" y="2503488"/>
          <p14:tracePt t="26892" x="7824788" y="2511425"/>
          <p14:tracePt t="26901" x="7824788" y="2525713"/>
          <p14:tracePt t="26908" x="7824788" y="2546350"/>
          <p14:tracePt t="26917" x="7802563" y="2554288"/>
          <p14:tracePt t="26924" x="7802563" y="2568575"/>
          <p14:tracePt t="26932" x="7802563" y="2582863"/>
          <p14:tracePt t="26940" x="7802563" y="2603500"/>
          <p14:tracePt t="26949" x="7802563" y="2625725"/>
          <p14:tracePt t="26956" x="7802563" y="2632075"/>
          <p14:tracePt t="26964" x="7802563" y="2646363"/>
          <p14:tracePt t="26972" x="7802563" y="2654300"/>
          <p14:tracePt t="26980" x="7802563" y="2660650"/>
          <p14:tracePt t="26988" x="7802563" y="2674938"/>
          <p14:tracePt t="27004" x="7802563" y="2689225"/>
          <p14:tracePt t="27013" x="7802563" y="2697163"/>
          <p14:tracePt t="27028" x="7810500" y="2703513"/>
          <p14:tracePt t="27052" x="7810500" y="2711450"/>
          <p14:tracePt t="27084" x="7816850" y="2711450"/>
          <p14:tracePt t="27100" x="7824788" y="2725738"/>
          <p14:tracePt t="27284" x="7810500" y="2725738"/>
          <p14:tracePt t="27292" x="7796213" y="2725738"/>
          <p14:tracePt t="27300" x="7773988" y="2703513"/>
          <p14:tracePt t="27308" x="7773988" y="2697163"/>
          <p14:tracePt t="27318" x="7767638" y="2689225"/>
          <p14:tracePt t="27324" x="7767638" y="2682875"/>
          <p14:tracePt t="27332" x="7759700" y="2674938"/>
          <p14:tracePt t="27340" x="7753350" y="2668588"/>
          <p14:tracePt t="27348" x="7745413" y="2660650"/>
          <p14:tracePt t="27364" x="7731125" y="2646363"/>
          <p14:tracePt t="27380" x="7731125" y="2640013"/>
          <p14:tracePt t="27388" x="7716838" y="2632075"/>
          <p14:tracePt t="27421" x="7716838" y="2617788"/>
          <p14:tracePt t="27452" x="7702550" y="2611438"/>
          <p14:tracePt t="27468" x="7702550" y="2597150"/>
          <p14:tracePt t="27516" x="7696200" y="2597150"/>
          <p14:tracePt t="27556" x="7688263" y="2597150"/>
          <p14:tracePt t="27572" x="7681913" y="2597150"/>
          <p14:tracePt t="27580" x="7673975" y="2597150"/>
          <p14:tracePt t="27588" x="7667625" y="2597150"/>
          <p14:tracePt t="27596" x="7659688" y="2597150"/>
          <p14:tracePt t="27612" x="7645400" y="2597150"/>
          <p14:tracePt t="27620" x="7631113" y="2597150"/>
          <p14:tracePt t="27636" x="7624763" y="2597150"/>
          <p14:tracePt t="27644" x="7610475" y="2597150"/>
          <p14:tracePt t="27652" x="7596188" y="2597150"/>
          <p14:tracePt t="27668" x="7581900" y="2597150"/>
          <p14:tracePt t="27676" x="7567613" y="2617788"/>
          <p14:tracePt t="27684" x="7561263" y="2625725"/>
          <p14:tracePt t="27692" x="7539038" y="2660650"/>
          <p14:tracePt t="27700" x="7524750" y="2689225"/>
          <p14:tracePt t="27708" x="7510463" y="2711450"/>
          <p14:tracePt t="27716" x="7496175" y="2746375"/>
          <p14:tracePt t="27724" x="7475538" y="2782888"/>
          <p14:tracePt t="27732" x="7453313" y="2840038"/>
          <p14:tracePt t="27740" x="7432675" y="2889250"/>
          <p14:tracePt t="27748" x="7410450" y="2946400"/>
          <p14:tracePt t="27756" x="7396163" y="2989263"/>
          <p14:tracePt t="27764" x="7381875" y="3038475"/>
          <p14:tracePt t="27772" x="7353300" y="3089275"/>
          <p14:tracePt t="27780" x="7324725" y="3160713"/>
          <p14:tracePt t="27788" x="7310438" y="3224213"/>
          <p14:tracePt t="27796" x="7289800" y="3295650"/>
          <p14:tracePt t="27804" x="7275513" y="3381375"/>
          <p14:tracePt t="27812" x="7253288" y="3459163"/>
          <p14:tracePt t="27820" x="7232650" y="3538538"/>
          <p14:tracePt t="27828" x="7210425" y="3616325"/>
          <p14:tracePt t="27836" x="7204075" y="3695700"/>
          <p14:tracePt t="27844" x="7189788" y="3759200"/>
          <p14:tracePt t="27852" x="7167563" y="3824288"/>
          <p14:tracePt t="27860" x="7153275" y="3887788"/>
          <p14:tracePt t="27868" x="7124700" y="3959225"/>
          <p14:tracePt t="27876" x="7104063" y="4008438"/>
          <p14:tracePt t="27884" x="7089775" y="4065588"/>
          <p14:tracePt t="27892" x="7075488" y="4137025"/>
          <p14:tracePt t="27901" x="7061200" y="4187825"/>
          <p14:tracePt t="27908" x="7054850" y="4244975"/>
          <p14:tracePt t="27917" x="7054850" y="4294188"/>
          <p14:tracePt t="27924" x="7040563" y="4337050"/>
          <p14:tracePt t="27933" x="7040563" y="4402138"/>
          <p14:tracePt t="27940" x="7040563" y="4437063"/>
          <p14:tracePt t="27948" x="7040563" y="4516438"/>
          <p14:tracePt t="27956" x="7026275" y="4572000"/>
          <p14:tracePt t="27964" x="7011988" y="4651375"/>
          <p14:tracePt t="27972" x="7004050" y="4714875"/>
          <p14:tracePt t="27980" x="6983413" y="4794250"/>
          <p14:tracePt t="27988" x="6975475" y="4857750"/>
          <p14:tracePt t="27996" x="6969125" y="4922838"/>
          <p14:tracePt t="28004" x="6969125" y="4957763"/>
          <p14:tracePt t="28012" x="6969125" y="4994275"/>
          <p14:tracePt t="28020" x="6969125" y="5037138"/>
          <p14:tracePt t="28028" x="6969125" y="5057775"/>
          <p14:tracePt t="28036" x="6969125" y="5072063"/>
          <p14:tracePt t="28044" x="6969125" y="5094288"/>
          <p14:tracePt t="28067" x="6975475" y="5100638"/>
          <p14:tracePt t="28076" x="7004050" y="5100638"/>
          <p14:tracePt t="28084" x="7040563" y="5122863"/>
          <p14:tracePt t="28092" x="7069138" y="5122863"/>
          <p14:tracePt t="28100" x="7112000" y="5129213"/>
          <p14:tracePt t="28108" x="7175500" y="5137150"/>
          <p14:tracePt t="28196" x="7710488" y="5114925"/>
          <p14:tracePt t="28204" x="7745413" y="5080000"/>
          <p14:tracePt t="28212" x="7767638" y="5043488"/>
          <p14:tracePt t="28220" x="7788275" y="5014913"/>
          <p14:tracePt t="28228" x="7816850" y="4972050"/>
          <p14:tracePt t="28236" x="7845425" y="4922838"/>
          <p14:tracePt t="28244" x="7874000" y="4879975"/>
          <p14:tracePt t="28252" x="7902575" y="4851400"/>
          <p14:tracePt t="28260" x="7931150" y="4814888"/>
          <p14:tracePt t="28268" x="7953375" y="4772025"/>
          <p14:tracePt t="28276" x="7953375" y="4751388"/>
          <p14:tracePt t="28284" x="7974013" y="4708525"/>
          <p14:tracePt t="28292" x="7988300" y="4657725"/>
          <p14:tracePt t="28301" x="7996238" y="4629150"/>
          <p14:tracePt t="28308" x="8016875" y="4586288"/>
          <p14:tracePt t="28316" x="8016875" y="4537075"/>
          <p14:tracePt t="28324" x="8024813" y="4487863"/>
          <p14:tracePt t="28332" x="8024813" y="4465638"/>
          <p14:tracePt t="28340" x="8031163" y="4422775"/>
          <p14:tracePt t="28348" x="8045450" y="4365625"/>
          <p14:tracePt t="28356" x="8053388" y="4287838"/>
          <p14:tracePt t="28364" x="8059738" y="4230688"/>
          <p14:tracePt t="28372" x="8059738" y="4159250"/>
          <p14:tracePt t="28380" x="8059738" y="4094163"/>
          <p14:tracePt t="28388" x="8059738" y="4044950"/>
          <p14:tracePt t="28396" x="8059738" y="3973513"/>
          <p14:tracePt t="28404" x="8059738" y="3902075"/>
          <p14:tracePt t="28412" x="8059738" y="3844925"/>
          <p14:tracePt t="28420" x="8059738" y="3802063"/>
          <p14:tracePt t="28428" x="8059738" y="3752850"/>
          <p14:tracePt t="28436" x="8045450" y="3709988"/>
          <p14:tracePt t="28444" x="8039100" y="3681413"/>
          <p14:tracePt t="28452" x="8016875" y="3630613"/>
          <p14:tracePt t="28460" x="8016875" y="3602038"/>
          <p14:tracePt t="28468" x="8002588" y="3573463"/>
          <p14:tracePt t="28476" x="7981950" y="3538538"/>
          <p14:tracePt t="28484" x="7953375" y="3487738"/>
          <p14:tracePt t="28492" x="7931150" y="3452813"/>
          <p14:tracePt t="28500" x="7910513" y="3430588"/>
          <p14:tracePt t="28508" x="7881938" y="3389313"/>
          <p14:tracePt t="28517" x="7874000" y="3375025"/>
          <p14:tracePt t="28524" x="7845425" y="3338513"/>
          <p14:tracePt t="28532" x="7831138" y="3324225"/>
          <p14:tracePt t="28540" x="7802563" y="3295650"/>
          <p14:tracePt t="28548" x="7781925" y="3275013"/>
          <p14:tracePt t="28556" x="7753350" y="3252788"/>
          <p14:tracePt t="28564" x="7724775" y="3232150"/>
          <p14:tracePt t="28572" x="7688263" y="3203575"/>
          <p14:tracePt t="28580" x="7645400" y="3175000"/>
          <p14:tracePt t="28588" x="7596188" y="3152775"/>
          <p14:tracePt t="28596" x="7561263" y="3132138"/>
          <p14:tracePt t="28604" x="7532688" y="3132138"/>
          <p14:tracePt t="28612" x="7496175" y="3124200"/>
          <p14:tracePt t="28620" x="7467600" y="3109913"/>
          <p14:tracePt t="28628" x="7424738" y="3103563"/>
          <p14:tracePt t="28636" x="7396163" y="3089275"/>
          <p14:tracePt t="28644" x="7381875" y="3089275"/>
          <p14:tracePt t="28652" x="7361238" y="3081338"/>
          <p14:tracePt t="28661" x="7332663" y="3081338"/>
          <p14:tracePt t="28668" x="7296150" y="3081338"/>
          <p14:tracePt t="28676" x="7246938" y="3081338"/>
          <p14:tracePt t="28684" x="7218363" y="3081338"/>
          <p14:tracePt t="28692" x="7189788" y="3081338"/>
          <p14:tracePt t="28701" x="7167563" y="3081338"/>
          <p14:tracePt t="28708" x="7153275" y="3081338"/>
          <p14:tracePt t="28717" x="7124700" y="3081338"/>
          <p14:tracePt t="28724" x="7097713" y="3081338"/>
          <p14:tracePt t="28732" x="7046913" y="3103563"/>
          <p14:tracePt t="28740" x="7026275" y="3117850"/>
          <p14:tracePt t="28748" x="6983413" y="3138488"/>
          <p14:tracePt t="28756" x="6946900" y="3160713"/>
          <p14:tracePt t="28764" x="6911975" y="3189288"/>
          <p14:tracePt t="28772" x="6854825" y="3217863"/>
          <p14:tracePt t="28780" x="6826250" y="3238500"/>
          <p14:tracePt t="28788" x="6775450" y="3281363"/>
          <p14:tracePt t="28796" x="6732588" y="3317875"/>
          <p14:tracePt t="28804" x="6704013" y="3360738"/>
          <p14:tracePt t="28812" x="6669088" y="3403600"/>
          <p14:tracePt t="28820" x="6632575" y="3444875"/>
          <p14:tracePt t="28828" x="6604000" y="3487738"/>
          <p14:tracePt t="28836" x="6577013" y="3530600"/>
          <p14:tracePt t="28844" x="6548438" y="3573463"/>
          <p14:tracePt t="28852" x="6497638" y="3630613"/>
          <p14:tracePt t="28860" x="6469063" y="3681413"/>
          <p14:tracePt t="28868" x="6440488" y="3724275"/>
          <p14:tracePt t="28876" x="6411913" y="3767138"/>
          <p14:tracePt t="28884" x="6383338" y="3824288"/>
          <p14:tracePt t="28892" x="6362700" y="3867150"/>
          <p14:tracePt t="28900" x="6348413" y="3930650"/>
          <p14:tracePt t="28908" x="6348413" y="3987800"/>
          <p14:tracePt t="28917" x="6340475" y="4044950"/>
          <p14:tracePt t="28924" x="6340475" y="4108450"/>
          <p14:tracePt t="28932" x="6340475" y="4173538"/>
          <p14:tracePt t="28940" x="6340475" y="4230688"/>
          <p14:tracePt t="28948" x="6340475" y="4287838"/>
          <p14:tracePt t="28956" x="6340475" y="4344988"/>
          <p14:tracePt t="28964" x="6340475" y="4394200"/>
          <p14:tracePt t="28972" x="6354763" y="4445000"/>
          <p14:tracePt t="28980" x="6391275" y="4508500"/>
          <p14:tracePt t="28988" x="6426200" y="4559300"/>
          <p14:tracePt t="28996" x="6454775" y="4600575"/>
          <p14:tracePt t="29004" x="6497638" y="4657725"/>
          <p14:tracePt t="29013" x="6540500" y="4700588"/>
          <p14:tracePt t="29020" x="6583363" y="4751388"/>
          <p14:tracePt t="29028" x="6640513" y="4808538"/>
          <p14:tracePt t="29036" x="6689725" y="4857750"/>
          <p14:tracePt t="29044" x="6732588" y="4886325"/>
          <p14:tracePt t="29052" x="6775450" y="4908550"/>
          <p14:tracePt t="29060" x="6826250" y="4929188"/>
          <p14:tracePt t="29068" x="6889750" y="4943475"/>
          <p14:tracePt t="29076" x="6940550" y="4965700"/>
          <p14:tracePt t="29085" x="6975475" y="4972050"/>
          <p14:tracePt t="29092" x="7040563" y="4979988"/>
          <p14:tracePt t="29101" x="7083425" y="4979988"/>
          <p14:tracePt t="29108" x="7138988" y="4979988"/>
          <p14:tracePt t="29117" x="7189788" y="4979988"/>
          <p14:tracePt t="29124" x="7239000" y="4979988"/>
          <p14:tracePt t="29132" x="7267575" y="4979988"/>
          <p14:tracePt t="29140" x="7296150" y="4979988"/>
          <p14:tracePt t="29148" x="7346950" y="4979988"/>
          <p14:tracePt t="29156" x="7389813" y="4951413"/>
          <p14:tracePt t="29164" x="7439025" y="4922838"/>
          <p14:tracePt t="29172" x="7504113" y="4886325"/>
          <p14:tracePt t="29180" x="7575550" y="4837113"/>
          <p14:tracePt t="29188" x="7645400" y="4794250"/>
          <p14:tracePt t="29196" x="7688263" y="4729163"/>
          <p14:tracePt t="29204" x="7745413" y="4657725"/>
          <p14:tracePt t="29212" x="7810500" y="4572000"/>
          <p14:tracePt t="29220" x="7874000" y="4516438"/>
          <p14:tracePt t="29228" x="7939088" y="4445000"/>
          <p14:tracePt t="29236" x="7988300" y="4359275"/>
          <p14:tracePt t="29244" x="8039100" y="4279900"/>
          <p14:tracePt t="29252" x="8081963" y="4194175"/>
          <p14:tracePt t="29260" x="8102600" y="4122738"/>
          <p14:tracePt t="29268" x="8137525" y="4037013"/>
          <p14:tracePt t="29276" x="8159750" y="3924300"/>
          <p14:tracePt t="29284" x="8166100" y="3852863"/>
          <p14:tracePt t="29292" x="8174038" y="3752850"/>
          <p14:tracePt t="29300" x="8188325" y="3659188"/>
          <p14:tracePt t="29308" x="8202613" y="3573463"/>
          <p14:tracePt t="29317" x="8202613" y="3487738"/>
          <p14:tracePt t="29324" x="8202613" y="3409950"/>
          <p14:tracePt t="29332" x="8208963" y="3352800"/>
          <p14:tracePt t="29340" x="8216900" y="3281363"/>
          <p14:tracePt t="29348" x="8216900" y="3209925"/>
          <p14:tracePt t="29356" x="8216900" y="3152775"/>
          <p14:tracePt t="29364" x="8216900" y="3095625"/>
          <p14:tracePt t="29372" x="8216900" y="3046413"/>
          <p14:tracePt t="29380" x="8216900" y="2989263"/>
          <p14:tracePt t="29388" x="8202613" y="2952750"/>
          <p14:tracePt t="29396" x="8188325" y="2909888"/>
          <p14:tracePt t="29404" x="8159750" y="2846388"/>
          <p14:tracePt t="29412" x="8131175" y="2811463"/>
          <p14:tracePt t="29420" x="8096250" y="2760663"/>
          <p14:tracePt t="29428" x="8081963" y="2746375"/>
          <p14:tracePt t="29436" x="8059738" y="2717800"/>
          <p14:tracePt t="29444" x="8031163" y="2697163"/>
          <p14:tracePt t="29452" x="8024813" y="2682875"/>
          <p14:tracePt t="29460" x="7996238" y="2668588"/>
          <p14:tracePt t="29468" x="7988300" y="2660650"/>
          <p14:tracePt t="29476" x="7981950" y="2654300"/>
          <p14:tracePt t="29484" x="7974013" y="2654300"/>
          <p14:tracePt t="29492" x="7959725" y="2654300"/>
          <p14:tracePt t="29501" x="7931150" y="2646363"/>
          <p14:tracePt t="29508" x="7902575" y="2646363"/>
          <p14:tracePt t="29517" x="7874000" y="2640013"/>
          <p14:tracePt t="29524" x="7845425" y="2640013"/>
          <p14:tracePt t="29532" x="7781925" y="2625725"/>
          <p14:tracePt t="29540" x="7724775" y="2625725"/>
          <p14:tracePt t="29548" x="7659688" y="2625725"/>
          <p14:tracePt t="29556" x="7575550" y="2625725"/>
          <p14:tracePt t="29564" x="7496175" y="2625725"/>
          <p14:tracePt t="29572" x="7396163" y="2625725"/>
          <p14:tracePt t="29580" x="7304088" y="2625725"/>
          <p14:tracePt t="29588" x="7196138" y="2625725"/>
          <p14:tracePt t="29596" x="7069138" y="2625725"/>
          <p14:tracePt t="29604" x="6975475" y="2625725"/>
          <p14:tracePt t="29612" x="6840538" y="2625725"/>
          <p14:tracePt t="29620" x="6732588" y="2646363"/>
          <p14:tracePt t="29628" x="6640513" y="2660650"/>
          <p14:tracePt t="29636" x="6548438" y="2682875"/>
          <p14:tracePt t="29644" x="6483350" y="2703513"/>
          <p14:tracePt t="29652" x="6411913" y="2746375"/>
          <p14:tracePt t="29660" x="6369050" y="2789238"/>
          <p14:tracePt t="29668" x="6326188" y="2825750"/>
          <p14:tracePt t="29676" x="6305550" y="2860675"/>
          <p14:tracePt t="29684" x="6254750" y="2932113"/>
          <p14:tracePt t="29692" x="6226175" y="2974975"/>
          <p14:tracePt t="29700" x="6191250" y="3024188"/>
          <p14:tracePt t="29708" x="6162675" y="3089275"/>
          <p14:tracePt t="29717" x="6140450" y="3146425"/>
          <p14:tracePt t="29724" x="6105525" y="3209925"/>
          <p14:tracePt t="29732" x="6097588" y="3275013"/>
          <p14:tracePt t="29740" x="6076950" y="3332163"/>
          <p14:tracePt t="29748" x="6076950" y="3409950"/>
          <p14:tracePt t="29756" x="6070600" y="3452813"/>
          <p14:tracePt t="29764" x="6056313" y="3538538"/>
          <p14:tracePt t="29772" x="6056313" y="3609975"/>
          <p14:tracePt t="29780" x="6056313" y="3687763"/>
          <p14:tracePt t="29788" x="6056313" y="3767138"/>
          <p14:tracePt t="29796" x="6056313" y="3824288"/>
          <p14:tracePt t="29804" x="6056313" y="3867150"/>
          <p14:tracePt t="29812" x="6048375" y="3930650"/>
          <p14:tracePt t="29820" x="6027738" y="3959225"/>
          <p14:tracePt t="29828" x="5999163" y="3995738"/>
          <p14:tracePt t="29836" x="5970588" y="4037013"/>
          <p14:tracePt t="29844" x="5942013" y="4059238"/>
          <p14:tracePt t="29852" x="5899150" y="4087813"/>
          <p14:tracePt t="29860" x="5842000" y="4116388"/>
          <p14:tracePt t="29868" x="5784850" y="4151313"/>
          <p14:tracePt t="29876" x="5713413" y="4187825"/>
          <p14:tracePt t="29884" x="5641975" y="4216400"/>
          <p14:tracePt t="29892" x="5556250" y="4244975"/>
          <p14:tracePt t="29900" x="5456238" y="4273550"/>
          <p14:tracePt t="29908" x="5349875" y="4287838"/>
          <p14:tracePt t="29917" x="5207000" y="4308475"/>
          <p14:tracePt t="29924" x="5043488" y="4330700"/>
          <p14:tracePt t="29932" x="4864100" y="4330700"/>
          <p14:tracePt t="29940" x="4592638" y="4330700"/>
          <p14:tracePt t="29949" x="4422775" y="4330700"/>
          <p14:tracePt t="29956" x="4208463" y="4330700"/>
          <p14:tracePt t="29964" x="3994150" y="4330700"/>
          <p14:tracePt t="29972" x="3759200" y="4322763"/>
          <p14:tracePt t="29980" x="3524250" y="4322763"/>
          <p14:tracePt t="29988" x="3281363" y="4302125"/>
          <p14:tracePt t="29996" x="3024188" y="4265613"/>
          <p14:tracePt t="30004" x="2738438" y="4208463"/>
          <p14:tracePt t="30012" x="2497138" y="4173538"/>
          <p14:tracePt t="30020" x="2217738" y="4137025"/>
          <p14:tracePt t="30028" x="2005013" y="4079875"/>
          <p14:tracePt t="30036" x="1768475" y="4016375"/>
          <p14:tracePt t="30044" x="1562100" y="3981450"/>
          <p14:tracePt t="30052" x="1355725" y="3938588"/>
          <p14:tracePt t="30060" x="1141413" y="3873500"/>
          <p14:tracePt t="30068" x="892175" y="3816350"/>
          <p14:tracePt t="30085" x="555625" y="3702050"/>
          <p14:tracePt t="30092" x="406400" y="3673475"/>
          <p14:tracePt t="30101" x="271463" y="3624263"/>
          <p14:tracePt t="30108" x="114300" y="3581400"/>
        </p14:tracePtLst>
      </p14:laserTraceLst>
    </p:ext>
  </p:extLs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1" name="Google Shape;961;p47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21</a:t>
            </a:fld>
            <a:endParaRPr/>
          </a:p>
        </p:txBody>
      </p:sp>
      <p:sp>
        <p:nvSpPr>
          <p:cNvPr id="962" name="Google Shape;962;p47"/>
          <p:cNvSpPr txBox="1">
            <a:spLocks noGrp="1"/>
          </p:cNvSpPr>
          <p:nvPr>
            <p:ph type="title"/>
          </p:nvPr>
        </p:nvSpPr>
        <p:spPr>
          <a:xfrm>
            <a:off x="311700" y="262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Potential defective pieces</a:t>
            </a:r>
            <a:endParaRPr/>
          </a:p>
        </p:txBody>
      </p:sp>
      <p:sp>
        <p:nvSpPr>
          <p:cNvPr id="963" name="Google Shape;963;p47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3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964" name="Google Shape;964;p47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965" name="Google Shape;965;p47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966" name="Google Shape;966;p47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sp>
        <p:nvSpPr>
          <p:cNvPr id="967" name="Google Shape;967;p47"/>
          <p:cNvSpPr/>
          <p:nvPr/>
        </p:nvSpPr>
        <p:spPr>
          <a:xfrm rot="5400000">
            <a:off x="387600" y="1222075"/>
            <a:ext cx="273000" cy="424800"/>
          </a:xfrm>
          <a:prstGeom prst="upArrow">
            <a:avLst>
              <a:gd name="adj1" fmla="val 50000"/>
              <a:gd name="adj2" fmla="val 50000"/>
            </a:avLst>
          </a:prstGeom>
          <a:solidFill>
            <a:schemeClr val="accent5"/>
          </a:solidFill>
          <a:ln w="9525" cap="flat" cmpd="sng">
            <a:solidFill>
              <a:srgbClr val="DAFBFE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8" name="Google Shape;968;p47"/>
          <p:cNvSpPr/>
          <p:nvPr/>
        </p:nvSpPr>
        <p:spPr>
          <a:xfrm>
            <a:off x="460688" y="1668275"/>
            <a:ext cx="7960800" cy="2279400"/>
          </a:xfrm>
          <a:prstGeom prst="rect">
            <a:avLst/>
          </a:prstGeom>
          <a:noFill/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69" name="Google Shape;969;p47"/>
          <p:cNvSpPr txBox="1"/>
          <p:nvPr/>
        </p:nvSpPr>
        <p:spPr>
          <a:xfrm>
            <a:off x="820922" y="2321750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C1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70" name="Google Shape;970;p47"/>
          <p:cNvCxnSpPr/>
          <p:nvPr/>
        </p:nvCxnSpPr>
        <p:spPr>
          <a:xfrm>
            <a:off x="1690702" y="2538682"/>
            <a:ext cx="4887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1" name="Google Shape;971;p47"/>
          <p:cNvCxnSpPr>
            <a:stCxn id="972" idx="1"/>
          </p:cNvCxnSpPr>
          <p:nvPr/>
        </p:nvCxnSpPr>
        <p:spPr>
          <a:xfrm>
            <a:off x="820923" y="2129400"/>
            <a:ext cx="0" cy="12693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sp>
        <p:nvSpPr>
          <p:cNvPr id="973" name="Google Shape;973;p47"/>
          <p:cNvSpPr txBox="1"/>
          <p:nvPr/>
        </p:nvSpPr>
        <p:spPr>
          <a:xfrm rot="-5400000">
            <a:off x="180775" y="2679425"/>
            <a:ext cx="992700" cy="311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 i="1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i </a:t>
            </a: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th Batch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72" name="Google Shape;972;p47"/>
          <p:cNvSpPr txBox="1"/>
          <p:nvPr/>
        </p:nvSpPr>
        <p:spPr>
          <a:xfrm>
            <a:off x="820923" y="1915350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74" name="Google Shape;974;p47"/>
          <p:cNvSpPr/>
          <p:nvPr/>
        </p:nvSpPr>
        <p:spPr>
          <a:xfrm>
            <a:off x="2179405" y="22529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75" name="Google Shape;975;p47"/>
          <p:cNvSpPr/>
          <p:nvPr/>
        </p:nvSpPr>
        <p:spPr>
          <a:xfrm>
            <a:off x="4122930" y="2252909"/>
            <a:ext cx="571500" cy="571500"/>
          </a:xfrm>
          <a:prstGeom prst="ellipse">
            <a:avLst/>
          </a:prstGeom>
          <a:solidFill>
            <a:srgbClr val="78909C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Mch-4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76" name="Google Shape;976;p47"/>
          <p:cNvSpPr/>
          <p:nvPr/>
        </p:nvSpPr>
        <p:spPr>
          <a:xfrm>
            <a:off x="5094655" y="2252922"/>
            <a:ext cx="571500" cy="571500"/>
          </a:xfrm>
          <a:prstGeom prst="ellipse">
            <a:avLst/>
          </a:prstGeom>
          <a:solidFill>
            <a:srgbClr val="FFAB40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Mch-6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77" name="Google Shape;977;p47"/>
          <p:cNvCxnSpPr>
            <a:endCxn id="974" idx="2"/>
          </p:cNvCxnSpPr>
          <p:nvPr/>
        </p:nvCxnSpPr>
        <p:spPr>
          <a:xfrm>
            <a:off x="1779205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8" name="Google Shape;978;p47"/>
          <p:cNvCxnSpPr>
            <a:stCxn id="975" idx="6"/>
            <a:endCxn id="976" idx="2"/>
          </p:cNvCxnSpPr>
          <p:nvPr/>
        </p:nvCxnSpPr>
        <p:spPr>
          <a:xfrm>
            <a:off x="4694430" y="253865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79" name="Google Shape;979;p47"/>
          <p:cNvCxnSpPr>
            <a:stCxn id="976" idx="6"/>
          </p:cNvCxnSpPr>
          <p:nvPr/>
        </p:nvCxnSpPr>
        <p:spPr>
          <a:xfrm>
            <a:off x="5666155" y="2538672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80" name="Google Shape;980;p47"/>
          <p:cNvSpPr txBox="1"/>
          <p:nvPr/>
        </p:nvSpPr>
        <p:spPr>
          <a:xfrm>
            <a:off x="820901" y="2654871"/>
            <a:ext cx="848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Pieces = 5</a:t>
            </a:r>
            <a:endParaRPr sz="17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81" name="Google Shape;981;p47"/>
          <p:cNvSpPr txBox="1"/>
          <p:nvPr/>
        </p:nvSpPr>
        <p:spPr>
          <a:xfrm>
            <a:off x="820922" y="2975075"/>
            <a:ext cx="9582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latin typeface="Dosis"/>
                <a:ea typeface="Dosis"/>
                <a:cs typeface="Dosis"/>
                <a:sym typeface="Dosis"/>
              </a:rPr>
              <a:t>BATCH …..</a:t>
            </a:r>
            <a:endParaRPr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82" name="Google Shape;982;p47"/>
          <p:cNvSpPr txBox="1"/>
          <p:nvPr/>
        </p:nvSpPr>
        <p:spPr>
          <a:xfrm>
            <a:off x="5899002" y="3046614"/>
            <a:ext cx="9927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Defects = 2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at j = 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83" name="Google Shape;983;p47"/>
          <p:cNvCxnSpPr/>
          <p:nvPr/>
        </p:nvCxnSpPr>
        <p:spPr>
          <a:xfrm>
            <a:off x="2396160" y="3255092"/>
            <a:ext cx="2964600" cy="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triangle" w="med" len="med"/>
            <a:tailEnd type="triangle" w="med" len="med"/>
          </a:ln>
        </p:spPr>
      </p:cxnSp>
      <p:cxnSp>
        <p:nvCxnSpPr>
          <p:cNvPr id="984" name="Google Shape;984;p47"/>
          <p:cNvCxnSpPr/>
          <p:nvPr/>
        </p:nvCxnSpPr>
        <p:spPr>
          <a:xfrm>
            <a:off x="2465185" y="2824438"/>
            <a:ext cx="0" cy="4281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5" name="Google Shape;985;p47"/>
          <p:cNvCxnSpPr/>
          <p:nvPr/>
        </p:nvCxnSpPr>
        <p:spPr>
          <a:xfrm>
            <a:off x="3436934" y="2824434"/>
            <a:ext cx="0" cy="4194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6" name="Google Shape;986;p47"/>
          <p:cNvCxnSpPr/>
          <p:nvPr/>
        </p:nvCxnSpPr>
        <p:spPr>
          <a:xfrm>
            <a:off x="4408701" y="2824435"/>
            <a:ext cx="0" cy="4026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987" name="Google Shape;987;p47"/>
          <p:cNvCxnSpPr>
            <a:stCxn id="976" idx="5"/>
          </p:cNvCxnSpPr>
          <p:nvPr/>
        </p:nvCxnSpPr>
        <p:spPr>
          <a:xfrm>
            <a:off x="5582460" y="2740728"/>
            <a:ext cx="430800" cy="3537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88" name="Google Shape;988;p47"/>
          <p:cNvSpPr txBox="1"/>
          <p:nvPr/>
        </p:nvSpPr>
        <p:spPr>
          <a:xfrm>
            <a:off x="2448055" y="3231686"/>
            <a:ext cx="29496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latin typeface="Dosis"/>
                <a:ea typeface="Dosis"/>
                <a:cs typeface="Dosis"/>
                <a:sym typeface="Dosis"/>
              </a:rPr>
              <a:t>suspicious machines</a:t>
            </a:r>
            <a:endParaRPr sz="1300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89" name="Google Shape;989;p47"/>
          <p:cNvSpPr txBox="1"/>
          <p:nvPr/>
        </p:nvSpPr>
        <p:spPr>
          <a:xfrm>
            <a:off x="2179388" y="2862821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90" name="Google Shape;990;p47"/>
          <p:cNvSpPr txBox="1"/>
          <p:nvPr/>
        </p:nvSpPr>
        <p:spPr>
          <a:xfrm>
            <a:off x="3151159" y="2862821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91" name="Google Shape;991;p47"/>
          <p:cNvSpPr txBox="1"/>
          <p:nvPr/>
        </p:nvSpPr>
        <p:spPr>
          <a:xfrm>
            <a:off x="4122899" y="2851228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92" name="Google Shape;992;p47"/>
          <p:cNvCxnSpPr/>
          <p:nvPr/>
        </p:nvCxnSpPr>
        <p:spPr>
          <a:xfrm>
            <a:off x="5380420" y="2824452"/>
            <a:ext cx="0" cy="421200"/>
          </a:xfrm>
          <a:prstGeom prst="straightConnector1">
            <a:avLst/>
          </a:prstGeom>
          <a:noFill/>
          <a:ln w="9525" cap="flat" cmpd="sng">
            <a:solidFill>
              <a:srgbClr val="595959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993" name="Google Shape;993;p47"/>
          <p:cNvSpPr txBox="1"/>
          <p:nvPr/>
        </p:nvSpPr>
        <p:spPr>
          <a:xfrm>
            <a:off x="5010945" y="2850553"/>
            <a:ext cx="5715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k = 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94" name="Google Shape;994;p47"/>
          <p:cNvSpPr txBox="1"/>
          <p:nvPr/>
        </p:nvSpPr>
        <p:spPr>
          <a:xfrm>
            <a:off x="7038102" y="2324655"/>
            <a:ext cx="1721400" cy="42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rgbClr val="000000"/>
                </a:solidFill>
                <a:latin typeface="Dosis"/>
                <a:ea typeface="Dosis"/>
                <a:cs typeface="Dosis"/>
                <a:sym typeface="Dosis"/>
              </a:rPr>
              <a:t>Finished Batch</a:t>
            </a:r>
            <a:endParaRPr sz="16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995" name="Google Shape;995;p47"/>
          <p:cNvSpPr/>
          <p:nvPr/>
        </p:nvSpPr>
        <p:spPr>
          <a:xfrm>
            <a:off x="3151178" y="2252939"/>
            <a:ext cx="571500" cy="571500"/>
          </a:xfrm>
          <a:prstGeom prst="ellipse">
            <a:avLst/>
          </a:prstGeom>
          <a:solidFill>
            <a:srgbClr val="0097A7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Mch-2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96" name="Google Shape;996;p47"/>
          <p:cNvCxnSpPr>
            <a:stCxn id="974" idx="6"/>
            <a:endCxn id="995" idx="2"/>
          </p:cNvCxnSpPr>
          <p:nvPr/>
        </p:nvCxnSpPr>
        <p:spPr>
          <a:xfrm>
            <a:off x="2750905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cxnSp>
        <p:nvCxnSpPr>
          <p:cNvPr id="997" name="Google Shape;997;p47"/>
          <p:cNvCxnSpPr>
            <a:stCxn id="995" idx="6"/>
            <a:endCxn id="975" idx="2"/>
          </p:cNvCxnSpPr>
          <p:nvPr/>
        </p:nvCxnSpPr>
        <p:spPr>
          <a:xfrm>
            <a:off x="3722678" y="2538689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998" name="Google Shape;998;p47"/>
          <p:cNvSpPr/>
          <p:nvPr/>
        </p:nvSpPr>
        <p:spPr>
          <a:xfrm>
            <a:off x="6066364" y="2252906"/>
            <a:ext cx="571500" cy="571500"/>
          </a:xfrm>
          <a:prstGeom prst="ellipse">
            <a:avLst/>
          </a:prstGeom>
          <a:solidFill>
            <a:srgbClr val="6AA84F"/>
          </a:soli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1200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Mch-3</a:t>
            </a:r>
            <a:endParaRPr sz="1200"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999" name="Google Shape;999;p47"/>
          <p:cNvCxnSpPr>
            <a:stCxn id="998" idx="6"/>
          </p:cNvCxnSpPr>
          <p:nvPr/>
        </p:nvCxnSpPr>
        <p:spPr>
          <a:xfrm>
            <a:off x="6637864" y="2538656"/>
            <a:ext cx="400200" cy="0"/>
          </a:xfrm>
          <a:prstGeom prst="straightConnector1">
            <a:avLst/>
          </a:prstGeom>
          <a:noFill/>
          <a:ln w="19050" cap="flat" cmpd="sng">
            <a:solidFill>
              <a:srgbClr val="000000"/>
            </a:solidFill>
            <a:prstDash val="solid"/>
            <a:round/>
            <a:headEnd type="none" w="med" len="med"/>
            <a:tailEnd type="stealth" w="med" len="med"/>
          </a:ln>
        </p:spPr>
      </p:cxnSp>
      <p:sp>
        <p:nvSpPr>
          <p:cNvPr id="1000" name="Google Shape;1000;p47"/>
          <p:cNvSpPr txBox="1"/>
          <p:nvPr/>
        </p:nvSpPr>
        <p:spPr>
          <a:xfrm>
            <a:off x="22173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1" name="Google Shape;1001;p47"/>
          <p:cNvSpPr txBox="1"/>
          <p:nvPr/>
        </p:nvSpPr>
        <p:spPr>
          <a:xfrm>
            <a:off x="7113363" y="2631925"/>
            <a:ext cx="1109400" cy="50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Good Pieces = 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( Gi )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2" name="Google Shape;1002;p47"/>
          <p:cNvSpPr txBox="1"/>
          <p:nvPr/>
        </p:nvSpPr>
        <p:spPr>
          <a:xfrm>
            <a:off x="32055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0.4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3" name="Google Shape;1003;p47"/>
          <p:cNvSpPr txBox="1"/>
          <p:nvPr/>
        </p:nvSpPr>
        <p:spPr>
          <a:xfrm>
            <a:off x="41937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0.6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4" name="Google Shape;1004;p47"/>
          <p:cNvSpPr txBox="1"/>
          <p:nvPr/>
        </p:nvSpPr>
        <p:spPr>
          <a:xfrm>
            <a:off x="5181951" y="34560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0.55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5" name="Google Shape;1005;p47"/>
          <p:cNvSpPr txBox="1"/>
          <p:nvPr/>
        </p:nvSpPr>
        <p:spPr>
          <a:xfrm>
            <a:off x="21897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j=1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6" name="Google Shape;1006;p47"/>
          <p:cNvSpPr txBox="1"/>
          <p:nvPr/>
        </p:nvSpPr>
        <p:spPr>
          <a:xfrm>
            <a:off x="31779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j=2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7" name="Google Shape;1007;p47"/>
          <p:cNvSpPr txBox="1"/>
          <p:nvPr/>
        </p:nvSpPr>
        <p:spPr>
          <a:xfrm>
            <a:off x="41661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j=3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8" name="Google Shape;1008;p47"/>
          <p:cNvSpPr txBox="1"/>
          <p:nvPr/>
        </p:nvSpPr>
        <p:spPr>
          <a:xfrm>
            <a:off x="51543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j=4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09" name="Google Shape;1009;p47"/>
          <p:cNvSpPr txBox="1"/>
          <p:nvPr/>
        </p:nvSpPr>
        <p:spPr>
          <a:xfrm>
            <a:off x="6142551" y="1997175"/>
            <a:ext cx="4644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highlight>
                  <a:schemeClr val="lt1"/>
                </a:highlight>
                <a:latin typeface="Dosis"/>
                <a:ea typeface="Dosis"/>
                <a:cs typeface="Dosis"/>
                <a:sym typeface="Dosis"/>
              </a:rPr>
              <a:t>j=5</a:t>
            </a:r>
            <a:endParaRPr sz="1300"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0" name="Google Shape;1010;p47"/>
          <p:cNvSpPr txBox="1"/>
          <p:nvPr/>
        </p:nvSpPr>
        <p:spPr>
          <a:xfrm>
            <a:off x="4729269" y="3662775"/>
            <a:ext cx="3242100" cy="285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FF0000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Shared defective pieces ( Zijk ) based on each Pm</a:t>
            </a:r>
            <a:endParaRPr sz="1300">
              <a:solidFill>
                <a:srgbClr val="FF0000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1" name="Google Shape;1011;p47"/>
          <p:cNvSpPr txBox="1"/>
          <p:nvPr/>
        </p:nvSpPr>
        <p:spPr>
          <a:xfrm>
            <a:off x="26817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2" name="Google Shape;1012;p47"/>
          <p:cNvSpPr txBox="1"/>
          <p:nvPr/>
        </p:nvSpPr>
        <p:spPr>
          <a:xfrm>
            <a:off x="36720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4.15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3" name="Google Shape;1013;p47"/>
          <p:cNvSpPr txBox="1"/>
          <p:nvPr/>
        </p:nvSpPr>
        <p:spPr>
          <a:xfrm>
            <a:off x="4683575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3.55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4" name="Google Shape;1014;p47"/>
          <p:cNvSpPr txBox="1"/>
          <p:nvPr/>
        </p:nvSpPr>
        <p:spPr>
          <a:xfrm>
            <a:off x="56187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5" name="Google Shape;1015;p47"/>
          <p:cNvSpPr txBox="1"/>
          <p:nvPr/>
        </p:nvSpPr>
        <p:spPr>
          <a:xfrm>
            <a:off x="6606950" y="2282175"/>
            <a:ext cx="464400" cy="225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300">
                <a:solidFill>
                  <a:srgbClr val="0000FF"/>
                </a:solidFill>
                <a:highlight>
                  <a:srgbClr val="FFFFFF"/>
                </a:highlight>
                <a:latin typeface="Dosis"/>
                <a:ea typeface="Dosis"/>
                <a:cs typeface="Dosis"/>
                <a:sym typeface="Dosis"/>
              </a:rPr>
              <a:t>3</a:t>
            </a:r>
            <a:endParaRPr sz="1300">
              <a:solidFill>
                <a:srgbClr val="0000FF"/>
              </a:solidFill>
              <a:highlight>
                <a:srgbClr val="FFFFFF"/>
              </a:highlight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16" name="Google Shape;1016;p47"/>
          <p:cNvSpPr txBox="1"/>
          <p:nvPr/>
        </p:nvSpPr>
        <p:spPr>
          <a:xfrm>
            <a:off x="3906488" y="1600288"/>
            <a:ext cx="18333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FF"/>
                </a:solidFill>
                <a:latin typeface="Dosis"/>
                <a:ea typeface="Dosis"/>
                <a:cs typeface="Dosis"/>
                <a:sym typeface="Dosis"/>
              </a:rPr>
              <a:t>Generated good pieces</a:t>
            </a:r>
            <a:endParaRPr>
              <a:solidFill>
                <a:srgbClr val="0000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17" name="Google Shape;1017;p47"/>
          <p:cNvCxnSpPr>
            <a:stCxn id="1013" idx="0"/>
          </p:cNvCxnSpPr>
          <p:nvPr/>
        </p:nvCxnSpPr>
        <p:spPr>
          <a:xfrm rot="10800000">
            <a:off x="4894175" y="1979475"/>
            <a:ext cx="21600" cy="302700"/>
          </a:xfrm>
          <a:prstGeom prst="straightConnector1">
            <a:avLst/>
          </a:prstGeom>
          <a:noFill/>
          <a:ln w="9525" cap="flat" cmpd="sng">
            <a:solidFill>
              <a:srgbClr val="0000FF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18" name="Google Shape;1018;p47"/>
          <p:cNvCxnSpPr/>
          <p:nvPr/>
        </p:nvCxnSpPr>
        <p:spPr>
          <a:xfrm>
            <a:off x="4440400" y="3643850"/>
            <a:ext cx="362400" cy="1287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19" name="Google Shape;1019;p47"/>
          <p:cNvSpPr txBox="1"/>
          <p:nvPr/>
        </p:nvSpPr>
        <p:spPr>
          <a:xfrm>
            <a:off x="1089838" y="1128075"/>
            <a:ext cx="755400" cy="615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Xijk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Gi</a:t>
            </a:r>
            <a:endParaRPr>
              <a:latin typeface="Dosis"/>
              <a:ea typeface="Dosis"/>
              <a:cs typeface="Dosis"/>
              <a:sym typeface="Dosis"/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latin typeface="Dosis"/>
                <a:ea typeface="Dosis"/>
                <a:cs typeface="Dosis"/>
                <a:sym typeface="Dosis"/>
              </a:rPr>
              <a:t>1.55  + </a:t>
            </a: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3</a:t>
            </a:r>
            <a:endParaRPr>
              <a:latin typeface="Dosis"/>
              <a:ea typeface="Dosis"/>
              <a:cs typeface="Dosis"/>
              <a:sym typeface="Dosis"/>
            </a:endParaRPr>
          </a:p>
        </p:txBody>
      </p:sp>
      <p:cxnSp>
        <p:nvCxnSpPr>
          <p:cNvPr id="1020" name="Google Shape;1020;p47"/>
          <p:cNvCxnSpPr>
            <a:stCxn id="1019" idx="3"/>
            <a:endCxn id="1011" idx="0"/>
          </p:cNvCxnSpPr>
          <p:nvPr/>
        </p:nvCxnSpPr>
        <p:spPr>
          <a:xfrm>
            <a:off x="1845238" y="1435875"/>
            <a:ext cx="1068600" cy="846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21" name="Google Shape;1021;p47">
            <a:hlinkClick r:id="rId5" action="ppaction://hlinksldjump"/>
          </p:cNvPr>
          <p:cNvSpPr/>
          <p:nvPr/>
        </p:nvSpPr>
        <p:spPr>
          <a:xfrm>
            <a:off x="7971366" y="3601609"/>
            <a:ext cx="302700" cy="302700"/>
          </a:xfrm>
          <a:prstGeom prst="ellipse">
            <a:avLst/>
          </a:prstGeom>
          <a:solidFill>
            <a:srgbClr val="F4CCCC"/>
          </a:solidFill>
          <a:ln w="28575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2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22" name="Google Shape;1022;p47">
            <a:hlinkClick r:id="rId6" action="ppaction://hlinksldjump"/>
          </p:cNvPr>
          <p:cNvSpPr/>
          <p:nvPr/>
        </p:nvSpPr>
        <p:spPr>
          <a:xfrm>
            <a:off x="838900" y="1283124"/>
            <a:ext cx="302700" cy="302700"/>
          </a:xfrm>
          <a:prstGeom prst="ellipse">
            <a:avLst/>
          </a:prstGeom>
          <a:solidFill>
            <a:srgbClr val="DAFBFE"/>
          </a:solidFill>
          <a:ln w="2857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0" tIns="45700" rIns="0" bIns="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STEP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700" b="1">
                <a:latin typeface="Dosis"/>
                <a:ea typeface="Dosis"/>
                <a:cs typeface="Dosis"/>
                <a:sym typeface="Dosis"/>
              </a:rPr>
              <a:t>3</a:t>
            </a:r>
            <a:endParaRPr sz="700" b="1">
              <a:latin typeface="Dosis"/>
              <a:ea typeface="Dosis"/>
              <a:cs typeface="Dosis"/>
              <a:sym typeface="Dosis"/>
            </a:endParaRPr>
          </a:p>
        </p:txBody>
      </p:sp>
      <p:sp>
        <p:nvSpPr>
          <p:cNvPr id="1023" name="Google Shape;1023;p47"/>
          <p:cNvSpPr txBox="1"/>
          <p:nvPr/>
        </p:nvSpPr>
        <p:spPr>
          <a:xfrm>
            <a:off x="6862313" y="1699338"/>
            <a:ext cx="1530300" cy="215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Dosis"/>
                <a:ea typeface="Dosis"/>
                <a:cs typeface="Dosis"/>
                <a:sym typeface="Dosis"/>
              </a:rPr>
              <a:t>Estimate Zijk and Xijk</a:t>
            </a:r>
            <a:endParaRPr/>
          </a:p>
        </p:txBody>
      </p:sp>
      <p:sp>
        <p:nvSpPr>
          <p:cNvPr id="1024" name="Google Shape;1024;p47"/>
          <p:cNvSpPr txBox="1"/>
          <p:nvPr/>
        </p:nvSpPr>
        <p:spPr>
          <a:xfrm>
            <a:off x="384484" y="3676725"/>
            <a:ext cx="4320300" cy="33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latin typeface="Roboto Condensed Light"/>
                <a:ea typeface="Roboto Condensed Light"/>
                <a:cs typeface="Roboto Condensed Light"/>
                <a:sym typeface="Roboto Condensed Light"/>
              </a:rPr>
              <a:t>Mch-3 and Mch-6 can observe defective pieces</a:t>
            </a:r>
            <a:endParaRPr sz="1000" i="1">
              <a:latin typeface="Roboto Condensed Light"/>
              <a:ea typeface="Roboto Condensed Light"/>
              <a:cs typeface="Roboto Condensed Light"/>
              <a:sym typeface="Roboto Condensed Light"/>
            </a:endParaRPr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56598">
        <p14:gallery dir="l"/>
      </p:transition>
    </mc:Choice>
    <mc:Fallback xmlns="">
      <p:transition spd="slow" advTm="56598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30" x="1112838" y="1233488"/>
          <p14:tracePt t="294" x="1104900" y="1233488"/>
          <p14:tracePt t="350" x="1098550" y="1233488"/>
          <p14:tracePt t="367" x="1090613" y="1233488"/>
          <p14:tracePt t="406" x="1084263" y="1233488"/>
          <p14:tracePt t="414" x="1076325" y="1233488"/>
          <p14:tracePt t="422" x="1076325" y="1227138"/>
          <p14:tracePt t="438" x="1069975" y="1227138"/>
          <p14:tracePt t="454" x="1062038" y="1227138"/>
          <p14:tracePt t="478" x="1055688" y="1227138"/>
          <p14:tracePt t="518" x="1047750" y="1227138"/>
          <p14:tracePt t="534" x="1041400" y="1227138"/>
          <p14:tracePt t="550" x="1033463" y="1227138"/>
          <p14:tracePt t="590" x="1027113" y="1227138"/>
          <p14:tracePt t="598" x="1012825" y="1227138"/>
          <p14:tracePt t="622" x="1006475" y="1227138"/>
          <p14:tracePt t="630" x="998538" y="1227138"/>
          <p14:tracePt t="646" x="992188" y="1227138"/>
          <p14:tracePt t="662" x="977900" y="1227138"/>
          <p14:tracePt t="686" x="969963" y="1227138"/>
          <p14:tracePt t="694" x="969963" y="1233488"/>
          <p14:tracePt t="710" x="963613" y="1241425"/>
          <p14:tracePt t="718" x="955675" y="1241425"/>
          <p14:tracePt t="726" x="949325" y="1241425"/>
          <p14:tracePt t="758" x="941388" y="1247775"/>
          <p14:tracePt t="774" x="935038" y="1247775"/>
          <p14:tracePt t="790" x="927100" y="1255713"/>
          <p14:tracePt t="814" x="920750" y="1255713"/>
          <p14:tracePt t="854" x="920750" y="1262063"/>
          <p14:tracePt t="894" x="920750" y="1270000"/>
          <p14:tracePt t="902" x="912813" y="1270000"/>
          <p14:tracePt t="966" x="906463" y="1276350"/>
          <p14:tracePt t="1038" x="898525" y="1276350"/>
          <p14:tracePt t="1302" x="898525" y="1290638"/>
          <p14:tracePt t="1334" x="898525" y="1298575"/>
          <p14:tracePt t="1350" x="892175" y="1304925"/>
          <p14:tracePt t="1367" x="892175" y="1312863"/>
          <p14:tracePt t="1382" x="892175" y="1327150"/>
          <p14:tracePt t="1390" x="892175" y="1341438"/>
          <p14:tracePt t="1398" x="884238" y="1355725"/>
          <p14:tracePt t="1406" x="884238" y="1362075"/>
          <p14:tracePt t="1414" x="877888" y="1384300"/>
          <p14:tracePt t="1422" x="877888" y="1404938"/>
          <p14:tracePt t="1430" x="877888" y="1419225"/>
          <p14:tracePt t="1438" x="877888" y="1433513"/>
          <p14:tracePt t="1446" x="877888" y="1447800"/>
          <p14:tracePt t="1454" x="877888" y="1462088"/>
          <p14:tracePt t="1462" x="877888" y="1476375"/>
          <p14:tracePt t="1470" x="877888" y="1490663"/>
          <p14:tracePt t="1478" x="877888" y="1512888"/>
          <p14:tracePt t="1486" x="877888" y="1519238"/>
          <p14:tracePt t="1494" x="877888" y="1533525"/>
          <p14:tracePt t="1502" x="877888" y="1547813"/>
          <p14:tracePt t="1510" x="877888" y="1562100"/>
          <p14:tracePt t="1518" x="877888" y="1570038"/>
          <p14:tracePt t="1526" x="877888" y="1584325"/>
          <p14:tracePt t="1534" x="877888" y="1598613"/>
          <p14:tracePt t="1542" x="884238" y="1612900"/>
          <p14:tracePt t="1551" x="892175" y="1619250"/>
          <p14:tracePt t="1574" x="898525" y="1619250"/>
          <p14:tracePt t="1582" x="898525" y="1627188"/>
          <p14:tracePt t="1590" x="906463" y="1627188"/>
          <p14:tracePt t="1598" x="906463" y="1633538"/>
          <p14:tracePt t="1614" x="912813" y="1633538"/>
          <p14:tracePt t="1622" x="927100" y="1633538"/>
          <p14:tracePt t="1638" x="941388" y="1633538"/>
          <p14:tracePt t="1646" x="955675" y="1641475"/>
          <p14:tracePt t="1662" x="977900" y="1641475"/>
          <p14:tracePt t="1670" x="992188" y="1641475"/>
          <p14:tracePt t="1678" x="998538" y="1641475"/>
          <p14:tracePt t="1686" x="1012825" y="1641475"/>
          <p14:tracePt t="1694" x="1033463" y="1641475"/>
          <p14:tracePt t="1702" x="1047750" y="1641475"/>
          <p14:tracePt t="1710" x="1069975" y="1641475"/>
          <p14:tracePt t="1718" x="1098550" y="1641475"/>
          <p14:tracePt t="1726" x="1112838" y="1641475"/>
          <p14:tracePt t="1734" x="1141413" y="1641475"/>
          <p14:tracePt t="1742" x="1162050" y="1641475"/>
          <p14:tracePt t="1751" x="1190625" y="1641475"/>
          <p14:tracePt t="1758" x="1212850" y="1641475"/>
          <p14:tracePt t="1767" x="1219200" y="1641475"/>
          <p14:tracePt t="1774" x="1233488" y="1641475"/>
          <p14:tracePt t="1782" x="1241425" y="1641475"/>
          <p14:tracePt t="1790" x="1255713" y="1641475"/>
          <p14:tracePt t="1814" x="1262063" y="1641475"/>
          <p14:tracePt t="1830" x="1270000" y="1641475"/>
          <p14:tracePt t="1838" x="1276350" y="1633538"/>
          <p14:tracePt t="1854" x="1284288" y="1627188"/>
          <p14:tracePt t="1862" x="1284288" y="1619250"/>
          <p14:tracePt t="1870" x="1290638" y="1619250"/>
          <p14:tracePt t="1878" x="1290638" y="1612900"/>
          <p14:tracePt t="1900" x="1290638" y="1584325"/>
          <p14:tracePt t="1902" x="1290638" y="1576388"/>
          <p14:tracePt t="1910" x="1304925" y="1562100"/>
          <p14:tracePt t="1918" x="1304925" y="1541463"/>
          <p14:tracePt t="1926" x="1304925" y="1533525"/>
          <p14:tracePt t="1934" x="1304925" y="1512888"/>
          <p14:tracePt t="1942" x="1304925" y="1490663"/>
          <p14:tracePt t="1951" x="1304925" y="1484313"/>
          <p14:tracePt t="1958" x="1304925" y="1470025"/>
          <p14:tracePt t="1966" x="1304925" y="1455738"/>
          <p14:tracePt t="1974" x="1304925" y="1441450"/>
          <p14:tracePt t="1982" x="1304925" y="1433513"/>
          <p14:tracePt t="1990" x="1304925" y="1419225"/>
          <p14:tracePt t="1998" x="1304925" y="1412875"/>
          <p14:tracePt t="2006" x="1304925" y="1398588"/>
          <p14:tracePt t="2014" x="1304925" y="1390650"/>
          <p14:tracePt t="2022" x="1304925" y="1370013"/>
          <p14:tracePt t="2038" x="1304925" y="1347788"/>
          <p14:tracePt t="2046" x="1298575" y="1341438"/>
          <p14:tracePt t="2054" x="1298575" y="1327150"/>
          <p14:tracePt t="2062" x="1276350" y="1312863"/>
          <p14:tracePt t="2070" x="1270000" y="1298575"/>
          <p14:tracePt t="2078" x="1255713" y="1284288"/>
          <p14:tracePt t="2094" x="1247775" y="1270000"/>
          <p14:tracePt t="2102" x="1233488" y="1262063"/>
          <p14:tracePt t="2110" x="1227138" y="1255713"/>
          <p14:tracePt t="2126" x="1212850" y="1247775"/>
          <p14:tracePt t="2134" x="1204913" y="1247775"/>
          <p14:tracePt t="2142" x="1198563" y="1241425"/>
          <p14:tracePt t="2150" x="1190625" y="1241425"/>
          <p14:tracePt t="2166" x="1184275" y="1241425"/>
          <p14:tracePt t="2183" x="1169988" y="1241425"/>
          <p14:tracePt t="3598" x="1162050" y="1241425"/>
          <p14:tracePt t="3606" x="1162050" y="1233488"/>
          <p14:tracePt t="6342" x="1155700" y="1233488"/>
          <p14:tracePt t="6350" x="1155700" y="1241425"/>
          <p14:tracePt t="6358" x="1155700" y="1247775"/>
          <p14:tracePt t="6382" x="1155700" y="1255713"/>
          <p14:tracePt t="6390" x="1155700" y="1262063"/>
          <p14:tracePt t="6398" x="1147763" y="1270000"/>
          <p14:tracePt t="6414" x="1147763" y="1284288"/>
          <p14:tracePt t="6438" x="1147763" y="1290638"/>
          <p14:tracePt t="6446" x="1147763" y="1304925"/>
          <p14:tracePt t="6454" x="1147763" y="1312863"/>
          <p14:tracePt t="6470" x="1147763" y="1327150"/>
          <p14:tracePt t="6478" x="1141413" y="1341438"/>
          <p14:tracePt t="6486" x="1141413" y="1347788"/>
          <p14:tracePt t="6494" x="1133475" y="1355725"/>
          <p14:tracePt t="6502" x="1133475" y="1376363"/>
          <p14:tracePt t="6518" x="1133475" y="1384300"/>
          <p14:tracePt t="6526" x="1133475" y="1398588"/>
          <p14:tracePt t="6534" x="1133475" y="1412875"/>
          <p14:tracePt t="6542" x="1133475" y="1419225"/>
          <p14:tracePt t="6550" x="1119188" y="1433513"/>
          <p14:tracePt t="6567" x="1119188" y="1447800"/>
          <p14:tracePt t="6574" x="1119188" y="1455738"/>
          <p14:tracePt t="6582" x="1119188" y="1462088"/>
          <p14:tracePt t="6590" x="1119188" y="1470025"/>
          <p14:tracePt t="6598" x="1119188" y="1476375"/>
          <p14:tracePt t="6606" x="1119188" y="1484313"/>
          <p14:tracePt t="6614" x="1119188" y="1498600"/>
          <p14:tracePt t="6630" x="1119188" y="1512888"/>
          <p14:tracePt t="6646" x="1119188" y="1519238"/>
          <p14:tracePt t="6654" x="1119188" y="1527175"/>
          <p14:tracePt t="6662" x="1119188" y="1533525"/>
          <p14:tracePt t="6702" x="1119188" y="1541463"/>
          <p14:tracePt t="7030" x="1119188" y="1547813"/>
          <p14:tracePt t="7038" x="1119188" y="1555750"/>
          <p14:tracePt t="7054" x="1119188" y="1562100"/>
          <p14:tracePt t="7086" x="1127125" y="1570038"/>
          <p14:tracePt t="7094" x="1127125" y="1584325"/>
          <p14:tracePt t="7118" x="1133475" y="1590675"/>
          <p14:tracePt t="7126" x="1141413" y="1598613"/>
          <p14:tracePt t="7142" x="1141413" y="1604963"/>
          <p14:tracePt t="7151" x="1147763" y="1612900"/>
          <p14:tracePt t="7198" x="1147763" y="1627188"/>
          <p14:tracePt t="7246" x="1155700" y="1627188"/>
          <p14:tracePt t="7318" x="1155700" y="1633538"/>
          <p14:tracePt t="7414" x="1162050" y="1641475"/>
          <p14:tracePt t="7430" x="1169988" y="1641475"/>
          <p14:tracePt t="7454" x="1176338" y="1641475"/>
          <p14:tracePt t="7679" x="1184275" y="1655763"/>
          <p14:tracePt t="7686" x="1198563" y="1662113"/>
          <p14:tracePt t="7694" x="1198563" y="1670050"/>
          <p14:tracePt t="7702" x="1204913" y="1670050"/>
          <p14:tracePt t="7710" x="1212850" y="1676400"/>
          <p14:tracePt t="7718" x="1219200" y="1676400"/>
          <p14:tracePt t="7734" x="1227138" y="1684338"/>
          <p14:tracePt t="7838" x="1233488" y="1690688"/>
          <p14:tracePt t="7846" x="1241425" y="1704975"/>
          <p14:tracePt t="7871" x="1241425" y="1712913"/>
          <p14:tracePt t="7910" x="1255713" y="1719263"/>
          <p14:tracePt t="7926" x="1255713" y="1725613"/>
          <p14:tracePt t="8198" x="1262063" y="1725613"/>
          <p14:tracePt t="8294" x="1270000" y="1725613"/>
          <p14:tracePt t="8326" x="1276350" y="1719263"/>
          <p14:tracePt t="9662" x="1284288" y="1719263"/>
          <p14:tracePt t="9678" x="1290638" y="1719263"/>
          <p14:tracePt t="9702" x="1304925" y="1719263"/>
          <p14:tracePt t="9718" x="1312863" y="1719263"/>
          <p14:tracePt t="9742" x="1319213" y="1719263"/>
          <p14:tracePt t="9750" x="1327150" y="1719263"/>
          <p14:tracePt t="9782" x="1333500" y="1719263"/>
          <p14:tracePt t="9814" x="1341438" y="1719263"/>
          <p14:tracePt t="9830" x="1347788" y="1719263"/>
          <p14:tracePt t="9870" x="1355725" y="1719263"/>
          <p14:tracePt t="10078" x="1341438" y="1719263"/>
          <p14:tracePt t="10094" x="1333500" y="1719263"/>
          <p14:tracePt t="10110" x="1319213" y="1719263"/>
          <p14:tracePt t="10134" x="1312863" y="1719263"/>
          <p14:tracePt t="10166" x="1304925" y="1719263"/>
          <p14:tracePt t="10182" x="1298575" y="1719263"/>
          <p14:tracePt t="10190" x="1290638" y="1719263"/>
          <p14:tracePt t="10230" x="1284288" y="1719263"/>
          <p14:tracePt t="10262" x="1276350" y="1719263"/>
          <p14:tracePt t="10286" x="1270000" y="1719263"/>
          <p14:tracePt t="10294" x="1262063" y="1719263"/>
          <p14:tracePt t="10302" x="1255713" y="1719263"/>
          <p14:tracePt t="10334" x="1247775" y="1712913"/>
          <p14:tracePt t="10342" x="1241425" y="1712913"/>
          <p14:tracePt t="10358" x="1233488" y="1712913"/>
          <p14:tracePt t="10374" x="1227138" y="1712913"/>
          <p14:tracePt t="10382" x="1219200" y="1712913"/>
          <p14:tracePt t="10390" x="1212850" y="1712913"/>
          <p14:tracePt t="10406" x="1204913" y="1712913"/>
          <p14:tracePt t="10414" x="1198563" y="1704975"/>
          <p14:tracePt t="10422" x="1190625" y="1704975"/>
          <p14:tracePt t="10430" x="1184275" y="1704975"/>
          <p14:tracePt t="10446" x="1176338" y="1704975"/>
          <p14:tracePt t="10454" x="1169988" y="1704975"/>
          <p14:tracePt t="10702" x="1176338" y="1704975"/>
          <p14:tracePt t="10710" x="1184275" y="1704975"/>
          <p14:tracePt t="10718" x="1190625" y="1704975"/>
          <p14:tracePt t="10726" x="1198563" y="1704975"/>
          <p14:tracePt t="10734" x="1204913" y="1704975"/>
          <p14:tracePt t="10742" x="1212850" y="1704975"/>
          <p14:tracePt t="10751" x="1219200" y="1704975"/>
          <p14:tracePt t="10767" x="1233488" y="1704975"/>
          <p14:tracePt t="10782" x="1241425" y="1704975"/>
          <p14:tracePt t="10790" x="1247775" y="1704975"/>
          <p14:tracePt t="10798" x="1255713" y="1704975"/>
          <p14:tracePt t="10814" x="1262063" y="1704975"/>
          <p14:tracePt t="10822" x="1270000" y="1704975"/>
          <p14:tracePt t="10838" x="1276350" y="1704975"/>
          <p14:tracePt t="10846" x="1284288" y="1704975"/>
          <p14:tracePt t="10854" x="1298575" y="1704975"/>
          <p14:tracePt t="10871" x="1304925" y="1704975"/>
          <p14:tracePt t="10878" x="1312863" y="1704975"/>
          <p14:tracePt t="10894" x="1319213" y="1704975"/>
          <p14:tracePt t="10910" x="1327150" y="1704975"/>
          <p14:tracePt t="10926" x="1333500" y="1704975"/>
          <p14:tracePt t="10934" x="1341438" y="1704975"/>
          <p14:tracePt t="10951" x="1347788" y="1704975"/>
          <p14:tracePt t="10967" x="1355725" y="1704975"/>
          <p14:tracePt t="10982" x="1362075" y="1704975"/>
          <p14:tracePt t="10998" x="1370013" y="1698625"/>
          <p14:tracePt t="11006" x="1384300" y="1698625"/>
          <p14:tracePt t="11030" x="1390650" y="1698625"/>
          <p14:tracePt t="11318" x="1376363" y="1698625"/>
          <p14:tracePt t="11326" x="1362075" y="1698625"/>
          <p14:tracePt t="11342" x="1341438" y="1698625"/>
          <p14:tracePt t="11350" x="1333500" y="1698625"/>
          <p14:tracePt t="11358" x="1327150" y="1698625"/>
          <p14:tracePt t="11366" x="1312863" y="1698625"/>
          <p14:tracePt t="11374" x="1298575" y="1698625"/>
          <p14:tracePt t="11390" x="1290638" y="1698625"/>
          <p14:tracePt t="11398" x="1284288" y="1698625"/>
          <p14:tracePt t="11406" x="1270000" y="1698625"/>
          <p14:tracePt t="11414" x="1262063" y="1698625"/>
          <p14:tracePt t="11422" x="1255713" y="1698625"/>
          <p14:tracePt t="11430" x="1247775" y="1698625"/>
          <p14:tracePt t="11446" x="1241425" y="1698625"/>
          <p14:tracePt t="11454" x="1233488" y="1698625"/>
          <p14:tracePt t="11462" x="1227138" y="1698625"/>
          <p14:tracePt t="11478" x="1219200" y="1698625"/>
          <p14:tracePt t="11494" x="1212850" y="1698625"/>
          <p14:tracePt t="11806" x="1219200" y="1698625"/>
          <p14:tracePt t="11814" x="1227138" y="1698625"/>
          <p14:tracePt t="11822" x="1233488" y="1698625"/>
          <p14:tracePt t="11830" x="1241425" y="1698625"/>
          <p14:tracePt t="11846" x="1247775" y="1698625"/>
          <p14:tracePt t="11854" x="1255713" y="1698625"/>
          <p14:tracePt t="11862" x="1262063" y="1698625"/>
          <p14:tracePt t="11870" x="1270000" y="1698625"/>
          <p14:tracePt t="11878" x="1276350" y="1698625"/>
          <p14:tracePt t="11886" x="1284288" y="1698625"/>
          <p14:tracePt t="11918" x="1304925" y="1698625"/>
          <p14:tracePt t="11934" x="1312863" y="1698625"/>
          <p14:tracePt t="11942" x="1319213" y="1698625"/>
          <p14:tracePt t="11950" x="1327150" y="1698625"/>
          <p14:tracePt t="11974" x="1333500" y="1698625"/>
          <p14:tracePt t="11982" x="1347788" y="1698625"/>
          <p14:tracePt t="12006" x="1355725" y="1698625"/>
          <p14:tracePt t="12038" x="1370013" y="1698625"/>
          <p14:tracePt t="12054" x="1376363" y="1698625"/>
          <p14:tracePt t="12078" x="1390650" y="1698625"/>
          <p14:tracePt t="12478" x="1384300" y="1698625"/>
          <p14:tracePt t="12494" x="1376363" y="1698625"/>
          <p14:tracePt t="12510" x="1370013" y="1698625"/>
          <p14:tracePt t="12526" x="1362075" y="1698625"/>
          <p14:tracePt t="12534" x="1355725" y="1698625"/>
          <p14:tracePt t="12566" x="1347788" y="1698625"/>
          <p14:tracePt t="12582" x="1333500" y="1690688"/>
          <p14:tracePt t="12606" x="1327150" y="1690688"/>
          <p14:tracePt t="12614" x="1319213" y="1690688"/>
          <p14:tracePt t="12622" x="1304925" y="1684338"/>
          <p14:tracePt t="12638" x="1284288" y="1684338"/>
          <p14:tracePt t="12654" x="1276350" y="1684338"/>
          <p14:tracePt t="12662" x="1270000" y="1684338"/>
          <p14:tracePt t="12686" x="1262063" y="1684338"/>
          <p14:tracePt t="12694" x="1255713" y="1684338"/>
          <p14:tracePt t="12702" x="1247775" y="1684338"/>
          <p14:tracePt t="12742" x="1241425" y="1684338"/>
          <p14:tracePt t="12767" x="1233488" y="1684338"/>
          <p14:tracePt t="13158" x="1241425" y="1684338"/>
          <p14:tracePt t="13174" x="1247775" y="1684338"/>
          <p14:tracePt t="13190" x="1255713" y="1684338"/>
          <p14:tracePt t="13198" x="1262063" y="1684338"/>
          <p14:tracePt t="13222" x="1270000" y="1684338"/>
          <p14:tracePt t="13230" x="1276350" y="1684338"/>
          <p14:tracePt t="13238" x="1284288" y="1684338"/>
          <p14:tracePt t="13246" x="1290638" y="1684338"/>
          <p14:tracePt t="13270" x="1298575" y="1684338"/>
          <p14:tracePt t="13278" x="1304925" y="1684338"/>
          <p14:tracePt t="13310" x="1312863" y="1684338"/>
          <p14:tracePt t="13318" x="1319213" y="1684338"/>
          <p14:tracePt t="13326" x="1327150" y="1684338"/>
          <p14:tracePt t="13358" x="1333500" y="1684338"/>
          <p14:tracePt t="13374" x="1341438" y="1684338"/>
          <p14:tracePt t="13390" x="1347788" y="1684338"/>
          <p14:tracePt t="13422" x="1355725" y="1684338"/>
          <p14:tracePt t="13438" x="1362075" y="1684338"/>
          <p14:tracePt t="13446" x="1370013" y="1684338"/>
          <p14:tracePt t="13478" x="1376363" y="1684338"/>
          <p14:tracePt t="13486" x="1384300" y="1684338"/>
          <p14:tracePt t="13510" x="1390650" y="1684338"/>
          <p14:tracePt t="14054" x="1384300" y="1684338"/>
          <p14:tracePt t="14094" x="1376363" y="1684338"/>
          <p14:tracePt t="14118" x="1370013" y="1684338"/>
          <p14:tracePt t="14142" x="1355725" y="1684338"/>
          <p14:tracePt t="14158" x="1347788" y="1684338"/>
          <p14:tracePt t="14167" x="1341438" y="1684338"/>
          <p14:tracePt t="14174" x="1333500" y="1684338"/>
          <p14:tracePt t="14182" x="1327150" y="1684338"/>
          <p14:tracePt t="14198" x="1312863" y="1684338"/>
          <p14:tracePt t="14214" x="1304925" y="1684338"/>
          <p14:tracePt t="14598" x="1312863" y="1684338"/>
          <p14:tracePt t="14606" x="1319213" y="1684338"/>
          <p14:tracePt t="14614" x="1333500" y="1684338"/>
          <p14:tracePt t="14622" x="1341438" y="1684338"/>
          <p14:tracePt t="14630" x="1355725" y="1684338"/>
          <p14:tracePt t="14638" x="1370013" y="1684338"/>
          <p14:tracePt t="14646" x="1384300" y="1684338"/>
          <p14:tracePt t="14654" x="1404938" y="1690688"/>
          <p14:tracePt t="14662" x="1427163" y="1690688"/>
          <p14:tracePt t="14670" x="1455738" y="1690688"/>
          <p14:tracePt t="14678" x="1476375" y="1690688"/>
          <p14:tracePt t="14686" x="1504950" y="1690688"/>
          <p14:tracePt t="14694" x="1519238" y="1690688"/>
          <p14:tracePt t="14702" x="1539875" y="1690688"/>
          <p14:tracePt t="14710" x="1562100" y="1690688"/>
          <p14:tracePt t="14718" x="1576388" y="1690688"/>
          <p14:tracePt t="14726" x="1597025" y="1690688"/>
          <p14:tracePt t="14734" x="1619250" y="1690688"/>
          <p14:tracePt t="14742" x="1647825" y="1690688"/>
          <p14:tracePt t="14750" x="1676400" y="1690688"/>
          <p14:tracePt t="14758" x="1697038" y="1690688"/>
          <p14:tracePt t="14767" x="1711325" y="1690688"/>
          <p14:tracePt t="14774" x="1733550" y="1690688"/>
          <p14:tracePt t="14782" x="1747838" y="1690688"/>
          <p14:tracePt t="14790" x="1754188" y="1690688"/>
          <p14:tracePt t="14918" x="1762125" y="1690688"/>
          <p14:tracePt t="14942" x="1762125" y="1684338"/>
          <p14:tracePt t="14958" x="1754188" y="1670050"/>
          <p14:tracePt t="14966" x="1747838" y="1662113"/>
          <p14:tracePt t="14974" x="1739900" y="1655763"/>
          <p14:tracePt t="14982" x="1733550" y="1655763"/>
          <p14:tracePt t="14990" x="1725613" y="1647825"/>
          <p14:tracePt t="14998" x="1711325" y="1633538"/>
          <p14:tracePt t="15006" x="1697038" y="1619250"/>
          <p14:tracePt t="15022" x="1690688" y="1604963"/>
          <p14:tracePt t="15030" x="1676400" y="1590675"/>
          <p14:tracePt t="15038" x="1668463" y="1576388"/>
          <p14:tracePt t="15046" x="1668463" y="1562100"/>
          <p14:tracePt t="15054" x="1654175" y="1555750"/>
          <p14:tracePt t="15062" x="1654175" y="1533525"/>
          <p14:tracePt t="15070" x="1647825" y="1533525"/>
          <p14:tracePt t="15078" x="1647825" y="1519238"/>
          <p14:tracePt t="15086" x="1639888" y="1512888"/>
          <p14:tracePt t="15094" x="1639888" y="1504950"/>
          <p14:tracePt t="15102" x="1639888" y="1490663"/>
          <p14:tracePt t="15110" x="1633538" y="1484313"/>
          <p14:tracePt t="15126" x="1625600" y="1470025"/>
          <p14:tracePt t="15158" x="1625600" y="1462088"/>
          <p14:tracePt t="15190" x="1619250" y="1462088"/>
          <p14:tracePt t="15198" x="1611313" y="1462088"/>
          <p14:tracePt t="15206" x="1604963" y="1462088"/>
          <p14:tracePt t="15214" x="1597025" y="1462088"/>
          <p14:tracePt t="15222" x="1582738" y="1462088"/>
          <p14:tracePt t="15230" x="1576388" y="1470025"/>
          <p14:tracePt t="15238" x="1562100" y="1476375"/>
          <p14:tracePt t="15246" x="1562100" y="1484313"/>
          <p14:tracePt t="15254" x="1562100" y="1490663"/>
          <p14:tracePt t="15262" x="1562100" y="1504950"/>
          <p14:tracePt t="15270" x="1562100" y="1512888"/>
          <p14:tracePt t="15278" x="1562100" y="1533525"/>
          <p14:tracePt t="15286" x="1562100" y="1541463"/>
          <p14:tracePt t="15294" x="1562100" y="1555750"/>
          <p14:tracePt t="15302" x="1562100" y="1570038"/>
          <p14:tracePt t="15310" x="1562100" y="1590675"/>
          <p14:tracePt t="15318" x="1568450" y="1598613"/>
          <p14:tracePt t="15326" x="1568450" y="1604963"/>
          <p14:tracePt t="15334" x="1590675" y="1619250"/>
          <p14:tracePt t="15342" x="1597025" y="1633538"/>
          <p14:tracePt t="15351" x="1611313" y="1647825"/>
          <p14:tracePt t="15374" x="1625600" y="1662113"/>
          <p14:tracePt t="15390" x="1633538" y="1662113"/>
          <p14:tracePt t="15558" x="1625600" y="1662113"/>
          <p14:tracePt t="15567" x="1611313" y="1670050"/>
          <p14:tracePt t="15574" x="1604963" y="1676400"/>
          <p14:tracePt t="15582" x="1597025" y="1676400"/>
          <p14:tracePt t="15591" x="1582738" y="1676400"/>
          <p14:tracePt t="15598" x="1576388" y="1676400"/>
          <p14:tracePt t="15606" x="1568450" y="1684338"/>
          <p14:tracePt t="15614" x="1562100" y="1684338"/>
          <p14:tracePt t="15630" x="1547813" y="1684338"/>
          <p14:tracePt t="15638" x="1539875" y="1690688"/>
          <p14:tracePt t="15646" x="1525588" y="1690688"/>
          <p14:tracePt t="15654" x="1519238" y="1698625"/>
          <p14:tracePt t="15662" x="1512888" y="1698625"/>
          <p14:tracePt t="15670" x="1490663" y="1704975"/>
          <p14:tracePt t="15686" x="1470025" y="1704975"/>
          <p14:tracePt t="15694" x="1462088" y="1704975"/>
          <p14:tracePt t="15702" x="1447800" y="1704975"/>
          <p14:tracePt t="15710" x="1441450" y="1704975"/>
          <p14:tracePt t="15718" x="1419225" y="1704975"/>
          <p14:tracePt t="15726" x="1404938" y="1704975"/>
          <p14:tracePt t="15734" x="1390650" y="1704975"/>
          <p14:tracePt t="15742" x="1370013" y="1704975"/>
          <p14:tracePt t="15751" x="1362075" y="1704975"/>
          <p14:tracePt t="15758" x="1347788" y="1704975"/>
          <p14:tracePt t="15767" x="1341438" y="1704975"/>
          <p14:tracePt t="15774" x="1327150" y="1704975"/>
          <p14:tracePt t="15782" x="1319213" y="1704975"/>
          <p14:tracePt t="15790" x="1304925" y="1704975"/>
          <p14:tracePt t="15798" x="1298575" y="1704975"/>
          <p14:tracePt t="15806" x="1290638" y="1704975"/>
          <p14:tracePt t="15814" x="1284288" y="1704975"/>
          <p14:tracePt t="15822" x="1276350" y="1704975"/>
          <p14:tracePt t="15838" x="1270000" y="1712913"/>
          <p14:tracePt t="15846" x="1262063" y="1712913"/>
          <p14:tracePt t="15854" x="1255713" y="1712913"/>
          <p14:tracePt t="15862" x="1247775" y="1712913"/>
          <p14:tracePt t="15871" x="1241425" y="1712913"/>
          <p14:tracePt t="15878" x="1233488" y="1712913"/>
          <p14:tracePt t="15902" x="1227138" y="1712913"/>
          <p14:tracePt t="15918" x="1219200" y="1712913"/>
          <p14:tracePt t="16726" x="1212850" y="1712913"/>
          <p14:tracePt t="16854" x="1212850" y="1704975"/>
          <p14:tracePt t="17126" x="1204913" y="1698625"/>
          <p14:tracePt t="17190" x="1198563" y="1698625"/>
          <p14:tracePt t="17230" x="1184275" y="1690688"/>
          <p14:tracePt t="17302" x="1176338" y="1690688"/>
          <p14:tracePt t="17446" x="1162050" y="1684338"/>
          <p14:tracePt t="17534" x="1155700" y="1684338"/>
          <p14:tracePt t="17558" x="1147763" y="1684338"/>
          <p14:tracePt t="17574" x="1141413" y="1684338"/>
          <p14:tracePt t="17590" x="1133475" y="1684338"/>
          <p14:tracePt t="17638" x="1127125" y="1684338"/>
          <p14:tracePt t="17654" x="1119188" y="1676400"/>
          <p14:tracePt t="17670" x="1112838" y="1670050"/>
          <p14:tracePt t="17678" x="1112838" y="1662113"/>
          <p14:tracePt t="17686" x="1104900" y="1662113"/>
          <p14:tracePt t="17711" x="1098550" y="1655763"/>
          <p14:tracePt t="17734" x="1098550" y="1647825"/>
          <p14:tracePt t="17758" x="1084263" y="1641475"/>
          <p14:tracePt t="17766" x="1084263" y="1633538"/>
          <p14:tracePt t="17774" x="1084263" y="1627188"/>
          <p14:tracePt t="17782" x="1076325" y="1619250"/>
          <p14:tracePt t="17790" x="1076325" y="1604963"/>
          <p14:tracePt t="17807" x="1076325" y="1598613"/>
          <p14:tracePt t="17814" x="1062038" y="1584325"/>
          <p14:tracePt t="17822" x="1062038" y="1576388"/>
          <p14:tracePt t="17830" x="1062038" y="1570038"/>
          <p14:tracePt t="17838" x="1062038" y="1562100"/>
          <p14:tracePt t="17854" x="1062038" y="1547813"/>
          <p14:tracePt t="17862" x="1062038" y="1541463"/>
          <p14:tracePt t="17870" x="1062038" y="1533525"/>
          <p14:tracePt t="17878" x="1062038" y="1519238"/>
          <p14:tracePt t="17900" x="1062038" y="1490663"/>
          <p14:tracePt t="17902" x="1062038" y="1484313"/>
          <p14:tracePt t="17910" x="1062038" y="1470025"/>
          <p14:tracePt t="17918" x="1069975" y="1455738"/>
          <p14:tracePt t="17926" x="1069975" y="1433513"/>
          <p14:tracePt t="17942" x="1090613" y="1412875"/>
          <p14:tracePt t="17950" x="1090613" y="1404938"/>
          <p14:tracePt t="17958" x="1090613" y="1390650"/>
          <p14:tracePt t="17966" x="1098550" y="1384300"/>
          <p14:tracePt t="17974" x="1104900" y="1376363"/>
          <p14:tracePt t="17982" x="1104900" y="1355725"/>
          <p14:tracePt t="17990" x="1112838" y="1355725"/>
          <p14:tracePt t="17998" x="1119188" y="1341438"/>
          <p14:tracePt t="18006" x="1119188" y="1333500"/>
          <p14:tracePt t="18014" x="1119188" y="1312863"/>
          <p14:tracePt t="18022" x="1133475" y="1304925"/>
          <p14:tracePt t="18038" x="1133475" y="1298575"/>
          <p14:tracePt t="18046" x="1147763" y="1290638"/>
          <p14:tracePt t="18062" x="1155700" y="1284288"/>
          <p14:tracePt t="18078" x="1169988" y="1276350"/>
          <p14:tracePt t="18094" x="1176338" y="1276350"/>
          <p14:tracePt t="18102" x="1184275" y="1270000"/>
          <p14:tracePt t="18110" x="1190625" y="1270000"/>
          <p14:tracePt t="18118" x="1198563" y="1262063"/>
          <p14:tracePt t="18126" x="1204913" y="1262063"/>
          <p14:tracePt t="18134" x="1212850" y="1262063"/>
          <p14:tracePt t="18150" x="1227138" y="1262063"/>
          <p14:tracePt t="18167" x="1241425" y="1262063"/>
          <p14:tracePt t="18190" x="1247775" y="1262063"/>
          <p14:tracePt t="18198" x="1255713" y="1270000"/>
          <p14:tracePt t="18214" x="1262063" y="1276350"/>
          <p14:tracePt t="18222" x="1270000" y="1284288"/>
          <p14:tracePt t="18230" x="1276350" y="1290638"/>
          <p14:tracePt t="18238" x="1276350" y="1304925"/>
          <p14:tracePt t="18246" x="1284288" y="1312863"/>
          <p14:tracePt t="18254" x="1290638" y="1319213"/>
          <p14:tracePt t="18262" x="1290638" y="1327150"/>
          <p14:tracePt t="18270" x="1298575" y="1341438"/>
          <p14:tracePt t="18278" x="1298575" y="1347788"/>
          <p14:tracePt t="18286" x="1298575" y="1355725"/>
          <p14:tracePt t="18294" x="1304925" y="1362075"/>
          <p14:tracePt t="18302" x="1304925" y="1376363"/>
          <p14:tracePt t="18310" x="1312863" y="1390650"/>
          <p14:tracePt t="18318" x="1312863" y="1404938"/>
          <p14:tracePt t="18334" x="1312863" y="1427163"/>
          <p14:tracePt t="18342" x="1319213" y="1433513"/>
          <p14:tracePt t="18351" x="1319213" y="1447800"/>
          <p14:tracePt t="18358" x="1319213" y="1455738"/>
          <p14:tracePt t="18366" x="1319213" y="1470025"/>
          <p14:tracePt t="18374" x="1319213" y="1476375"/>
          <p14:tracePt t="18382" x="1319213" y="1484313"/>
          <p14:tracePt t="18390" x="1319213" y="1490663"/>
          <p14:tracePt t="18398" x="1319213" y="1498600"/>
          <p14:tracePt t="18406" x="1319213" y="1512888"/>
          <p14:tracePt t="18414" x="1327150" y="1527175"/>
          <p14:tracePt t="18430" x="1327150" y="1541463"/>
          <p14:tracePt t="18438" x="1327150" y="1547813"/>
          <p14:tracePt t="18446" x="1327150" y="1562100"/>
          <p14:tracePt t="18454" x="1341438" y="1576388"/>
          <p14:tracePt t="18462" x="1341438" y="1584325"/>
          <p14:tracePt t="18470" x="1341438" y="1598613"/>
          <p14:tracePt t="18478" x="1341438" y="1612900"/>
          <p14:tracePt t="18486" x="1341438" y="1619250"/>
          <p14:tracePt t="18494" x="1341438" y="1627188"/>
          <p14:tracePt t="18502" x="1341438" y="1633538"/>
          <p14:tracePt t="18510" x="1341438" y="1641475"/>
          <p14:tracePt t="18518" x="1341438" y="1647825"/>
          <p14:tracePt t="18526" x="1341438" y="1662113"/>
          <p14:tracePt t="18542" x="1333500" y="1676400"/>
          <p14:tracePt t="18550" x="1333500" y="1690688"/>
          <p14:tracePt t="18558" x="1333500" y="1698625"/>
          <p14:tracePt t="18567" x="1319213" y="1704975"/>
          <p14:tracePt t="18574" x="1319213" y="1712913"/>
          <p14:tracePt t="18582" x="1312863" y="1719263"/>
          <p14:tracePt t="18590" x="1304925" y="1725613"/>
          <p14:tracePt t="18598" x="1304925" y="1739900"/>
          <p14:tracePt t="18606" x="1298575" y="1739900"/>
          <p14:tracePt t="18614" x="1290638" y="1754188"/>
          <p14:tracePt t="18622" x="1284288" y="1754188"/>
          <p14:tracePt t="18638" x="1276350" y="1762125"/>
          <p14:tracePt t="18646" x="1270000" y="1762125"/>
          <p14:tracePt t="18654" x="1262063" y="1768475"/>
          <p14:tracePt t="18662" x="1262063" y="1776413"/>
          <p14:tracePt t="18670" x="1255713" y="1776413"/>
          <p14:tracePt t="18686" x="1247775" y="1782763"/>
          <p14:tracePt t="18702" x="1241425" y="1782763"/>
          <p14:tracePt t="18718" x="1233488" y="1790700"/>
          <p14:tracePt t="18726" x="1233488" y="1797050"/>
          <p14:tracePt t="18743" x="1227138" y="1797050"/>
          <p14:tracePt t="18758" x="1219200" y="1804988"/>
          <p14:tracePt t="18790" x="1212850" y="1804988"/>
          <p14:tracePt t="18830" x="1204913" y="1804988"/>
          <p14:tracePt t="18846" x="1198563" y="1804988"/>
          <p14:tracePt t="18862" x="1190625" y="1804988"/>
          <p14:tracePt t="18894" x="1184275" y="1804988"/>
          <p14:tracePt t="18910" x="1176338" y="1804988"/>
          <p14:tracePt t="18942" x="1169988" y="1804988"/>
          <p14:tracePt t="18966" x="1162050" y="1804988"/>
          <p14:tracePt t="18998" x="1155700" y="1804988"/>
          <p14:tracePt t="19014" x="1147763" y="1804988"/>
          <p14:tracePt t="19030" x="1141413" y="1804988"/>
          <p14:tracePt t="19062" x="1141413" y="1797050"/>
          <p14:tracePt t="19158" x="1133475" y="1790700"/>
          <p14:tracePt t="19566" x="1133475" y="1782763"/>
          <p14:tracePt t="19574" x="1133475" y="1776413"/>
          <p14:tracePt t="19606" x="1133475" y="1768475"/>
          <p14:tracePt t="19614" x="1133475" y="1762125"/>
          <p14:tracePt t="19638" x="1133475" y="1754188"/>
          <p14:tracePt t="19662" x="1133475" y="1747838"/>
          <p14:tracePt t="20550" x="1133475" y="1754188"/>
          <p14:tracePt t="20598" x="1141413" y="1768475"/>
          <p14:tracePt t="20614" x="1141413" y="1776413"/>
          <p14:tracePt t="20622" x="1147763" y="1782763"/>
          <p14:tracePt t="20630" x="1147763" y="1790700"/>
          <p14:tracePt t="20638" x="1155700" y="1804988"/>
          <p14:tracePt t="20646" x="1155700" y="1819275"/>
          <p14:tracePt t="20662" x="1155700" y="1825625"/>
          <p14:tracePt t="20678" x="1162050" y="1833563"/>
          <p14:tracePt t="20694" x="1162050" y="1839913"/>
          <p14:tracePt t="20702" x="1169988" y="1839913"/>
          <p14:tracePt t="20718" x="1176338" y="1847850"/>
          <p14:tracePt t="22686" x="1176338" y="1839913"/>
          <p14:tracePt t="22694" x="1176338" y="1833563"/>
          <p14:tracePt t="22702" x="1176338" y="1819275"/>
          <p14:tracePt t="22718" x="1176338" y="1811338"/>
          <p14:tracePt t="22726" x="1184275" y="1804988"/>
          <p14:tracePt t="22830" x="1184275" y="1819275"/>
          <p14:tracePt t="22838" x="1184275" y="1833563"/>
          <p14:tracePt t="22846" x="1184275" y="1847850"/>
          <p14:tracePt t="22862" x="1190625" y="1862138"/>
          <p14:tracePt t="22870" x="1190625" y="1876425"/>
          <p14:tracePt t="22878" x="1198563" y="1876425"/>
          <p14:tracePt t="22886" x="1198563" y="1882775"/>
          <p14:tracePt t="22902" x="1198563" y="1890713"/>
          <p14:tracePt t="25766" x="1198563" y="1882775"/>
          <p14:tracePt t="25782" x="1198563" y="1876425"/>
          <p14:tracePt t="25814" x="1198563" y="1868488"/>
          <p14:tracePt t="25854" x="1198563" y="1862138"/>
          <p14:tracePt t="25871" x="1204913" y="1847850"/>
          <p14:tracePt t="28982" x="1212850" y="1847850"/>
          <p14:tracePt t="29006" x="1219200" y="1847850"/>
          <p14:tracePt t="29014" x="1227138" y="1847850"/>
          <p14:tracePt t="29030" x="1241425" y="1847850"/>
          <p14:tracePt t="29038" x="1255713" y="1854200"/>
          <p14:tracePt t="29046" x="1262063" y="1862138"/>
          <p14:tracePt t="29054" x="1270000" y="1862138"/>
          <p14:tracePt t="29062" x="1290638" y="1868488"/>
          <p14:tracePt t="29070" x="1312863" y="1876425"/>
          <p14:tracePt t="29078" x="1327150" y="1876425"/>
          <p14:tracePt t="29086" x="1341438" y="1882775"/>
          <p14:tracePt t="29094" x="1362075" y="1890713"/>
          <p14:tracePt t="29102" x="1398588" y="1897063"/>
          <p14:tracePt t="29110" x="1412875" y="1897063"/>
          <p14:tracePt t="29118" x="1427163" y="1905000"/>
          <p14:tracePt t="29126" x="1447800" y="1911350"/>
          <p14:tracePt t="29134" x="1470025" y="1919288"/>
          <p14:tracePt t="29142" x="1490663" y="1925638"/>
          <p14:tracePt t="29151" x="1512888" y="1933575"/>
          <p14:tracePt t="29158" x="1533525" y="1933575"/>
          <p14:tracePt t="29166" x="1554163" y="1939925"/>
          <p14:tracePt t="29174" x="1576388" y="1947863"/>
          <p14:tracePt t="29182" x="1590675" y="1947863"/>
          <p14:tracePt t="29190" x="1611313" y="1947863"/>
          <p14:tracePt t="29198" x="1625600" y="1954213"/>
          <p14:tracePt t="29206" x="1639888" y="1954213"/>
          <p14:tracePt t="29214" x="1662113" y="1962150"/>
          <p14:tracePt t="29222" x="1676400" y="1962150"/>
          <p14:tracePt t="29230" x="1697038" y="1968500"/>
          <p14:tracePt t="29238" x="1719263" y="1968500"/>
          <p14:tracePt t="29246" x="1747838" y="1968500"/>
          <p14:tracePt t="29254" x="1776413" y="1968500"/>
          <p14:tracePt t="29262" x="1811338" y="1982788"/>
          <p14:tracePt t="29270" x="1825625" y="1982788"/>
          <p14:tracePt t="29278" x="1854200" y="1982788"/>
          <p14:tracePt t="29286" x="1868488" y="1990725"/>
          <p14:tracePt t="29294" x="1897063" y="1997075"/>
          <p14:tracePt t="29302" x="1911350" y="1997075"/>
          <p14:tracePt t="29310" x="1933575" y="1997075"/>
          <p14:tracePt t="29318" x="1939925" y="1997075"/>
          <p14:tracePt t="29326" x="1976438" y="2005013"/>
          <p14:tracePt t="29334" x="1990725" y="2011363"/>
          <p14:tracePt t="29342" x="2005013" y="2019300"/>
          <p14:tracePt t="29351" x="2019300" y="2025650"/>
          <p14:tracePt t="29358" x="2039938" y="2025650"/>
          <p14:tracePt t="29367" x="2054225" y="2025650"/>
          <p14:tracePt t="29382" x="2074863" y="2025650"/>
          <p14:tracePt t="29398" x="2089150" y="2025650"/>
          <p14:tracePt t="29406" x="2097088" y="2033588"/>
          <p14:tracePt t="29638" x="2103438" y="2033588"/>
          <p14:tracePt t="29654" x="2111375" y="2033588"/>
          <p14:tracePt t="29662" x="2117725" y="2033588"/>
          <p14:tracePt t="29670" x="2132013" y="2019300"/>
          <p14:tracePt t="29686" x="2146300" y="2019300"/>
          <p14:tracePt t="29702" x="2154238" y="2019300"/>
          <p14:tracePt t="29726" x="2160588" y="2011363"/>
          <p14:tracePt t="30302" x="2174875" y="2011363"/>
          <p14:tracePt t="30310" x="2182813" y="2011363"/>
          <p14:tracePt t="30318" x="2197100" y="2011363"/>
          <p14:tracePt t="30326" x="2211388" y="2011363"/>
          <p14:tracePt t="30334" x="2225675" y="2011363"/>
          <p14:tracePt t="30351" x="2232025" y="2011363"/>
          <p14:tracePt t="30374" x="2246313" y="2011363"/>
          <p14:tracePt t="30390" x="2254250" y="2011363"/>
          <p14:tracePt t="30398" x="2268538" y="2011363"/>
          <p14:tracePt t="30414" x="2274888" y="2011363"/>
          <p14:tracePt t="30438" x="2289175" y="2011363"/>
          <p14:tracePt t="30502" x="2297113" y="2011363"/>
          <p14:tracePt t="30518" x="2303463" y="2011363"/>
          <p14:tracePt t="30526" x="2311400" y="2011363"/>
          <p14:tracePt t="30542" x="2317750" y="2019300"/>
          <p14:tracePt t="30558" x="2332038" y="2025650"/>
          <p14:tracePt t="30566" x="2339975" y="2025650"/>
          <p14:tracePt t="30574" x="2368550" y="2047875"/>
          <p14:tracePt t="30582" x="2374900" y="2047875"/>
          <p14:tracePt t="30590" x="2382838" y="2054225"/>
          <p14:tracePt t="30598" x="2397125" y="2068513"/>
          <p14:tracePt t="30606" x="2425700" y="2076450"/>
          <p14:tracePt t="30614" x="2425700" y="2082800"/>
          <p14:tracePt t="30622" x="2454275" y="2097088"/>
          <p14:tracePt t="30638" x="2460625" y="2097088"/>
          <p14:tracePt t="30646" x="2468563" y="2105025"/>
          <p14:tracePt t="30654" x="2474913" y="2105025"/>
          <p14:tracePt t="30662" x="2489200" y="2111375"/>
          <p14:tracePt t="30670" x="2497138" y="2119313"/>
          <p14:tracePt t="30694" x="2503488" y="2125663"/>
          <p14:tracePt t="31518" x="2511425" y="2125663"/>
          <p14:tracePt t="31526" x="2517775" y="2139950"/>
          <p14:tracePt t="31534" x="2525713" y="2139950"/>
          <p14:tracePt t="31542" x="2532063" y="2147888"/>
          <p14:tracePt t="31566" x="2540000" y="2147888"/>
          <p14:tracePt t="31574" x="2546350" y="2147888"/>
          <p14:tracePt t="31590" x="2546350" y="2154238"/>
          <p14:tracePt t="31598" x="2552700" y="2162175"/>
          <p14:tracePt t="31614" x="2552700" y="2168525"/>
          <p14:tracePt t="31622" x="2560638" y="2176463"/>
          <p14:tracePt t="31630" x="2560638" y="2182813"/>
          <p14:tracePt t="31638" x="2560638" y="2190750"/>
          <p14:tracePt t="31654" x="2560638" y="2197100"/>
          <p14:tracePt t="31814" x="2546350" y="2190750"/>
          <p14:tracePt t="31822" x="2540000" y="2182813"/>
          <p14:tracePt t="31830" x="2525713" y="2176463"/>
          <p14:tracePt t="31838" x="2503488" y="2168525"/>
          <p14:tracePt t="31854" x="2489200" y="2162175"/>
          <p14:tracePt t="31862" x="2482850" y="2162175"/>
          <p14:tracePt t="31871" x="2474913" y="2154238"/>
          <p14:tracePt t="31878" x="2468563" y="2154238"/>
          <p14:tracePt t="31886" x="2460625" y="2154238"/>
          <p14:tracePt t="31901" x="2446338" y="2147888"/>
          <p14:tracePt t="31902" x="2439988" y="2147888"/>
          <p14:tracePt t="31910" x="2432050" y="2147888"/>
          <p14:tracePt t="31918" x="2417763" y="2147888"/>
          <p14:tracePt t="31926" x="2411413" y="2147888"/>
          <p14:tracePt t="31934" x="2397125" y="2147888"/>
          <p14:tracePt t="31951" x="2389188" y="2147888"/>
          <p14:tracePt t="31958" x="2382838" y="2147888"/>
          <p14:tracePt t="31968" x="2374900" y="2147888"/>
          <p14:tracePt t="31990" x="2360613" y="2147888"/>
          <p14:tracePt t="31998" x="2354263" y="2147888"/>
          <p14:tracePt t="32014" x="2346325" y="2147888"/>
          <p14:tracePt t="32030" x="2332038" y="2147888"/>
          <p14:tracePt t="32038" x="2317750" y="2147888"/>
          <p14:tracePt t="32046" x="2297113" y="2147888"/>
          <p14:tracePt t="32054" x="2297113" y="2154238"/>
          <p14:tracePt t="32062" x="2282825" y="2162175"/>
          <p14:tracePt t="32070" x="2274888" y="2168525"/>
          <p14:tracePt t="32078" x="2260600" y="2176463"/>
          <p14:tracePt t="32086" x="2246313" y="2190750"/>
          <p14:tracePt t="32094" x="2232025" y="2190750"/>
          <p14:tracePt t="32102" x="2225675" y="2205038"/>
          <p14:tracePt t="32110" x="2217738" y="2211388"/>
          <p14:tracePt t="32118" x="2203450" y="2219325"/>
          <p14:tracePt t="32126" x="2189163" y="2233613"/>
          <p14:tracePt t="32134" x="2174875" y="2239963"/>
          <p14:tracePt t="32142" x="2160588" y="2262188"/>
          <p14:tracePt t="32151" x="2154238" y="2268538"/>
          <p14:tracePt t="32158" x="2132013" y="2282825"/>
          <p14:tracePt t="32166" x="2117725" y="2311400"/>
          <p14:tracePt t="32174" x="2111375" y="2317750"/>
          <p14:tracePt t="32182" x="2097088" y="2346325"/>
          <p14:tracePt t="32190" x="2082800" y="2354263"/>
          <p14:tracePt t="32198" x="2068513" y="2368550"/>
          <p14:tracePt t="32206" x="2054225" y="2389188"/>
          <p14:tracePt t="32214" x="2054225" y="2397125"/>
          <p14:tracePt t="32222" x="2039938" y="2425700"/>
          <p14:tracePt t="32230" x="2039938" y="2432050"/>
          <p14:tracePt t="32238" x="2032000" y="2446338"/>
          <p14:tracePt t="32246" x="2025650" y="2460625"/>
          <p14:tracePt t="32254" x="2025650" y="2474913"/>
          <p14:tracePt t="32262" x="2019300" y="2497138"/>
          <p14:tracePt t="32270" x="2019300" y="2503488"/>
          <p14:tracePt t="32279" x="2019300" y="2517775"/>
          <p14:tracePt t="32286" x="2019300" y="2525713"/>
          <p14:tracePt t="32294" x="2019300" y="2546350"/>
          <p14:tracePt t="32302" x="2019300" y="2554288"/>
          <p14:tracePt t="32310" x="2019300" y="2568575"/>
          <p14:tracePt t="32318" x="2019300" y="2582863"/>
          <p14:tracePt t="32326" x="2019300" y="2597150"/>
          <p14:tracePt t="32334" x="2019300" y="2603500"/>
          <p14:tracePt t="32342" x="2019300" y="2617788"/>
          <p14:tracePt t="32351" x="2019300" y="2625725"/>
          <p14:tracePt t="32358" x="2019300" y="2640013"/>
          <p14:tracePt t="32367" x="2019300" y="2646363"/>
          <p14:tracePt t="32382" x="2019300" y="2668588"/>
          <p14:tracePt t="32390" x="2019300" y="2674938"/>
          <p14:tracePt t="32398" x="2025650" y="2689225"/>
          <p14:tracePt t="32406" x="2032000" y="2711450"/>
          <p14:tracePt t="32414" x="2039938" y="2717800"/>
          <p14:tracePt t="32422" x="2046288" y="2740025"/>
          <p14:tracePt t="32438" x="2046288" y="2746375"/>
          <p14:tracePt t="32446" x="2060575" y="2754313"/>
          <p14:tracePt t="32454" x="2060575" y="2760663"/>
          <p14:tracePt t="32462" x="2060575" y="2774950"/>
          <p14:tracePt t="32470" x="2068513" y="2782888"/>
          <p14:tracePt t="32478" x="2074863" y="2789238"/>
          <p14:tracePt t="32486" x="2074863" y="2803525"/>
          <p14:tracePt t="32494" x="2089150" y="2811463"/>
          <p14:tracePt t="32502" x="2097088" y="2825750"/>
          <p14:tracePt t="32510" x="2111375" y="2840038"/>
          <p14:tracePt t="32518" x="2117725" y="2846388"/>
          <p14:tracePt t="32526" x="2139950" y="2874963"/>
          <p14:tracePt t="32542" x="2146300" y="2881313"/>
          <p14:tracePt t="32551" x="2154238" y="2889250"/>
          <p14:tracePt t="32558" x="2168525" y="2895600"/>
          <p14:tracePt t="32567" x="2182813" y="2903538"/>
          <p14:tracePt t="32574" x="2189163" y="2917825"/>
          <p14:tracePt t="32582" x="2211388" y="2917825"/>
          <p14:tracePt t="32590" x="2225675" y="2924175"/>
          <p14:tracePt t="32598" x="2246313" y="2932113"/>
          <p14:tracePt t="32606" x="2268538" y="2938463"/>
          <p14:tracePt t="32614" x="2274888" y="2938463"/>
          <p14:tracePt t="32622" x="2297113" y="2938463"/>
          <p14:tracePt t="32630" x="2311400" y="2938463"/>
          <p14:tracePt t="32638" x="2332038" y="2938463"/>
          <p14:tracePt t="32646" x="2346325" y="2938463"/>
          <p14:tracePt t="32654" x="2368550" y="2938463"/>
          <p14:tracePt t="32662" x="2374900" y="2938463"/>
          <p14:tracePt t="32670" x="2389188" y="2938463"/>
          <p14:tracePt t="32678" x="2397125" y="2932113"/>
          <p14:tracePt t="32686" x="2411413" y="2917825"/>
          <p14:tracePt t="32694" x="2425700" y="2895600"/>
          <p14:tracePt t="32702" x="2432050" y="2881313"/>
          <p14:tracePt t="32710" x="2446338" y="2860675"/>
          <p14:tracePt t="32718" x="2460625" y="2846388"/>
          <p14:tracePt t="32726" x="2468563" y="2832100"/>
          <p14:tracePt t="32734" x="2482850" y="2811463"/>
          <p14:tracePt t="32742" x="2489200" y="2803525"/>
          <p14:tracePt t="32751" x="2489200" y="2782888"/>
          <p14:tracePt t="32758" x="2489200" y="2760663"/>
          <p14:tracePt t="32767" x="2503488" y="2732088"/>
          <p14:tracePt t="32774" x="2503488" y="2703513"/>
          <p14:tracePt t="32782" x="2503488" y="2689225"/>
          <p14:tracePt t="32790" x="2503488" y="2660650"/>
          <p14:tracePt t="32798" x="2503488" y="2625725"/>
          <p14:tracePt t="32806" x="2503488" y="2603500"/>
          <p14:tracePt t="32814" x="2503488" y="2560638"/>
          <p14:tracePt t="32822" x="2503488" y="2517775"/>
          <p14:tracePt t="32830" x="2497138" y="2497138"/>
          <p14:tracePt t="32838" x="2482850" y="2482850"/>
          <p14:tracePt t="32846" x="2474913" y="2460625"/>
          <p14:tracePt t="32854" x="2474913" y="2454275"/>
          <p14:tracePt t="32862" x="2468563" y="2446338"/>
          <p14:tracePt t="32886" x="2454275" y="2432050"/>
          <p14:tracePt t="32910" x="2454275" y="2411413"/>
          <p14:tracePt t="33126" x="2454275" y="2403475"/>
          <p14:tracePt t="33134" x="2446338" y="2397125"/>
          <p14:tracePt t="33142" x="2425700" y="2374900"/>
          <p14:tracePt t="33158" x="2417763" y="2368550"/>
          <p14:tracePt t="33406" x="2417763" y="2360613"/>
          <p14:tracePt t="33414" x="2432050" y="2354263"/>
          <p14:tracePt t="33422" x="2489200" y="2354263"/>
          <p14:tracePt t="33430" x="2532063" y="2354263"/>
          <p14:tracePt t="33438" x="2589213" y="2354263"/>
          <p14:tracePt t="33446" x="2632075" y="2354263"/>
          <p14:tracePt t="33454" x="2674938" y="2354263"/>
          <p14:tracePt t="33462" x="2732088" y="2354263"/>
          <p14:tracePt t="33470" x="2767013" y="2354263"/>
          <p14:tracePt t="33478" x="2795588" y="2354263"/>
          <p14:tracePt t="33486" x="2824163" y="2354263"/>
          <p14:tracePt t="33494" x="2846388" y="2354263"/>
          <p14:tracePt t="33502" x="2860675" y="2354263"/>
          <p14:tracePt t="33510" x="2867025" y="2354263"/>
          <p14:tracePt t="33518" x="2874963" y="2354263"/>
          <p14:tracePt t="33574" x="2881313" y="2354263"/>
          <p14:tracePt t="33582" x="2895600" y="2354263"/>
          <p14:tracePt t="33598" x="2909888" y="2354263"/>
          <p14:tracePt t="33606" x="2917825" y="2354263"/>
          <p14:tracePt t="33614" x="2932113" y="2360613"/>
          <p14:tracePt t="33622" x="2938463" y="2368550"/>
          <p14:tracePt t="33630" x="2946400" y="2382838"/>
          <p14:tracePt t="33638" x="2952750" y="2397125"/>
          <p14:tracePt t="33646" x="2960688" y="2417763"/>
          <p14:tracePt t="33654" x="2967038" y="2425700"/>
          <p14:tracePt t="33662" x="2967038" y="2432050"/>
          <p14:tracePt t="33670" x="2967038" y="2446338"/>
          <p14:tracePt t="33678" x="2967038" y="2460625"/>
          <p14:tracePt t="33694" x="2967038" y="2468563"/>
          <p14:tracePt t="33702" x="2967038" y="2474913"/>
          <p14:tracePt t="33718" x="2967038" y="2482850"/>
          <p14:tracePt t="33726" x="2967038" y="2489200"/>
          <p14:tracePt t="33774" x="2967038" y="2497138"/>
          <p14:tracePt t="33790" x="2952750" y="2497138"/>
          <p14:tracePt t="33806" x="2946400" y="2497138"/>
          <p14:tracePt t="33838" x="2938463" y="2497138"/>
          <p14:tracePt t="33846" x="2938463" y="2503488"/>
          <p14:tracePt t="33854" x="2924175" y="2503488"/>
          <p14:tracePt t="33862" x="2924175" y="2511425"/>
          <p14:tracePt t="33870" x="2917825" y="2511425"/>
          <p14:tracePt t="33878" x="2909888" y="2511425"/>
          <p14:tracePt t="33886" x="2903538" y="2517775"/>
          <p14:tracePt t="33902" x="2895600" y="2525713"/>
          <p14:tracePt t="33926" x="2889250" y="2532063"/>
          <p14:tracePt t="33990" x="2889250" y="2540000"/>
          <p14:tracePt t="34054" x="2889250" y="2546350"/>
          <p14:tracePt t="34118" x="2895600" y="2554288"/>
          <p14:tracePt t="34134" x="2909888" y="2560638"/>
          <p14:tracePt t="34158" x="2932113" y="2560638"/>
          <p14:tracePt t="34166" x="2938463" y="2568575"/>
          <p14:tracePt t="34182" x="2938463" y="2574925"/>
          <p14:tracePt t="34190" x="2946400" y="2574925"/>
          <p14:tracePt t="34222" x="2952750" y="2574925"/>
          <p14:tracePt t="34262" x="2967038" y="2574925"/>
          <p14:tracePt t="34286" x="2974975" y="2574925"/>
          <p14:tracePt t="34294" x="2989263" y="2574925"/>
          <p14:tracePt t="34310" x="2995613" y="2574925"/>
          <p14:tracePt t="36399" x="3003550" y="2582863"/>
          <p14:tracePt t="36742" x="3003550" y="2589213"/>
          <p14:tracePt t="36750" x="3009900" y="2597150"/>
          <p14:tracePt t="36758" x="3024188" y="2611438"/>
          <p14:tracePt t="36766" x="3032125" y="2617788"/>
          <p14:tracePt t="36774" x="3052763" y="2632075"/>
          <p14:tracePt t="36782" x="3095625" y="2654300"/>
          <p14:tracePt t="36790" x="3144838" y="2668588"/>
          <p14:tracePt t="36799" x="3224213" y="2682875"/>
          <p14:tracePt t="36806" x="3330575" y="2697163"/>
          <p14:tracePt t="36815" x="3430588" y="2717800"/>
          <p14:tracePt t="36822" x="3559175" y="2732088"/>
          <p14:tracePt t="36830" x="3722688" y="2754313"/>
          <p14:tracePt t="36838" x="3930650" y="2782888"/>
          <p14:tracePt t="36846" x="4200525" y="2782888"/>
          <p14:tracePt t="36854" x="4443413" y="2811463"/>
          <p14:tracePt t="36862" x="4686300" y="2832100"/>
          <p14:tracePt t="36870" x="4935538" y="2832100"/>
          <p14:tracePt t="36878" x="5170488" y="2846388"/>
          <p14:tracePt t="36886" x="5413375" y="2867025"/>
          <p14:tracePt t="36901" x="5634038" y="2889250"/>
          <p14:tracePt t="36902" x="5848350" y="2903538"/>
          <p14:tracePt t="36910" x="6070600" y="2924175"/>
          <p14:tracePt t="36918" x="6334125" y="2960688"/>
          <p14:tracePt t="36926" x="6519863" y="2989263"/>
          <p14:tracePt t="36934" x="6740525" y="3017838"/>
          <p14:tracePt t="36942" x="6889750" y="3038475"/>
          <p14:tracePt t="36951" x="7054850" y="3074988"/>
          <p14:tracePt t="36958" x="7218363" y="3095625"/>
          <p14:tracePt t="36966" x="7367588" y="3109913"/>
          <p14:tracePt t="36974" x="7510463" y="3132138"/>
          <p14:tracePt t="36982" x="7645400" y="3160713"/>
          <p14:tracePt t="36990" x="7745413" y="3167063"/>
          <p14:tracePt t="36998" x="7867650" y="3189288"/>
          <p14:tracePt t="37006" x="7981950" y="3203575"/>
          <p14:tracePt t="37014" x="8124825" y="3224213"/>
          <p14:tracePt t="37022" x="8259763" y="3252788"/>
          <p14:tracePt t="37030" x="8359775" y="3260725"/>
          <p14:tracePt t="37038" x="8459788" y="3275013"/>
          <p14:tracePt t="37046" x="8566150" y="3289300"/>
          <p14:tracePt t="37054" x="8651875" y="3295650"/>
          <p14:tracePt t="37062" x="8723313" y="3295650"/>
          <p14:tracePt t="37070" x="8801100" y="3295650"/>
          <p14:tracePt t="37078" x="8880475" y="3295650"/>
          <p14:tracePt t="37086" x="8943975" y="3295650"/>
          <p14:tracePt t="37094" x="9009063" y="3295650"/>
          <p14:tracePt t="37102" x="9051925" y="3295650"/>
          <p14:tracePt t="37110" x="9080500" y="3295650"/>
          <p14:tracePt t="37118" x="9086850" y="3295650"/>
          <p14:tracePt t="37126" x="9101138" y="3295650"/>
          <p14:tracePt t="37134" x="9101138" y="3289300"/>
          <p14:tracePt t="37142" x="9109075" y="3281363"/>
          <p14:tracePt t="37151" x="9109075" y="3275013"/>
          <p14:tracePt t="37158" x="9109075" y="3252788"/>
          <p14:tracePt t="37166" x="9109075" y="3232150"/>
          <p14:tracePt t="37174" x="9109075" y="3209925"/>
          <p14:tracePt t="37182" x="9109075" y="3189288"/>
          <p14:tracePt t="37190" x="9109075" y="3167063"/>
          <p14:tracePt t="37198" x="9109075" y="3138488"/>
          <p14:tracePt t="37206" x="9101138" y="3103563"/>
          <p14:tracePt t="37214" x="9086850" y="3074988"/>
          <p14:tracePt t="37222" x="9080500" y="3060700"/>
          <p14:tracePt t="37230" x="9072563" y="3046413"/>
          <p14:tracePt t="37238" x="9066213" y="3032125"/>
          <p14:tracePt t="37246" x="9051925" y="3024188"/>
          <p14:tracePt t="37254" x="9043988" y="3024188"/>
          <p14:tracePt t="37262" x="9037638" y="3017838"/>
          <p14:tracePt t="37270" x="9023350" y="3017838"/>
          <p14:tracePt t="37278" x="9001125" y="3017838"/>
          <p14:tracePt t="37286" x="8986838" y="3017838"/>
          <p14:tracePt t="37294" x="8966200" y="3017838"/>
          <p14:tracePt t="37302" x="8943975" y="3009900"/>
          <p14:tracePt t="37310" x="8923338" y="3003550"/>
          <p14:tracePt t="37326" x="8909050" y="3003550"/>
          <p14:tracePt t="37334" x="8894763" y="3003550"/>
          <p14:tracePt t="37350" x="8880475" y="3003550"/>
          <p14:tracePt t="37358" x="8872538" y="3003550"/>
          <p14:tracePt t="37382" x="8858250" y="3003550"/>
          <p14:tracePt t="37398" x="8851900" y="3003550"/>
          <p14:tracePt t="37414" x="8843963" y="3003550"/>
          <p14:tracePt t="37431" x="8837613" y="3003550"/>
          <p14:tracePt t="37454" x="8829675" y="3003550"/>
          <p14:tracePt t="37550" x="8823325" y="3003550"/>
          <p14:tracePt t="37590" x="8809038" y="2995613"/>
          <p14:tracePt t="37606" x="8794750" y="2989263"/>
          <p14:tracePt t="37614" x="8786813" y="2981325"/>
          <p14:tracePt t="37630" x="8780463" y="2974975"/>
          <p14:tracePt t="37638" x="8772525" y="2967038"/>
          <p14:tracePt t="37670" x="8766175" y="2967038"/>
          <p14:tracePt t="37686" x="8766175" y="2960688"/>
          <p14:tracePt t="37694" x="8751888" y="2960688"/>
          <p14:tracePt t="37710" x="8743950" y="2952750"/>
          <p14:tracePt t="37718" x="8737600" y="2946400"/>
          <p14:tracePt t="37726" x="8729663" y="2946400"/>
          <p14:tracePt t="37742" x="8715375" y="2938463"/>
          <p14:tracePt t="37751" x="8715375" y="2932113"/>
          <p14:tracePt t="37758" x="8709025" y="2932113"/>
          <p14:tracePt t="37766" x="8709025" y="2924175"/>
          <p14:tracePt t="37774" x="8701088" y="2924175"/>
          <p14:tracePt t="37790" x="8680450" y="2909888"/>
          <p14:tracePt t="37798" x="8672513" y="2909888"/>
          <p14:tracePt t="37814" x="8658225" y="2903538"/>
          <p14:tracePt t="37822" x="8637588" y="2895600"/>
          <p14:tracePt t="37830" x="8631238" y="2895600"/>
          <p14:tracePt t="37838" x="8616950" y="2895600"/>
          <p14:tracePt t="37846" x="8609013" y="2889250"/>
          <p14:tracePt t="37854" x="8588375" y="2881313"/>
          <p14:tracePt t="37870" x="8580438" y="2881313"/>
          <p14:tracePt t="37878" x="8574088" y="2881313"/>
          <p14:tracePt t="37886" x="8566150" y="2881313"/>
          <p14:tracePt t="37902" x="8559800" y="2881313"/>
          <p14:tracePt t="37910" x="8545513" y="2881313"/>
          <p14:tracePt t="37918" x="8537575" y="2874963"/>
          <p14:tracePt t="37926" x="8531225" y="2874963"/>
          <p14:tracePt t="37934" x="8523288" y="2874963"/>
          <p14:tracePt t="37942" x="8509000" y="2874963"/>
          <p14:tracePt t="37951" x="8494713" y="2874963"/>
          <p14:tracePt t="37958" x="8488363" y="2874963"/>
          <p14:tracePt t="37967" x="8466138" y="2874963"/>
          <p14:tracePt t="37974" x="8451850" y="2874963"/>
          <p14:tracePt t="37982" x="8437563" y="2874963"/>
          <p14:tracePt t="37990" x="8416925" y="2874963"/>
          <p14:tracePt t="37998" x="8388350" y="2874963"/>
          <p14:tracePt t="38006" x="8359775" y="2874963"/>
          <p14:tracePt t="38014" x="8323263" y="2874963"/>
          <p14:tracePt t="38022" x="8294688" y="2874963"/>
          <p14:tracePt t="38030" x="8266113" y="2874963"/>
          <p14:tracePt t="38038" x="8237538" y="2874963"/>
          <p14:tracePt t="38046" x="8216900" y="2874963"/>
          <p14:tracePt t="38054" x="8194675" y="2874963"/>
          <p14:tracePt t="38062" x="8180388" y="2874963"/>
          <p14:tracePt t="38070" x="8159750" y="2874963"/>
          <p14:tracePt t="38078" x="8137525" y="2881313"/>
          <p14:tracePt t="38086" x="8131175" y="2881313"/>
          <p14:tracePt t="38102" x="8116888" y="2889250"/>
          <p14:tracePt t="38110" x="8110538" y="2889250"/>
          <p14:tracePt t="38118" x="8102600" y="2895600"/>
          <p14:tracePt t="38126" x="8088313" y="2903538"/>
          <p14:tracePt t="38134" x="8088313" y="2909888"/>
          <p14:tracePt t="38142" x="8074025" y="2924175"/>
          <p14:tracePt t="38151" x="8067675" y="2938463"/>
          <p14:tracePt t="38158" x="8059738" y="2938463"/>
          <p14:tracePt t="38166" x="8031163" y="2960688"/>
          <p14:tracePt t="38174" x="8024813" y="2967038"/>
          <p14:tracePt t="38182" x="8010525" y="2967038"/>
          <p14:tracePt t="38190" x="8002588" y="2981325"/>
          <p14:tracePt t="38199" x="7988300" y="2989263"/>
          <p14:tracePt t="38206" x="7974013" y="3003550"/>
          <p14:tracePt t="38214" x="7959725" y="3017838"/>
          <p14:tracePt t="38222" x="7953375" y="3024188"/>
          <p14:tracePt t="38230" x="7939088" y="3038475"/>
          <p14:tracePt t="38238" x="7924800" y="3046413"/>
          <p14:tracePt t="38246" x="7910513" y="3067050"/>
          <p14:tracePt t="38254" x="7902575" y="3089275"/>
          <p14:tracePt t="38262" x="7896225" y="3095625"/>
          <p14:tracePt t="38270" x="7888288" y="3117850"/>
          <p14:tracePt t="38278" x="7881938" y="3138488"/>
          <p14:tracePt t="38286" x="7881938" y="3146425"/>
          <p14:tracePt t="38294" x="7874000" y="3167063"/>
          <p14:tracePt t="38302" x="7874000" y="3175000"/>
          <p14:tracePt t="38310" x="7874000" y="3189288"/>
          <p14:tracePt t="38318" x="7874000" y="3203575"/>
          <p14:tracePt t="38326" x="7867650" y="3217863"/>
          <p14:tracePt t="38334" x="7867650" y="3238500"/>
          <p14:tracePt t="38342" x="7867650" y="3252788"/>
          <p14:tracePt t="38351" x="7867650" y="3275013"/>
          <p14:tracePt t="38358" x="7867650" y="3281363"/>
          <p14:tracePt t="38367" x="7867650" y="3295650"/>
          <p14:tracePt t="38374" x="7867650" y="3317875"/>
          <p14:tracePt t="38382" x="7867650" y="3324225"/>
          <p14:tracePt t="38390" x="7867650" y="3346450"/>
          <p14:tracePt t="38398" x="7867650" y="3352800"/>
          <p14:tracePt t="38406" x="7867650" y="3375025"/>
          <p14:tracePt t="38422" x="7867650" y="3389313"/>
          <p14:tracePt t="38430" x="7867650" y="3403600"/>
          <p14:tracePt t="38438" x="7881938" y="3424238"/>
          <p14:tracePt t="38446" x="7881938" y="3430588"/>
          <p14:tracePt t="38454" x="7896225" y="3459163"/>
          <p14:tracePt t="38463" x="7902575" y="3473450"/>
          <p14:tracePt t="38470" x="7916863" y="3487738"/>
          <p14:tracePt t="38478" x="7931150" y="3502025"/>
          <p14:tracePt t="38486" x="7945438" y="3516313"/>
          <p14:tracePt t="38494" x="7959725" y="3516313"/>
          <p14:tracePt t="38502" x="7974013" y="3530600"/>
          <p14:tracePt t="38510" x="7981950" y="3538538"/>
          <p14:tracePt t="38518" x="8010525" y="3544888"/>
          <p14:tracePt t="38526" x="8024813" y="3559175"/>
          <p14:tracePt t="38534" x="8031163" y="3559175"/>
          <p14:tracePt t="38542" x="8045450" y="3559175"/>
          <p14:tracePt t="38551" x="8059738" y="3559175"/>
          <p14:tracePt t="38558" x="8081963" y="3567113"/>
          <p14:tracePt t="38567" x="8088313" y="3567113"/>
          <p14:tracePt t="38574" x="8102600" y="3567113"/>
          <p14:tracePt t="38582" x="8116888" y="3567113"/>
          <p14:tracePt t="38590" x="8137525" y="3567113"/>
          <p14:tracePt t="38598" x="8159750" y="3567113"/>
          <p14:tracePt t="38606" x="8188325" y="3567113"/>
          <p14:tracePt t="38614" x="8208963" y="3567113"/>
          <p14:tracePt t="38622" x="8237538" y="3567113"/>
          <p14:tracePt t="38630" x="8251825" y="3567113"/>
          <p14:tracePt t="38638" x="8288338" y="3567113"/>
          <p14:tracePt t="38646" x="8308975" y="3559175"/>
          <p14:tracePt t="38654" x="8331200" y="3552825"/>
          <p14:tracePt t="38662" x="8351838" y="3552825"/>
          <p14:tracePt t="38670" x="8374063" y="3538538"/>
          <p14:tracePt t="38678" x="8388350" y="3530600"/>
          <p14:tracePt t="38686" x="8402638" y="3524250"/>
          <p14:tracePt t="38694" x="8416925" y="3516313"/>
          <p14:tracePt t="38702" x="8431213" y="3516313"/>
          <p14:tracePt t="38711" x="8445500" y="3516313"/>
          <p14:tracePt t="38718" x="8451850" y="3502025"/>
          <p14:tracePt t="38727" x="8459788" y="3502025"/>
          <p14:tracePt t="38734" x="8466138" y="3487738"/>
          <p14:tracePt t="38751" x="8474075" y="3481388"/>
          <p14:tracePt t="38758" x="8480425" y="3467100"/>
          <p14:tracePt t="38767" x="8494713" y="3452813"/>
          <p14:tracePt t="38774" x="8502650" y="3444875"/>
          <p14:tracePt t="38782" x="8502650" y="3430588"/>
          <p14:tracePt t="38790" x="8509000" y="3417888"/>
          <p14:tracePt t="38798" x="8516938" y="3409950"/>
          <p14:tracePt t="38806" x="8523288" y="3395663"/>
          <p14:tracePt t="38814" x="8523288" y="3389313"/>
          <p14:tracePt t="38822" x="8537575" y="3381375"/>
          <p14:tracePt t="38830" x="8537575" y="3367088"/>
          <p14:tracePt t="38846" x="8537575" y="3360738"/>
          <p14:tracePt t="38854" x="8537575" y="3346450"/>
          <p14:tracePt t="38870" x="8537575" y="3338513"/>
          <p14:tracePt t="38878" x="8537575" y="3324225"/>
          <p14:tracePt t="38894" x="8537575" y="3309938"/>
          <p14:tracePt t="38902" x="8537575" y="3295650"/>
          <p14:tracePt t="38910" x="8537575" y="3289300"/>
          <p14:tracePt t="38918" x="8537575" y="3275013"/>
          <p14:tracePt t="38926" x="8537575" y="3267075"/>
          <p14:tracePt t="38934" x="8537575" y="3252788"/>
          <p14:tracePt t="38958" x="8537575" y="3246438"/>
          <p14:tracePt t="38982" x="8537575" y="3238500"/>
          <p14:tracePt t="38990" x="8537575" y="3232150"/>
          <p14:tracePt t="38998" x="8537575" y="3224213"/>
          <p14:tracePt t="39022" x="8537575" y="3217863"/>
          <p14:tracePt t="39039" x="8537575" y="3209925"/>
          <p14:tracePt t="39046" x="8537575" y="3203575"/>
          <p14:tracePt t="39078" x="8537575" y="3195638"/>
          <p14:tracePt t="39086" x="8537575" y="3189288"/>
          <p14:tracePt t="39110" x="8531225" y="3181350"/>
          <p14:tracePt t="39126" x="8531225" y="3167063"/>
          <p14:tracePt t="39142" x="8523288" y="3160713"/>
          <p14:tracePt t="39151" x="8516938" y="3160713"/>
          <p14:tracePt t="39158" x="8516938" y="3152775"/>
          <p14:tracePt t="39166" x="8509000" y="3146425"/>
          <p14:tracePt t="39190" x="8502650" y="3138488"/>
          <p14:tracePt t="39198" x="8494713" y="3138488"/>
          <p14:tracePt t="39542" x="8494713" y="3132138"/>
          <p14:tracePt t="39630" x="8488363" y="3124200"/>
          <p14:tracePt t="39879" x="8494713" y="3124200"/>
          <p14:tracePt t="40126" x="8494713" y="3132138"/>
          <p14:tracePt t="40134" x="8480425" y="3132138"/>
          <p14:tracePt t="40142" x="8466138" y="3132138"/>
          <p14:tracePt t="40150" x="8445500" y="3138488"/>
          <p14:tracePt t="40158" x="8416925" y="3138488"/>
          <p14:tracePt t="40167" x="8394700" y="3138488"/>
          <p14:tracePt t="40174" x="8366125" y="3138488"/>
          <p14:tracePt t="40182" x="8351838" y="3146425"/>
          <p14:tracePt t="40190" x="8331200" y="3152775"/>
          <p14:tracePt t="40198" x="8294688" y="3152775"/>
          <p14:tracePt t="40206" x="8259763" y="3160713"/>
          <p14:tracePt t="40214" x="8216900" y="3160713"/>
          <p14:tracePt t="40222" x="8159750" y="3160713"/>
          <p14:tracePt t="40230" x="8096250" y="3160713"/>
          <p14:tracePt t="40238" x="8016875" y="3160713"/>
          <p14:tracePt t="40246" x="7939088" y="3160713"/>
          <p14:tracePt t="40254" x="7802563" y="3160713"/>
          <p14:tracePt t="40262" x="7610475" y="3160713"/>
          <p14:tracePt t="40270" x="7375525" y="3160713"/>
          <p14:tracePt t="40278" x="7146925" y="3160713"/>
          <p14:tracePt t="40286" x="6875463" y="3160713"/>
          <p14:tracePt t="40294" x="6583363" y="3160713"/>
          <p14:tracePt t="40302" x="6311900" y="3160713"/>
          <p14:tracePt t="40310" x="5962650" y="3160713"/>
          <p14:tracePt t="40318" x="5599113" y="3160713"/>
          <p14:tracePt t="40326" x="5249863" y="3160713"/>
          <p14:tracePt t="40334" x="4921250" y="3160713"/>
          <p14:tracePt t="40342" x="4592638" y="3160713"/>
          <p14:tracePt t="40351" x="4265613" y="3160713"/>
          <p14:tracePt t="40358" x="3994150" y="3160713"/>
          <p14:tracePt t="40367" x="3702050" y="3160713"/>
          <p14:tracePt t="40374" x="3473450" y="3160713"/>
          <p14:tracePt t="40382" x="3338513" y="3160713"/>
          <p14:tracePt t="40390" x="3195638" y="3160713"/>
          <p14:tracePt t="40398" x="3081338" y="3160713"/>
          <p14:tracePt t="40406" x="2974975" y="3160713"/>
          <p14:tracePt t="40414" x="2909888" y="3160713"/>
          <p14:tracePt t="40422" x="2852738" y="3138488"/>
          <p14:tracePt t="40430" x="2809875" y="3138488"/>
          <p14:tracePt t="40438" x="2752725" y="3132138"/>
          <p14:tracePt t="40446" x="2724150" y="3132138"/>
          <p14:tracePt t="40454" x="2695575" y="3132138"/>
          <p14:tracePt t="40462" x="2674938" y="3124200"/>
          <p14:tracePt t="40470" x="2652713" y="3124200"/>
          <p14:tracePt t="40478" x="2632075" y="3109913"/>
          <p14:tracePt t="40486" x="2603500" y="3103563"/>
          <p14:tracePt t="40494" x="2574925" y="3103563"/>
          <p14:tracePt t="40502" x="2532063" y="3081338"/>
          <p14:tracePt t="40510" x="2511425" y="3074988"/>
          <p14:tracePt t="40519" x="2474913" y="3067050"/>
          <p14:tracePt t="40526" x="2446338" y="3046413"/>
          <p14:tracePt t="40534" x="2417763" y="3032125"/>
          <p14:tracePt t="40542" x="2403475" y="3024188"/>
          <p14:tracePt t="40551" x="2389188" y="3009900"/>
          <p14:tracePt t="40558" x="2382838" y="3003550"/>
          <p14:tracePt t="40567" x="2374900" y="2995613"/>
          <p14:tracePt t="40574" x="2354263" y="2974975"/>
          <p14:tracePt t="40582" x="2346325" y="2952750"/>
          <p14:tracePt t="40590" x="2325688" y="2903538"/>
          <p14:tracePt t="40598" x="2297113" y="2840038"/>
          <p14:tracePt t="40606" x="2282825" y="2774950"/>
          <p14:tracePt t="40614" x="2246313" y="2697163"/>
          <p14:tracePt t="40622" x="2232025" y="2617788"/>
          <p14:tracePt t="40630" x="2197100" y="2546350"/>
          <p14:tracePt t="40638" x="2160588" y="2468563"/>
          <p14:tracePt t="40646" x="2125663" y="2389188"/>
          <p14:tracePt t="40654" x="2089150" y="2317750"/>
          <p14:tracePt t="40662" x="2068513" y="2262188"/>
          <p14:tracePt t="40670" x="2039938" y="2197100"/>
          <p14:tracePt t="40678" x="2019300" y="2168525"/>
          <p14:tracePt t="40686" x="2011363" y="2133600"/>
          <p14:tracePt t="40694" x="2011363" y="2111375"/>
          <p14:tracePt t="40702" x="1997075" y="2090738"/>
          <p14:tracePt t="40710" x="1997075" y="2082800"/>
          <p14:tracePt t="40718" x="1997075" y="2076450"/>
          <p14:tracePt t="40726" x="1990725" y="2054225"/>
          <p14:tracePt t="40734" x="1990725" y="2039938"/>
          <p14:tracePt t="40742" x="1982788" y="2033588"/>
          <p14:tracePt t="40750" x="1968500" y="2011363"/>
          <p14:tracePt t="40758" x="1962150" y="1982788"/>
          <p14:tracePt t="40766" x="1919288" y="1939925"/>
          <p14:tracePt t="40774" x="1911350" y="1933575"/>
          <p14:tracePt t="40782" x="1897063" y="1919288"/>
          <p14:tracePt t="40790" x="1868488" y="1890713"/>
          <p14:tracePt t="40798" x="1862138" y="1876425"/>
          <p14:tracePt t="40806" x="1839913" y="1862138"/>
          <p14:tracePt t="40814" x="1825625" y="1847850"/>
          <p14:tracePt t="40822" x="1804988" y="1825625"/>
          <p14:tracePt t="40830" x="1782763" y="1819275"/>
          <p14:tracePt t="40838" x="1768475" y="1811338"/>
          <p14:tracePt t="40846" x="1747838" y="1790700"/>
          <p14:tracePt t="40854" x="1704975" y="1768475"/>
          <p14:tracePt t="40862" x="1690688" y="1754188"/>
          <p14:tracePt t="40870" x="1647825" y="1739900"/>
          <p14:tracePt t="40878" x="1625600" y="1725613"/>
          <p14:tracePt t="40886" x="1590675" y="1704975"/>
          <p14:tracePt t="40894" x="1576388" y="1698625"/>
          <p14:tracePt t="40902" x="1568450" y="1676400"/>
          <p14:tracePt t="40910" x="1547813" y="1670050"/>
          <p14:tracePt t="40918" x="1519238" y="1655763"/>
          <p14:tracePt t="40926" x="1512888" y="1647825"/>
          <p14:tracePt t="40934" x="1498600" y="1647825"/>
          <p14:tracePt t="40942" x="1490663" y="1647825"/>
          <p14:tracePt t="40951" x="1476375" y="1647825"/>
          <p14:tracePt t="40958" x="1470025" y="1647825"/>
          <p14:tracePt t="40974" x="1462088" y="1647825"/>
          <p14:tracePt t="40982" x="1455738" y="1647825"/>
          <p14:tracePt t="40990" x="1447800" y="1647825"/>
          <p14:tracePt t="40998" x="1441450" y="1647825"/>
          <p14:tracePt t="41014" x="1433513" y="1647825"/>
          <p14:tracePt t="41022" x="1427163" y="1647825"/>
          <p14:tracePt t="41054" x="1419225" y="1647825"/>
          <p14:tracePt t="41094" x="1412875" y="1647825"/>
          <p14:tracePt t="41118" x="1404938" y="1647825"/>
          <p14:tracePt t="41151" x="1404938" y="1662113"/>
          <p14:tracePt t="41214" x="1404938" y="1670050"/>
          <p14:tracePt t="42014" x="1398588" y="1670050"/>
          <p14:tracePt t="42022" x="1384300" y="1670050"/>
          <p14:tracePt t="42030" x="1376363" y="1670050"/>
          <p14:tracePt t="42038" x="1362075" y="1670050"/>
          <p14:tracePt t="42046" x="1355725" y="1670050"/>
          <p14:tracePt t="42054" x="1341438" y="1670050"/>
          <p14:tracePt t="42062" x="1333500" y="1670050"/>
          <p14:tracePt t="42070" x="1327150" y="1670050"/>
          <p14:tracePt t="42078" x="1312863" y="1670050"/>
          <p14:tracePt t="42094" x="1304925" y="1670050"/>
          <p14:tracePt t="42102" x="1290638" y="1670050"/>
          <p14:tracePt t="42110" x="1284288" y="1670050"/>
          <p14:tracePt t="42118" x="1276350" y="1670050"/>
          <p14:tracePt t="42126" x="1270000" y="1670050"/>
          <p14:tracePt t="42142" x="1262063" y="1670050"/>
          <p14:tracePt t="42150" x="1255713" y="1670050"/>
          <p14:tracePt t="42166" x="1247775" y="1670050"/>
          <p14:tracePt t="42462" x="1262063" y="1670050"/>
          <p14:tracePt t="42478" x="1270000" y="1676400"/>
          <p14:tracePt t="42510" x="1276350" y="1676400"/>
          <p14:tracePt t="42526" x="1284288" y="1684338"/>
          <p14:tracePt t="42566" x="1290638" y="1684338"/>
          <p14:tracePt t="42590" x="1298575" y="1684338"/>
          <p14:tracePt t="42630" x="1304925" y="1684338"/>
          <p14:tracePt t="42894" x="1312863" y="1684338"/>
          <p14:tracePt t="42982" x="1327150" y="1684338"/>
          <p14:tracePt t="43006" x="1327150" y="1690688"/>
          <p14:tracePt t="43070" x="1333500" y="1690688"/>
          <p14:tracePt t="43230" x="1341438" y="1698625"/>
          <p14:tracePt t="43358" x="1341438" y="1704975"/>
          <p14:tracePt t="43446" x="1347788" y="1704975"/>
          <p14:tracePt t="44542" x="1355725" y="1712913"/>
          <p14:tracePt t="46798" x="1355725" y="1719263"/>
          <p14:tracePt t="46926" x="1362075" y="1719263"/>
          <p14:tracePt t="47038" x="1370013" y="1725613"/>
          <p14:tracePt t="47078" x="1376363" y="1725613"/>
          <p14:tracePt t="47118" x="1376363" y="1733550"/>
          <p14:tracePt t="47166" x="1384300" y="1747838"/>
          <p14:tracePt t="47198" x="1390650" y="1754188"/>
          <p14:tracePt t="47230" x="1398588" y="1754188"/>
          <p14:tracePt t="47278" x="1404938" y="1754188"/>
          <p14:tracePt t="47286" x="1412875" y="1762125"/>
          <p14:tracePt t="47327" x="1412875" y="1768475"/>
          <p14:tracePt t="47342" x="1419225" y="1768475"/>
          <p14:tracePt t="47366" x="1427163" y="1776413"/>
          <p14:tracePt t="47438" x="1433513" y="1776413"/>
          <p14:tracePt t="47758" x="1433513" y="1782763"/>
          <p14:tracePt t="47822" x="1441450" y="1782763"/>
          <p14:tracePt t="47862" x="1447800" y="1790700"/>
          <p14:tracePt t="47878" x="1455738" y="1790700"/>
          <p14:tracePt t="47886" x="1455738" y="1797050"/>
          <p14:tracePt t="47926" x="1462088" y="1797050"/>
          <p14:tracePt t="47942" x="1470025" y="1797050"/>
          <p14:tracePt t="47966" x="1476375" y="1804988"/>
          <p14:tracePt t="48222" x="1484313" y="1804988"/>
          <p14:tracePt t="49974" x="1484313" y="1811338"/>
          <p14:tracePt t="50006" x="1490663" y="1811338"/>
          <p14:tracePt t="50142" x="1498600" y="1811338"/>
          <p14:tracePt t="50167" x="1504950" y="1811338"/>
          <p14:tracePt t="50422" x="1498600" y="1811338"/>
          <p14:tracePt t="50446" x="1490663" y="1811338"/>
          <p14:tracePt t="50454" x="1484313" y="1811338"/>
          <p14:tracePt t="50478" x="1476375" y="1811338"/>
          <p14:tracePt t="50510" x="1470025" y="1811338"/>
          <p14:tracePt t="50534" x="1470025" y="1804988"/>
          <p14:tracePt t="50574" x="1462088" y="1804988"/>
          <p14:tracePt t="50582" x="1455738" y="1804988"/>
          <p14:tracePt t="50598" x="1447800" y="1804988"/>
          <p14:tracePt t="50606" x="1433513" y="1804988"/>
          <p14:tracePt t="50622" x="1427163" y="1804988"/>
          <p14:tracePt t="50630" x="1419225" y="1804988"/>
          <p14:tracePt t="50646" x="1412875" y="1804988"/>
          <p14:tracePt t="50662" x="1404938" y="1797050"/>
          <p14:tracePt t="50670" x="1398588" y="1797050"/>
          <p14:tracePt t="50678" x="1398588" y="1790700"/>
          <p14:tracePt t="50686" x="1390650" y="1790700"/>
          <p14:tracePt t="50694" x="1384300" y="1790700"/>
          <p14:tracePt t="50702" x="1384300" y="1782763"/>
          <p14:tracePt t="50710" x="1376363" y="1776413"/>
          <p14:tracePt t="50718" x="1376363" y="1768475"/>
          <p14:tracePt t="50726" x="1370013" y="1754188"/>
          <p14:tracePt t="50734" x="1370013" y="1747838"/>
          <p14:tracePt t="50742" x="1370013" y="1725613"/>
          <p14:tracePt t="50751" x="1370013" y="1712913"/>
          <p14:tracePt t="50758" x="1370013" y="1704975"/>
          <p14:tracePt t="50767" x="1370013" y="1698625"/>
          <p14:tracePt t="50774" x="1362075" y="1690688"/>
          <p14:tracePt t="50791" x="1362075" y="1684338"/>
          <p14:tracePt t="50806" x="1362075" y="1676400"/>
          <p14:tracePt t="50814" x="1362075" y="1670050"/>
          <p14:tracePt t="50838" x="1347788" y="1670050"/>
          <p14:tracePt t="50862" x="1341438" y="1662113"/>
          <p14:tracePt t="50870" x="1333500" y="1662113"/>
          <p14:tracePt t="50886" x="1327150" y="1662113"/>
          <p14:tracePt t="50918" x="1319213" y="1662113"/>
          <p14:tracePt t="50926" x="1312863" y="1662113"/>
          <p14:tracePt t="50950" x="1304925" y="1662113"/>
          <p14:tracePt t="50966" x="1298575" y="1662113"/>
          <p14:tracePt t="50990" x="1290638" y="1662113"/>
          <p14:tracePt t="51022" x="1284288" y="1662113"/>
          <p14:tracePt t="51055" x="1284288" y="1670050"/>
          <p14:tracePt t="51774" x="1284288" y="1676400"/>
          <p14:tracePt t="51878" x="1284288" y="1684338"/>
          <p14:tracePt t="52670" x="1290638" y="1684338"/>
          <p14:tracePt t="52678" x="1290638" y="1690688"/>
          <p14:tracePt t="52686" x="1298575" y="1690688"/>
          <p14:tracePt t="52718" x="1304925" y="1690688"/>
          <p14:tracePt t="52750" x="1312863" y="1704975"/>
          <p14:tracePt t="52766" x="1327150" y="1704975"/>
          <p14:tracePt t="52782" x="1327150" y="1712913"/>
          <p14:tracePt t="52838" x="1333500" y="1719263"/>
          <p14:tracePt t="52862" x="1333500" y="1725613"/>
          <p14:tracePt t="52870" x="1341438" y="1733550"/>
          <p14:tracePt t="52894" x="1347788" y="1739900"/>
          <p14:tracePt t="54654" x="1327150" y="1739900"/>
          <p14:tracePt t="54662" x="1319213" y="1733550"/>
          <p14:tracePt t="54670" x="1312863" y="1725613"/>
          <p14:tracePt t="54678" x="1298575" y="1719263"/>
          <p14:tracePt t="54686" x="1298575" y="1712913"/>
          <p14:tracePt t="54694" x="1284288" y="1712913"/>
          <p14:tracePt t="54702" x="1276350" y="1704975"/>
          <p14:tracePt t="54710" x="1270000" y="1698625"/>
          <p14:tracePt t="54726" x="1262063" y="1690688"/>
          <p14:tracePt t="54734" x="1247775" y="1690688"/>
          <p14:tracePt t="54742" x="1247775" y="1684338"/>
          <p14:tracePt t="54750" x="1233488" y="1676400"/>
          <p14:tracePt t="54758" x="1227138" y="1670050"/>
          <p14:tracePt t="54767" x="1198563" y="1647825"/>
          <p14:tracePt t="54774" x="1169988" y="1627188"/>
          <p14:tracePt t="54782" x="1119188" y="1598613"/>
          <p14:tracePt t="54790" x="1069975" y="1570038"/>
          <p14:tracePt t="54798" x="998538" y="1533525"/>
          <p14:tracePt t="54806" x="935038" y="1490663"/>
          <p14:tracePt t="54814" x="877888" y="1455738"/>
          <p14:tracePt t="54822" x="792163" y="1412875"/>
          <p14:tracePt t="54830" x="727075" y="1384300"/>
          <p14:tracePt t="54838" x="684213" y="1362075"/>
          <p14:tracePt t="54846" x="620713" y="1341438"/>
          <p14:tracePt t="54854" x="563563" y="1312863"/>
          <p14:tracePt t="54862" x="512763" y="1290638"/>
          <p14:tracePt t="54870" x="457200" y="1255713"/>
          <p14:tracePt t="54878" x="392113" y="1219200"/>
          <p14:tracePt t="54886" x="334963" y="1184275"/>
          <p14:tracePt t="54902" x="206375" y="1112838"/>
          <p14:tracePt t="54910" x="142875" y="1077913"/>
          <p14:tracePt t="54919" x="85725" y="1041400"/>
          <p14:tracePt t="54926" x="42863" y="1020763"/>
          <p14:tracePt t="54934" x="14288" y="998538"/>
        </p14:tracePtLst>
      </p14:laserTraceLst>
    </p:ext>
  </p:extLs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9" name="Google Shape;1029;p48"/>
          <p:cNvSpPr txBox="1">
            <a:spLocks noGrp="1"/>
          </p:cNvSpPr>
          <p:nvPr>
            <p:ph type="title"/>
          </p:nvPr>
        </p:nvSpPr>
        <p:spPr>
          <a:xfrm>
            <a:off x="311700" y="2627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Potential defective pieces</a:t>
            </a:r>
            <a:endParaRPr/>
          </a:p>
        </p:txBody>
      </p:sp>
      <p:sp>
        <p:nvSpPr>
          <p:cNvPr id="1030" name="Google Shape;1030;p48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22</a:t>
            </a:fld>
            <a:endParaRPr/>
          </a:p>
        </p:txBody>
      </p:sp>
      <p:sp>
        <p:nvSpPr>
          <p:cNvPr id="1031" name="Google Shape;1031;p48"/>
          <p:cNvSpPr txBox="1"/>
          <p:nvPr/>
        </p:nvSpPr>
        <p:spPr>
          <a:xfrm>
            <a:off x="123875" y="2393288"/>
            <a:ext cx="27435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raw_data:</a:t>
            </a:r>
            <a:endParaRPr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32" name="Google Shape;1032;p48"/>
          <p:cNvGraphicFramePr/>
          <p:nvPr/>
        </p:nvGraphicFramePr>
        <p:xfrm>
          <a:off x="226688" y="2786888"/>
          <a:ext cx="1940150" cy="2272925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3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2832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bat_step_machines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LS-24, LK-06 ]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33" name="Google Shape;1033;p48"/>
          <p:cNvGraphicFramePr/>
          <p:nvPr/>
        </p:nvGraphicFramePr>
        <p:xfrm>
          <a:off x="6799238" y="2786900"/>
          <a:ext cx="2117825" cy="22729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1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potential_bad_pieces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[ 0.4142,    0 ]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[ 0.8730,   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[ 1.6017,   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[ 0.6243,    0.1940,   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34" name="Google Shape;1034;p48"/>
          <p:cNvSpPr txBox="1"/>
          <p:nvPr/>
        </p:nvSpPr>
        <p:spPr>
          <a:xfrm>
            <a:off x="226700" y="1587000"/>
            <a:ext cx="8450700" cy="80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" dirty="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Potential bad pieces [k] = </a:t>
            </a:r>
            <a:r>
              <a:rPr lang="en" dirty="0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bad pieces expectation[k+1]</a:t>
            </a:r>
            <a:r>
              <a:rPr lang="en" dirty="0">
                <a:solidFill>
                  <a:srgbClr val="6AA84F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+ </a:t>
            </a:r>
            <a:r>
              <a:rPr lang="en" dirty="0">
                <a:solidFill>
                  <a:srgbClr val="6AA84F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Potential bad pieces [k+1]</a:t>
            </a:r>
            <a:r>
              <a:rPr lang="en" dirty="0">
                <a:solidFill>
                  <a:schemeClr val="dk1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 </a:t>
            </a:r>
            <a:endParaRPr dirty="0">
              <a:solidFill>
                <a:srgbClr val="00CE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Last machine always get 0 (there is no next machine or [k+1] )</a:t>
            </a:r>
            <a:endParaRPr dirty="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35" name="Google Shape;1035;p48"/>
          <p:cNvGraphicFramePr/>
          <p:nvPr/>
        </p:nvGraphicFramePr>
        <p:xfrm>
          <a:off x="2434588" y="2786900"/>
          <a:ext cx="2117825" cy="227290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178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283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[ 0 ]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[ 0.5858,    0.4142 ]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[ 2 ]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[ 1.1270,    0.8730 ]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[ 2 ]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[ 1.3983,    1.6017 ]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7780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[ 0.3757,    0.4303,    0.1940 ]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cxnSp>
        <p:nvCxnSpPr>
          <p:cNvPr id="1036" name="Google Shape;1036;p48"/>
          <p:cNvCxnSpPr/>
          <p:nvPr/>
        </p:nvCxnSpPr>
        <p:spPr>
          <a:xfrm>
            <a:off x="4725075" y="3948625"/>
            <a:ext cx="1956600" cy="0"/>
          </a:xfrm>
          <a:prstGeom prst="straightConnector1">
            <a:avLst/>
          </a:prstGeom>
          <a:noFill/>
          <a:ln w="38100" cap="flat" cmpd="sng">
            <a:solidFill>
              <a:schemeClr val="dk2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37" name="Google Shape;1037;p48"/>
          <p:cNvSpPr txBox="1"/>
          <p:nvPr/>
        </p:nvSpPr>
        <p:spPr>
          <a:xfrm>
            <a:off x="4899575" y="2811725"/>
            <a:ext cx="13374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FF00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0.1940</a:t>
            </a:r>
            <a:r>
              <a:rPr lang="en" sz="1000" b="1">
                <a:solidFill>
                  <a:srgbClr val="00CE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 + 0 = </a:t>
            </a:r>
            <a:r>
              <a:rPr lang="en" sz="1000" b="1"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0.1940</a:t>
            </a:r>
            <a:endParaRPr sz="1000" b="1"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38" name="Google Shape;1038;p48"/>
          <p:cNvCxnSpPr/>
          <p:nvPr/>
        </p:nvCxnSpPr>
        <p:spPr>
          <a:xfrm flipH="1">
            <a:off x="4194025" y="2955500"/>
            <a:ext cx="973500" cy="1826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39" name="Google Shape;1039;p48"/>
          <p:cNvCxnSpPr/>
          <p:nvPr/>
        </p:nvCxnSpPr>
        <p:spPr>
          <a:xfrm>
            <a:off x="5480000" y="2991550"/>
            <a:ext cx="2754000" cy="18285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0" name="Google Shape;1040;p48"/>
          <p:cNvCxnSpPr/>
          <p:nvPr/>
        </p:nvCxnSpPr>
        <p:spPr>
          <a:xfrm>
            <a:off x="5879875" y="2990150"/>
            <a:ext cx="1829700" cy="18297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1" name="Google Shape;1041;p48"/>
          <p:cNvSpPr txBox="1"/>
          <p:nvPr/>
        </p:nvSpPr>
        <p:spPr>
          <a:xfrm>
            <a:off x="4892550" y="4102500"/>
            <a:ext cx="1566600" cy="34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b="1">
                <a:solidFill>
                  <a:srgbClr val="00CE00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0.4303 + 0.1940 = 0.6243</a:t>
            </a:r>
            <a:endParaRPr sz="1000" b="1">
              <a:solidFill>
                <a:srgbClr val="00CE00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42" name="Google Shape;1042;p48"/>
          <p:cNvCxnSpPr/>
          <p:nvPr/>
        </p:nvCxnSpPr>
        <p:spPr>
          <a:xfrm flipH="1">
            <a:off x="3514675" y="4273225"/>
            <a:ext cx="1606500" cy="5133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3" name="Google Shape;1043;p48"/>
          <p:cNvCxnSpPr/>
          <p:nvPr/>
        </p:nvCxnSpPr>
        <p:spPr>
          <a:xfrm>
            <a:off x="5701375" y="4295550"/>
            <a:ext cx="1974900" cy="524700"/>
          </a:xfrm>
          <a:prstGeom prst="straightConnector1">
            <a:avLst/>
          </a:prstGeom>
          <a:noFill/>
          <a:ln w="9525" cap="flat" cmpd="sng">
            <a:solidFill>
              <a:schemeClr val="dk2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044" name="Google Shape;1044;p48"/>
          <p:cNvCxnSpPr/>
          <p:nvPr/>
        </p:nvCxnSpPr>
        <p:spPr>
          <a:xfrm>
            <a:off x="6169975" y="4273225"/>
            <a:ext cx="702900" cy="624900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045" name="Google Shape;1045;p48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 w="9525" cap="flat" cmpd="sng">
            <a:solidFill>
              <a:schemeClr val="accent5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3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046" name="Google Shape;104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867375" y="1017800"/>
            <a:ext cx="3318441" cy="6249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047" name="Google Shape;1047;p48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048" name="Google Shape;1048;p48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049" name="Google Shape;1049;p48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9852">
        <p14:gallery dir="l"/>
      </p:transition>
    </mc:Choice>
    <mc:Fallback xmlns="">
      <p:transition spd="slow" advTm="19852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7" x="3736975" y="1562100"/>
          <p14:tracePt t="44" x="3744913" y="1562100"/>
          <p14:tracePt t="76" x="3751263" y="1562100"/>
          <p14:tracePt t="99" x="3759200" y="1562100"/>
          <p14:tracePt t="132" x="3773488" y="1562100"/>
          <p14:tracePt t="157" x="3779838" y="1562100"/>
          <p14:tracePt t="180" x="3787775" y="1562100"/>
          <p14:tracePt t="196" x="3794125" y="1562100"/>
          <p14:tracePt t="212" x="3802063" y="1562100"/>
          <p14:tracePt t="244" x="3808413" y="1562100"/>
          <p14:tracePt t="252" x="3816350" y="1562100"/>
          <p14:tracePt t="260" x="3822700" y="1562100"/>
          <p14:tracePt t="283" x="3830638" y="1570038"/>
          <p14:tracePt t="300" x="3844925" y="1576388"/>
          <p14:tracePt t="340" x="3859213" y="1576388"/>
          <p14:tracePt t="716" x="3851275" y="1584325"/>
          <p14:tracePt t="732" x="3844925" y="1584325"/>
          <p14:tracePt t="772" x="3836988" y="1584325"/>
          <p14:tracePt t="779" x="3830638" y="1584325"/>
          <p14:tracePt t="788" x="3822700" y="1584325"/>
          <p14:tracePt t="811" x="3816350" y="1590675"/>
          <p14:tracePt t="828" x="3808413" y="1590675"/>
          <p14:tracePt t="836" x="3802063" y="1590675"/>
          <p14:tracePt t="860" x="3794125" y="1590675"/>
          <p14:tracePt t="876" x="3787775" y="1590675"/>
          <p14:tracePt t="891" x="3779838" y="1590675"/>
          <p14:tracePt t="907" x="3773488" y="1590675"/>
          <p14:tracePt t="917" x="3765550" y="1590675"/>
          <p14:tracePt t="924" x="3759200" y="1590675"/>
          <p14:tracePt t="932" x="3751263" y="1590675"/>
          <p14:tracePt t="948" x="3744913" y="1590675"/>
          <p14:tracePt t="964" x="3736975" y="1590675"/>
          <p14:tracePt t="1012" x="3730625" y="1590675"/>
          <p14:tracePt t="1260" x="3730625" y="1598613"/>
          <p14:tracePt t="1396" x="3730625" y="1604963"/>
          <p14:tracePt t="1436" x="3736975" y="1604963"/>
          <p14:tracePt t="1452" x="3744913" y="1604963"/>
          <p14:tracePt t="1460" x="3751263" y="1604963"/>
          <p14:tracePt t="1468" x="3759200" y="1604963"/>
          <p14:tracePt t="1476" x="3765550" y="1604963"/>
          <p14:tracePt t="1483" x="3773488" y="1604963"/>
          <p14:tracePt t="1492" x="3779838" y="1604963"/>
          <p14:tracePt t="1500" x="3802063" y="1604963"/>
          <p14:tracePt t="1508" x="3808413" y="1604963"/>
          <p14:tracePt t="1516" x="3822700" y="1604963"/>
          <p14:tracePt t="1524" x="3836988" y="1604963"/>
          <p14:tracePt t="1532" x="3844925" y="1604963"/>
          <p14:tracePt t="1540" x="3851275" y="1604963"/>
          <p14:tracePt t="1548" x="3859213" y="1612900"/>
          <p14:tracePt t="1556" x="3865563" y="1612900"/>
          <p14:tracePt t="1572" x="3873500" y="1612900"/>
          <p14:tracePt t="1588" x="3887788" y="1619250"/>
          <p14:tracePt t="1603" x="3894138" y="1619250"/>
          <p14:tracePt t="1612" x="3902075" y="1627188"/>
          <p14:tracePt t="1619" x="3916363" y="1627188"/>
          <p14:tracePt t="1635" x="3930650" y="1627188"/>
          <p14:tracePt t="1644" x="3944938" y="1633538"/>
          <p14:tracePt t="1651" x="3951288" y="1633538"/>
          <p14:tracePt t="1660" x="3973513" y="1647825"/>
          <p14:tracePt t="1676" x="3987800" y="1647825"/>
          <p14:tracePt t="1684" x="4008438" y="1647825"/>
          <p14:tracePt t="1692" x="4022725" y="1647825"/>
          <p14:tracePt t="1700" x="4037013" y="1647825"/>
          <p14:tracePt t="1708" x="4051300" y="1647825"/>
          <p14:tracePt t="1717" x="4071938" y="1647825"/>
          <p14:tracePt t="1724" x="4086225" y="1655763"/>
          <p14:tracePt t="1732" x="4100513" y="1655763"/>
          <p14:tracePt t="1740" x="4122738" y="1655763"/>
          <p14:tracePt t="1748" x="4151313" y="1655763"/>
          <p14:tracePt t="1756" x="4171950" y="1655763"/>
          <p14:tracePt t="1763" x="4194175" y="1655763"/>
          <p14:tracePt t="1772" x="4208463" y="1655763"/>
          <p14:tracePt t="1780" x="4229100" y="1655763"/>
          <p14:tracePt t="1788" x="4251325" y="1655763"/>
          <p14:tracePt t="1796" x="4279900" y="1662113"/>
          <p14:tracePt t="1804" x="4308475" y="1676400"/>
          <p14:tracePt t="1812" x="4337050" y="1676400"/>
          <p14:tracePt t="1819" x="4365625" y="1676400"/>
          <p14:tracePt t="1828" x="4394200" y="1676400"/>
          <p14:tracePt t="1836" x="4414838" y="1676400"/>
          <p14:tracePt t="1844" x="4443413" y="1676400"/>
          <p14:tracePt t="1851" x="4479925" y="1676400"/>
          <p14:tracePt t="1860" x="4522788" y="1676400"/>
          <p14:tracePt t="1867" x="4557713" y="1676400"/>
          <p14:tracePt t="1876" x="4586288" y="1676400"/>
          <p14:tracePt t="1884" x="4621213" y="1676400"/>
          <p14:tracePt t="1891" x="4649788" y="1676400"/>
          <p14:tracePt t="1901" x="4672013" y="1676400"/>
          <p14:tracePt t="1908" x="4700588" y="1676400"/>
          <p14:tracePt t="1917" x="4706938" y="1676400"/>
          <p14:tracePt t="1924" x="4729163" y="1676400"/>
          <p14:tracePt t="1932" x="4757738" y="1676400"/>
          <p14:tracePt t="1939" x="4778375" y="1676400"/>
          <p14:tracePt t="1948" x="4806950" y="1676400"/>
          <p14:tracePt t="1956" x="4843463" y="1676400"/>
          <p14:tracePt t="1964" x="4864100" y="1676400"/>
          <p14:tracePt t="1972" x="4886325" y="1676400"/>
          <p14:tracePt t="1980" x="4906963" y="1676400"/>
          <p14:tracePt t="1988" x="4929188" y="1676400"/>
          <p14:tracePt t="1996" x="4949825" y="1670050"/>
          <p14:tracePt t="2004" x="4957763" y="1670050"/>
          <p14:tracePt t="2012" x="4972050" y="1662113"/>
          <p14:tracePt t="2019" x="4978400" y="1662113"/>
          <p14:tracePt t="2028" x="4986338" y="1662113"/>
          <p14:tracePt t="2035" x="4986338" y="1655763"/>
          <p14:tracePt t="2044" x="5000625" y="1647825"/>
          <p14:tracePt t="2060" x="5014913" y="1647825"/>
          <p14:tracePt t="2068" x="5021263" y="1641475"/>
          <p14:tracePt t="2076" x="5035550" y="1633538"/>
          <p14:tracePt t="2084" x="5035550" y="1627188"/>
          <p14:tracePt t="2092" x="5049838" y="1627188"/>
          <p14:tracePt t="2101" x="5064125" y="1619250"/>
          <p14:tracePt t="2108" x="5072063" y="1612900"/>
          <p14:tracePt t="2117" x="5078413" y="1604963"/>
          <p14:tracePt t="2133" x="5078413" y="1598613"/>
          <p14:tracePt t="2140" x="5084763" y="1584325"/>
          <p14:tracePt t="2156" x="5084763" y="1576388"/>
          <p14:tracePt t="2163" x="5084763" y="1562100"/>
          <p14:tracePt t="2180" x="5092700" y="1541463"/>
          <p14:tracePt t="2196" x="5092700" y="1519238"/>
          <p14:tracePt t="2204" x="5092700" y="1512888"/>
          <p14:tracePt t="2212" x="5092700" y="1490663"/>
          <p14:tracePt t="2219" x="5092700" y="1484313"/>
          <p14:tracePt t="2228" x="5099050" y="1470025"/>
          <p14:tracePt t="2236" x="5099050" y="1462088"/>
          <p14:tracePt t="2244" x="5099050" y="1447800"/>
          <p14:tracePt t="2260" x="5099050" y="1441450"/>
          <p14:tracePt t="2284" x="5099050" y="1433513"/>
          <p14:tracePt t="2292" x="5099050" y="1427163"/>
          <p14:tracePt t="2300" x="5099050" y="1419225"/>
          <p14:tracePt t="2307" x="5099050" y="1404938"/>
          <p14:tracePt t="2324" x="5099050" y="1398588"/>
          <p14:tracePt t="2332" x="5099050" y="1384300"/>
          <p14:tracePt t="2347" x="5092700" y="1376363"/>
          <p14:tracePt t="2356" x="5092700" y="1362075"/>
          <p14:tracePt t="2364" x="5084763" y="1355725"/>
          <p14:tracePt t="2372" x="5078413" y="1347788"/>
          <p14:tracePt t="2404" x="5072063" y="1347788"/>
          <p14:tracePt t="2412" x="5072063" y="1341438"/>
          <p14:tracePt t="2428" x="5064125" y="1333500"/>
          <p14:tracePt t="2435" x="5057775" y="1327150"/>
          <p14:tracePt t="2452" x="5043488" y="1327150"/>
          <p14:tracePt t="2468" x="5035550" y="1312863"/>
          <p14:tracePt t="2476" x="5029200" y="1312863"/>
          <p14:tracePt t="2500" x="5021263" y="1312863"/>
          <p14:tracePt t="2508" x="5021263" y="1304925"/>
          <p14:tracePt t="2517" x="5006975" y="1304925"/>
          <p14:tracePt t="2524" x="5000625" y="1304925"/>
          <p14:tracePt t="2532" x="5000625" y="1298575"/>
          <p14:tracePt t="2540" x="4986338" y="1298575"/>
          <p14:tracePt t="2548" x="4978400" y="1298575"/>
          <p14:tracePt t="2556" x="4964113" y="1290638"/>
          <p14:tracePt t="2564" x="4957763" y="1284288"/>
          <p14:tracePt t="2572" x="4949825" y="1284288"/>
          <p14:tracePt t="2580" x="4935538" y="1284288"/>
          <p14:tracePt t="2588" x="4929188" y="1284288"/>
          <p14:tracePt t="2596" x="4914900" y="1284288"/>
          <p14:tracePt t="2603" x="4900613" y="1284288"/>
          <p14:tracePt t="2612" x="4892675" y="1284288"/>
          <p14:tracePt t="2619" x="4878388" y="1276350"/>
          <p14:tracePt t="2627" x="4857750" y="1262063"/>
          <p14:tracePt t="2635" x="4843463" y="1262063"/>
          <p14:tracePt t="2644" x="4829175" y="1255713"/>
          <p14:tracePt t="2651" x="4814888" y="1247775"/>
          <p14:tracePt t="2660" x="4800600" y="1241425"/>
          <p14:tracePt t="2667" x="4786313" y="1233488"/>
          <p14:tracePt t="2675" x="4757738" y="1227138"/>
          <p14:tracePt t="2684" x="4721225" y="1219200"/>
          <p14:tracePt t="2692" x="4700588" y="1212850"/>
          <p14:tracePt t="2700" x="4686300" y="1204913"/>
          <p14:tracePt t="2708" x="4657725" y="1198563"/>
          <p14:tracePt t="2717" x="4629150" y="1190625"/>
          <p14:tracePt t="2724" x="4614863" y="1190625"/>
          <p14:tracePt t="2732" x="4578350" y="1176338"/>
          <p14:tracePt t="2740" x="4551363" y="1176338"/>
          <p14:tracePt t="2748" x="4522788" y="1169988"/>
          <p14:tracePt t="2756" x="4471988" y="1169988"/>
          <p14:tracePt t="2764" x="4414838" y="1162050"/>
          <p14:tracePt t="2772" x="4365625" y="1147763"/>
          <p14:tracePt t="2779" x="4300538" y="1141413"/>
          <p14:tracePt t="2788" x="4265613" y="1141413"/>
          <p14:tracePt t="2796" x="4222750" y="1135063"/>
          <p14:tracePt t="2803" x="4165600" y="1127125"/>
          <p14:tracePt t="2812" x="4122738" y="1112838"/>
          <p14:tracePt t="2819" x="4094163" y="1112838"/>
          <p14:tracePt t="2828" x="4059238" y="1106488"/>
          <p14:tracePt t="2836" x="4022725" y="1098550"/>
          <p14:tracePt t="2843" x="3994150" y="1098550"/>
          <p14:tracePt t="2851" x="3965575" y="1098550"/>
          <p14:tracePt t="2859" x="3937000" y="1098550"/>
          <p14:tracePt t="2868" x="3887788" y="1098550"/>
          <p14:tracePt t="2885" x="3830638" y="1098550"/>
          <p14:tracePt t="2892" x="3794125" y="1098550"/>
          <p14:tracePt t="2901" x="3765550" y="1098550"/>
          <p14:tracePt t="2908" x="3722688" y="1098550"/>
          <p14:tracePt t="2917" x="3679825" y="1092200"/>
          <p14:tracePt t="2924" x="3651250" y="1092200"/>
          <p14:tracePt t="2932" x="3622675" y="1092200"/>
          <p14:tracePt t="2940" x="3594100" y="1092200"/>
          <p14:tracePt t="2948" x="3559175" y="1092200"/>
          <p14:tracePt t="2955" x="3516313" y="1092200"/>
          <p14:tracePt t="2964" x="3481388" y="1092200"/>
          <p14:tracePt t="2972" x="3452813" y="1092200"/>
          <p14:tracePt t="2980" x="3424238" y="1092200"/>
          <p14:tracePt t="2988" x="3387725" y="1092200"/>
          <p14:tracePt t="2996" x="3373438" y="1092200"/>
          <p14:tracePt t="3004" x="3352800" y="1092200"/>
          <p14:tracePt t="3012" x="3338513" y="1092200"/>
          <p14:tracePt t="3020" x="3324225" y="1092200"/>
          <p14:tracePt t="3028" x="3302000" y="1092200"/>
          <p14:tracePt t="3036" x="3287713" y="1092200"/>
          <p14:tracePt t="3044" x="3267075" y="1098550"/>
          <p14:tracePt t="3052" x="3244850" y="1112838"/>
          <p14:tracePt t="3059" x="3224213" y="1120775"/>
          <p14:tracePt t="3068" x="3209925" y="1127125"/>
          <p14:tracePt t="3076" x="3201988" y="1135063"/>
          <p14:tracePt t="3084" x="3187700" y="1141413"/>
          <p14:tracePt t="3092" x="3181350" y="1141413"/>
          <p14:tracePt t="3108" x="3173413" y="1147763"/>
          <p14:tracePt t="3132" x="3173413" y="1155700"/>
          <p14:tracePt t="3140" x="3173413" y="1162050"/>
          <p14:tracePt t="3148" x="3173413" y="1169988"/>
          <p14:tracePt t="3156" x="3167063" y="1184275"/>
          <p14:tracePt t="3164" x="3167063" y="1190625"/>
          <p14:tracePt t="3171" x="3167063" y="1198563"/>
          <p14:tracePt t="3180" x="3167063" y="1212850"/>
          <p14:tracePt t="3187" x="3167063" y="1219200"/>
          <p14:tracePt t="3196" x="3159125" y="1233488"/>
          <p14:tracePt t="3204" x="3159125" y="1241425"/>
          <p14:tracePt t="3220" x="3159125" y="1247775"/>
          <p14:tracePt t="3228" x="3159125" y="1270000"/>
          <p14:tracePt t="3235" x="3159125" y="1276350"/>
          <p14:tracePt t="3244" x="3159125" y="1290638"/>
          <p14:tracePt t="3251" x="3159125" y="1298575"/>
          <p14:tracePt t="3260" x="3159125" y="1312863"/>
          <p14:tracePt t="3267" x="3159125" y="1327150"/>
          <p14:tracePt t="3276" x="3159125" y="1341438"/>
          <p14:tracePt t="3292" x="3159125" y="1347788"/>
          <p14:tracePt t="3301" x="3159125" y="1362075"/>
          <p14:tracePt t="3316" x="3159125" y="1370013"/>
          <p14:tracePt t="3324" x="3159125" y="1376363"/>
          <p14:tracePt t="3332" x="3159125" y="1384300"/>
          <p14:tracePt t="3348" x="3159125" y="1390650"/>
          <p14:tracePt t="3356" x="3159125" y="1404938"/>
          <p14:tracePt t="3372" x="3167063" y="1412875"/>
          <p14:tracePt t="3380" x="3181350" y="1427163"/>
          <p14:tracePt t="3388" x="3181350" y="1433513"/>
          <p14:tracePt t="3396" x="3187700" y="1447800"/>
          <p14:tracePt t="3403" x="3187700" y="1455738"/>
          <p14:tracePt t="3412" x="3209925" y="1476375"/>
          <p14:tracePt t="3419" x="3216275" y="1498600"/>
          <p14:tracePt t="3428" x="3230563" y="1512888"/>
          <p14:tracePt t="3436" x="3244850" y="1533525"/>
          <p14:tracePt t="3444" x="3252788" y="1547813"/>
          <p14:tracePt t="3451" x="3267075" y="1562100"/>
          <p14:tracePt t="3460" x="3273425" y="1576388"/>
          <p14:tracePt t="3467" x="3295650" y="1590675"/>
          <p14:tracePt t="3476" x="3295650" y="1598613"/>
          <p14:tracePt t="3484" x="3309938" y="1612900"/>
          <p14:tracePt t="3492" x="3324225" y="1627188"/>
          <p14:tracePt t="3501" x="3330575" y="1641475"/>
          <p14:tracePt t="3507" x="3338513" y="1641475"/>
          <p14:tracePt t="3516" x="3344863" y="1647825"/>
          <p14:tracePt t="3523" x="3359150" y="1662113"/>
          <p14:tracePt t="3532" x="3367088" y="1662113"/>
          <p14:tracePt t="3548" x="3381375" y="1670050"/>
          <p14:tracePt t="3556" x="3381375" y="1676400"/>
          <p14:tracePt t="3564" x="3402013" y="1690688"/>
          <p14:tracePt t="3572" x="3409950" y="1690688"/>
          <p14:tracePt t="3580" x="3409950" y="1698625"/>
          <p14:tracePt t="3588" x="3430588" y="1712913"/>
          <p14:tracePt t="3596" x="3438525" y="1719263"/>
          <p14:tracePt t="3604" x="3444875" y="1719263"/>
          <p14:tracePt t="3612" x="3452813" y="1719263"/>
          <p14:tracePt t="3619" x="3481388" y="1733550"/>
          <p14:tracePt t="3628" x="3487738" y="1739900"/>
          <p14:tracePt t="3635" x="3502025" y="1739900"/>
          <p14:tracePt t="3644" x="3509963" y="1739900"/>
          <p14:tracePt t="3651" x="3524250" y="1739900"/>
          <p14:tracePt t="3660" x="3530600" y="1747838"/>
          <p14:tracePt t="3668" x="3538538" y="1754188"/>
          <p14:tracePt t="3676" x="3544888" y="1754188"/>
          <p14:tracePt t="3700" x="3552825" y="1754188"/>
          <p14:tracePt t="4075" x="3530600" y="1754188"/>
          <p14:tracePt t="4084" x="3495675" y="1754188"/>
          <p14:tracePt t="4092" x="3459163" y="1747838"/>
          <p14:tracePt t="4100" x="3395663" y="1733550"/>
          <p14:tracePt t="4108" x="3352800" y="1733550"/>
          <p14:tracePt t="4117" x="3273425" y="1712913"/>
          <p14:tracePt t="4123" x="3209925" y="1712913"/>
          <p14:tracePt t="4132" x="3138488" y="1690688"/>
          <p14:tracePt t="4140" x="3081338" y="1684338"/>
          <p14:tracePt t="4148" x="3032125" y="1684338"/>
          <p14:tracePt t="4156" x="2989263" y="1676400"/>
          <p14:tracePt t="4164" x="2981325" y="1676400"/>
          <p14:tracePt t="4172" x="2960688" y="1676400"/>
          <p14:tracePt t="4179" x="2946400" y="1662113"/>
          <p14:tracePt t="4188" x="2932113" y="1655763"/>
          <p14:tracePt t="4196" x="2917825" y="1655763"/>
          <p14:tracePt t="4212" x="2895600" y="1647825"/>
          <p14:tracePt t="4219" x="2889250" y="1647825"/>
          <p14:tracePt t="4228" x="2881313" y="1641475"/>
          <p14:tracePt t="4236" x="2874963" y="1633538"/>
          <p14:tracePt t="4244" x="2860675" y="1633538"/>
          <p14:tracePt t="4260" x="2852738" y="1627188"/>
          <p14:tracePt t="4283" x="2838450" y="1619250"/>
          <p14:tracePt t="4308" x="2838450" y="1612900"/>
          <p14:tracePt t="4324" x="2838450" y="1604963"/>
          <p14:tracePt t="4332" x="2838450" y="1598613"/>
          <p14:tracePt t="4340" x="2846388" y="1590675"/>
          <p14:tracePt t="4348" x="2852738" y="1584325"/>
          <p14:tracePt t="4356" x="2874963" y="1562100"/>
          <p14:tracePt t="4364" x="2889250" y="1555750"/>
          <p14:tracePt t="4372" x="2917825" y="1533525"/>
          <p14:tracePt t="4379" x="2938463" y="1519238"/>
          <p14:tracePt t="4388" x="2952750" y="1498600"/>
          <p14:tracePt t="4396" x="2960688" y="1490663"/>
          <p14:tracePt t="4403" x="2981325" y="1476375"/>
          <p14:tracePt t="4412" x="2981325" y="1462088"/>
          <p14:tracePt t="4419" x="2989263" y="1447800"/>
          <p14:tracePt t="4428" x="2989263" y="1427163"/>
          <p14:tracePt t="4435" x="2989263" y="1412875"/>
          <p14:tracePt t="4444" x="2989263" y="1398588"/>
          <p14:tracePt t="4451" x="2989263" y="1376363"/>
          <p14:tracePt t="4460" x="2989263" y="1362075"/>
          <p14:tracePt t="4468" x="2989263" y="1347788"/>
          <p14:tracePt t="4476" x="2981325" y="1319213"/>
          <p14:tracePt t="4484" x="2960688" y="1304925"/>
          <p14:tracePt t="4492" x="2946400" y="1290638"/>
          <p14:tracePt t="4500" x="2946400" y="1284288"/>
          <p14:tracePt t="4508" x="2932113" y="1276350"/>
          <p14:tracePt t="4517" x="2895600" y="1262063"/>
          <p14:tracePt t="4524" x="2874963" y="1255713"/>
          <p14:tracePt t="4531" x="2846388" y="1247775"/>
          <p14:tracePt t="4539" x="2803525" y="1233488"/>
          <p14:tracePt t="4548" x="2774950" y="1233488"/>
          <p14:tracePt t="4556" x="2724150" y="1212850"/>
          <p14:tracePt t="4564" x="2689225" y="1204913"/>
          <p14:tracePt t="4571" x="2660650" y="1198563"/>
          <p14:tracePt t="4580" x="2609850" y="1190625"/>
          <p14:tracePt t="4587" x="2581275" y="1190625"/>
          <p14:tracePt t="4596" x="2566988" y="1190625"/>
          <p14:tracePt t="4604" x="2540000" y="1190625"/>
          <p14:tracePt t="4612" x="2517775" y="1190625"/>
          <p14:tracePt t="4619" x="2503488" y="1190625"/>
          <p14:tracePt t="4628" x="2497138" y="1190625"/>
          <p14:tracePt t="4636" x="2489200" y="1190625"/>
          <p14:tracePt t="4644" x="2482850" y="1190625"/>
          <p14:tracePt t="4651" x="2468563" y="1190625"/>
          <p14:tracePt t="4660" x="2460625" y="1212850"/>
          <p14:tracePt t="4668" x="2439988" y="1233488"/>
          <p14:tracePt t="4676" x="2439988" y="1247775"/>
          <p14:tracePt t="4684" x="2432050" y="1262063"/>
          <p14:tracePt t="4692" x="2417763" y="1284288"/>
          <p14:tracePt t="4700" x="2417763" y="1304925"/>
          <p14:tracePt t="4708" x="2417763" y="1319213"/>
          <p14:tracePt t="4716" x="2411413" y="1333500"/>
          <p14:tracePt t="4724" x="2411413" y="1341438"/>
          <p14:tracePt t="4732" x="2411413" y="1362075"/>
          <p14:tracePt t="4739" x="2411413" y="1376363"/>
          <p14:tracePt t="4748" x="2411413" y="1398588"/>
          <p14:tracePt t="4756" x="2411413" y="1412875"/>
          <p14:tracePt t="4767" x="2411413" y="1441450"/>
          <p14:tracePt t="4772" x="2417763" y="1462088"/>
          <p14:tracePt t="4780" x="2425700" y="1476375"/>
          <p14:tracePt t="4788" x="2432050" y="1504950"/>
          <p14:tracePt t="4796" x="2446338" y="1533525"/>
          <p14:tracePt t="4803" x="2460625" y="1555750"/>
          <p14:tracePt t="4812" x="2497138" y="1598613"/>
          <p14:tracePt t="4819" x="2517775" y="1619250"/>
          <p14:tracePt t="4828" x="2540000" y="1641475"/>
          <p14:tracePt t="4837" x="2552700" y="1655763"/>
          <p14:tracePt t="4844" x="2574925" y="1670050"/>
          <p14:tracePt t="4851" x="2603500" y="1690688"/>
          <p14:tracePt t="4860" x="2638425" y="1698625"/>
          <p14:tracePt t="4868" x="2674938" y="1719263"/>
          <p14:tracePt t="4876" x="2695575" y="1719263"/>
          <p14:tracePt t="4884" x="2732088" y="1725613"/>
          <p14:tracePt t="4900" x="2760663" y="1725613"/>
          <p14:tracePt t="4908" x="2767013" y="1725613"/>
          <p14:tracePt t="4915" x="2774950" y="1725613"/>
          <p14:tracePt t="4956" x="2781300" y="1725613"/>
          <p14:tracePt t="4988" x="2789238" y="1725613"/>
          <p14:tracePt t="5036" x="2795588" y="1725613"/>
          <p14:tracePt t="9156" x="2809875" y="1725613"/>
          <p14:tracePt t="9164" x="2824163" y="1725613"/>
          <p14:tracePt t="9172" x="2846388" y="1725613"/>
          <p14:tracePt t="9180" x="2867025" y="1725613"/>
          <p14:tracePt t="9187" x="2874963" y="1719263"/>
          <p14:tracePt t="9196" x="2889250" y="1719263"/>
          <p14:tracePt t="9204" x="2895600" y="1719263"/>
          <p14:tracePt t="9212" x="2909888" y="1719263"/>
          <p14:tracePt t="9220" x="2924175" y="1719263"/>
          <p14:tracePt t="9228" x="2938463" y="1719263"/>
          <p14:tracePt t="9244" x="2952750" y="1719263"/>
          <p14:tracePt t="9251" x="2960688" y="1719263"/>
          <p14:tracePt t="9260" x="2967038" y="1719263"/>
          <p14:tracePt t="9267" x="2974975" y="1719263"/>
          <p14:tracePt t="9276" x="2981325" y="1719263"/>
          <p14:tracePt t="9283" x="2989263" y="1719263"/>
          <p14:tracePt t="9308" x="2995613" y="1719263"/>
          <p14:tracePt t="9332" x="3003550" y="1719263"/>
          <p14:tracePt t="9380" x="3009900" y="1719263"/>
          <p14:tracePt t="9396" x="3017838" y="1719263"/>
          <p14:tracePt t="9412" x="3024188" y="1719263"/>
          <p14:tracePt t="9476" x="3032125" y="1719263"/>
          <p14:tracePt t="9516" x="3038475" y="1719263"/>
          <p14:tracePt t="9548" x="3046413" y="1719263"/>
          <p14:tracePt t="9628" x="3052763" y="1719263"/>
          <p14:tracePt t="9692" x="3067050" y="1712913"/>
          <p14:tracePt t="10052" x="3059113" y="1712913"/>
          <p14:tracePt t="10059" x="3052763" y="1712913"/>
          <p14:tracePt t="10067" x="3032125" y="1712913"/>
          <p14:tracePt t="10083" x="3009900" y="1712913"/>
          <p14:tracePt t="10092" x="2995613" y="1712913"/>
          <p14:tracePt t="10100" x="2981325" y="1712913"/>
          <p14:tracePt t="10108" x="2974975" y="1712913"/>
          <p14:tracePt t="10116" x="2952750" y="1712913"/>
          <p14:tracePt t="10124" x="2932113" y="1712913"/>
          <p14:tracePt t="10132" x="2917825" y="1719263"/>
          <p14:tracePt t="10140" x="2909888" y="1719263"/>
          <p14:tracePt t="10148" x="2895600" y="1725613"/>
          <p14:tracePt t="10156" x="2881313" y="1725613"/>
          <p14:tracePt t="10164" x="2852738" y="1725613"/>
          <p14:tracePt t="10172" x="2817813" y="1725613"/>
          <p14:tracePt t="10180" x="2789238" y="1733550"/>
          <p14:tracePt t="10187" x="2760663" y="1733550"/>
          <p14:tracePt t="10196" x="2732088" y="1733550"/>
          <p14:tracePt t="10204" x="2695575" y="1747838"/>
          <p14:tracePt t="10212" x="2674938" y="1747838"/>
          <p14:tracePt t="10220" x="2660650" y="1747838"/>
          <p14:tracePt t="10228" x="2632075" y="1747838"/>
          <p14:tracePt t="10236" x="2603500" y="1747838"/>
          <p14:tracePt t="10243" x="2574925" y="1747838"/>
          <p14:tracePt t="10251" x="2546350" y="1747838"/>
          <p14:tracePt t="10260" x="2517775" y="1747838"/>
          <p14:tracePt t="10268" x="2474913" y="1747838"/>
          <p14:tracePt t="10275" x="2432050" y="1747838"/>
          <p14:tracePt t="10284" x="2389188" y="1754188"/>
          <p14:tracePt t="10291" x="2360613" y="1754188"/>
          <p14:tracePt t="10300" x="2317750" y="1754188"/>
          <p14:tracePt t="10308" x="2282825" y="1754188"/>
          <p14:tracePt t="10317" x="2232025" y="1762125"/>
          <p14:tracePt t="10323" x="2211388" y="1768475"/>
          <p14:tracePt t="10332" x="2174875" y="1768475"/>
          <p14:tracePt t="10340" x="2146300" y="1776413"/>
          <p14:tracePt t="10348" x="2132013" y="1782763"/>
          <p14:tracePt t="10356" x="2111375" y="1790700"/>
          <p14:tracePt t="10364" x="2074863" y="1804988"/>
          <p14:tracePt t="10372" x="2054225" y="1811338"/>
          <p14:tracePt t="10379" x="2032000" y="1819275"/>
          <p14:tracePt t="10387" x="2005013" y="1819275"/>
          <p14:tracePt t="10396" x="1990725" y="1825625"/>
          <p14:tracePt t="10404" x="1962150" y="1825625"/>
          <p14:tracePt t="10412" x="1939925" y="1825625"/>
          <p14:tracePt t="10419" x="1919288" y="1825625"/>
          <p14:tracePt t="10428" x="1905000" y="1825625"/>
          <p14:tracePt t="10436" x="1897063" y="1825625"/>
          <p14:tracePt t="10451" x="1890713" y="1825625"/>
          <p14:tracePt t="10460" x="1876425" y="1825625"/>
          <p14:tracePt t="10476" x="1868488" y="1825625"/>
          <p14:tracePt t="10484" x="1862138" y="1825625"/>
          <p14:tracePt t="10492" x="1854200" y="1825625"/>
          <p14:tracePt t="10508" x="1847850" y="1819275"/>
          <p14:tracePt t="10716" x="1847850" y="1833563"/>
          <p14:tracePt t="10724" x="1854200" y="1839913"/>
          <p14:tracePt t="10732" x="1897063" y="1847850"/>
          <p14:tracePt t="10740" x="1933575" y="1862138"/>
          <p14:tracePt t="10748" x="1968500" y="1868488"/>
          <p14:tracePt t="10756" x="2019300" y="1876425"/>
          <p14:tracePt t="10764" x="2046288" y="1876425"/>
          <p14:tracePt t="10772" x="2097088" y="1882775"/>
          <p14:tracePt t="10780" x="2111375" y="1882775"/>
          <p14:tracePt t="10788" x="2139950" y="1897063"/>
          <p14:tracePt t="10796" x="2160588" y="1897063"/>
          <p14:tracePt t="10803" x="2168525" y="1897063"/>
          <p14:tracePt t="10812" x="2189163" y="1897063"/>
          <p14:tracePt t="10819" x="2217738" y="1897063"/>
          <p14:tracePt t="10828" x="2239963" y="1897063"/>
          <p14:tracePt t="10836" x="2260600" y="1897063"/>
          <p14:tracePt t="10843" x="2282825" y="1897063"/>
          <p14:tracePt t="10851" x="2297113" y="1897063"/>
          <p14:tracePt t="10860" x="2317750" y="1897063"/>
          <p14:tracePt t="10867" x="2339975" y="1890713"/>
          <p14:tracePt t="10876" x="2354263" y="1890713"/>
          <p14:tracePt t="10885" x="2374900" y="1890713"/>
          <p14:tracePt t="10891" x="2389188" y="1890713"/>
          <p14:tracePt t="10900" x="2411413" y="1890713"/>
          <p14:tracePt t="10908" x="2432050" y="1890713"/>
          <p14:tracePt t="10917" x="2454275" y="1890713"/>
          <p14:tracePt t="10924" x="2482850" y="1890713"/>
          <p14:tracePt t="10932" x="2511425" y="1890713"/>
          <p14:tracePt t="10939" x="2546350" y="1890713"/>
          <p14:tracePt t="10948" x="2589213" y="1882775"/>
          <p14:tracePt t="10956" x="2617788" y="1882775"/>
          <p14:tracePt t="10964" x="2667000" y="1868488"/>
          <p14:tracePt t="10972" x="2717800" y="1862138"/>
          <p14:tracePt t="10980" x="2746375" y="1862138"/>
          <p14:tracePt t="10988" x="2795588" y="1862138"/>
          <p14:tracePt t="10996" x="2852738" y="1854200"/>
          <p14:tracePt t="11004" x="2889250" y="1854200"/>
          <p14:tracePt t="11012" x="2938463" y="1854200"/>
          <p14:tracePt t="11019" x="2967038" y="1854200"/>
          <p14:tracePt t="11028" x="2995613" y="1854200"/>
          <p14:tracePt t="11035" x="3024188" y="1854200"/>
          <p14:tracePt t="11044" x="3067050" y="1854200"/>
          <p14:tracePt t="11051" x="3087688" y="1854200"/>
          <p14:tracePt t="11060" x="3124200" y="1854200"/>
          <p14:tracePt t="11067" x="3144838" y="1854200"/>
          <p14:tracePt t="11076" x="3173413" y="1847850"/>
          <p14:tracePt t="11084" x="3195638" y="1847850"/>
          <p14:tracePt t="11092" x="3216275" y="1839913"/>
          <p14:tracePt t="11100" x="3238500" y="1839913"/>
          <p14:tracePt t="11108" x="3259138" y="1833563"/>
          <p14:tracePt t="11117" x="3267075" y="1833563"/>
          <p14:tracePt t="11124" x="3287713" y="1833563"/>
          <p14:tracePt t="11132" x="3309938" y="1833563"/>
          <p14:tracePt t="11140" x="3338513" y="1833563"/>
          <p14:tracePt t="11148" x="3359150" y="1833563"/>
          <p14:tracePt t="11156" x="3373438" y="1833563"/>
          <p14:tracePt t="11164" x="3395663" y="1833563"/>
          <p14:tracePt t="11172" x="3416300" y="1833563"/>
          <p14:tracePt t="11180" x="3438525" y="1833563"/>
          <p14:tracePt t="11188" x="3459163" y="1833563"/>
          <p14:tracePt t="11196" x="3481388" y="1833563"/>
          <p14:tracePt t="11204" x="3502025" y="1833563"/>
          <p14:tracePt t="11212" x="3524250" y="1833563"/>
          <p14:tracePt t="11219" x="3538538" y="1833563"/>
          <p14:tracePt t="11228" x="3559175" y="1833563"/>
          <p14:tracePt t="11235" x="3573463" y="1833563"/>
          <p14:tracePt t="11244" x="3602038" y="1833563"/>
          <p14:tracePt t="11251" x="3608388" y="1833563"/>
          <p14:tracePt t="11260" x="3636963" y="1833563"/>
          <p14:tracePt t="11267" x="3659188" y="1833563"/>
          <p14:tracePt t="11276" x="3679825" y="1833563"/>
          <p14:tracePt t="11284" x="3687763" y="1833563"/>
          <p14:tracePt t="11292" x="3708400" y="1833563"/>
          <p14:tracePt t="11301" x="3736975" y="1833563"/>
          <p14:tracePt t="11307" x="3759200" y="1833563"/>
          <p14:tracePt t="11317" x="3794125" y="1833563"/>
          <p14:tracePt t="11324" x="3822700" y="1833563"/>
          <p14:tracePt t="11332" x="3859213" y="1833563"/>
          <p14:tracePt t="11340" x="3894138" y="1833563"/>
          <p14:tracePt t="11348" x="3930650" y="1833563"/>
          <p14:tracePt t="11356" x="3965575" y="1833563"/>
          <p14:tracePt t="11364" x="3994150" y="1833563"/>
          <p14:tracePt t="11372" x="4022725" y="1833563"/>
          <p14:tracePt t="11380" x="4051300" y="1833563"/>
          <p14:tracePt t="11388" x="4071938" y="1833563"/>
          <p14:tracePt t="11396" x="4094163" y="1833563"/>
          <p14:tracePt t="11404" x="4100513" y="1833563"/>
          <p14:tracePt t="11411" x="4114800" y="1833563"/>
          <p14:tracePt t="11419" x="4137025" y="1833563"/>
          <p14:tracePt t="11428" x="4143375" y="1833563"/>
          <p14:tracePt t="11451" x="4151313" y="1833563"/>
          <p14:tracePt t="11483" x="4157663" y="1825625"/>
          <p14:tracePt t="11524" x="4165600" y="1819275"/>
          <p14:tracePt t="11564" x="4165600" y="1811338"/>
          <p14:tracePt t="11580" x="4165600" y="1797050"/>
          <p14:tracePt t="11604" x="4165600" y="1790700"/>
          <p14:tracePt t="11612" x="4165600" y="1782763"/>
          <p14:tracePt t="11619" x="4165600" y="1776413"/>
          <p14:tracePt t="11628" x="4157663" y="1776413"/>
          <p14:tracePt t="11635" x="4151313" y="1768475"/>
          <p14:tracePt t="11660" x="4143375" y="1768475"/>
          <p14:tracePt t="11668" x="4129088" y="1762125"/>
          <p14:tracePt t="11676" x="4122738" y="1754188"/>
          <p14:tracePt t="11684" x="4114800" y="1747838"/>
          <p14:tracePt t="11692" x="4100513" y="1739900"/>
          <p14:tracePt t="11701" x="4086225" y="1739900"/>
          <p14:tracePt t="11708" x="4079875" y="1739900"/>
          <p14:tracePt t="11716" x="4059238" y="1719263"/>
          <p14:tracePt t="11724" x="4044950" y="1719263"/>
          <p14:tracePt t="11732" x="4030663" y="1719263"/>
          <p14:tracePt t="11739" x="4016375" y="1712913"/>
          <p14:tracePt t="11748" x="3994150" y="1712913"/>
          <p14:tracePt t="11756" x="3973513" y="1698625"/>
          <p14:tracePt t="11764" x="3959225" y="1698625"/>
          <p14:tracePt t="11772" x="3944938" y="1698625"/>
          <p14:tracePt t="11780" x="3937000" y="1690688"/>
          <p14:tracePt t="11788" x="3916363" y="1684338"/>
          <p14:tracePt t="11796" x="3902075" y="1684338"/>
          <p14:tracePt t="11804" x="3887788" y="1684338"/>
          <p14:tracePt t="11812" x="3865563" y="1684338"/>
          <p14:tracePt t="11819" x="3844925" y="1684338"/>
          <p14:tracePt t="11828" x="3830638" y="1676400"/>
          <p14:tracePt t="11836" x="3816350" y="1676400"/>
          <p14:tracePt t="11844" x="3787775" y="1670050"/>
          <p14:tracePt t="11851" x="3779838" y="1670050"/>
          <p14:tracePt t="11860" x="3751263" y="1662113"/>
          <p14:tracePt t="11867" x="3730625" y="1662113"/>
          <p14:tracePt t="11876" x="3702050" y="1655763"/>
          <p14:tracePt t="11884" x="3687763" y="1655763"/>
          <p14:tracePt t="11892" x="3665538" y="1655763"/>
          <p14:tracePt t="11901" x="3644900" y="1655763"/>
          <p14:tracePt t="11908" x="3622675" y="1655763"/>
          <p14:tracePt t="11917" x="3602038" y="1655763"/>
          <p14:tracePt t="11923" x="3587750" y="1655763"/>
          <p14:tracePt t="11932" x="3565525" y="1655763"/>
          <p14:tracePt t="11940" x="3538538" y="1647825"/>
          <p14:tracePt t="11948" x="3524250" y="1647825"/>
          <p14:tracePt t="11955" x="3509963" y="1647825"/>
          <p14:tracePt t="11964" x="3481388" y="1647825"/>
          <p14:tracePt t="11972" x="3459163" y="1641475"/>
          <p14:tracePt t="11980" x="3430588" y="1641475"/>
          <p14:tracePt t="11987" x="3409950" y="1641475"/>
          <p14:tracePt t="11996" x="3367088" y="1633538"/>
          <p14:tracePt t="12004" x="3338513" y="1627188"/>
          <p14:tracePt t="12012" x="3309938" y="1627188"/>
          <p14:tracePt t="12019" x="3281363" y="1627188"/>
          <p14:tracePt t="12027" x="3252788" y="1627188"/>
          <p14:tracePt t="12036" x="3224213" y="1627188"/>
          <p14:tracePt t="12044" x="3187700" y="1627188"/>
          <p14:tracePt t="12051" x="3159125" y="1627188"/>
          <p14:tracePt t="12060" x="3138488" y="1627188"/>
          <p14:tracePt t="12067" x="3109913" y="1627188"/>
          <p14:tracePt t="12076" x="3073400" y="1627188"/>
          <p14:tracePt t="12084" x="3052763" y="1627188"/>
          <p14:tracePt t="12092" x="3032125" y="1627188"/>
          <p14:tracePt t="12100" x="3017838" y="1627188"/>
          <p14:tracePt t="12108" x="2995613" y="1627188"/>
          <p14:tracePt t="12117" x="2974975" y="1627188"/>
          <p14:tracePt t="12123" x="2967038" y="1627188"/>
          <p14:tracePt t="12132" x="2946400" y="1627188"/>
          <p14:tracePt t="12140" x="2924175" y="1627188"/>
          <p14:tracePt t="12148" x="2917825" y="1627188"/>
          <p14:tracePt t="12156" x="2903538" y="1627188"/>
          <p14:tracePt t="12164" x="2889250" y="1627188"/>
          <p14:tracePt t="12171" x="2867025" y="1627188"/>
          <p14:tracePt t="12180" x="2852738" y="1627188"/>
          <p14:tracePt t="12188" x="2838450" y="1627188"/>
          <p14:tracePt t="12196" x="2824163" y="1627188"/>
          <p14:tracePt t="12204" x="2817813" y="1627188"/>
          <p14:tracePt t="12212" x="2795588" y="1627188"/>
          <p14:tracePt t="12219" x="2789238" y="1627188"/>
          <p14:tracePt t="12228" x="2781300" y="1627188"/>
          <p14:tracePt t="12235" x="2767013" y="1627188"/>
          <p14:tracePt t="12244" x="2752725" y="1627188"/>
          <p14:tracePt t="12251" x="2746375" y="1627188"/>
          <p14:tracePt t="12260" x="2738438" y="1627188"/>
          <p14:tracePt t="12268" x="2724150" y="1627188"/>
          <p14:tracePt t="12276" x="2717800" y="1633538"/>
          <p14:tracePt t="12292" x="2703513" y="1641475"/>
          <p14:tracePt t="12308" x="2695575" y="1641475"/>
          <p14:tracePt t="12317" x="2681288" y="1647825"/>
          <p14:tracePt t="12324" x="2674938" y="1655763"/>
          <p14:tracePt t="12332" x="2667000" y="1662113"/>
          <p14:tracePt t="12340" x="2660650" y="1670050"/>
          <p14:tracePt t="12348" x="2646363" y="1684338"/>
          <p14:tracePt t="12356" x="2638425" y="1690688"/>
          <p14:tracePt t="12364" x="2624138" y="1704975"/>
          <p14:tracePt t="12372" x="2609850" y="1712913"/>
          <p14:tracePt t="12380" x="2609850" y="1719263"/>
          <p14:tracePt t="12388" x="2595563" y="1719263"/>
          <p14:tracePt t="12396" x="2589213" y="1725613"/>
          <p14:tracePt t="12404" x="2589213" y="1733550"/>
          <p14:tracePt t="12412" x="2574925" y="1747838"/>
          <p14:tracePt t="12428" x="2574925" y="1754188"/>
          <p14:tracePt t="12435" x="2574925" y="1762125"/>
          <p14:tracePt t="12451" x="2574925" y="1768475"/>
          <p14:tracePt t="12460" x="2566988" y="1776413"/>
          <p14:tracePt t="12468" x="2566988" y="1782763"/>
          <p14:tracePt t="12476" x="2566988" y="1797050"/>
          <p14:tracePt t="12492" x="2566988" y="1804988"/>
          <p14:tracePt t="12500" x="2566988" y="1811338"/>
          <p14:tracePt t="12508" x="2566988" y="1819275"/>
          <p14:tracePt t="12524" x="2566988" y="1825625"/>
          <p14:tracePt t="12532" x="2566988" y="1833563"/>
          <p14:tracePt t="12540" x="2566988" y="1839913"/>
          <p14:tracePt t="12556" x="2566988" y="1847850"/>
          <p14:tracePt t="12564" x="2566988" y="1854200"/>
          <p14:tracePt t="12572" x="2574925" y="1862138"/>
          <p14:tracePt t="12579" x="2574925" y="1868488"/>
          <p14:tracePt t="12588" x="2581275" y="1868488"/>
          <p14:tracePt t="12596" x="2581275" y="1876425"/>
          <p14:tracePt t="12604" x="2589213" y="1882775"/>
          <p14:tracePt t="12612" x="2595563" y="1890713"/>
          <p14:tracePt t="12651" x="2609850" y="1897063"/>
          <p14:tracePt t="12660" x="2609850" y="1905000"/>
          <p14:tracePt t="12668" x="2617788" y="1905000"/>
          <p14:tracePt t="12683" x="2632075" y="1911350"/>
          <p14:tracePt t="12692" x="2646363" y="1925638"/>
          <p14:tracePt t="12700" x="2652713" y="1925638"/>
          <p14:tracePt t="12708" x="2660650" y="1933575"/>
          <p14:tracePt t="12724" x="2674938" y="1939925"/>
          <p14:tracePt t="12732" x="2689225" y="1947863"/>
          <p14:tracePt t="12740" x="2695575" y="1954213"/>
          <p14:tracePt t="12748" x="2709863" y="1954213"/>
          <p14:tracePt t="12756" x="2724150" y="1962150"/>
          <p14:tracePt t="12764" x="2738438" y="1962150"/>
          <p14:tracePt t="12772" x="2746375" y="1962150"/>
          <p14:tracePt t="12780" x="2767013" y="1976438"/>
          <p14:tracePt t="12788" x="2789238" y="1982788"/>
          <p14:tracePt t="12795" x="2795588" y="1982788"/>
          <p14:tracePt t="12804" x="2817813" y="1982788"/>
          <p14:tracePt t="12812" x="2832100" y="1982788"/>
          <p14:tracePt t="12819" x="2846388" y="1990725"/>
          <p14:tracePt t="12828" x="2874963" y="2005013"/>
          <p14:tracePt t="12836" x="2895600" y="2005013"/>
          <p14:tracePt t="12844" x="2909888" y="2011363"/>
          <p14:tracePt t="12851" x="2938463" y="2011363"/>
          <p14:tracePt t="12859" x="2967038" y="2011363"/>
          <p14:tracePt t="12868" x="2989263" y="2011363"/>
          <p14:tracePt t="12876" x="3024188" y="2019300"/>
          <p14:tracePt t="12884" x="3052763" y="2019300"/>
          <p14:tracePt t="12892" x="3109913" y="2019300"/>
          <p14:tracePt t="12901" x="3152775" y="2033588"/>
          <p14:tracePt t="12907" x="3201988" y="2033588"/>
          <p14:tracePt t="12917" x="3252788" y="2039938"/>
          <p14:tracePt t="12924" x="3259138" y="2039938"/>
          <p14:tracePt t="12932" x="3309938" y="2047875"/>
          <p14:tracePt t="12940" x="3352800" y="2047875"/>
          <p14:tracePt t="12948" x="3381375" y="2047875"/>
          <p14:tracePt t="12955" x="3416300" y="2047875"/>
          <p14:tracePt t="12964" x="3452813" y="2047875"/>
          <p14:tracePt t="12972" x="3481388" y="2047875"/>
          <p14:tracePt t="12980" x="3509963" y="2047875"/>
          <p14:tracePt t="12988" x="3538538" y="2047875"/>
          <p14:tracePt t="12996" x="3565525" y="2047875"/>
          <p14:tracePt t="13004" x="3594100" y="2047875"/>
          <p14:tracePt t="13012" x="3636963" y="2047875"/>
          <p14:tracePt t="13019" x="3665538" y="2047875"/>
          <p14:tracePt t="13028" x="3702050" y="2047875"/>
          <p14:tracePt t="13035" x="3716338" y="2047875"/>
          <p14:tracePt t="13044" x="3744913" y="2047875"/>
          <p14:tracePt t="13051" x="3765550" y="2047875"/>
          <p14:tracePt t="13059" x="3787775" y="2047875"/>
          <p14:tracePt t="13067" x="3808413" y="2047875"/>
          <p14:tracePt t="13075" x="3822700" y="2047875"/>
          <p14:tracePt t="13084" x="3844925" y="2047875"/>
          <p14:tracePt t="13092" x="3859213" y="2047875"/>
          <p14:tracePt t="13101" x="3879850" y="2047875"/>
          <p14:tracePt t="13108" x="3902075" y="2047875"/>
          <p14:tracePt t="13118" x="3916363" y="2047875"/>
          <p14:tracePt t="13133" x="3944938" y="2047875"/>
          <p14:tracePt t="13140" x="3959225" y="2047875"/>
          <p14:tracePt t="13148" x="3973513" y="2047875"/>
          <p14:tracePt t="13156" x="3979863" y="2047875"/>
          <p14:tracePt t="13164" x="3994150" y="2047875"/>
          <p14:tracePt t="13172" x="4002088" y="2039938"/>
          <p14:tracePt t="13180" x="4022725" y="2033588"/>
          <p14:tracePt t="13188" x="4030663" y="2033588"/>
          <p14:tracePt t="13196" x="4044950" y="2033588"/>
          <p14:tracePt t="13203" x="4051300" y="2025650"/>
          <p14:tracePt t="13212" x="4065588" y="2025650"/>
          <p14:tracePt t="13220" x="4079875" y="2025650"/>
          <p14:tracePt t="13228" x="4094163" y="2019300"/>
          <p14:tracePt t="13235" x="4100513" y="2019300"/>
          <p14:tracePt t="13244" x="4100513" y="2011363"/>
          <p14:tracePt t="13251" x="4108450" y="2011363"/>
          <p14:tracePt t="13260" x="4114800" y="2011363"/>
          <p14:tracePt t="13267" x="4122738" y="2011363"/>
          <p14:tracePt t="13276" x="4129088" y="2011363"/>
          <p14:tracePt t="13284" x="4143375" y="2011363"/>
          <p14:tracePt t="13300" x="4157663" y="2011363"/>
          <p14:tracePt t="13308" x="4165600" y="2011363"/>
          <p14:tracePt t="13324" x="4179888" y="2011363"/>
          <p14:tracePt t="13332" x="4186238" y="2011363"/>
          <p14:tracePt t="13348" x="4200525" y="2011363"/>
          <p14:tracePt t="13356" x="4214813" y="2011363"/>
          <p14:tracePt t="13364" x="4222750" y="2011363"/>
          <p14:tracePt t="13371" x="4237038" y="2011363"/>
          <p14:tracePt t="13379" x="4251325" y="2011363"/>
          <p14:tracePt t="13388" x="4271963" y="2011363"/>
          <p14:tracePt t="13396" x="4286250" y="2011363"/>
          <p14:tracePt t="13403" x="4308475" y="2011363"/>
          <p14:tracePt t="13412" x="4322763" y="2011363"/>
          <p14:tracePt t="13420" x="4343400" y="2011363"/>
          <p14:tracePt t="13428" x="4357688" y="2011363"/>
          <p14:tracePt t="13436" x="4379913" y="2011363"/>
          <p14:tracePt t="13444" x="4386263" y="2011363"/>
          <p14:tracePt t="13451" x="4408488" y="2011363"/>
          <p14:tracePt t="13460" x="4414838" y="2011363"/>
          <p14:tracePt t="13468" x="4437063" y="2011363"/>
          <p14:tracePt t="13476" x="4443413" y="2011363"/>
          <p14:tracePt t="13484" x="4457700" y="2011363"/>
          <p14:tracePt t="13500" x="4471988" y="2011363"/>
          <p14:tracePt t="13508" x="4479925" y="2011363"/>
          <p14:tracePt t="13524" x="4486275" y="2011363"/>
          <p14:tracePt t="13532" x="4494213" y="2011363"/>
          <p14:tracePt t="13539" x="4500563" y="2005013"/>
          <p14:tracePt t="14124" x="4508500" y="2005013"/>
          <p14:tracePt t="14140" x="4514850" y="2005013"/>
          <p14:tracePt t="14156" x="4522788" y="2005013"/>
          <p14:tracePt t="14172" x="4529138" y="2005013"/>
          <p14:tracePt t="14180" x="4537075" y="2005013"/>
          <p14:tracePt t="14188" x="4543425" y="2005013"/>
          <p14:tracePt t="14196" x="4557713" y="1997075"/>
          <p14:tracePt t="14219" x="4565650" y="1997075"/>
          <p14:tracePt t="14236" x="4572000" y="1997075"/>
          <p14:tracePt t="14244" x="4586288" y="1997075"/>
          <p14:tracePt t="14316" x="4592638" y="1997075"/>
          <p14:tracePt t="14332" x="4600575" y="1997075"/>
          <p14:tracePt t="14372" x="4606925" y="1997075"/>
          <p14:tracePt t="15596" x="4614863" y="1990725"/>
          <p14:tracePt t="15876" x="4621213" y="1990725"/>
          <p14:tracePt t="15947" x="4635500" y="1982788"/>
          <p14:tracePt t="16156" x="4649788" y="1982788"/>
          <p14:tracePt t="16180" x="4664075" y="1968500"/>
          <p14:tracePt t="16196" x="4672013" y="1968500"/>
          <p14:tracePt t="16212" x="4678363" y="1968500"/>
          <p14:tracePt t="16220" x="4686300" y="1968500"/>
          <p14:tracePt t="16235" x="4692650" y="1968500"/>
          <p14:tracePt t="17084" x="4678363" y="1962150"/>
          <p14:tracePt t="17092" x="4672013" y="1954213"/>
          <p14:tracePt t="17100" x="4664075" y="1947863"/>
          <p14:tracePt t="17108" x="4649788" y="1939925"/>
          <p14:tracePt t="17116" x="4635500" y="1939925"/>
          <p14:tracePt t="17132" x="4629150" y="1939925"/>
          <p14:tracePt t="17140" x="4629150" y="1933575"/>
          <p14:tracePt t="17292" x="4621213" y="1933575"/>
          <p14:tracePt t="17308" x="4614863" y="1933575"/>
          <p14:tracePt t="17316" x="4606925" y="1925638"/>
          <p14:tracePt t="18492" x="4606925" y="1933575"/>
          <p14:tracePt t="18500" x="4606925" y="1947863"/>
          <p14:tracePt t="18579" x="4600575" y="1954213"/>
          <p14:tracePt t="18588" x="4565650" y="1954213"/>
          <p14:tracePt t="18596" x="4514850" y="1954213"/>
          <p14:tracePt t="18604" x="4486275" y="1954213"/>
          <p14:tracePt t="18612" x="4443413" y="1954213"/>
          <p14:tracePt t="18619" x="4400550" y="1954213"/>
          <p14:tracePt t="18628" x="4351338" y="1968500"/>
          <p14:tracePt t="18636" x="4271963" y="1976438"/>
          <p14:tracePt t="18644" x="4186238" y="1976438"/>
          <p14:tracePt t="18651" x="4071938" y="1976438"/>
          <p14:tracePt t="18660" x="3937000" y="1976438"/>
          <p14:tracePt t="18667" x="3779838" y="1976438"/>
          <p14:tracePt t="18676" x="3622675" y="1976438"/>
          <p14:tracePt t="18683" x="3444875" y="1976438"/>
          <p14:tracePt t="18692" x="3287713" y="1976438"/>
          <p14:tracePt t="18700" x="3116263" y="1976438"/>
          <p14:tracePt t="18708" x="2924175" y="1976438"/>
          <p14:tracePt t="18717" x="2667000" y="1976438"/>
          <p14:tracePt t="18724" x="2454275" y="1976438"/>
          <p14:tracePt t="18732" x="2239963" y="1976438"/>
          <p14:tracePt t="18740" x="2011363" y="1976438"/>
          <p14:tracePt t="18748" x="1776413" y="1976438"/>
          <p14:tracePt t="18756" x="1547813" y="1976438"/>
          <p14:tracePt t="18764" x="1298575" y="1947863"/>
          <p14:tracePt t="18772" x="1033463" y="1897063"/>
          <p14:tracePt t="18779" x="812800" y="1876425"/>
          <p14:tracePt t="18788" x="569913" y="1825625"/>
          <p14:tracePt t="18796" x="371475" y="1768475"/>
          <p14:tracePt t="18803" x="220663" y="1725613"/>
          <p14:tracePt t="18812" x="20638" y="1655763"/>
        </p14:tracePtLst>
      </p14:laserTraceLst>
    </p:ext>
  </p:extLs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4" name="Google Shape;1054;p49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SUM Good Pieces &amp; Bad Pieces</a:t>
            </a:r>
            <a:endParaRPr/>
          </a:p>
        </p:txBody>
      </p:sp>
      <p:sp>
        <p:nvSpPr>
          <p:cNvPr id="1055" name="Google Shape;1055;p49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23</a:t>
            </a:fld>
            <a:endParaRPr/>
          </a:p>
        </p:txBody>
      </p:sp>
      <p:graphicFrame>
        <p:nvGraphicFramePr>
          <p:cNvPr id="1056" name="Google Shape;1056;p49"/>
          <p:cNvGraphicFramePr/>
          <p:nvPr>
            <p:extLst>
              <p:ext uri="{D42A27DB-BD31-4B8C-83A1-F6EECF244321}">
                <p14:modId xmlns:p14="http://schemas.microsoft.com/office/powerpoint/2010/main" val="2709252717"/>
              </p:ext>
            </p:extLst>
          </p:nvPr>
        </p:nvGraphicFramePr>
        <p:xfrm>
          <a:off x="86100" y="3508312"/>
          <a:ext cx="5553575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9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013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0085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potential_bad_pieces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0.5858</a:t>
                      </a:r>
                      <a:endParaRPr>
                        <a:solidFill>
                          <a:srgbClr val="666666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endParaRPr>
                        <a:solidFill>
                          <a:srgbClr val="666666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6.9010</a:t>
                      </a:r>
                      <a:endParaRPr>
                        <a:solidFill>
                          <a:srgbClr val="CC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3.0990</a:t>
                      </a:r>
                      <a:endParaRPr>
                        <a:solidFill>
                          <a:srgbClr val="CC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CE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endParaRPr>
                        <a:solidFill>
                          <a:srgbClr val="00CE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CE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rgbClr val="00CE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E8222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1.0670</a:t>
                      </a:r>
                      <a:endParaRPr>
                        <a:solidFill>
                          <a:srgbClr val="FE8222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E8222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rgbClr val="FE8222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2.0320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0.1940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57" name="Google Shape;1057;p49"/>
          <p:cNvSpPr txBox="1"/>
          <p:nvPr/>
        </p:nvSpPr>
        <p:spPr>
          <a:xfrm>
            <a:off x="228175" y="774700"/>
            <a:ext cx="8572200" cy="65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SUM the current expected number of bad pieces &amp; potential defective pieces </a:t>
            </a:r>
            <a:r>
              <a:rPr lang="en" b="1" dirty="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for each machine m</a:t>
            </a:r>
            <a:r>
              <a:rPr lang="en" dirty="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. Later, it can be used to calculate the expected number of good pieces</a:t>
            </a:r>
            <a:endParaRPr dirty="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58" name="Google Shape;1058;p49"/>
          <p:cNvGraphicFramePr/>
          <p:nvPr>
            <p:extLst>
              <p:ext uri="{D42A27DB-BD31-4B8C-83A1-F6EECF244321}">
                <p14:modId xmlns:p14="http://schemas.microsoft.com/office/powerpoint/2010/main" val="965909234"/>
              </p:ext>
            </p:extLst>
          </p:nvPr>
        </p:nvGraphicFramePr>
        <p:xfrm>
          <a:off x="86088" y="1595436"/>
          <a:ext cx="1891950" cy="17488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531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73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650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bat_step_machines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695A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r>
                        <a:rPr lang="en" sz="1100"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D9EAD3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LS-24, LK-06 ]</a:t>
                      </a:r>
                      <a:endParaRPr sz="1100"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EAD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FEFE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5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FCE5CD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10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MS-14, SP-06, LK-12 ]</a:t>
                      </a:r>
                      <a:endParaRPr sz="1100"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CE5C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59" name="Google Shape;1059;p49"/>
          <p:cNvGraphicFramePr/>
          <p:nvPr>
            <p:extLst>
              <p:ext uri="{D42A27DB-BD31-4B8C-83A1-F6EECF244321}">
                <p14:modId xmlns:p14="http://schemas.microsoft.com/office/powerpoint/2010/main" val="15908937"/>
              </p:ext>
            </p:extLst>
          </p:nvPr>
        </p:nvGraphicFramePr>
        <p:xfrm>
          <a:off x="4079588" y="1595448"/>
          <a:ext cx="1611275" cy="17488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16112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potential_bad_pieces</a:t>
                      </a:r>
                      <a:endParaRPr sz="1000"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</a:t>
                      </a:r>
                      <a:r>
                        <a:rPr lang="en">
                          <a:solidFill>
                            <a:schemeClr val="accent5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CE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0.8730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1.6017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0 ]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0.6243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0.1940,    </a:t>
                      </a:r>
                      <a:r>
                        <a:rPr lang="en">
                          <a:solidFill>
                            <a:srgbClr val="FE8222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graphicFrame>
        <p:nvGraphicFramePr>
          <p:cNvPr id="1060" name="Google Shape;1060;p49"/>
          <p:cNvGraphicFramePr/>
          <p:nvPr>
            <p:extLst>
              <p:ext uri="{D42A27DB-BD31-4B8C-83A1-F6EECF244321}">
                <p14:modId xmlns:p14="http://schemas.microsoft.com/office/powerpoint/2010/main" val="4201835072"/>
              </p:ext>
            </p:extLst>
          </p:nvPr>
        </p:nvGraphicFramePr>
        <p:xfrm>
          <a:off x="2032238" y="1595448"/>
          <a:ext cx="1993150" cy="17488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1993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52600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0.5858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</a:t>
                      </a:r>
                      <a:r>
                        <a:rPr lang="en">
                          <a:solidFill>
                            <a:srgbClr val="00CE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1.1270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</a:t>
                      </a:r>
                      <a:r>
                        <a:rPr lang="en">
                          <a:solidFill>
                            <a:srgbClr val="0000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0.8730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1.3983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1.6017 ]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13750">
                <a:tc>
                  <a:txBody>
                    <a:bodyPr/>
                    <a:lstStyle/>
                    <a:p>
                      <a:pPr marL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dirty="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[ </a:t>
                      </a:r>
                      <a:r>
                        <a:rPr lang="en" dirty="0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0.3757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,    0.4303,    </a:t>
                      </a:r>
                      <a:r>
                        <a:rPr lang="en" dirty="0">
                          <a:solidFill>
                            <a:srgbClr val="FE8222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0.1940</a:t>
                      </a:r>
                      <a:r>
                        <a:rPr lang="en" dirty="0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]</a:t>
                      </a:r>
                      <a:endParaRPr dirty="0"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061" name="Google Shape;1061;p49"/>
          <p:cNvSpPr/>
          <p:nvPr/>
        </p:nvSpPr>
        <p:spPr>
          <a:xfrm>
            <a:off x="2047600" y="2295348"/>
            <a:ext cx="663300" cy="1049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2" name="Google Shape;1062;p49"/>
          <p:cNvSpPr/>
          <p:nvPr/>
        </p:nvSpPr>
        <p:spPr>
          <a:xfrm>
            <a:off x="2279275" y="4036012"/>
            <a:ext cx="796200" cy="258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3" name="Google Shape;1063;p49"/>
          <p:cNvCxnSpPr>
            <a:stCxn id="1061" idx="2"/>
            <a:endCxn id="1062" idx="0"/>
          </p:cNvCxnSpPr>
          <p:nvPr/>
        </p:nvCxnSpPr>
        <p:spPr>
          <a:xfrm>
            <a:off x="2379250" y="3344448"/>
            <a:ext cx="298125" cy="691564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4" name="Google Shape;1064;p49"/>
          <p:cNvSpPr/>
          <p:nvPr/>
        </p:nvSpPr>
        <p:spPr>
          <a:xfrm>
            <a:off x="4079600" y="2295348"/>
            <a:ext cx="708000" cy="10491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5" name="Google Shape;1065;p49"/>
          <p:cNvSpPr/>
          <p:nvPr/>
        </p:nvSpPr>
        <p:spPr>
          <a:xfrm>
            <a:off x="4173900" y="4036012"/>
            <a:ext cx="796200" cy="2586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cxnSp>
        <p:nvCxnSpPr>
          <p:cNvPr id="1066" name="Google Shape;1066;p49"/>
          <p:cNvCxnSpPr>
            <a:stCxn id="1064" idx="2"/>
            <a:endCxn id="1065" idx="0"/>
          </p:cNvCxnSpPr>
          <p:nvPr/>
        </p:nvCxnSpPr>
        <p:spPr>
          <a:xfrm>
            <a:off x="4433600" y="3344448"/>
            <a:ext cx="138400" cy="691564"/>
          </a:xfrm>
          <a:prstGeom prst="straightConnector1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67" name="Google Shape;1067;p49"/>
          <p:cNvSpPr txBox="1"/>
          <p:nvPr/>
        </p:nvSpPr>
        <p:spPr>
          <a:xfrm>
            <a:off x="5806575" y="1428325"/>
            <a:ext cx="3257700" cy="236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91425" rIns="0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This step is done inside iteration of batch step (data rows).</a:t>
            </a: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So to calculate it, it is cumulated for each row</a:t>
            </a: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Example for </a:t>
            </a: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machine SP-06</a:t>
            </a:r>
            <a:r>
              <a:rPr lang="en" sz="1000" i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:</a:t>
            </a:r>
            <a:endParaRPr sz="1000" i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When iterations are in row 0-4: </a:t>
            </a: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SUM value = 0 + 0 = 0</a:t>
            </a: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When iteration is in row 5: </a:t>
            </a:r>
            <a:endParaRPr sz="1000" i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SUM value = 0 + 1.6017 = 1.6017</a:t>
            </a: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When iteration is in row 6: </a:t>
            </a: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000" i="1">
                <a:solidFill>
                  <a:srgbClr val="434343"/>
                </a:solidFill>
                <a:highlight>
                  <a:schemeClr val="lt1"/>
                </a:highlight>
                <a:latin typeface="Open Sans"/>
                <a:ea typeface="Open Sans"/>
                <a:cs typeface="Open Sans"/>
                <a:sym typeface="Open Sans"/>
              </a:rPr>
              <a:t>SUM value = 1.6017 + 0.4303 = 2.0320</a:t>
            </a:r>
            <a:endParaRPr sz="1000" i="1">
              <a:solidFill>
                <a:srgbClr val="434343"/>
              </a:solidFill>
              <a:highlight>
                <a:schemeClr val="lt1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 sz="1000" i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8" name="Google Shape;1068;p49"/>
          <p:cNvSpPr/>
          <p:nvPr/>
        </p:nvSpPr>
        <p:spPr>
          <a:xfrm>
            <a:off x="2743850" y="2916798"/>
            <a:ext cx="663300" cy="441000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69" name="Google Shape;1069;p49"/>
          <p:cNvSpPr/>
          <p:nvPr/>
        </p:nvSpPr>
        <p:spPr>
          <a:xfrm>
            <a:off x="2279275" y="4822162"/>
            <a:ext cx="796200" cy="258600"/>
          </a:xfrm>
          <a:prstGeom prst="rect">
            <a:avLst/>
          </a:prstGeom>
          <a:noFill/>
          <a:ln w="19050" cap="flat" cmpd="sng">
            <a:solidFill>
              <a:srgbClr val="666666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70" name="Google Shape;1070;p49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999999"/>
          </a:solidFill>
          <a:ln w="9525" cap="flat" cmpd="sng">
            <a:solidFill>
              <a:srgbClr val="99999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4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aphicFrame>
        <p:nvGraphicFramePr>
          <p:cNvPr id="1071" name="Google Shape;1071;p49"/>
          <p:cNvGraphicFramePr/>
          <p:nvPr/>
        </p:nvGraphicFramePr>
        <p:xfrm>
          <a:off x="7280025" y="4032813"/>
          <a:ext cx="1817800" cy="9727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49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087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95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244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</a:t>
                      </a:r>
                      <a:endParaRPr sz="12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Name</a:t>
                      </a:r>
                      <a:endParaRPr sz="12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2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482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… 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B3;1;1, … , C4;3;1}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C4;2;2, C4;3;2 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rgbClr val="434343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{ B3;2;2, C4;3;3}</a:t>
                      </a:r>
                      <a:endParaRPr sz="1000">
                        <a:solidFill>
                          <a:srgbClr val="434343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18275" marR="18275" marT="0" marB="0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pic>
        <p:nvPicPr>
          <p:cNvPr id="1072" name="Google Shape;1072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949575" y="4062286"/>
            <a:ext cx="1116600" cy="135614"/>
          </a:xfrm>
          <a:prstGeom prst="rect">
            <a:avLst/>
          </a:prstGeom>
          <a:noFill/>
          <a:ln>
            <a:noFill/>
          </a:ln>
        </p:spPr>
      </p:pic>
      <p:pic>
        <p:nvPicPr>
          <p:cNvPr id="1073" name="Google Shape;1073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04163" y="3795019"/>
            <a:ext cx="1511387" cy="1210556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1074" name="Google Shape;1074;p49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075" name="Google Shape;1075;p49">
              <a:hlinkClick r:id="rId5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076" name="Google Shape;1076;p49">
              <a:hlinkClick r:id="rId6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pic>
        <p:nvPicPr>
          <p:cNvPr id="26" name="Google Shape;1073;p49">
            <a:extLst>
              <a:ext uri="{FF2B5EF4-FFF2-40B4-BE49-F238E27FC236}">
                <a16:creationId xmlns:a16="http://schemas.microsoft.com/office/drawing/2014/main" id="{7EC71E9A-94C3-419D-B37F-6DDB0494D23A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6990" t="62003" r="322" b="17240"/>
          <a:stretch/>
        </p:blipFill>
        <p:spPr>
          <a:xfrm>
            <a:off x="2857501" y="1327638"/>
            <a:ext cx="342900" cy="25127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  <p:pic>
        <p:nvPicPr>
          <p:cNvPr id="27" name="Google Shape;1073;p49">
            <a:extLst>
              <a:ext uri="{FF2B5EF4-FFF2-40B4-BE49-F238E27FC236}">
                <a16:creationId xmlns:a16="http://schemas.microsoft.com/office/drawing/2014/main" id="{60A5C2A9-404B-4007-A14F-AECBB81D94A9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76990" t="9709" r="322" b="69534"/>
          <a:stretch/>
        </p:blipFill>
        <p:spPr>
          <a:xfrm>
            <a:off x="4713775" y="1337564"/>
            <a:ext cx="342900" cy="251276"/>
          </a:xfrm>
          <a:prstGeom prst="rect">
            <a:avLst/>
          </a:prstGeom>
          <a:noFill/>
          <a:ln w="9525" cap="flat" cmpd="sng">
            <a:noFill/>
            <a:prstDash val="solid"/>
            <a:round/>
            <a:headEnd type="none" w="sm" len="sm"/>
            <a:tailEnd type="none" w="sm" len="sm"/>
          </a:ln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6751">
        <p14:gallery dir="l"/>
      </p:transition>
    </mc:Choice>
    <mc:Fallback xmlns="">
      <p:transition spd="slow" advTm="26751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719" x="4429125" y="1433513"/>
          <p14:tracePt t="1735" x="4429125" y="1427163"/>
          <p14:tracePt t="1750" x="4429125" y="1419225"/>
          <p14:tracePt t="1806" x="4429125" y="1412875"/>
          <p14:tracePt t="1886" x="4422775" y="1412875"/>
          <p14:tracePt t="1935" x="4408488" y="1412875"/>
          <p14:tracePt t="1966" x="4400550" y="1412875"/>
          <p14:tracePt t="1975" x="4400550" y="1419225"/>
          <p14:tracePt t="1983" x="4400550" y="1427163"/>
          <p14:tracePt t="1999" x="4400550" y="1433513"/>
          <p14:tracePt t="2006" x="4400550" y="1441450"/>
          <p14:tracePt t="2015" x="4400550" y="1447800"/>
          <p14:tracePt t="2031" x="4400550" y="1462088"/>
          <p14:tracePt t="2039" x="4400550" y="1470025"/>
          <p14:tracePt t="2063" x="4400550" y="1484313"/>
          <p14:tracePt t="2079" x="4408488" y="1490663"/>
          <p14:tracePt t="2094" x="4414838" y="1504950"/>
          <p14:tracePt t="2102" x="4414838" y="1512888"/>
          <p14:tracePt t="2111" x="4422775" y="1519238"/>
          <p14:tracePt t="2126" x="4429125" y="1519238"/>
          <p14:tracePt t="2143" x="4437063" y="1527175"/>
          <p14:tracePt t="2151" x="4443413" y="1533525"/>
          <p14:tracePt t="2169" x="4451350" y="1541463"/>
          <p14:tracePt t="2182" x="4465638" y="1547813"/>
          <p14:tracePt t="2190" x="4479925" y="1555750"/>
          <p14:tracePt t="2207" x="4486275" y="1555750"/>
          <p14:tracePt t="2214" x="4486275" y="1562100"/>
          <p14:tracePt t="2223" x="4500563" y="1570038"/>
          <p14:tracePt t="2239" x="4514850" y="1570038"/>
          <p14:tracePt t="2246" x="4514850" y="1576388"/>
          <p14:tracePt t="2262" x="4522788" y="1576388"/>
          <p14:tracePt t="2271" x="4537075" y="1584325"/>
          <p14:tracePt t="2278" x="4543425" y="1584325"/>
          <p14:tracePt t="2286" x="4565650" y="1590675"/>
          <p14:tracePt t="2294" x="4600575" y="1604963"/>
          <p14:tracePt t="2302" x="4621213" y="1612900"/>
          <p14:tracePt t="2310" x="4643438" y="1612900"/>
          <p14:tracePt t="2318" x="4672013" y="1619250"/>
          <p14:tracePt t="2327" x="4686300" y="1619250"/>
          <p14:tracePt t="2335" x="4721225" y="1633538"/>
          <p14:tracePt t="2343" x="4743450" y="1641475"/>
          <p14:tracePt t="2351" x="4772025" y="1647825"/>
          <p14:tracePt t="2359" x="4792663" y="1647825"/>
          <p14:tracePt t="2368" x="4829175" y="1662113"/>
          <p14:tracePt t="2375" x="4857750" y="1670050"/>
          <p14:tracePt t="2384" x="4886325" y="1676400"/>
          <p14:tracePt t="2391" x="4906963" y="1684338"/>
          <p14:tracePt t="2399" x="4943475" y="1690688"/>
          <p14:tracePt t="2407" x="4964113" y="1698625"/>
          <p14:tracePt t="2415" x="4986338" y="1704975"/>
          <p14:tracePt t="2423" x="5006975" y="1712913"/>
          <p14:tracePt t="2431" x="5029200" y="1712913"/>
          <p14:tracePt t="2438" x="5043488" y="1712913"/>
          <p14:tracePt t="2446" x="5064125" y="1719263"/>
          <p14:tracePt t="2455" x="5078413" y="1719263"/>
          <p14:tracePt t="2463" x="5084763" y="1719263"/>
          <p14:tracePt t="2471" x="5099050" y="1719263"/>
          <p14:tracePt t="2479" x="5106988" y="1719263"/>
          <p14:tracePt t="2494" x="5113338" y="1719263"/>
          <p14:tracePt t="2511" x="5121275" y="1719263"/>
          <p14:tracePt t="2518" x="5127625" y="1719263"/>
          <p14:tracePt t="2526" x="5127625" y="1712913"/>
          <p14:tracePt t="2535" x="5135563" y="1704975"/>
          <p14:tracePt t="2542" x="5135563" y="1698625"/>
          <p14:tracePt t="2551" x="5141913" y="1690688"/>
          <p14:tracePt t="2559" x="5141913" y="1684338"/>
          <p14:tracePt t="2568" x="5149850" y="1684338"/>
          <p14:tracePt t="2584" x="5156200" y="1676400"/>
          <p14:tracePt t="2599" x="5156200" y="1670050"/>
          <p14:tracePt t="2606" x="5164138" y="1662113"/>
          <p14:tracePt t="2614" x="5170488" y="1655763"/>
          <p14:tracePt t="2622" x="5178425" y="1655763"/>
          <p14:tracePt t="2630" x="5192713" y="1641475"/>
          <p14:tracePt t="2638" x="5199063" y="1633538"/>
          <p14:tracePt t="2647" x="5213350" y="1627188"/>
          <p14:tracePt t="2655" x="5227638" y="1612900"/>
          <p14:tracePt t="2671" x="5241925" y="1598613"/>
          <p14:tracePt t="2679" x="5249863" y="1590675"/>
          <p14:tracePt t="2686" x="5249863" y="1584325"/>
          <p14:tracePt t="2695" x="5264150" y="1570038"/>
          <p14:tracePt t="2702" x="5270500" y="1547813"/>
          <p14:tracePt t="2718" x="5278438" y="1527175"/>
          <p14:tracePt t="2726" x="5278438" y="1519238"/>
          <p14:tracePt t="2735" x="5278438" y="1504950"/>
          <p14:tracePt t="2743" x="5278438" y="1490663"/>
          <p14:tracePt t="2751" x="5278438" y="1476375"/>
          <p14:tracePt t="2759" x="5278438" y="1462088"/>
          <p14:tracePt t="2768" x="5278438" y="1455738"/>
          <p14:tracePt t="2774" x="5278438" y="1447800"/>
          <p14:tracePt t="2784" x="5278438" y="1427163"/>
          <p14:tracePt t="2790" x="5278438" y="1419225"/>
          <p14:tracePt t="2799" x="5270500" y="1404938"/>
          <p14:tracePt t="2806" x="5264150" y="1390650"/>
          <p14:tracePt t="2814" x="5256213" y="1376363"/>
          <p14:tracePt t="2823" x="5249863" y="1362075"/>
          <p14:tracePt t="2831" x="5235575" y="1347788"/>
          <p14:tracePt t="2839" x="5235575" y="1341438"/>
          <p14:tracePt t="2846" x="5221288" y="1327150"/>
          <p14:tracePt t="2855" x="5207000" y="1319213"/>
          <p14:tracePt t="2863" x="5207000" y="1312863"/>
          <p14:tracePt t="2871" x="5199063" y="1312863"/>
          <p14:tracePt t="2879" x="5184775" y="1298575"/>
          <p14:tracePt t="2886" x="5164138" y="1290638"/>
          <p14:tracePt t="2894" x="5156200" y="1290638"/>
          <p14:tracePt t="2902" x="5141913" y="1290638"/>
          <p14:tracePt t="2911" x="5121275" y="1290638"/>
          <p14:tracePt t="2919" x="5092700" y="1284288"/>
          <p14:tracePt t="2927" x="5064125" y="1270000"/>
          <p14:tracePt t="2935" x="5049838" y="1270000"/>
          <p14:tracePt t="2942" x="5029200" y="1270000"/>
          <p14:tracePt t="2951" x="5006975" y="1262063"/>
          <p14:tracePt t="2959" x="4986338" y="1262063"/>
          <p14:tracePt t="2975" x="4972050" y="1262063"/>
          <p14:tracePt t="2984" x="4957763" y="1262063"/>
          <p14:tracePt t="2991" x="4949825" y="1262063"/>
          <p14:tracePt t="2999" x="4935538" y="1262063"/>
          <p14:tracePt t="3006" x="4921250" y="1262063"/>
          <p14:tracePt t="3015" x="4906963" y="1262063"/>
          <p14:tracePt t="3022" x="4886325" y="1262063"/>
          <p14:tracePt t="3031" x="4872038" y="1262063"/>
          <p14:tracePt t="3039" x="4849813" y="1262063"/>
          <p14:tracePt t="3046" x="4821238" y="1262063"/>
          <p14:tracePt t="3055" x="4800600" y="1262063"/>
          <p14:tracePt t="3063" x="4778375" y="1270000"/>
          <p14:tracePt t="3070" x="4764088" y="1276350"/>
          <p14:tracePt t="3079" x="4743450" y="1276350"/>
          <p14:tracePt t="3086" x="4721225" y="1290638"/>
          <p14:tracePt t="3095" x="4700588" y="1298575"/>
          <p14:tracePt t="3103" x="4678363" y="1298575"/>
          <p14:tracePt t="3111" x="4657725" y="1304925"/>
          <p14:tracePt t="3118" x="4629150" y="1327150"/>
          <p14:tracePt t="3127" x="4600575" y="1333500"/>
          <p14:tracePt t="3135" x="4565650" y="1355725"/>
          <p14:tracePt t="3143" x="4543425" y="1370013"/>
          <p14:tracePt t="3151" x="4537075" y="1370013"/>
          <p14:tracePt t="3159" x="4514850" y="1390650"/>
          <p14:tracePt t="3168" x="4500563" y="1398588"/>
          <p14:tracePt t="3183" x="4479925" y="1427163"/>
          <p14:tracePt t="3191" x="4471988" y="1441450"/>
          <p14:tracePt t="3206" x="4471988" y="1447800"/>
          <p14:tracePt t="3214" x="4465638" y="1447800"/>
          <p14:tracePt t="3415" x="4457700" y="1447800"/>
          <p14:tracePt t="3431" x="4451350" y="1447800"/>
          <p14:tracePt t="3439" x="4443413" y="1447800"/>
          <p14:tracePt t="3446" x="4422775" y="1441450"/>
          <p14:tracePt t="3455" x="4408488" y="1441450"/>
          <p14:tracePt t="3462" x="4386263" y="1433513"/>
          <p14:tracePt t="3471" x="4357688" y="1427163"/>
          <p14:tracePt t="3478" x="4322763" y="1419225"/>
          <p14:tracePt t="3486" x="4294188" y="1412875"/>
          <p14:tracePt t="3494" x="4271963" y="1404938"/>
          <p14:tracePt t="3503" x="4229100" y="1390650"/>
          <p14:tracePt t="3510" x="4186238" y="1376363"/>
          <p14:tracePt t="3518" x="4165600" y="1370013"/>
          <p14:tracePt t="3526" x="4143375" y="1370013"/>
          <p14:tracePt t="3534" x="4114800" y="1362075"/>
          <p14:tracePt t="3542" x="4094163" y="1362075"/>
          <p14:tracePt t="3551" x="4059238" y="1347788"/>
          <p14:tracePt t="3559" x="4022725" y="1341438"/>
          <p14:tracePt t="3567" x="3994150" y="1341438"/>
          <p14:tracePt t="3575" x="3951288" y="1341438"/>
          <p14:tracePt t="3584" x="3922713" y="1341438"/>
          <p14:tracePt t="3591" x="3894138" y="1341438"/>
          <p14:tracePt t="3599" x="3865563" y="1341438"/>
          <p14:tracePt t="3606" x="3859213" y="1341438"/>
          <p14:tracePt t="3615" x="3836988" y="1341438"/>
          <p14:tracePt t="3622" x="3822700" y="1341438"/>
          <p14:tracePt t="3631" x="3808413" y="1333500"/>
          <p14:tracePt t="3647" x="3794125" y="1333500"/>
          <p14:tracePt t="3726" x="3787775" y="1333500"/>
          <p14:tracePt t="3751" x="3787775" y="1327150"/>
          <p14:tracePt t="3783" x="3787775" y="1319213"/>
          <p14:tracePt t="3799" x="3787775" y="1312863"/>
          <p14:tracePt t="3806" x="3787775" y="1304925"/>
          <p14:tracePt t="3831" x="3787775" y="1298575"/>
          <p14:tracePt t="3855" x="3779838" y="1298575"/>
          <p14:tracePt t="3863" x="3779838" y="1290638"/>
          <p14:tracePt t="3870" x="3773488" y="1284288"/>
          <p14:tracePt t="3886" x="3765550" y="1284288"/>
          <p14:tracePt t="3895" x="3765550" y="1276350"/>
          <p14:tracePt t="3902" x="3759200" y="1270000"/>
          <p14:tracePt t="3911" x="3759200" y="1262063"/>
          <p14:tracePt t="3919" x="3751263" y="1255713"/>
          <p14:tracePt t="3927" x="3744913" y="1255713"/>
          <p14:tracePt t="3935" x="3744913" y="1247775"/>
          <p14:tracePt t="3943" x="3730625" y="1241425"/>
          <p14:tracePt t="3951" x="3722688" y="1233488"/>
          <p14:tracePt t="3959" x="3708400" y="1227138"/>
          <p14:tracePt t="3968" x="3702050" y="1227138"/>
          <p14:tracePt t="3974" x="3679825" y="1227138"/>
          <p14:tracePt t="3984" x="3665538" y="1219200"/>
          <p14:tracePt t="3991" x="3644900" y="1212850"/>
          <p14:tracePt t="3999" x="3622675" y="1204913"/>
          <p14:tracePt t="4007" x="3602038" y="1204913"/>
          <p14:tracePt t="4015" x="3587750" y="1204913"/>
          <p14:tracePt t="4023" x="3565525" y="1204913"/>
          <p14:tracePt t="4031" x="3538538" y="1204913"/>
          <p14:tracePt t="4039" x="3516313" y="1198563"/>
          <p14:tracePt t="4046" x="3473450" y="1190625"/>
          <p14:tracePt t="4055" x="3459163" y="1184275"/>
          <p14:tracePt t="4063" x="3444875" y="1184275"/>
          <p14:tracePt t="4070" x="3416300" y="1176338"/>
          <p14:tracePt t="4079" x="3409950" y="1176338"/>
          <p14:tracePt t="4086" x="3395663" y="1176338"/>
          <p14:tracePt t="4095" x="3381375" y="1176338"/>
          <p14:tracePt t="4111" x="3373438" y="1176338"/>
          <p14:tracePt t="4118" x="3367088" y="1176338"/>
          <p14:tracePt t="4126" x="3359150" y="1176338"/>
          <p14:tracePt t="4406" x="3344863" y="1176338"/>
          <p14:tracePt t="4415" x="3330575" y="1176338"/>
          <p14:tracePt t="4423" x="3324225" y="1176338"/>
          <p14:tracePt t="4431" x="3302000" y="1176338"/>
          <p14:tracePt t="4439" x="3287713" y="1184275"/>
          <p14:tracePt t="4447" x="3267075" y="1190625"/>
          <p14:tracePt t="4455" x="3244850" y="1204913"/>
          <p14:tracePt t="4463" x="3224213" y="1227138"/>
          <p14:tracePt t="4471" x="3195638" y="1247775"/>
          <p14:tracePt t="4479" x="3173413" y="1270000"/>
          <p14:tracePt t="4486" x="3144838" y="1304925"/>
          <p14:tracePt t="4494" x="3130550" y="1327150"/>
          <p14:tracePt t="4502" x="3116263" y="1341438"/>
          <p14:tracePt t="4511" x="3109913" y="1362075"/>
          <p14:tracePt t="4518" x="3095625" y="1384300"/>
          <p14:tracePt t="4526" x="3095625" y="1398588"/>
          <p14:tracePt t="4536" x="3087688" y="1427163"/>
          <p14:tracePt t="4543" x="3087688" y="1441450"/>
          <p14:tracePt t="4551" x="3087688" y="1470025"/>
          <p14:tracePt t="4559" x="3087688" y="1490663"/>
          <p14:tracePt t="4568" x="3087688" y="1504950"/>
          <p14:tracePt t="4574" x="3087688" y="1527175"/>
          <p14:tracePt t="4585" x="3087688" y="1533525"/>
          <p14:tracePt t="4591" x="3087688" y="1547813"/>
          <p14:tracePt t="4598" x="3095625" y="1562100"/>
          <p14:tracePt t="4607" x="3101975" y="1570038"/>
          <p14:tracePt t="4614" x="3116263" y="1584325"/>
          <p14:tracePt t="4623" x="3130550" y="1598613"/>
          <p14:tracePt t="4631" x="3144838" y="1612900"/>
          <p14:tracePt t="4639" x="3152775" y="1627188"/>
          <p14:tracePt t="4646" x="3181350" y="1655763"/>
          <p14:tracePt t="4655" x="3195638" y="1662113"/>
          <p14:tracePt t="4663" x="3209925" y="1670050"/>
          <p14:tracePt t="4671" x="3238500" y="1684338"/>
          <p14:tracePt t="4679" x="3273425" y="1698625"/>
          <p14:tracePt t="4687" x="3309938" y="1712913"/>
          <p14:tracePt t="4695" x="3338513" y="1719263"/>
          <p14:tracePt t="4702" x="3367088" y="1725613"/>
          <p14:tracePt t="4710" x="3402013" y="1739900"/>
          <p14:tracePt t="4718" x="3438525" y="1754188"/>
          <p14:tracePt t="4727" x="3481388" y="1754188"/>
          <p14:tracePt t="4735" x="3524250" y="1762125"/>
          <p14:tracePt t="4743" x="3587750" y="1768475"/>
          <p14:tracePt t="4751" x="3644900" y="1776413"/>
          <p14:tracePt t="4759" x="3694113" y="1782763"/>
          <p14:tracePt t="4768" x="3744913" y="1782763"/>
          <p14:tracePt t="4775" x="3802063" y="1782763"/>
          <p14:tracePt t="4784" x="3859213" y="1782763"/>
          <p14:tracePt t="4791" x="3916363" y="1782763"/>
          <p14:tracePt t="4799" x="3951288" y="1782763"/>
          <p14:tracePt t="4807" x="4022725" y="1754188"/>
          <p14:tracePt t="4815" x="4071938" y="1733550"/>
          <p14:tracePt t="4823" x="4122738" y="1704975"/>
          <p14:tracePt t="4831" x="4179888" y="1684338"/>
          <p14:tracePt t="4839" x="4222750" y="1655763"/>
          <p14:tracePt t="4846" x="4251325" y="1633538"/>
          <p14:tracePt t="4855" x="4286250" y="1619250"/>
          <p14:tracePt t="4863" x="4308475" y="1604963"/>
          <p14:tracePt t="4871" x="4322763" y="1598613"/>
          <p14:tracePt t="4879" x="4337050" y="1590675"/>
          <p14:tracePt t="5462" x="4337050" y="1584325"/>
          <p14:tracePt t="5471" x="4322763" y="1584325"/>
          <p14:tracePt t="5479" x="4314825" y="1584325"/>
          <p14:tracePt t="5663" x="4308475" y="1584325"/>
          <p14:tracePt t="5671" x="4300538" y="1576388"/>
          <p14:tracePt t="5687" x="4300538" y="1570038"/>
          <p14:tracePt t="5703" x="4294188" y="1570038"/>
          <p14:tracePt t="5767" x="4294188" y="1562100"/>
          <p14:tracePt t="6015" x="4308475" y="1562100"/>
          <p14:tracePt t="10327" x="4314825" y="1562100"/>
          <p14:tracePt t="10335" x="4314825" y="1584325"/>
          <p14:tracePt t="10343" x="4314825" y="1619250"/>
          <p14:tracePt t="10350" x="4314825" y="1647825"/>
          <p14:tracePt t="10358" x="4314825" y="1670050"/>
          <p14:tracePt t="10368" x="4314825" y="1704975"/>
          <p14:tracePt t="10375" x="4300538" y="1739900"/>
          <p14:tracePt t="10384" x="4286250" y="1811338"/>
          <p14:tracePt t="10391" x="4265613" y="1839913"/>
          <p14:tracePt t="10399" x="4237038" y="1890713"/>
          <p14:tracePt t="10407" x="4214813" y="1962150"/>
          <p14:tracePt t="10414" x="4186238" y="2005013"/>
          <p14:tracePt t="10423" x="4151313" y="2054225"/>
          <p14:tracePt t="10431" x="4122738" y="2111375"/>
          <p14:tracePt t="10439" x="4100513" y="2154238"/>
          <p14:tracePt t="10447" x="4071938" y="2197100"/>
          <p14:tracePt t="10455" x="4044950" y="2247900"/>
          <p14:tracePt t="10463" x="4016375" y="2289175"/>
          <p14:tracePt t="10470" x="3979863" y="2360613"/>
          <p14:tracePt t="10479" x="3944938" y="2417763"/>
          <p14:tracePt t="10487" x="3922713" y="2460625"/>
          <p14:tracePt t="10495" x="3887788" y="2525713"/>
          <p14:tracePt t="10502" x="3865563" y="2568575"/>
          <p14:tracePt t="10511" x="3836988" y="2625725"/>
          <p14:tracePt t="10518" x="3816350" y="2682875"/>
          <p14:tracePt t="10526" x="3779838" y="2746375"/>
          <p14:tracePt t="10536" x="3751263" y="2825750"/>
          <p14:tracePt t="10542" x="3736975" y="2917825"/>
          <p14:tracePt t="10551" x="3702050" y="3009900"/>
          <p14:tracePt t="10559" x="3679825" y="3103563"/>
          <p14:tracePt t="10568" x="3659188" y="3181350"/>
          <p14:tracePt t="10575" x="3622675" y="3267075"/>
          <p14:tracePt t="10584" x="3602038" y="3360738"/>
          <p14:tracePt t="10591" x="3579813" y="3403600"/>
          <p14:tracePt t="10599" x="3552825" y="3467100"/>
          <p14:tracePt t="10606" x="3509963" y="3544888"/>
          <p14:tracePt t="10615" x="3473450" y="3616325"/>
          <p14:tracePt t="10623" x="3430588" y="3687763"/>
          <p14:tracePt t="10630" x="3402013" y="3738563"/>
          <p14:tracePt t="10639" x="3373438" y="3810000"/>
          <p14:tracePt t="10646" x="3359150" y="3867150"/>
          <p14:tracePt t="10655" x="3330575" y="3938588"/>
          <p14:tracePt t="10663" x="3324225" y="3987800"/>
          <p14:tracePt t="10671" x="3309938" y="4037013"/>
          <p14:tracePt t="10679" x="3309938" y="4051300"/>
          <p14:tracePt t="10686" x="3309938" y="4073525"/>
          <p14:tracePt t="10695" x="3309938" y="4087813"/>
          <p14:tracePt t="10711" x="3309938" y="4094163"/>
          <p14:tracePt t="10887" x="3302000" y="4094163"/>
          <p14:tracePt t="10895" x="3295650" y="4094163"/>
          <p14:tracePt t="10902" x="3273425" y="4094163"/>
          <p14:tracePt t="10911" x="3267075" y="4094163"/>
          <p14:tracePt t="10918" x="3252788" y="4094163"/>
          <p14:tracePt t="10926" x="3244850" y="4094163"/>
          <p14:tracePt t="10935" x="3230563" y="4087813"/>
          <p14:tracePt t="11055" x="3230563" y="4073525"/>
          <p14:tracePt t="11079" x="3224213" y="4065588"/>
          <p14:tracePt t="11086" x="3224213" y="4051300"/>
          <p14:tracePt t="11095" x="3224213" y="4044950"/>
          <p14:tracePt t="11103" x="3224213" y="4037013"/>
          <p14:tracePt t="11111" x="3216275" y="4022725"/>
          <p14:tracePt t="11118" x="3209925" y="4016375"/>
          <p14:tracePt t="11126" x="3201988" y="4008438"/>
          <p14:tracePt t="11135" x="3195638" y="3995738"/>
          <p14:tracePt t="11143" x="3187700" y="3981450"/>
          <p14:tracePt t="11151" x="3173413" y="3973513"/>
          <p14:tracePt t="11169" x="3159125" y="3959225"/>
          <p14:tracePt t="11174" x="3152775" y="3952875"/>
          <p14:tracePt t="11191" x="3130550" y="3938588"/>
          <p14:tracePt t="11199" x="3124200" y="3930650"/>
          <p14:tracePt t="11206" x="3109913" y="3924300"/>
          <p14:tracePt t="11215" x="3087688" y="3910013"/>
          <p14:tracePt t="11223" x="3081338" y="3902075"/>
          <p14:tracePt t="11231" x="3067050" y="3895725"/>
          <p14:tracePt t="11239" x="3046413" y="3895725"/>
          <p14:tracePt t="11247" x="3032125" y="3895725"/>
          <p14:tracePt t="11255" x="3009900" y="3881438"/>
          <p14:tracePt t="11263" x="3003550" y="3881438"/>
          <p14:tracePt t="11271" x="2981325" y="3873500"/>
          <p14:tracePt t="11279" x="2960688" y="3873500"/>
          <p14:tracePt t="11287" x="2952750" y="3873500"/>
          <p14:tracePt t="11295" x="2946400" y="3873500"/>
          <p14:tracePt t="11303" x="2932113" y="3873500"/>
          <p14:tracePt t="11311" x="2924175" y="3873500"/>
          <p14:tracePt t="11326" x="2909888" y="3867150"/>
          <p14:tracePt t="11343" x="2903538" y="3867150"/>
          <p14:tracePt t="12015" x="2917825" y="3867150"/>
          <p14:tracePt t="12022" x="2932113" y="3867150"/>
          <p14:tracePt t="12030" x="2952750" y="3867150"/>
          <p14:tracePt t="12039" x="2974975" y="3867150"/>
          <p14:tracePt t="12047" x="3003550" y="3867150"/>
          <p14:tracePt t="12055" x="3024188" y="3867150"/>
          <p14:tracePt t="12063" x="3052763" y="3867150"/>
          <p14:tracePt t="12070" x="3073400" y="3867150"/>
          <p14:tracePt t="12078" x="3095625" y="3867150"/>
          <p14:tracePt t="12086" x="3116263" y="3867150"/>
          <p14:tracePt t="12095" x="3138488" y="3867150"/>
          <p14:tracePt t="12103" x="3152775" y="3867150"/>
          <p14:tracePt t="12111" x="3167063" y="3867150"/>
          <p14:tracePt t="12118" x="3187700" y="3867150"/>
          <p14:tracePt t="12127" x="3201988" y="3867150"/>
          <p14:tracePt t="12134" x="3224213" y="3867150"/>
          <p14:tracePt t="12143" x="3252788" y="3867150"/>
          <p14:tracePt t="12151" x="3273425" y="3867150"/>
          <p14:tracePt t="12159" x="3302000" y="3867150"/>
          <p14:tracePt t="12185" x="3373438" y="3867150"/>
          <p14:tracePt t="12190" x="3409950" y="3867150"/>
          <p14:tracePt t="12199" x="3438525" y="3867150"/>
          <p14:tracePt t="12207" x="3467100" y="3867150"/>
          <p14:tracePt t="12215" x="3509963" y="3867150"/>
          <p14:tracePt t="12223" x="3538538" y="3867150"/>
          <p14:tracePt t="12231" x="3579813" y="3881438"/>
          <p14:tracePt t="12239" x="3630613" y="3887788"/>
          <p14:tracePt t="12247" x="3665538" y="3895725"/>
          <p14:tracePt t="12254" x="3708400" y="3895725"/>
          <p14:tracePt t="12263" x="3751263" y="3902075"/>
          <p14:tracePt t="12271" x="3794125" y="3916363"/>
          <p14:tracePt t="12279" x="3816350" y="3916363"/>
          <p14:tracePt t="12287" x="3844925" y="3916363"/>
          <p14:tracePt t="12295" x="3865563" y="3916363"/>
          <p14:tracePt t="12302" x="3894138" y="3916363"/>
          <p14:tracePt t="12311" x="3922713" y="3924300"/>
          <p14:tracePt t="12318" x="3944938" y="3924300"/>
          <p14:tracePt t="12326" x="3959225" y="3924300"/>
          <p14:tracePt t="12335" x="3973513" y="3924300"/>
          <p14:tracePt t="12350" x="3987800" y="3924300"/>
          <p14:tracePt t="12359" x="3994150" y="3924300"/>
          <p14:tracePt t="12383" x="4002088" y="3924300"/>
          <p14:tracePt t="14199" x="4008438" y="3938588"/>
          <p14:tracePt t="14495" x="4002088" y="3930650"/>
          <p14:tracePt t="14503" x="3994150" y="3924300"/>
          <p14:tracePt t="15591" x="3979863" y="3924300"/>
          <p14:tracePt t="15599" x="3973513" y="3924300"/>
          <p14:tracePt t="15614" x="3959225" y="3924300"/>
          <p14:tracePt t="15623" x="3944938" y="3924300"/>
          <p14:tracePt t="15630" x="3930650" y="3924300"/>
          <p14:tracePt t="15639" x="3908425" y="3924300"/>
          <p14:tracePt t="15646" x="3894138" y="3924300"/>
          <p14:tracePt t="15655" x="3887788" y="3924300"/>
          <p14:tracePt t="15663" x="3873500" y="3930650"/>
          <p14:tracePt t="15670" x="3844925" y="3930650"/>
          <p14:tracePt t="15686" x="3822700" y="3944938"/>
          <p14:tracePt t="15695" x="3816350" y="3944938"/>
          <p14:tracePt t="15703" x="3802063" y="3944938"/>
          <p14:tracePt t="15711" x="3787775" y="3944938"/>
          <p14:tracePt t="15718" x="3773488" y="3944938"/>
          <p14:tracePt t="15727" x="3759200" y="3944938"/>
          <p14:tracePt t="15735" x="3751263" y="3952875"/>
          <p14:tracePt t="15743" x="3730625" y="3952875"/>
          <p14:tracePt t="15751" x="3722688" y="3952875"/>
          <p14:tracePt t="15759" x="3708400" y="3959225"/>
          <p14:tracePt t="15768" x="3702050" y="3959225"/>
          <p14:tracePt t="15774" x="3694113" y="3967163"/>
          <p14:tracePt t="15784" x="3679825" y="3967163"/>
          <p14:tracePt t="15791" x="3673475" y="3973513"/>
          <p14:tracePt t="15798" x="3665538" y="3973513"/>
          <p14:tracePt t="15807" x="3659188" y="3973513"/>
          <p14:tracePt t="15815" x="3651250" y="3973513"/>
          <p14:tracePt t="15823" x="3636963" y="3973513"/>
          <p14:tracePt t="15830" x="3630613" y="3973513"/>
          <p14:tracePt t="15846" x="3616325" y="3973513"/>
          <p14:tracePt t="15855" x="3608388" y="3973513"/>
          <p14:tracePt t="15863" x="3602038" y="3973513"/>
          <p14:tracePt t="15871" x="3594100" y="3973513"/>
          <p14:tracePt t="15886" x="3579813" y="3973513"/>
          <p14:tracePt t="15894" x="3573463" y="3973513"/>
          <p14:tracePt t="15902" x="3565525" y="3973513"/>
          <p14:tracePt t="15911" x="3552825" y="3973513"/>
          <p14:tracePt t="15918" x="3538538" y="3981450"/>
          <p14:tracePt t="15926" x="3524250" y="3981450"/>
          <p14:tracePt t="15935" x="3516313" y="3981450"/>
          <p14:tracePt t="15951" x="3502025" y="3981450"/>
          <p14:tracePt t="15958" x="3495675" y="3981450"/>
          <p14:tracePt t="16023" x="3487738" y="3981450"/>
          <p14:tracePt t="16047" x="3481388" y="3981450"/>
          <p14:tracePt t="16071" x="3473450" y="3981450"/>
          <p14:tracePt t="16103" x="3467100" y="3981450"/>
          <p14:tracePt t="16175" x="3459163" y="3981450"/>
          <p14:tracePt t="16239" x="3452813" y="3981450"/>
          <p14:tracePt t="16271" x="3438525" y="3981450"/>
          <p14:tracePt t="16287" x="3430588" y="3981450"/>
          <p14:tracePt t="16302" x="3424238" y="3981450"/>
          <p14:tracePt t="16327" x="3416300" y="3973513"/>
          <p14:tracePt t="16343" x="3409950" y="3973513"/>
          <p14:tracePt t="16366" x="3409950" y="3967163"/>
          <p14:tracePt t="16415" x="3402013" y="3967163"/>
          <p14:tracePt t="16486" x="3395663" y="3952875"/>
          <p14:tracePt t="16519" x="3387725" y="3952875"/>
          <p14:tracePt t="16559" x="3381375" y="3944938"/>
          <p14:tracePt t="16640" x="3373438" y="3930650"/>
          <p14:tracePt t="17695" x="3373438" y="3924300"/>
          <p14:tracePt t="17703" x="3373438" y="3916363"/>
          <p14:tracePt t="17751" x="3367088" y="3910013"/>
          <p14:tracePt t="17839" x="3359150" y="3902075"/>
          <p14:tracePt t="17927" x="3359150" y="3887788"/>
          <p14:tracePt t="17983" x="3359150" y="3881438"/>
          <p14:tracePt t="17999" x="3359150" y="3873500"/>
          <p14:tracePt t="18023" x="3352800" y="3867150"/>
          <p14:tracePt t="18031" x="3344863" y="3859213"/>
          <p14:tracePt t="18063" x="3344863" y="3852863"/>
          <p14:tracePt t="18086" x="3338513" y="3844925"/>
          <p14:tracePt t="18126" x="3324225" y="3830638"/>
          <p14:tracePt t="18143" x="3324225" y="3824288"/>
          <p14:tracePt t="18150" x="3316288" y="3816350"/>
          <p14:tracePt t="18175" x="3309938" y="3810000"/>
          <p14:tracePt t="18183" x="3302000" y="3795713"/>
          <p14:tracePt t="18199" x="3295650" y="3795713"/>
          <p14:tracePt t="18231" x="3287713" y="3787775"/>
          <p14:tracePt t="18254" x="3281363" y="3773488"/>
          <p14:tracePt t="18343" x="3273425" y="3759200"/>
          <p14:tracePt t="18791" x="3273425" y="3752850"/>
          <p14:tracePt t="18806" x="3273425" y="3738563"/>
          <p14:tracePt t="18815" x="3273425" y="3730625"/>
          <p14:tracePt t="18831" x="3273425" y="3724275"/>
          <p14:tracePt t="18839" x="3273425" y="3716338"/>
          <p14:tracePt t="19895" x="3273425" y="3709988"/>
          <p14:tracePt t="19911" x="3281363" y="3709988"/>
          <p14:tracePt t="19919" x="3295650" y="3709988"/>
          <p14:tracePt t="19927" x="3309938" y="3709988"/>
          <p14:tracePt t="19935" x="3330575" y="3709988"/>
          <p14:tracePt t="19943" x="3352800" y="3709988"/>
          <p14:tracePt t="19951" x="3359150" y="3709988"/>
          <p14:tracePt t="19959" x="3381375" y="3709988"/>
          <p14:tracePt t="19968" x="3402013" y="3709988"/>
          <p14:tracePt t="19975" x="3430588" y="3709988"/>
          <p14:tracePt t="19984" x="3452813" y="3709988"/>
          <p14:tracePt t="19991" x="3459163" y="3709988"/>
          <p14:tracePt t="19999" x="3481388" y="3709988"/>
          <p14:tracePt t="20006" x="3502025" y="3709988"/>
          <p14:tracePt t="20015" x="3509963" y="3709988"/>
          <p14:tracePt t="20023" x="3538538" y="3716338"/>
          <p14:tracePt t="20031" x="3544888" y="3716338"/>
          <p14:tracePt t="20039" x="3573463" y="3716338"/>
          <p14:tracePt t="20047" x="3594100" y="3716338"/>
          <p14:tracePt t="20054" x="3608388" y="3716338"/>
          <p14:tracePt t="20062" x="3630613" y="3716338"/>
          <p14:tracePt t="20071" x="3644900" y="3716338"/>
          <p14:tracePt t="20079" x="3659188" y="3716338"/>
          <p14:tracePt t="20086" x="3665538" y="3716338"/>
          <p14:tracePt t="20095" x="3687763" y="3716338"/>
          <p14:tracePt t="20110" x="3694113" y="3716338"/>
          <p14:tracePt t="20118" x="3716338" y="3716338"/>
          <p14:tracePt t="20126" x="3736975" y="3716338"/>
          <p14:tracePt t="20135" x="3765550" y="3716338"/>
          <p14:tracePt t="20143" x="3794125" y="3716338"/>
          <p14:tracePt t="20151" x="3830638" y="3716338"/>
          <p14:tracePt t="20158" x="3859213" y="3716338"/>
          <p14:tracePt t="20166" x="3887788" y="3716338"/>
          <p14:tracePt t="20174" x="3916363" y="3716338"/>
          <p14:tracePt t="20184" x="3937000" y="3716338"/>
          <p14:tracePt t="20191" x="3951288" y="3716338"/>
          <p14:tracePt t="20199" x="3959225" y="3716338"/>
          <p14:tracePt t="20206" x="3973513" y="3716338"/>
          <p14:tracePt t="20223" x="3979863" y="3716338"/>
          <p14:tracePt t="20231" x="3987800" y="3716338"/>
          <p14:tracePt t="20238" x="3994150" y="3716338"/>
          <p14:tracePt t="20254" x="4002088" y="3716338"/>
          <p14:tracePt t="20263" x="4008438" y="3716338"/>
          <p14:tracePt t="20271" x="4016375" y="3716338"/>
          <p14:tracePt t="20279" x="4022725" y="3716338"/>
          <p14:tracePt t="20286" x="4044950" y="3716338"/>
          <p14:tracePt t="20295" x="4059238" y="3716338"/>
          <p14:tracePt t="20302" x="4079875" y="3716338"/>
          <p14:tracePt t="20311" x="4094163" y="3716338"/>
          <p14:tracePt t="20318" x="4114800" y="3716338"/>
          <p14:tracePt t="20326" x="4137025" y="3716338"/>
          <p14:tracePt t="20335" x="4157663" y="3716338"/>
          <p14:tracePt t="20342" x="4171950" y="3716338"/>
          <p14:tracePt t="20351" x="4200525" y="3716338"/>
          <p14:tracePt t="20359" x="4229100" y="3716338"/>
          <p14:tracePt t="20368" x="4265613" y="3716338"/>
          <p14:tracePt t="20375" x="4286250" y="3716338"/>
          <p14:tracePt t="20384" x="4314825" y="3716338"/>
          <p14:tracePt t="20391" x="4365625" y="3716338"/>
          <p14:tracePt t="20399" x="4386263" y="3724275"/>
          <p14:tracePt t="20407" x="4408488" y="3724275"/>
          <p14:tracePt t="20414" x="4429125" y="3724275"/>
          <p14:tracePt t="20423" x="4451350" y="3724275"/>
          <p14:tracePt t="20431" x="4465638" y="3724275"/>
          <p14:tracePt t="20438" x="4479925" y="3724275"/>
          <p14:tracePt t="20446" x="4486275" y="3724275"/>
          <p14:tracePt t="20454" x="4494213" y="3724275"/>
          <p14:tracePt t="20463" x="4500563" y="3724275"/>
          <p14:tracePt t="20471" x="4508500" y="3724275"/>
          <p14:tracePt t="20495" x="4514850" y="3724275"/>
          <p14:tracePt t="20519" x="4522788" y="3724275"/>
          <p14:tracePt t="21823" x="4529138" y="3730625"/>
          <p14:tracePt t="21871" x="4537075" y="3730625"/>
          <p14:tracePt t="21887" x="4551363" y="3738563"/>
          <p14:tracePt t="21918" x="4557713" y="3744913"/>
          <p14:tracePt t="21934" x="4565650" y="3744913"/>
          <p14:tracePt t="21966" x="4578350" y="3752850"/>
          <p14:tracePt t="21983" x="4586288" y="3752850"/>
          <p14:tracePt t="21991" x="4592638" y="3759200"/>
          <p14:tracePt t="22015" x="4600575" y="3759200"/>
          <p14:tracePt t="22031" x="4606925" y="3759200"/>
          <p14:tracePt t="22039" x="4614863" y="3767138"/>
          <p14:tracePt t="22143" x="4621213" y="3767138"/>
          <p14:tracePt t="22166" x="4629150" y="3767138"/>
          <p14:tracePt t="22183" x="4635500" y="3767138"/>
          <p14:tracePt t="22206" x="4643438" y="3767138"/>
          <p14:tracePt t="22214" x="4657725" y="3767138"/>
          <p14:tracePt t="22239" x="4664075" y="3767138"/>
          <p14:tracePt t="22255" x="4678363" y="3767138"/>
          <p14:tracePt t="22271" x="4686300" y="3767138"/>
          <p14:tracePt t="22287" x="4700588" y="3767138"/>
          <p14:tracePt t="22295" x="4706938" y="3767138"/>
          <p14:tracePt t="22310" x="4714875" y="3767138"/>
          <p14:tracePt t="22327" x="4721225" y="3767138"/>
          <p14:tracePt t="22335" x="4729163" y="3767138"/>
          <p14:tracePt t="22351" x="4735513" y="3767138"/>
          <p14:tracePt t="22359" x="4743450" y="3767138"/>
          <p14:tracePt t="22368" x="4749800" y="3773488"/>
          <p14:tracePt t="22375" x="4772025" y="3773488"/>
          <p14:tracePt t="22385" x="4778375" y="3773488"/>
          <p14:tracePt t="22391" x="4792663" y="3773488"/>
          <p14:tracePt t="22399" x="4814888" y="3773488"/>
          <p14:tracePt t="22406" x="4821238" y="3773488"/>
          <p14:tracePt t="22415" x="4835525" y="3773488"/>
          <p14:tracePt t="22423" x="4857750" y="3787775"/>
          <p14:tracePt t="22430" x="4864100" y="3787775"/>
          <p14:tracePt t="22439" x="4872038" y="3787775"/>
          <p14:tracePt t="22446" x="4878388" y="3787775"/>
          <p14:tracePt t="22454" x="4886325" y="3787775"/>
          <p14:tracePt t="22462" x="4892675" y="3795713"/>
          <p14:tracePt t="22471" x="4900613" y="3795713"/>
          <p14:tracePt t="22479" x="4921250" y="3795713"/>
          <p14:tracePt t="22494" x="4929188" y="3795713"/>
          <p14:tracePt t="22503" x="4943475" y="3795713"/>
          <p14:tracePt t="22511" x="4957763" y="3795713"/>
          <p14:tracePt t="22527" x="4964113" y="3795713"/>
          <p14:tracePt t="22536" x="4972050" y="3795713"/>
          <p14:tracePt t="22543" x="4978400" y="3795713"/>
          <p14:tracePt t="22559" x="4992688" y="3795713"/>
          <p14:tracePt t="22568" x="5000625" y="3795713"/>
          <p14:tracePt t="22585" x="5006975" y="3795713"/>
          <p14:tracePt t="22606" x="5021263" y="3795713"/>
          <p14:tracePt t="22615" x="5029200" y="3795713"/>
          <p14:tracePt t="22623" x="5035550" y="3795713"/>
          <p14:tracePt t="22631" x="5043488" y="3795713"/>
          <p14:tracePt t="22639" x="5049838" y="3795713"/>
          <p14:tracePt t="22646" x="5057775" y="3795713"/>
          <p14:tracePt t="22655" x="5072063" y="3795713"/>
          <p14:tracePt t="22671" x="5078413" y="3795713"/>
          <p14:tracePt t="22679" x="5092700" y="3795713"/>
          <p14:tracePt t="22686" x="5099050" y="3795713"/>
          <p14:tracePt t="22702" x="5113338" y="3795713"/>
          <p14:tracePt t="22711" x="5121275" y="3795713"/>
          <p14:tracePt t="22726" x="5127625" y="3795713"/>
          <p14:tracePt t="22751" x="5135563" y="3795713"/>
          <p14:tracePt t="22759" x="5141913" y="3795713"/>
          <p14:tracePt t="22783" x="5149850" y="3795713"/>
          <p14:tracePt t="22791" x="5156200" y="3795713"/>
          <p14:tracePt t="22822" x="5164138" y="3795713"/>
          <p14:tracePt t="22831" x="5170488" y="3795713"/>
          <p14:tracePt t="22855" x="5178425" y="3795713"/>
          <p14:tracePt t="22879" x="5184775" y="3795713"/>
          <p14:tracePt t="22886" x="5192713" y="3795713"/>
          <p14:tracePt t="22902" x="5199063" y="3795713"/>
          <p14:tracePt t="22943" x="5207000" y="3795713"/>
          <p14:tracePt t="22950" x="5213350" y="3795713"/>
          <p14:tracePt t="22967" x="5221288" y="3795713"/>
          <p14:tracePt t="22991" x="5227638" y="3795713"/>
          <p14:tracePt t="23023" x="5235575" y="3795713"/>
          <p14:tracePt t="23079" x="5241925" y="3802063"/>
          <p14:tracePt t="23086" x="5241925" y="3810000"/>
          <p14:tracePt t="23095" x="5249863" y="3830638"/>
          <p14:tracePt t="23102" x="5256213" y="3838575"/>
          <p14:tracePt t="23118" x="5256213" y="3844925"/>
          <p14:tracePt t="23126" x="5256213" y="3859213"/>
          <p14:tracePt t="23135" x="5264150" y="3859213"/>
          <p14:tracePt t="23143" x="5264150" y="3873500"/>
          <p14:tracePt t="23151" x="5264150" y="3881438"/>
          <p14:tracePt t="23159" x="5264150" y="3902075"/>
          <p14:tracePt t="23169" x="5264150" y="3910013"/>
          <p14:tracePt t="23174" x="5264150" y="3924300"/>
          <p14:tracePt t="23184" x="5264150" y="3930650"/>
          <p14:tracePt t="23199" x="5264150" y="3938588"/>
          <p14:tracePt t="23206" x="5264150" y="3952875"/>
          <p14:tracePt t="23222" x="5264150" y="3959225"/>
          <p14:tracePt t="23239" x="5264150" y="3967163"/>
          <p14:tracePt t="23567" x="5270500" y="3967163"/>
          <p14:tracePt t="23766" x="5241925" y="3967163"/>
          <p14:tracePt t="23775" x="5221288" y="3981450"/>
          <p14:tracePt t="23783" x="5199063" y="3995738"/>
          <p14:tracePt t="23791" x="5184775" y="4008438"/>
          <p14:tracePt t="23799" x="5170488" y="4016375"/>
          <p14:tracePt t="23806" x="5156200" y="4037013"/>
          <p14:tracePt t="23814" x="5135563" y="4073525"/>
          <p14:tracePt t="23823" x="5113338" y="4130675"/>
          <p14:tracePt t="23831" x="5099050" y="4194175"/>
          <p14:tracePt t="23839" x="5078413" y="4279900"/>
          <p14:tracePt t="23847" x="5072063" y="4359275"/>
          <p14:tracePt t="23855" x="5057775" y="4430713"/>
          <p14:tracePt t="23863" x="5043488" y="4508500"/>
          <p14:tracePt t="23871" x="5043488" y="4565650"/>
          <p14:tracePt t="23879" x="5043488" y="4637088"/>
          <p14:tracePt t="23887" x="5043488" y="4672013"/>
          <p14:tracePt t="23895" x="5049838" y="4694238"/>
          <p14:tracePt t="23911" x="5057775" y="4708525"/>
          <p14:tracePt t="24119" x="5029200" y="4686300"/>
          <p14:tracePt t="24127" x="5006975" y="4679950"/>
          <p14:tracePt t="24134" x="4972050" y="4657725"/>
          <p14:tracePt t="24143" x="4935538" y="4651375"/>
          <p14:tracePt t="24152" x="4886325" y="4643438"/>
          <p14:tracePt t="24169" x="4814888" y="4629150"/>
          <p14:tracePt t="24174" x="4778375" y="4629150"/>
          <p14:tracePt t="24183" x="4749800" y="4629150"/>
          <p14:tracePt t="24191" x="4721225" y="4629150"/>
          <p14:tracePt t="24199" x="4692650" y="4629150"/>
          <p14:tracePt t="24207" x="4657725" y="4651375"/>
          <p14:tracePt t="24214" x="4635500" y="4657725"/>
          <p14:tracePt t="24223" x="4629150" y="4665663"/>
          <p14:tracePt t="24231" x="4592638" y="4679950"/>
          <p14:tracePt t="24239" x="4572000" y="4686300"/>
          <p14:tracePt t="24247" x="4529138" y="4694238"/>
          <p14:tracePt t="24254" x="4479925" y="4700588"/>
          <p14:tracePt t="24263" x="4429125" y="4714875"/>
          <p14:tracePt t="24271" x="4357688" y="4722813"/>
          <p14:tracePt t="24279" x="4286250" y="4729163"/>
          <p14:tracePt t="24287" x="4200525" y="4737100"/>
          <p14:tracePt t="24294" x="4122738" y="4751388"/>
          <p14:tracePt t="24302" x="4016375" y="4772025"/>
          <p14:tracePt t="24310" x="3922713" y="4779963"/>
          <p14:tracePt t="24318" x="3822700" y="4800600"/>
          <p14:tracePt t="24327" x="3722688" y="4808538"/>
          <p14:tracePt t="24335" x="3573463" y="4837113"/>
          <p14:tracePt t="24343" x="3444875" y="4857750"/>
          <p14:tracePt t="24351" x="3324225" y="4865688"/>
          <p14:tracePt t="24358" x="3187700" y="4894263"/>
          <p14:tracePt t="24368" x="3101975" y="4900613"/>
          <p14:tracePt t="24374" x="3017838" y="4908550"/>
          <p14:tracePt t="24383" x="2960688" y="4922838"/>
          <p14:tracePt t="24390" x="2917825" y="4929188"/>
          <p14:tracePt t="24399" x="2874963" y="4937125"/>
          <p14:tracePt t="24407" x="2852738" y="4943475"/>
          <p14:tracePt t="24415" x="2832100" y="4957763"/>
          <p14:tracePt t="24422" x="2817813" y="4957763"/>
          <p14:tracePt t="24430" x="2774950" y="4957763"/>
          <p14:tracePt t="24439" x="2724150" y="4965700"/>
          <p14:tracePt t="24446" x="2667000" y="4972050"/>
          <p14:tracePt t="24455" x="2609850" y="4972050"/>
          <p14:tracePt t="24462" x="2532063" y="4972050"/>
          <p14:tracePt t="24470" x="2454275" y="4972050"/>
          <p14:tracePt t="24479" x="2382838" y="4972050"/>
          <p14:tracePt t="24486" x="2325688" y="4972050"/>
          <p14:tracePt t="24495" x="2239963" y="4972050"/>
          <p14:tracePt t="24502" x="2111375" y="4972050"/>
          <p14:tracePt t="24511" x="1968500" y="4972050"/>
          <p14:tracePt t="24518" x="1819275" y="4972050"/>
          <p14:tracePt t="24526" x="1582738" y="4972050"/>
          <p14:tracePt t="24535" x="1441450" y="4972050"/>
          <p14:tracePt t="24543" x="1304925" y="4943475"/>
          <p14:tracePt t="24551" x="1169988" y="4937125"/>
          <p14:tracePt t="24558" x="1055688" y="4908550"/>
          <p14:tracePt t="24568" x="906463" y="4879975"/>
          <p14:tracePt t="24575" x="784225" y="4843463"/>
          <p14:tracePt t="24585" x="663575" y="4808538"/>
          <p14:tracePt t="24591" x="506413" y="4743450"/>
          <p14:tracePt t="24599" x="377825" y="4679950"/>
          <p14:tracePt t="24606" x="192088" y="4600575"/>
          <p14:tracePt t="24614" x="28575" y="4537075"/>
        </p14:tracePtLst>
      </p14:laserTraceLst>
    </p:ext>
  </p:extLs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1" name="Google Shape;1081;p5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433257" y="2697462"/>
            <a:ext cx="3399037" cy="873775"/>
          </a:xfrm>
          <a:prstGeom prst="rect">
            <a:avLst/>
          </a:prstGeom>
          <a:noFill/>
          <a:ln>
            <a:noFill/>
          </a:ln>
        </p:spPr>
      </p:pic>
      <p:sp>
        <p:nvSpPr>
          <p:cNvPr id="1082" name="Google Shape;1082;p50"/>
          <p:cNvSpPr txBox="1">
            <a:spLocks noGrp="1"/>
          </p:cNvSpPr>
          <p:nvPr>
            <p:ph type="title"/>
          </p:nvPr>
        </p:nvSpPr>
        <p:spPr>
          <a:xfrm>
            <a:off x="311700" y="1865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E-STEP: Expected Number Good Pieces</a:t>
            </a:r>
            <a:endParaRPr/>
          </a:p>
        </p:txBody>
      </p:sp>
      <p:sp>
        <p:nvSpPr>
          <p:cNvPr id="1083" name="Google Shape;1083;p50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24</a:t>
            </a:fld>
            <a:endParaRPr/>
          </a:p>
        </p:txBody>
      </p:sp>
      <p:graphicFrame>
        <p:nvGraphicFramePr>
          <p:cNvPr id="1084" name="Google Shape;1084;p50"/>
          <p:cNvGraphicFramePr/>
          <p:nvPr/>
        </p:nvGraphicFramePr>
        <p:xfrm>
          <a:off x="311700" y="1214350"/>
          <a:ext cx="5510350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72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076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4096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20683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good_produced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potential_bad_pieces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666666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endParaRPr>
                        <a:solidFill>
                          <a:srgbClr val="666666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CC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3.0990</a:t>
                      </a:r>
                      <a:endParaRPr>
                        <a:solidFill>
                          <a:srgbClr val="CC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CE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rgbClr val="00CE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FE8222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rgbClr val="FE8222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0.1940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85" name="Google Shape;1085;p50"/>
          <p:cNvSpPr/>
          <p:nvPr/>
        </p:nvSpPr>
        <p:spPr>
          <a:xfrm>
            <a:off x="2041075" y="1214075"/>
            <a:ext cx="1302900" cy="1572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6" name="Google Shape;1086;p50"/>
          <p:cNvSpPr/>
          <p:nvPr/>
        </p:nvSpPr>
        <p:spPr>
          <a:xfrm>
            <a:off x="3753675" y="1216550"/>
            <a:ext cx="2056200" cy="1572300"/>
          </a:xfrm>
          <a:prstGeom prst="rect">
            <a:avLst/>
          </a:prstGeom>
          <a:noFill/>
          <a:ln w="19050" cap="flat" cmpd="sng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087" name="Google Shape;1087;p50"/>
          <p:cNvSpPr txBox="1"/>
          <p:nvPr/>
        </p:nvSpPr>
        <p:spPr>
          <a:xfrm>
            <a:off x="228175" y="774700"/>
            <a:ext cx="87420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Calculate the number of good pieces produced by machine based on the good pieces expectation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088" name="Google Shape;1088;p50"/>
          <p:cNvGraphicFramePr/>
          <p:nvPr/>
        </p:nvGraphicFramePr>
        <p:xfrm>
          <a:off x="1039325" y="3499675"/>
          <a:ext cx="3612725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8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338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60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expected_num_good_pieces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solidFill>
                      <a:srgbClr val="00CE00">
                        <a:alpha val="892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1.4142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13.0990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4.1940</a:t>
                      </a:r>
                      <a:endParaRPr/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089" name="Google Shape;1089;p50"/>
          <p:cNvSpPr txBox="1"/>
          <p:nvPr/>
        </p:nvSpPr>
        <p:spPr>
          <a:xfrm>
            <a:off x="3402150" y="2837100"/>
            <a:ext cx="3516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91425" bIns="0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 b="1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+</a:t>
            </a:r>
            <a:endParaRPr sz="2400" b="1"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cxnSp>
        <p:nvCxnSpPr>
          <p:cNvPr id="1090" name="Google Shape;1090;p50"/>
          <p:cNvCxnSpPr>
            <a:stCxn id="1085" idx="2"/>
            <a:endCxn id="1089" idx="1"/>
          </p:cNvCxnSpPr>
          <p:nvPr/>
        </p:nvCxnSpPr>
        <p:spPr>
          <a:xfrm rot="-5400000" flipH="1">
            <a:off x="2923525" y="2555375"/>
            <a:ext cx="247500" cy="709500"/>
          </a:xfrm>
          <a:prstGeom prst="bentConnector2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1" name="Google Shape;1091;p50"/>
          <p:cNvCxnSpPr>
            <a:stCxn id="1086" idx="2"/>
            <a:endCxn id="1089" idx="3"/>
          </p:cNvCxnSpPr>
          <p:nvPr/>
        </p:nvCxnSpPr>
        <p:spPr>
          <a:xfrm rot="5400000">
            <a:off x="4145175" y="2397350"/>
            <a:ext cx="245100" cy="1028100"/>
          </a:xfrm>
          <a:prstGeom prst="bentConnector2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cxnSp>
        <p:nvCxnSpPr>
          <p:cNvPr id="1092" name="Google Shape;1092;p50"/>
          <p:cNvCxnSpPr>
            <a:stCxn id="1089" idx="2"/>
          </p:cNvCxnSpPr>
          <p:nvPr/>
        </p:nvCxnSpPr>
        <p:spPr>
          <a:xfrm>
            <a:off x="3577950" y="3230700"/>
            <a:ext cx="0" cy="231900"/>
          </a:xfrm>
          <a:prstGeom prst="straightConnector1">
            <a:avLst/>
          </a:prstGeom>
          <a:noFill/>
          <a:ln w="9525" cap="flat" cmpd="sng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</p:spPr>
      </p:cxnSp>
      <p:sp>
        <p:nvSpPr>
          <p:cNvPr id="1093" name="Google Shape;1093;p50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38761D"/>
          </a:solidFill>
          <a:ln w="9525" cap="flat" cmpd="sng">
            <a:solidFill>
              <a:srgbClr val="38761D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5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094" name="Google Shape;1094;p50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095" name="Google Shape;1095;p50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096" name="Google Shape;1096;p50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  <p:graphicFrame>
        <p:nvGraphicFramePr>
          <p:cNvPr id="1097" name="Google Shape;1097;p50"/>
          <p:cNvGraphicFramePr/>
          <p:nvPr/>
        </p:nvGraphicFramePr>
        <p:xfrm>
          <a:off x="5629625" y="3909425"/>
          <a:ext cx="3162525" cy="9710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345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0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97105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Xijk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ℕim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Gi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Gm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Sm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# of good pieces after a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k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machine, which will be defective in one of future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j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step of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Number of BATCHes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The number of machine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used in batch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(frequency)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Total good pieces in the end of processing of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th BATCH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Number of estimated good pieces of machine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900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= Set of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ijk</a:t>
                      </a:r>
                      <a:r>
                        <a:rPr lang="en" sz="900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 indexes using machine </a:t>
                      </a:r>
                      <a:r>
                        <a:rPr lang="en" sz="900" i="1">
                          <a:solidFill>
                            <a:schemeClr val="dk1"/>
                          </a:solidFill>
                          <a:latin typeface="Times New Roman"/>
                          <a:ea typeface="Times New Roman"/>
                          <a:cs typeface="Times New Roman"/>
                          <a:sym typeface="Times New Roman"/>
                        </a:rPr>
                        <a:t>m</a:t>
                      </a:r>
                      <a:endParaRPr sz="900" i="1">
                        <a:solidFill>
                          <a:schemeClr val="dk1"/>
                        </a:solidFill>
                        <a:latin typeface="Times New Roman"/>
                        <a:ea typeface="Times New Roman"/>
                        <a:cs typeface="Times New Roman"/>
                        <a:sym typeface="Times New Roman"/>
                      </a:endParaRPr>
                    </a:p>
                  </a:txBody>
                  <a:tcPr marL="0" marR="0" marT="0" marB="0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4012">
        <p14:gallery dir="l"/>
      </p:transition>
    </mc:Choice>
    <mc:Fallback xmlns="">
      <p:transition spd="slow" advTm="24012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34" x="3630613" y="3538538"/>
          <p14:tracePt t="859" x="3636963" y="3530600"/>
          <p14:tracePt t="2156" x="3630613" y="3516313"/>
          <p14:tracePt t="2179" x="3616325" y="3502025"/>
          <p14:tracePt t="2211" x="3608388" y="3495675"/>
          <p14:tracePt t="2227" x="3602038" y="3481388"/>
          <p14:tracePt t="2243" x="3594100" y="3467100"/>
          <p14:tracePt t="2259" x="3579813" y="3467100"/>
          <p14:tracePt t="2275" x="3579813" y="3459163"/>
          <p14:tracePt t="2283" x="3573463" y="3459163"/>
          <p14:tracePt t="2307" x="3559175" y="3459163"/>
          <p14:tracePt t="2323" x="3544888" y="3459163"/>
          <p14:tracePt t="2339" x="3530600" y="3444875"/>
          <p14:tracePt t="2347" x="3516313" y="3444875"/>
          <p14:tracePt t="2355" x="3495675" y="3444875"/>
          <p14:tracePt t="2363" x="3473450" y="3444875"/>
          <p14:tracePt t="2371" x="3452813" y="3444875"/>
          <p14:tracePt t="2379" x="3424238" y="3444875"/>
          <p14:tracePt t="2387" x="3402013" y="3444875"/>
          <p14:tracePt t="2395" x="3373438" y="3444875"/>
          <p14:tracePt t="2403" x="3344863" y="3444875"/>
          <p14:tracePt t="2411" x="3309938" y="3444875"/>
          <p14:tracePt t="2419" x="3281363" y="3444875"/>
          <p14:tracePt t="2427" x="3238500" y="3444875"/>
          <p14:tracePt t="2435" x="3201988" y="3444875"/>
          <p14:tracePt t="2443" x="3173413" y="3444875"/>
          <p14:tracePt t="2451" x="3130550" y="3444875"/>
          <p14:tracePt t="2459" x="3101975" y="3444875"/>
          <p14:tracePt t="2467" x="3067050" y="3444875"/>
          <p14:tracePt t="2475" x="3038475" y="3444875"/>
          <p14:tracePt t="2484" x="3009900" y="3444875"/>
          <p14:tracePt t="2491" x="2974975" y="3444875"/>
          <p14:tracePt t="2500" x="2946400" y="3444875"/>
          <p14:tracePt t="2507" x="2924175" y="3444875"/>
          <p14:tracePt t="2515" x="2909888" y="3444875"/>
          <p14:tracePt t="2523" x="2903538" y="3444875"/>
          <p14:tracePt t="2531" x="2895600" y="3444875"/>
          <p14:tracePt t="2539" x="2874963" y="3444875"/>
          <p14:tracePt t="2555" x="2867025" y="3444875"/>
          <p14:tracePt t="2563" x="2860675" y="3452813"/>
          <p14:tracePt t="2571" x="2852738" y="3459163"/>
          <p14:tracePt t="2580" x="2852738" y="3467100"/>
          <p14:tracePt t="2587" x="2852738" y="3481388"/>
          <p14:tracePt t="2595" x="2846388" y="3487738"/>
          <p14:tracePt t="2603" x="2846388" y="3502025"/>
          <p14:tracePt t="2611" x="2846388" y="3516313"/>
          <p14:tracePt t="2619" x="2846388" y="3538538"/>
          <p14:tracePt t="2627" x="2846388" y="3544888"/>
          <p14:tracePt t="2635" x="2846388" y="3552825"/>
          <p14:tracePt t="2643" x="2846388" y="3559175"/>
          <p14:tracePt t="2651" x="2846388" y="3567113"/>
          <p14:tracePt t="2659" x="2846388" y="3581400"/>
          <p14:tracePt t="2667" x="2852738" y="3595688"/>
          <p14:tracePt t="2675" x="2860675" y="3609975"/>
          <p14:tracePt t="2691" x="2867025" y="3624263"/>
          <p14:tracePt t="2700" x="2867025" y="3630613"/>
          <p14:tracePt t="2715" x="2881313" y="3644900"/>
          <p14:tracePt t="2731" x="2889250" y="3652838"/>
          <p14:tracePt t="2739" x="2895600" y="3652838"/>
          <p14:tracePt t="2747" x="2903538" y="3659188"/>
          <p14:tracePt t="2755" x="2917825" y="3659188"/>
          <p14:tracePt t="2763" x="2932113" y="3667125"/>
          <p14:tracePt t="2771" x="2952750" y="3673475"/>
          <p14:tracePt t="2779" x="2960688" y="3673475"/>
          <p14:tracePt t="2787" x="2981325" y="3681413"/>
          <p14:tracePt t="2795" x="2995613" y="3681413"/>
          <p14:tracePt t="2803" x="3017838" y="3687763"/>
          <p14:tracePt t="2811" x="3038475" y="3687763"/>
          <p14:tracePt t="2819" x="3059113" y="3695700"/>
          <p14:tracePt t="2827" x="3081338" y="3695700"/>
          <p14:tracePt t="2835" x="3101975" y="3695700"/>
          <p14:tracePt t="2843" x="3138488" y="3702050"/>
          <p14:tracePt t="2851" x="3167063" y="3702050"/>
          <p14:tracePt t="2860" x="3195638" y="3709988"/>
          <p14:tracePt t="2867" x="3224213" y="3716338"/>
          <p14:tracePt t="2875" x="3238500" y="3716338"/>
          <p14:tracePt t="2884" x="3259138" y="3716338"/>
          <p14:tracePt t="2901" x="3309938" y="3724275"/>
          <p14:tracePt t="2907" x="3338513" y="3738563"/>
          <p14:tracePt t="2915" x="3359150" y="3738563"/>
          <p14:tracePt t="2923" x="3387725" y="3738563"/>
          <p14:tracePt t="2931" x="3430588" y="3738563"/>
          <p14:tracePt t="2939" x="3467100" y="3744913"/>
          <p14:tracePt t="2947" x="3502025" y="3752850"/>
          <p14:tracePt t="2955" x="3538538" y="3752850"/>
          <p14:tracePt t="2963" x="3565525" y="3752850"/>
          <p14:tracePt t="2971" x="3608388" y="3752850"/>
          <p14:tracePt t="2979" x="3636963" y="3752850"/>
          <p14:tracePt t="2987" x="3673475" y="3752850"/>
          <p14:tracePt t="2995" x="3694113" y="3752850"/>
          <p14:tracePt t="3003" x="3722688" y="3752850"/>
          <p14:tracePt t="3011" x="3744913" y="3752850"/>
          <p14:tracePt t="3019" x="3773488" y="3752850"/>
          <p14:tracePt t="3027" x="3802063" y="3752850"/>
          <p14:tracePt t="3035" x="3844925" y="3752850"/>
          <p14:tracePt t="3043" x="3894138" y="3752850"/>
          <p14:tracePt t="3051" x="3930650" y="3752850"/>
          <p14:tracePt t="3059" x="3965575" y="3752850"/>
          <p14:tracePt t="3067" x="4008438" y="3752850"/>
          <p14:tracePt t="3075" x="4044950" y="3752850"/>
          <p14:tracePt t="3084" x="4094163" y="3752850"/>
          <p14:tracePt t="3091" x="4129088" y="3752850"/>
          <p14:tracePt t="3100" x="4151313" y="3752850"/>
          <p14:tracePt t="3107" x="4179888" y="3752850"/>
          <p14:tracePt t="3115" x="4222750" y="3752850"/>
          <p14:tracePt t="3123" x="4243388" y="3752850"/>
          <p14:tracePt t="3131" x="4271963" y="3752850"/>
          <p14:tracePt t="3139" x="4308475" y="3752850"/>
          <p14:tracePt t="3147" x="4329113" y="3752850"/>
          <p14:tracePt t="3155" x="4351338" y="3752850"/>
          <p14:tracePt t="3163" x="4365625" y="3752850"/>
          <p14:tracePt t="3171" x="4386263" y="3752850"/>
          <p14:tracePt t="3179" x="4408488" y="3752850"/>
          <p14:tracePt t="3187" x="4422775" y="3752850"/>
          <p14:tracePt t="3195" x="4429125" y="3752850"/>
          <p14:tracePt t="3203" x="4437063" y="3752850"/>
          <p14:tracePt t="3211" x="4451350" y="3752850"/>
          <p14:tracePt t="3220" x="4465638" y="3752850"/>
          <p14:tracePt t="3227" x="4479925" y="3752850"/>
          <p14:tracePt t="3235" x="4486275" y="3752850"/>
          <p14:tracePt t="3243" x="4500563" y="3752850"/>
          <p14:tracePt t="3251" x="4508500" y="3752850"/>
          <p14:tracePt t="3259" x="4537075" y="3752850"/>
          <p14:tracePt t="3267" x="4537075" y="3744913"/>
          <p14:tracePt t="3275" x="4551363" y="3744913"/>
          <p14:tracePt t="3283" x="4557713" y="3744913"/>
          <p14:tracePt t="3291" x="4565650" y="3744913"/>
          <p14:tracePt t="3300" x="4572000" y="3744913"/>
          <p14:tracePt t="3307" x="4578350" y="3744913"/>
          <p14:tracePt t="3315" x="4586288" y="3744913"/>
          <p14:tracePt t="3323" x="4600575" y="3738563"/>
          <p14:tracePt t="3331" x="4606925" y="3730625"/>
          <p14:tracePt t="3339" x="4629150" y="3730625"/>
          <p14:tracePt t="3347" x="4657725" y="3730625"/>
          <p14:tracePt t="3355" x="4672013" y="3724275"/>
          <p14:tracePt t="3363" x="4686300" y="3724275"/>
          <p14:tracePt t="3371" x="4706938" y="3716338"/>
          <p14:tracePt t="3379" x="4721225" y="3716338"/>
          <p14:tracePt t="3387" x="4735513" y="3716338"/>
          <p14:tracePt t="3395" x="4743450" y="3709988"/>
          <p14:tracePt t="3403" x="4757738" y="3709988"/>
          <p14:tracePt t="3419" x="4764088" y="3709988"/>
          <p14:tracePt t="3427" x="4778375" y="3702050"/>
          <p14:tracePt t="3443" x="4786313" y="3695700"/>
          <p14:tracePt t="3451" x="4792663" y="3695700"/>
          <p14:tracePt t="3459" x="4800600" y="3687763"/>
          <p14:tracePt t="3467" x="4806950" y="3687763"/>
          <p14:tracePt t="3484" x="4821238" y="3681413"/>
          <p14:tracePt t="3500" x="4829175" y="3673475"/>
          <p14:tracePt t="3531" x="4835525" y="3667125"/>
          <p14:tracePt t="3579" x="4843463" y="3667125"/>
          <p14:tracePt t="3587" x="4843463" y="3659188"/>
          <p14:tracePt t="3611" x="4843463" y="3652838"/>
          <p14:tracePt t="3643" x="4843463" y="3638550"/>
          <p14:tracePt t="3659" x="4843463" y="3630613"/>
          <p14:tracePt t="3691" x="4843463" y="3616325"/>
          <p14:tracePt t="3707" x="4843463" y="3609975"/>
          <p14:tracePt t="3723" x="4843463" y="3595688"/>
          <p14:tracePt t="3747" x="4835525" y="3581400"/>
          <p14:tracePt t="3771" x="4835525" y="3567113"/>
          <p14:tracePt t="3787" x="4829175" y="3567113"/>
          <p14:tracePt t="3811" x="4821238" y="3559175"/>
          <p14:tracePt t="3859" x="4814888" y="3552825"/>
          <p14:tracePt t="3883" x="4814888" y="3544888"/>
          <p14:tracePt t="3900" x="4806950" y="3544888"/>
          <p14:tracePt t="3931" x="4806950" y="3538538"/>
          <p14:tracePt t="3979" x="4800600" y="3538538"/>
          <p14:tracePt t="4011" x="4792663" y="3538538"/>
          <p14:tracePt t="4019" x="4786313" y="3538538"/>
          <p14:tracePt t="5923" x="4786313" y="3530600"/>
          <p14:tracePt t="5948" x="4786313" y="3516313"/>
          <p14:tracePt t="5955" x="4786313" y="3487738"/>
          <p14:tracePt t="5963" x="4757738" y="3459163"/>
          <p14:tracePt t="5971" x="4735513" y="3430588"/>
          <p14:tracePt t="5979" x="4700588" y="3395663"/>
          <p14:tracePt t="5987" x="4657725" y="3360738"/>
          <p14:tracePt t="5995" x="4635500" y="3346450"/>
          <p14:tracePt t="6003" x="4600575" y="3324225"/>
          <p14:tracePt t="6011" x="4551363" y="3295650"/>
          <p14:tracePt t="6019" x="4494213" y="3252788"/>
          <p14:tracePt t="6027" x="4451350" y="3224213"/>
          <p14:tracePt t="6036" x="4414838" y="3203575"/>
          <p14:tracePt t="6043" x="4357688" y="3175000"/>
          <p14:tracePt t="6051" x="4329113" y="3160713"/>
          <p14:tracePt t="6059" x="4279900" y="3146425"/>
          <p14:tracePt t="6067" x="4214813" y="3109913"/>
          <p14:tracePt t="6075" x="4171950" y="3095625"/>
          <p14:tracePt t="6083" x="4108450" y="3067050"/>
          <p14:tracePt t="6091" x="4044950" y="3046413"/>
          <p14:tracePt t="6100" x="3965575" y="3009900"/>
          <p14:tracePt t="6107" x="3908425" y="2981325"/>
          <p14:tracePt t="6115" x="3836988" y="2952750"/>
          <p14:tracePt t="6123" x="3779838" y="2932113"/>
          <p14:tracePt t="6131" x="3722688" y="2917825"/>
          <p14:tracePt t="6139" x="3673475" y="2895600"/>
          <p14:tracePt t="6147" x="3636963" y="2889250"/>
          <p14:tracePt t="6155" x="3594100" y="2881313"/>
          <p14:tracePt t="6163" x="3552825" y="2860675"/>
          <p14:tracePt t="6171" x="3524250" y="2854325"/>
          <p14:tracePt t="6179" x="3502025" y="2846388"/>
          <p14:tracePt t="6187" x="3473450" y="2832100"/>
          <p14:tracePt t="6195" x="3459163" y="2825750"/>
          <p14:tracePt t="6211" x="3452813" y="2825750"/>
          <p14:tracePt t="6276" x="3444875" y="2825750"/>
          <p14:tracePt t="6283" x="3438525" y="2825750"/>
          <p14:tracePt t="6291" x="3416300" y="2817813"/>
          <p14:tracePt t="6300" x="3402013" y="2817813"/>
          <p14:tracePt t="6307" x="3395663" y="2817813"/>
          <p14:tracePt t="6315" x="3387725" y="2817813"/>
          <p14:tracePt t="6323" x="3367088" y="2803525"/>
          <p14:tracePt t="6371" x="3359150" y="2803525"/>
          <p14:tracePt t="6820" x="3352800" y="2803525"/>
          <p14:tracePt t="6843" x="3352800" y="2825750"/>
          <p14:tracePt t="6859" x="3352800" y="2840038"/>
          <p14:tracePt t="6867" x="3352800" y="2846388"/>
          <p14:tracePt t="6883" x="3352800" y="2854325"/>
          <p14:tracePt t="6915" x="3352800" y="2860675"/>
          <p14:tracePt t="8652" x="3352800" y="2854325"/>
          <p14:tracePt t="8707" x="3359150" y="2846388"/>
          <p14:tracePt t="8723" x="3367088" y="2832100"/>
          <p14:tracePt t="8731" x="3373438" y="2825750"/>
          <p14:tracePt t="8739" x="3373438" y="2817813"/>
          <p14:tracePt t="8747" x="3373438" y="2803525"/>
          <p14:tracePt t="8755" x="3373438" y="2782888"/>
          <p14:tracePt t="8763" x="3373438" y="2774950"/>
          <p14:tracePt t="8771" x="3373438" y="2746375"/>
          <p14:tracePt t="8779" x="3373438" y="2717800"/>
          <p14:tracePt t="8787" x="3373438" y="2689225"/>
          <p14:tracePt t="8795" x="3373438" y="2660650"/>
          <p14:tracePt t="8803" x="3381375" y="2632075"/>
          <p14:tracePt t="8811" x="3381375" y="2589213"/>
          <p14:tracePt t="8819" x="3381375" y="2540000"/>
          <p14:tracePt t="8827" x="3381375" y="2474913"/>
          <p14:tracePt t="8835" x="3387725" y="2397125"/>
          <p14:tracePt t="8843" x="3387725" y="2297113"/>
          <p14:tracePt t="8851" x="3387725" y="2168525"/>
          <p14:tracePt t="8859" x="3387725" y="2062163"/>
          <p14:tracePt t="8867" x="3387725" y="1962150"/>
          <p14:tracePt t="8875" x="3387725" y="1862138"/>
          <p14:tracePt t="8884" x="3387725" y="1790700"/>
          <p14:tracePt t="8891" x="3387725" y="1719263"/>
          <p14:tracePt t="8901" x="3387725" y="1662113"/>
          <p14:tracePt t="8907" x="3387725" y="1604963"/>
          <p14:tracePt t="8915" x="3387725" y="1562100"/>
          <p14:tracePt t="8923" x="3387725" y="1504950"/>
          <p14:tracePt t="8931" x="3387725" y="1447800"/>
          <p14:tracePt t="8939" x="3387725" y="1376363"/>
          <p14:tracePt t="8947" x="3367088" y="1319213"/>
          <p14:tracePt t="8955" x="3344863" y="1255713"/>
          <p14:tracePt t="8963" x="3309938" y="1190625"/>
          <p14:tracePt t="8971" x="3281363" y="1127125"/>
          <p14:tracePt t="8979" x="3238500" y="1077913"/>
          <p14:tracePt t="8987" x="3195638" y="1012825"/>
          <p14:tracePt t="8995" x="3144838" y="963613"/>
          <p14:tracePt t="9003" x="3101975" y="935038"/>
          <p14:tracePt t="9011" x="3073400" y="906463"/>
          <p14:tracePt t="9019" x="3038475" y="884238"/>
          <p14:tracePt t="9027" x="3003550" y="855663"/>
          <p14:tracePt t="9035" x="2960688" y="827088"/>
          <p14:tracePt t="9043" x="2932113" y="812800"/>
          <p14:tracePt t="9051" x="2895600" y="798513"/>
          <p14:tracePt t="9059" x="2867025" y="792163"/>
          <p14:tracePt t="9067" x="2846388" y="784225"/>
          <p14:tracePt t="9075" x="2824163" y="784225"/>
          <p14:tracePt t="9084" x="2803525" y="784225"/>
          <p14:tracePt t="9091" x="2774950" y="784225"/>
          <p14:tracePt t="9101" x="2746375" y="784225"/>
          <p14:tracePt t="9107" x="2703513" y="798513"/>
          <p14:tracePt t="9115" x="2674938" y="812800"/>
          <p14:tracePt t="9123" x="2646363" y="827088"/>
          <p14:tracePt t="9131" x="2617788" y="855663"/>
          <p14:tracePt t="9139" x="2589213" y="898525"/>
          <p14:tracePt t="9147" x="2574925" y="920750"/>
          <p14:tracePt t="9156" x="2552700" y="977900"/>
          <p14:tracePt t="9163" x="2540000" y="1027113"/>
          <p14:tracePt t="9171" x="2525713" y="1077913"/>
          <p14:tracePt t="9179" x="2511425" y="1147763"/>
          <p14:tracePt t="9187" x="2482850" y="1262063"/>
          <p14:tracePt t="9195" x="2474913" y="1362075"/>
          <p14:tracePt t="9203" x="2460625" y="1498600"/>
          <p14:tracePt t="9211" x="2432050" y="1684338"/>
          <p14:tracePt t="9219" x="2432050" y="1933575"/>
          <p14:tracePt t="9227" x="2425700" y="2133600"/>
          <p14:tracePt t="9236" x="2425700" y="2346325"/>
          <p14:tracePt t="9243" x="2454275" y="2589213"/>
          <p14:tracePt t="9251" x="2503488" y="2732088"/>
          <p14:tracePt t="9259" x="2566988" y="2874963"/>
          <p14:tracePt t="9267" x="2646363" y="3009900"/>
          <p14:tracePt t="9275" x="2703513" y="3074988"/>
          <p14:tracePt t="9284" x="2752725" y="3124200"/>
          <p14:tracePt t="9291" x="2809875" y="3160713"/>
          <p14:tracePt t="9301" x="2860675" y="3181350"/>
          <p14:tracePt t="9307" x="2889250" y="3195638"/>
          <p14:tracePt t="9315" x="2909888" y="3195638"/>
          <p14:tracePt t="9323" x="2946400" y="3217863"/>
          <p14:tracePt t="9331" x="3009900" y="3224213"/>
          <p14:tracePt t="9339" x="3109913" y="3246438"/>
          <p14:tracePt t="9347" x="3209925" y="3246438"/>
          <p14:tracePt t="9355" x="3344863" y="3246438"/>
          <p14:tracePt t="9363" x="3559175" y="3246438"/>
          <p14:tracePt t="9371" x="3808413" y="3246438"/>
          <p14:tracePt t="9379" x="4008438" y="3232150"/>
          <p14:tracePt t="9387" x="4214813" y="3195638"/>
          <p14:tracePt t="9395" x="4451350" y="3124200"/>
          <p14:tracePt t="9403" x="4592638" y="3074988"/>
          <p14:tracePt t="9411" x="4749800" y="3009900"/>
          <p14:tracePt t="9419" x="4900613" y="2924175"/>
          <p14:tracePt t="9427" x="5021263" y="2846388"/>
          <p14:tracePt t="9436" x="5127625" y="2746375"/>
          <p14:tracePt t="9443" x="5199063" y="2682875"/>
          <p14:tracePt t="9451" x="5264150" y="2603500"/>
          <p14:tracePt t="9459" x="5321300" y="2532063"/>
          <p14:tracePt t="9467" x="5356225" y="2460625"/>
          <p14:tracePt t="9475" x="5407025" y="2397125"/>
          <p14:tracePt t="9484" x="5435600" y="2354263"/>
          <p14:tracePt t="9491" x="5464175" y="2303463"/>
          <p14:tracePt t="9500" x="5478463" y="2289175"/>
          <p14:tracePt t="9507" x="5484813" y="2268538"/>
          <p14:tracePt t="9515" x="5492750" y="2247900"/>
          <p14:tracePt t="10395" x="5499100" y="2239963"/>
          <p14:tracePt t="10419" x="5499100" y="2233613"/>
          <p14:tracePt t="10427" x="5499100" y="2225675"/>
          <p14:tracePt t="10435" x="5499100" y="2219325"/>
          <p14:tracePt t="10443" x="5499100" y="2211388"/>
          <p14:tracePt t="10451" x="5499100" y="2205038"/>
          <p14:tracePt t="10467" x="5499100" y="2190750"/>
          <p14:tracePt t="10475" x="5499100" y="2182813"/>
          <p14:tracePt t="10483" x="5499100" y="2176463"/>
          <p14:tracePt t="10491" x="5499100" y="2162175"/>
          <p14:tracePt t="10501" x="5499100" y="2154238"/>
          <p14:tracePt t="10507" x="5499100" y="2133600"/>
          <p14:tracePt t="10515" x="5499100" y="2119313"/>
          <p14:tracePt t="10523" x="5499100" y="2097088"/>
          <p14:tracePt t="10531" x="5499100" y="2076450"/>
          <p14:tracePt t="10539" x="5499100" y="2054225"/>
          <p14:tracePt t="10547" x="5499100" y="2047875"/>
          <p14:tracePt t="10555" x="5499100" y="2025650"/>
          <p14:tracePt t="10563" x="5499100" y="2011363"/>
          <p14:tracePt t="10571" x="5499100" y="1997075"/>
          <p14:tracePt t="10579" x="5499100" y="1976438"/>
          <p14:tracePt t="10587" x="5499100" y="1947863"/>
          <p14:tracePt t="10595" x="5499100" y="1919288"/>
          <p14:tracePt t="10603" x="5499100" y="1890713"/>
          <p14:tracePt t="10611" x="5499100" y="1854200"/>
          <p14:tracePt t="10619" x="5513388" y="1825625"/>
          <p14:tracePt t="10627" x="5521325" y="1804988"/>
          <p14:tracePt t="10635" x="5521325" y="1782763"/>
          <p14:tracePt t="10643" x="5527675" y="1768475"/>
          <p14:tracePt t="10651" x="5527675" y="1747838"/>
          <p14:tracePt t="10659" x="5527675" y="1739900"/>
          <p14:tracePt t="10667" x="5527675" y="1719263"/>
          <p14:tracePt t="10675" x="5527675" y="1698625"/>
          <p14:tracePt t="10684" x="5527675" y="1676400"/>
          <p14:tracePt t="10691" x="5527675" y="1641475"/>
          <p14:tracePt t="10701" x="5527675" y="1612900"/>
          <p14:tracePt t="10707" x="5527675" y="1584325"/>
          <p14:tracePt t="10715" x="5527675" y="1555750"/>
          <p14:tracePt t="10723" x="5527675" y="1527175"/>
          <p14:tracePt t="10731" x="5527675" y="1504950"/>
          <p14:tracePt t="10739" x="5513388" y="1476375"/>
          <p14:tracePt t="10747" x="5507038" y="1462088"/>
          <p14:tracePt t="10755" x="5492750" y="1433513"/>
          <p14:tracePt t="10763" x="5478463" y="1412875"/>
          <p14:tracePt t="10771" x="5470525" y="1390650"/>
          <p14:tracePt t="10779" x="5456238" y="1384300"/>
          <p14:tracePt t="10787" x="5435600" y="1355725"/>
          <p14:tracePt t="10795" x="5427663" y="1347788"/>
          <p14:tracePt t="10803" x="5421313" y="1333500"/>
          <p14:tracePt t="10811" x="5392738" y="1312863"/>
          <p14:tracePt t="10819" x="5384800" y="1298575"/>
          <p14:tracePt t="10828" x="5378450" y="1290638"/>
          <p14:tracePt t="10836" x="5370513" y="1290638"/>
          <p14:tracePt t="10843" x="5356225" y="1284288"/>
          <p14:tracePt t="10851" x="5349875" y="1276350"/>
          <p14:tracePt t="10859" x="5335588" y="1276350"/>
          <p14:tracePt t="10867" x="5335588" y="1270000"/>
          <p14:tracePt t="10875" x="5321300" y="1270000"/>
          <p14:tracePt t="10884" x="5307013" y="1270000"/>
          <p14:tracePt t="10901" x="5278438" y="1270000"/>
          <p14:tracePt t="10907" x="5256213" y="1262063"/>
          <p14:tracePt t="10915" x="5213350" y="1247775"/>
          <p14:tracePt t="10923" x="5199063" y="1247775"/>
          <p14:tracePt t="10931" x="5178425" y="1247775"/>
          <p14:tracePt t="10939" x="5156200" y="1241425"/>
          <p14:tracePt t="10947" x="5127625" y="1241425"/>
          <p14:tracePt t="10955" x="5099050" y="1233488"/>
          <p14:tracePt t="10963" x="5064125" y="1233488"/>
          <p14:tracePt t="10971" x="5043488" y="1233488"/>
          <p14:tracePt t="10979" x="5014913" y="1233488"/>
          <p14:tracePt t="10987" x="4986338" y="1233488"/>
          <p14:tracePt t="10995" x="4964113" y="1233488"/>
          <p14:tracePt t="11003" x="4943475" y="1233488"/>
          <p14:tracePt t="11011" x="4929188" y="1233488"/>
          <p14:tracePt t="11019" x="4914900" y="1233488"/>
          <p14:tracePt t="11027" x="4906963" y="1233488"/>
          <p14:tracePt t="11035" x="4892675" y="1233488"/>
          <p14:tracePt t="11043" x="4872038" y="1233488"/>
          <p14:tracePt t="11051" x="4857750" y="1233488"/>
          <p14:tracePt t="11059" x="4849813" y="1233488"/>
          <p14:tracePt t="11067" x="4829175" y="1247775"/>
          <p14:tracePt t="11075" x="4821238" y="1247775"/>
          <p14:tracePt t="11084" x="4806950" y="1247775"/>
          <p14:tracePt t="11091" x="4792663" y="1255713"/>
          <p14:tracePt t="11101" x="4786313" y="1270000"/>
          <p14:tracePt t="11107" x="4764088" y="1276350"/>
          <p14:tracePt t="11115" x="4743450" y="1298575"/>
          <p14:tracePt t="11123" x="4735513" y="1298575"/>
          <p14:tracePt t="11131" x="4721225" y="1312863"/>
          <p14:tracePt t="11139" x="4706938" y="1319213"/>
          <p14:tracePt t="11147" x="4700588" y="1327150"/>
          <p14:tracePt t="11155" x="4686300" y="1327150"/>
          <p14:tracePt t="11163" x="4678363" y="1341438"/>
          <p14:tracePt t="11171" x="4672013" y="1347788"/>
          <p14:tracePt t="11179" x="4657725" y="1362075"/>
          <p14:tracePt t="11187" x="4649788" y="1376363"/>
          <p14:tracePt t="11195" x="4643438" y="1384300"/>
          <p14:tracePt t="11203" x="4635500" y="1384300"/>
          <p14:tracePt t="11211" x="4629150" y="1390650"/>
          <p14:tracePt t="11219" x="4621213" y="1412875"/>
          <p14:tracePt t="11227" x="4621213" y="1419225"/>
          <p14:tracePt t="11235" x="4606925" y="1441450"/>
          <p14:tracePt t="11243" x="4606925" y="1455738"/>
          <p14:tracePt t="11251" x="4600575" y="1470025"/>
          <p14:tracePt t="11259" x="4592638" y="1498600"/>
          <p14:tracePt t="11267" x="4578350" y="1512888"/>
          <p14:tracePt t="11275" x="4572000" y="1541463"/>
          <p14:tracePt t="11284" x="4565650" y="1562100"/>
          <p14:tracePt t="11291" x="4551363" y="1590675"/>
          <p14:tracePt t="11301" x="4543425" y="1598613"/>
          <p14:tracePt t="11307" x="4543425" y="1612900"/>
          <p14:tracePt t="11315" x="4537075" y="1619250"/>
          <p14:tracePt t="11323" x="4529138" y="1641475"/>
          <p14:tracePt t="11339" x="4522788" y="1655763"/>
          <p14:tracePt t="11347" x="4522788" y="1670050"/>
          <p14:tracePt t="11355" x="4514850" y="1684338"/>
          <p14:tracePt t="11363" x="4514850" y="1712913"/>
          <p14:tracePt t="11371" x="4500563" y="1725613"/>
          <p14:tracePt t="11379" x="4500563" y="1747838"/>
          <p14:tracePt t="11387" x="4494213" y="1768475"/>
          <p14:tracePt t="11395" x="4494213" y="1790700"/>
          <p14:tracePt t="11403" x="4486275" y="1804988"/>
          <p14:tracePt t="11411" x="4471988" y="1833563"/>
          <p14:tracePt t="11419" x="4471988" y="1847850"/>
          <p14:tracePt t="11427" x="4471988" y="1862138"/>
          <p14:tracePt t="11435" x="4471988" y="1876425"/>
          <p14:tracePt t="11443" x="4471988" y="1897063"/>
          <p14:tracePt t="11451" x="4471988" y="1905000"/>
          <p14:tracePt t="11459" x="4471988" y="1919288"/>
          <p14:tracePt t="11467" x="4471988" y="1933575"/>
          <p14:tracePt t="11475" x="4465638" y="1947863"/>
          <p14:tracePt t="11484" x="4465638" y="1962150"/>
          <p14:tracePt t="11491" x="4465638" y="1976438"/>
          <p14:tracePt t="11501" x="4465638" y="2005013"/>
          <p14:tracePt t="11507" x="4465638" y="2025650"/>
          <p14:tracePt t="11515" x="4465638" y="2062163"/>
          <p14:tracePt t="11523" x="4465638" y="2105025"/>
          <p14:tracePt t="11531" x="4465638" y="2125663"/>
          <p14:tracePt t="11539" x="4465638" y="2139950"/>
          <p14:tracePt t="11547" x="4465638" y="2154238"/>
          <p14:tracePt t="11555" x="4465638" y="2168525"/>
          <p14:tracePt t="11563" x="4465638" y="2190750"/>
          <p14:tracePt t="11571" x="4465638" y="2205038"/>
          <p14:tracePt t="11579" x="4471988" y="2219325"/>
          <p14:tracePt t="11587" x="4479925" y="2239963"/>
          <p14:tracePt t="11595" x="4486275" y="2262188"/>
          <p14:tracePt t="11611" x="4494213" y="2297113"/>
          <p14:tracePt t="11619" x="4494213" y="2311400"/>
          <p14:tracePt t="11627" x="4500563" y="2332038"/>
          <p14:tracePt t="11636" x="4508500" y="2360613"/>
          <p14:tracePt t="11643" x="4514850" y="2389188"/>
          <p14:tracePt t="11651" x="4522788" y="2403475"/>
          <p14:tracePt t="11667" x="4537075" y="2425700"/>
          <p14:tracePt t="11675" x="4537075" y="2432050"/>
          <p14:tracePt t="11684" x="4537075" y="2439988"/>
          <p14:tracePt t="11691" x="4551363" y="2454275"/>
          <p14:tracePt t="11699" x="4551363" y="2460625"/>
          <p14:tracePt t="11707" x="4557713" y="2468563"/>
          <p14:tracePt t="11715" x="4565650" y="2474913"/>
          <p14:tracePt t="11723" x="4578350" y="2497138"/>
          <p14:tracePt t="11731" x="4586288" y="2497138"/>
          <p14:tracePt t="11739" x="4586288" y="2503488"/>
          <p14:tracePt t="11747" x="4592638" y="2511425"/>
          <p14:tracePt t="11755" x="4600575" y="2517775"/>
          <p14:tracePt t="11763" x="4606925" y="2525713"/>
          <p14:tracePt t="11771" x="4606925" y="2532063"/>
          <p14:tracePt t="11779" x="4621213" y="2546350"/>
          <p14:tracePt t="11795" x="4635500" y="2554288"/>
          <p14:tracePt t="11803" x="4643438" y="2568575"/>
          <p14:tracePt t="11811" x="4649788" y="2568575"/>
          <p14:tracePt t="11819" x="4672013" y="2574925"/>
          <p14:tracePt t="11827" x="4678363" y="2589213"/>
          <p14:tracePt t="11836" x="4686300" y="2589213"/>
          <p14:tracePt t="11843" x="4692650" y="2597150"/>
          <p14:tracePt t="13299" x="4700588" y="2597150"/>
          <p14:tracePt t="14236" x="4714875" y="2597150"/>
          <p14:tracePt t="14243" x="4735513" y="2617788"/>
          <p14:tracePt t="14251" x="4749800" y="2632075"/>
          <p14:tracePt t="14267" x="4749800" y="2640013"/>
          <p14:tracePt t="14283" x="4749800" y="2646363"/>
          <p14:tracePt t="14291" x="4735513" y="2646363"/>
          <p14:tracePt t="14300" x="4706938" y="2646363"/>
          <p14:tracePt t="14307" x="4657725" y="2646363"/>
          <p14:tracePt t="14315" x="4586288" y="2646363"/>
          <p14:tracePt t="14323" x="4494213" y="2646363"/>
          <p14:tracePt t="14331" x="4394200" y="2646363"/>
          <p14:tracePt t="14339" x="4286250" y="2646363"/>
          <p14:tracePt t="14347" x="4186238" y="2646363"/>
          <p14:tracePt t="14355" x="4071938" y="2646363"/>
          <p14:tracePt t="14363" x="3973513" y="2646363"/>
          <p14:tracePt t="14371" x="3859213" y="2646363"/>
          <p14:tracePt t="14379" x="3744913" y="2646363"/>
          <p14:tracePt t="14387" x="3602038" y="2646363"/>
          <p14:tracePt t="14395" x="3509963" y="2646363"/>
          <p14:tracePt t="14403" x="3395663" y="2646363"/>
          <p14:tracePt t="14411" x="3309938" y="2646363"/>
          <p14:tracePt t="14419" x="3216275" y="2646363"/>
          <p14:tracePt t="14427" x="3130550" y="2646363"/>
          <p14:tracePt t="14435" x="3067050" y="2646363"/>
          <p14:tracePt t="14443" x="3009900" y="2646363"/>
          <p14:tracePt t="14451" x="2938463" y="2646363"/>
          <p14:tracePt t="14459" x="2881313" y="2646363"/>
          <p14:tracePt t="14467" x="2838450" y="2646363"/>
          <p14:tracePt t="14475" x="2781300" y="2646363"/>
          <p14:tracePt t="14484" x="2738438" y="2646363"/>
          <p14:tracePt t="14491" x="2717800" y="2646363"/>
          <p14:tracePt t="14501" x="2709863" y="2646363"/>
          <p14:tracePt t="14507" x="2703513" y="2646363"/>
          <p14:tracePt t="14555" x="2695575" y="2646363"/>
          <p14:tracePt t="14587" x="2689225" y="2646363"/>
          <p14:tracePt t="14699" x="2689225" y="2640013"/>
          <p14:tracePt t="14723" x="2689225" y="2632075"/>
          <p14:tracePt t="14747" x="2695575" y="2625725"/>
          <p14:tracePt t="14779" x="2703513" y="2617788"/>
          <p14:tracePt t="14803" x="2709863" y="2617788"/>
          <p14:tracePt t="14811" x="2717800" y="2611438"/>
          <p14:tracePt t="14819" x="2732088" y="2611438"/>
          <p14:tracePt t="14827" x="2738438" y="2603500"/>
          <p14:tracePt t="14835" x="2752725" y="2597150"/>
          <p14:tracePt t="14843" x="2767013" y="2589213"/>
          <p14:tracePt t="14851" x="2774950" y="2589213"/>
          <p14:tracePt t="14859" x="2789238" y="2574925"/>
          <p14:tracePt t="14868" x="2803525" y="2568575"/>
          <p14:tracePt t="14884" x="2809875" y="2560638"/>
          <p14:tracePt t="14891" x="2817813" y="2554288"/>
          <p14:tracePt t="14901" x="2824163" y="2546350"/>
          <p14:tracePt t="14907" x="2832100" y="2540000"/>
          <p14:tracePt t="14923" x="2832100" y="2532063"/>
          <p14:tracePt t="14931" x="2838450" y="2525713"/>
          <p14:tracePt t="14939" x="2846388" y="2517775"/>
          <p14:tracePt t="14947" x="2852738" y="2511425"/>
          <p14:tracePt t="14955" x="2852738" y="2503488"/>
          <p14:tracePt t="14963" x="2860675" y="2489200"/>
          <p14:tracePt t="14971" x="2874963" y="2474913"/>
          <p14:tracePt t="14979" x="2881313" y="2460625"/>
          <p14:tracePt t="14987" x="2909888" y="2432050"/>
          <p14:tracePt t="14995" x="2917825" y="2403475"/>
          <p14:tracePt t="15003" x="2938463" y="2382838"/>
          <p14:tracePt t="15011" x="2946400" y="2360613"/>
          <p14:tracePt t="15019" x="2946400" y="2339975"/>
          <p14:tracePt t="15027" x="2960688" y="2311400"/>
          <p14:tracePt t="15035" x="2974975" y="2289175"/>
          <p14:tracePt t="15043" x="2981325" y="2247900"/>
          <p14:tracePt t="15051" x="2989263" y="2225675"/>
          <p14:tracePt t="15059" x="3003550" y="2197100"/>
          <p14:tracePt t="15068" x="3009900" y="2162175"/>
          <p14:tracePt t="15075" x="3024188" y="2133600"/>
          <p14:tracePt t="15084" x="3032125" y="2097088"/>
          <p14:tracePt t="15091" x="3032125" y="2068513"/>
          <p14:tracePt t="15101" x="3038475" y="2025650"/>
          <p14:tracePt t="15107" x="3059113" y="1982788"/>
          <p14:tracePt t="15115" x="3067050" y="1947863"/>
          <p14:tracePt t="15123" x="3067050" y="1905000"/>
          <p14:tracePt t="15131" x="3073400" y="1862138"/>
          <p14:tracePt t="15139" x="3073400" y="1825625"/>
          <p14:tracePt t="15147" x="3087688" y="1797050"/>
          <p14:tracePt t="15155" x="3087688" y="1768475"/>
          <p14:tracePt t="15163" x="3087688" y="1747838"/>
          <p14:tracePt t="15171" x="3087688" y="1719263"/>
          <p14:tracePt t="15179" x="3087688" y="1712913"/>
          <p14:tracePt t="15187" x="3087688" y="1690688"/>
          <p14:tracePt t="15195" x="3087688" y="1641475"/>
          <p14:tracePt t="15203" x="3087688" y="1604963"/>
          <p14:tracePt t="15211" x="3087688" y="1584325"/>
          <p14:tracePt t="15219" x="3087688" y="1541463"/>
          <p14:tracePt t="15227" x="3087688" y="1519238"/>
          <p14:tracePt t="15235" x="3087688" y="1490663"/>
          <p14:tracePt t="15243" x="3081338" y="1447800"/>
          <p14:tracePt t="15251" x="3067050" y="1412875"/>
          <p14:tracePt t="15259" x="3059113" y="1384300"/>
          <p14:tracePt t="15267" x="3052763" y="1370013"/>
          <p14:tracePt t="15275" x="3046413" y="1341438"/>
          <p14:tracePt t="15284" x="3032125" y="1319213"/>
          <p14:tracePt t="15291" x="3032125" y="1284288"/>
          <p14:tracePt t="15299" x="3024188" y="1270000"/>
          <p14:tracePt t="15307" x="3009900" y="1247775"/>
          <p14:tracePt t="15315" x="3003550" y="1233488"/>
          <p14:tracePt t="15323" x="2995613" y="1212850"/>
          <p14:tracePt t="15331" x="2981325" y="1190625"/>
          <p14:tracePt t="15339" x="2967038" y="1176338"/>
          <p14:tracePt t="15347" x="2946400" y="1147763"/>
          <p14:tracePt t="15355" x="2924175" y="1120775"/>
          <p14:tracePt t="15363" x="2909888" y="1106488"/>
          <p14:tracePt t="15371" x="2874963" y="1069975"/>
          <p14:tracePt t="15379" x="2846388" y="1041400"/>
          <p14:tracePt t="15387" x="2817813" y="1006475"/>
          <p14:tracePt t="15395" x="2774950" y="977900"/>
          <p14:tracePt t="15403" x="2752725" y="963613"/>
          <p14:tracePt t="15411" x="2724150" y="941388"/>
          <p14:tracePt t="15419" x="2703513" y="912813"/>
          <p14:tracePt t="15427" x="2674938" y="892175"/>
          <p14:tracePt t="15436" x="2660650" y="877888"/>
          <p14:tracePt t="15443" x="2638425" y="863600"/>
          <p14:tracePt t="15451" x="2624138" y="849313"/>
          <p14:tracePt t="15459" x="2603500" y="841375"/>
          <p14:tracePt t="15467" x="2595563" y="835025"/>
          <p14:tracePt t="15475" x="2581275" y="835025"/>
          <p14:tracePt t="15485" x="2574925" y="827088"/>
          <p14:tracePt t="15507" x="2566988" y="827088"/>
          <p14:tracePt t="15515" x="2552700" y="827088"/>
          <p14:tracePt t="15531" x="2540000" y="827088"/>
          <p14:tracePt t="15539" x="2532063" y="827088"/>
          <p14:tracePt t="15555" x="2517775" y="827088"/>
          <p14:tracePt t="15563" x="2511425" y="827088"/>
          <p14:tracePt t="15571" x="2489200" y="827088"/>
          <p14:tracePt t="15579" x="2482850" y="827088"/>
          <p14:tracePt t="15587" x="2474913" y="827088"/>
          <p14:tracePt t="15595" x="2468563" y="827088"/>
          <p14:tracePt t="15603" x="2454275" y="827088"/>
          <p14:tracePt t="15611" x="2446338" y="835025"/>
          <p14:tracePt t="15619" x="2439988" y="835025"/>
          <p14:tracePt t="15627" x="2425700" y="849313"/>
          <p14:tracePt t="15635" x="2411413" y="863600"/>
          <p14:tracePt t="15643" x="2397125" y="877888"/>
          <p14:tracePt t="15651" x="2382838" y="898525"/>
          <p14:tracePt t="15659" x="2368550" y="912813"/>
          <p14:tracePt t="15668" x="2360613" y="927100"/>
          <p14:tracePt t="15675" x="2354263" y="935038"/>
          <p14:tracePt t="15684" x="2354263" y="941388"/>
          <p14:tracePt t="15691" x="2346325" y="941388"/>
          <p14:tracePt t="15701" x="2346325" y="949325"/>
          <p14:tracePt t="15707" x="2339975" y="969963"/>
          <p14:tracePt t="15715" x="2339975" y="984250"/>
          <p14:tracePt t="15723" x="2332038" y="1006475"/>
          <p14:tracePt t="15731" x="2325688" y="1012825"/>
          <p14:tracePt t="15739" x="2325688" y="1035050"/>
          <p14:tracePt t="15747" x="2325688" y="1063625"/>
          <p14:tracePt t="15755" x="2325688" y="1084263"/>
          <p14:tracePt t="15763" x="2325688" y="1112838"/>
          <p14:tracePt t="15771" x="2325688" y="1135063"/>
          <p14:tracePt t="15779" x="2325688" y="1155700"/>
          <p14:tracePt t="15787" x="2325688" y="1176338"/>
          <p14:tracePt t="15795" x="2325688" y="1204913"/>
          <p14:tracePt t="15803" x="2325688" y="1227138"/>
          <p14:tracePt t="15811" x="2325688" y="1255713"/>
          <p14:tracePt t="15819" x="2325688" y="1276350"/>
          <p14:tracePt t="15827" x="2325688" y="1312863"/>
          <p14:tracePt t="15835" x="2325688" y="1333500"/>
          <p14:tracePt t="15843" x="2325688" y="1347788"/>
          <p14:tracePt t="15851" x="2325688" y="1376363"/>
          <p14:tracePt t="15859" x="2325688" y="1404938"/>
          <p14:tracePt t="15867" x="2325688" y="1433513"/>
          <p14:tracePt t="15875" x="2325688" y="1470025"/>
          <p14:tracePt t="15884" x="2325688" y="1512888"/>
          <p14:tracePt t="15891" x="2325688" y="1555750"/>
          <p14:tracePt t="15902" x="2325688" y="1584325"/>
          <p14:tracePt t="15907" x="2325688" y="1604963"/>
          <p14:tracePt t="15915" x="2325688" y="1641475"/>
          <p14:tracePt t="15923" x="2325688" y="1676400"/>
          <p14:tracePt t="15931" x="2325688" y="1712913"/>
          <p14:tracePt t="15939" x="2325688" y="1747838"/>
          <p14:tracePt t="15947" x="2325688" y="1776413"/>
          <p14:tracePt t="15955" x="2325688" y="1811338"/>
          <p14:tracePt t="15963" x="2325688" y="1854200"/>
          <p14:tracePt t="15971" x="2325688" y="1890713"/>
          <p14:tracePt t="15979" x="2325688" y="1933575"/>
          <p14:tracePt t="15987" x="2339975" y="1990725"/>
          <p14:tracePt t="15995" x="2346325" y="2033588"/>
          <p14:tracePt t="16003" x="2354263" y="2068513"/>
          <p14:tracePt t="16011" x="2368550" y="2111375"/>
          <p14:tracePt t="16019" x="2382838" y="2147888"/>
          <p14:tracePt t="16027" x="2389188" y="2197100"/>
          <p14:tracePt t="16035" x="2403475" y="2225675"/>
          <p14:tracePt t="16043" x="2411413" y="2239963"/>
          <p14:tracePt t="16051" x="2417763" y="2268538"/>
          <p14:tracePt t="16059" x="2439988" y="2303463"/>
          <p14:tracePt t="16068" x="2454275" y="2346325"/>
          <p14:tracePt t="16075" x="2474913" y="2389188"/>
          <p14:tracePt t="16085" x="2489200" y="2411413"/>
          <p14:tracePt t="16091" x="2497138" y="2454275"/>
          <p14:tracePt t="16101" x="2511425" y="2474913"/>
          <p14:tracePt t="16107" x="2517775" y="2489200"/>
          <p14:tracePt t="16115" x="2532063" y="2517775"/>
          <p14:tracePt t="16123" x="2546350" y="2540000"/>
          <p14:tracePt t="16132" x="2552700" y="2554288"/>
          <p14:tracePt t="16139" x="2566988" y="2568575"/>
          <p14:tracePt t="16147" x="2574925" y="2582863"/>
          <p14:tracePt t="16155" x="2589213" y="2603500"/>
          <p14:tracePt t="16171" x="2603500" y="2625725"/>
          <p14:tracePt t="16179" x="2603500" y="2632075"/>
          <p14:tracePt t="16187" x="2609850" y="2640013"/>
          <p14:tracePt t="16203" x="2617788" y="2640013"/>
          <p14:tracePt t="16211" x="2624138" y="2646363"/>
          <p14:tracePt t="16219" x="2632075" y="2646363"/>
          <p14:tracePt t="16243" x="2646363" y="2654300"/>
          <p14:tracePt t="16251" x="2652713" y="2654300"/>
          <p14:tracePt t="16259" x="2660650" y="2654300"/>
          <p14:tracePt t="16268" x="2681288" y="2654300"/>
          <p14:tracePt t="16275" x="2703513" y="2654300"/>
          <p14:tracePt t="16285" x="2709863" y="2654300"/>
          <p14:tracePt t="16291" x="2732088" y="2654300"/>
          <p14:tracePt t="16300" x="2752725" y="2654300"/>
          <p14:tracePt t="16307" x="2789238" y="2646363"/>
          <p14:tracePt t="16316" x="2817813" y="2640013"/>
          <p14:tracePt t="16323" x="2852738" y="2617788"/>
          <p14:tracePt t="16331" x="2903538" y="2589213"/>
          <p14:tracePt t="16339" x="2917825" y="2568575"/>
          <p14:tracePt t="16347" x="2938463" y="2554288"/>
          <p14:tracePt t="16355" x="2960688" y="2540000"/>
          <p14:tracePt t="16363" x="2974975" y="2525713"/>
          <p14:tracePt t="16371" x="2981325" y="2517775"/>
          <p14:tracePt t="16379" x="2995613" y="2489200"/>
          <p14:tracePt t="16387" x="3003550" y="2468563"/>
          <p14:tracePt t="16395" x="3017838" y="2454275"/>
          <p14:tracePt t="16403" x="3024188" y="2417763"/>
          <p14:tracePt t="16411" x="3038475" y="2382838"/>
          <p14:tracePt t="16419" x="3052763" y="2339975"/>
          <p14:tracePt t="16427" x="3073400" y="2311400"/>
          <p14:tracePt t="16435" x="3087688" y="2276475"/>
          <p14:tracePt t="16443" x="3109913" y="2233613"/>
          <p14:tracePt t="16451" x="3116263" y="2182813"/>
          <p14:tracePt t="16459" x="3138488" y="2139950"/>
          <p14:tracePt t="16468" x="3144838" y="2111375"/>
          <p14:tracePt t="16475" x="3144838" y="2062163"/>
          <p14:tracePt t="16485" x="3159125" y="2033588"/>
          <p14:tracePt t="16491" x="3159125" y="1976438"/>
          <p14:tracePt t="16500" x="3173413" y="1925638"/>
          <p14:tracePt t="16507" x="3181350" y="1854200"/>
          <p14:tracePt t="16515" x="3187700" y="1790700"/>
          <p14:tracePt t="16523" x="3195638" y="1739900"/>
          <p14:tracePt t="16531" x="3195638" y="1684338"/>
          <p14:tracePt t="16539" x="3195638" y="1619250"/>
          <p14:tracePt t="16547" x="3195638" y="1541463"/>
          <p14:tracePt t="16555" x="3195638" y="1484313"/>
          <p14:tracePt t="16563" x="3195638" y="1404938"/>
          <p14:tracePt t="16571" x="3195638" y="1341438"/>
          <p14:tracePt t="16579" x="3195638" y="1319213"/>
          <p14:tracePt t="16587" x="3195638" y="1276350"/>
          <p14:tracePt t="16595" x="3195638" y="1227138"/>
          <p14:tracePt t="16603" x="3173413" y="1184275"/>
          <p14:tracePt t="16611" x="3167063" y="1162050"/>
          <p14:tracePt t="16619" x="3159125" y="1147763"/>
          <p14:tracePt t="16627" x="3159125" y="1135063"/>
          <p14:tracePt t="16635" x="3152775" y="1120775"/>
          <p14:tracePt t="16643" x="3144838" y="1106488"/>
          <p14:tracePt t="16659" x="3138488" y="1098550"/>
          <p14:tracePt t="16668" x="3138488" y="1084263"/>
          <p14:tracePt t="16675" x="3138488" y="1077913"/>
          <p14:tracePt t="16685" x="3130550" y="1069975"/>
          <p14:tracePt t="16691" x="3124200" y="1069975"/>
          <p14:tracePt t="16700" x="3124200" y="1063625"/>
          <p14:tracePt t="16795" x="3124200" y="1055688"/>
          <p14:tracePt t="17043" x="3116263" y="1055688"/>
          <p14:tracePt t="17059" x="3116263" y="1063625"/>
          <p14:tracePt t="17067" x="3101975" y="1077913"/>
          <p14:tracePt t="17075" x="3101975" y="1092200"/>
          <p14:tracePt t="17083" x="3095625" y="1098550"/>
          <p14:tracePt t="17091" x="3081338" y="1112838"/>
          <p14:tracePt t="17101" x="3073400" y="1120775"/>
          <p14:tracePt t="17107" x="3067050" y="1127125"/>
          <p14:tracePt t="17115" x="3059113" y="1141413"/>
          <p14:tracePt t="17123" x="3052763" y="1141413"/>
          <p14:tracePt t="17131" x="3046413" y="1155700"/>
          <p14:tracePt t="17139" x="3038475" y="1162050"/>
          <p14:tracePt t="17148" x="3024188" y="1169988"/>
          <p14:tracePt t="17155" x="3024188" y="1184275"/>
          <p14:tracePt t="17163" x="3009900" y="1190625"/>
          <p14:tracePt t="17171" x="3003550" y="1204913"/>
          <p14:tracePt t="17179" x="2995613" y="1227138"/>
          <p14:tracePt t="17187" x="2989263" y="1233488"/>
          <p14:tracePt t="17195" x="2981325" y="1241425"/>
          <p14:tracePt t="17203" x="2981325" y="1247775"/>
          <p14:tracePt t="17211" x="2974975" y="1255713"/>
          <p14:tracePt t="17219" x="2974975" y="1262063"/>
          <p14:tracePt t="17227" x="2967038" y="1270000"/>
          <p14:tracePt t="17235" x="2960688" y="1284288"/>
          <p14:tracePt t="17243" x="2960688" y="1298575"/>
          <p14:tracePt t="17251" x="2946400" y="1319213"/>
          <p14:tracePt t="17259" x="2946400" y="1333500"/>
          <p14:tracePt t="17268" x="2932113" y="1362075"/>
          <p14:tracePt t="17275" x="2924175" y="1390650"/>
          <p14:tracePt t="17285" x="2917825" y="1419225"/>
          <p14:tracePt t="17291" x="2895600" y="1447800"/>
          <p14:tracePt t="17301" x="2895600" y="1470025"/>
          <p14:tracePt t="17307" x="2881313" y="1512888"/>
          <p14:tracePt t="17315" x="2867025" y="1533525"/>
          <p14:tracePt t="17323" x="2852738" y="1576388"/>
          <p14:tracePt t="17331" x="2846388" y="1612900"/>
          <p14:tracePt t="17339" x="2832100" y="1641475"/>
          <p14:tracePt t="17347" x="2824163" y="1684338"/>
          <p14:tracePt t="17355" x="2817813" y="1712913"/>
          <p14:tracePt t="17363" x="2803525" y="1747838"/>
          <p14:tracePt t="17371" x="2795588" y="1776413"/>
          <p14:tracePt t="17379" x="2789238" y="1804988"/>
          <p14:tracePt t="17387" x="2781300" y="1847850"/>
          <p14:tracePt t="17395" x="2767013" y="1897063"/>
          <p14:tracePt t="17403" x="2760663" y="1925638"/>
          <p14:tracePt t="17411" x="2760663" y="1954213"/>
          <p14:tracePt t="17419" x="2760663" y="1990725"/>
          <p14:tracePt t="17427" x="2760663" y="2005013"/>
          <p14:tracePt t="17435" x="2760663" y="2033588"/>
          <p14:tracePt t="17443" x="2760663" y="2062163"/>
          <p14:tracePt t="17451" x="2752725" y="2090738"/>
          <p14:tracePt t="17459" x="2752725" y="2139950"/>
          <p14:tracePt t="17468" x="2752725" y="2162175"/>
          <p14:tracePt t="17475" x="2738438" y="2219325"/>
          <p14:tracePt t="17485" x="2732088" y="2276475"/>
          <p14:tracePt t="17491" x="2732088" y="2317750"/>
          <p14:tracePt t="17501" x="2732088" y="2368550"/>
          <p14:tracePt t="17507" x="2732088" y="2411413"/>
          <p14:tracePt t="17516" x="2732088" y="2454275"/>
          <p14:tracePt t="17523" x="2732088" y="2460625"/>
          <p14:tracePt t="17532" x="2732088" y="2482850"/>
          <p14:tracePt t="17539" x="2732088" y="2497138"/>
          <p14:tracePt t="17547" x="2732088" y="2503488"/>
          <p14:tracePt t="18476" x="2732088" y="2511425"/>
          <p14:tracePt t="18491" x="2767013" y="2503488"/>
          <p14:tracePt t="18500" x="2809875" y="2497138"/>
          <p14:tracePt t="18507" x="2867025" y="2497138"/>
          <p14:tracePt t="18515" x="2946400" y="2489200"/>
          <p14:tracePt t="18523" x="3052763" y="2489200"/>
          <p14:tracePt t="18531" x="3181350" y="2489200"/>
          <p14:tracePt t="18539" x="3316288" y="2489200"/>
          <p14:tracePt t="18547" x="3473450" y="2489200"/>
          <p14:tracePt t="18555" x="3651250" y="2489200"/>
          <p14:tracePt t="18563" x="3894138" y="2532063"/>
          <p14:tracePt t="18571" x="4122738" y="2568575"/>
          <p14:tracePt t="18579" x="4379913" y="2603500"/>
          <p14:tracePt t="18587" x="4678363" y="2646363"/>
          <p14:tracePt t="18595" x="5000625" y="2697163"/>
          <p14:tracePt t="18603" x="5335588" y="2725738"/>
          <p14:tracePt t="18611" x="5634038" y="2774950"/>
          <p14:tracePt t="18619" x="5976938" y="2832100"/>
          <p14:tracePt t="18627" x="6297613" y="2867025"/>
          <p14:tracePt t="18635" x="6597650" y="2909888"/>
          <p14:tracePt t="18643" x="6875463" y="2960688"/>
          <p14:tracePt t="18651" x="7097713" y="2981325"/>
          <p14:tracePt t="18660" x="7239000" y="2995613"/>
          <p14:tracePt t="18668" x="7353300" y="3009900"/>
          <p14:tracePt t="18675" x="7446963" y="3009900"/>
          <p14:tracePt t="18685" x="7532688" y="3009900"/>
          <p14:tracePt t="18691" x="7604125" y="3009900"/>
          <p14:tracePt t="18701" x="7673975" y="3009900"/>
          <p14:tracePt t="18707" x="7731125" y="3009900"/>
          <p14:tracePt t="18715" x="7773988" y="3009900"/>
          <p14:tracePt t="18723" x="7816850" y="3009900"/>
          <p14:tracePt t="18731" x="7845425" y="3009900"/>
          <p14:tracePt t="18739" x="7867650" y="3009900"/>
          <p14:tracePt t="18747" x="7902575" y="3024188"/>
          <p14:tracePt t="18755" x="7939088" y="3032125"/>
          <p14:tracePt t="18763" x="7988300" y="3046413"/>
          <p14:tracePt t="18771" x="8031163" y="3052763"/>
          <p14:tracePt t="18779" x="8074025" y="3060700"/>
          <p14:tracePt t="18787" x="8124825" y="3067050"/>
          <p14:tracePt t="18795" x="8159750" y="3074988"/>
          <p14:tracePt t="18803" x="8188325" y="3074988"/>
          <p14:tracePt t="18811" x="8202613" y="3081338"/>
          <p14:tracePt t="18827" x="8208963" y="3081338"/>
          <p14:tracePt t="18835" x="8216900" y="3089275"/>
          <p14:tracePt t="18851" x="8216900" y="3103563"/>
          <p14:tracePt t="18868" x="8216900" y="3117850"/>
          <p14:tracePt t="18875" x="8216900" y="3124200"/>
          <p14:tracePt t="18885" x="8208963" y="3146425"/>
          <p14:tracePt t="18902" x="8180388" y="3175000"/>
          <p14:tracePt t="18907" x="8159750" y="3189288"/>
          <p14:tracePt t="18915" x="8131175" y="3203575"/>
          <p14:tracePt t="18923" x="8096250" y="3224213"/>
          <p14:tracePt t="18931" x="8074025" y="3246438"/>
          <p14:tracePt t="18939" x="8067675" y="3246438"/>
          <p14:tracePt t="18947" x="8053388" y="3260725"/>
          <p14:tracePt t="18955" x="8053388" y="3267075"/>
          <p14:tracePt t="18963" x="8045450" y="3275013"/>
          <p14:tracePt t="18971" x="8045450" y="3281363"/>
          <p14:tracePt t="18979" x="8045450" y="3289300"/>
          <p14:tracePt t="18987" x="8045450" y="3295650"/>
          <p14:tracePt t="19011" x="8045450" y="3303588"/>
          <p14:tracePt t="19019" x="8039100" y="3303588"/>
          <p14:tracePt t="19035" x="8031163" y="3309938"/>
          <p14:tracePt t="19043" x="8024813" y="3317875"/>
          <p14:tracePt t="19068" x="8016875" y="3324225"/>
          <p14:tracePt t="19085" x="8016875" y="3332163"/>
          <p14:tracePt t="19107" x="8016875" y="3338513"/>
          <p14:tracePt t="19123" x="8010525" y="3338513"/>
          <p14:tracePt t="19147" x="8002588" y="3346450"/>
          <p14:tracePt t="19163" x="7996238" y="3352800"/>
          <p14:tracePt t="19171" x="7988300" y="3360738"/>
          <p14:tracePt t="19179" x="7988300" y="3367088"/>
          <p14:tracePt t="19187" x="7981950" y="3367088"/>
          <p14:tracePt t="19203" x="7981950" y="3375025"/>
          <p14:tracePt t="19299" x="7974013" y="3375025"/>
          <p14:tracePt t="19307" x="7967663" y="3375025"/>
          <p14:tracePt t="19315" x="7959725" y="3375025"/>
          <p14:tracePt t="19323" x="7959725" y="3360738"/>
          <p14:tracePt t="19331" x="7953375" y="3352800"/>
          <p14:tracePt t="19339" x="7939088" y="3346450"/>
          <p14:tracePt t="19347" x="7939088" y="3338513"/>
          <p14:tracePt t="19355" x="7939088" y="3332163"/>
          <p14:tracePt t="19363" x="7931150" y="3332163"/>
          <p14:tracePt t="19371" x="7931150" y="3324225"/>
          <p14:tracePt t="19499" x="7931150" y="3332163"/>
          <p14:tracePt t="19515" x="7931150" y="3346450"/>
          <p14:tracePt t="19523" x="7931150" y="3352800"/>
          <p14:tracePt t="19531" x="7916863" y="3367088"/>
          <p14:tracePt t="19547" x="7916863" y="3375025"/>
          <p14:tracePt t="19563" x="7916863" y="3389313"/>
          <p14:tracePt t="19723" x="7924800" y="3389313"/>
          <p14:tracePt t="19731" x="7939088" y="3389313"/>
          <p14:tracePt t="19739" x="7945438" y="3389313"/>
          <p14:tracePt t="19747" x="7967663" y="3389313"/>
          <p14:tracePt t="19755" x="7981950" y="3389313"/>
          <p14:tracePt t="19763" x="7996238" y="3389313"/>
          <p14:tracePt t="19771" x="8010525" y="3389313"/>
          <p14:tracePt t="19779" x="8024813" y="3389313"/>
          <p14:tracePt t="19787" x="8045450" y="3389313"/>
          <p14:tracePt t="19795" x="8059738" y="3389313"/>
          <p14:tracePt t="19803" x="8067675" y="3389313"/>
          <p14:tracePt t="19811" x="8074025" y="3389313"/>
          <p14:tracePt t="19819" x="8088313" y="3389313"/>
          <p14:tracePt t="19835" x="8096250" y="3389313"/>
          <p14:tracePt t="19843" x="8102600" y="3389313"/>
          <p14:tracePt t="19851" x="8110538" y="3389313"/>
          <p14:tracePt t="19859" x="8116888" y="3389313"/>
          <p14:tracePt t="19868" x="8124825" y="3389313"/>
          <p14:tracePt t="19875" x="8137525" y="3389313"/>
          <p14:tracePt t="19885" x="8159750" y="3389313"/>
          <p14:tracePt t="19891" x="8174038" y="3389313"/>
          <p14:tracePt t="19901" x="8194675" y="3389313"/>
          <p14:tracePt t="19907" x="8208963" y="3389313"/>
          <p14:tracePt t="19915" x="8216900" y="3389313"/>
          <p14:tracePt t="19923" x="8223250" y="3389313"/>
          <p14:tracePt t="19931" x="8231188" y="3389313"/>
          <p14:tracePt t="19963" x="8237538" y="3389313"/>
          <p14:tracePt t="20027" x="8245475" y="3381375"/>
          <p14:tracePt t="20107" x="8251825" y="3381375"/>
          <p14:tracePt t="20115" x="8259763" y="3381375"/>
          <p14:tracePt t="20123" x="8280400" y="3381375"/>
          <p14:tracePt t="20131" x="8294688" y="3381375"/>
          <p14:tracePt t="20139" x="8302625" y="3381375"/>
          <p14:tracePt t="20147" x="8316913" y="3381375"/>
          <p14:tracePt t="20155" x="8323263" y="3381375"/>
          <p14:tracePt t="20163" x="8345488" y="3381375"/>
          <p14:tracePt t="20179" x="8351838" y="3381375"/>
          <p14:tracePt t="20187" x="8366125" y="3381375"/>
          <p14:tracePt t="20195" x="8374063" y="3381375"/>
          <p14:tracePt t="20203" x="8380413" y="3381375"/>
          <p14:tracePt t="20243" x="8388350" y="3375025"/>
          <p14:tracePt t="20339" x="8394700" y="3367088"/>
          <p14:tracePt t="20379" x="8402638" y="3360738"/>
          <p14:tracePt t="20395" x="8408988" y="3360738"/>
          <p14:tracePt t="20403" x="8416925" y="3352800"/>
          <p14:tracePt t="20411" x="8423275" y="3352800"/>
          <p14:tracePt t="20419" x="8431213" y="3346450"/>
          <p14:tracePt t="20427" x="8445500" y="3346450"/>
          <p14:tracePt t="20435" x="8451850" y="3346450"/>
          <p14:tracePt t="20443" x="8466138" y="3346450"/>
          <p14:tracePt t="20451" x="8480425" y="3346450"/>
          <p14:tracePt t="20459" x="8488363" y="3346450"/>
          <p14:tracePt t="20468" x="8509000" y="3346450"/>
          <p14:tracePt t="20475" x="8531225" y="3346450"/>
          <p14:tracePt t="20484" x="8537575" y="3346450"/>
          <p14:tracePt t="20491" x="8559800" y="3346450"/>
          <p14:tracePt t="20501" x="8580438" y="3346450"/>
          <p14:tracePt t="20507" x="8594725" y="3346450"/>
          <p14:tracePt t="20523" x="8609013" y="3346450"/>
          <p14:tracePt t="20531" x="8616950" y="3346450"/>
          <p14:tracePt t="20547" x="8631238" y="3346450"/>
          <p14:tracePt t="20555" x="8637588" y="3346450"/>
          <p14:tracePt t="20571" x="8651875" y="3346450"/>
          <p14:tracePt t="20587" x="8658225" y="3346450"/>
          <p14:tracePt t="20595" x="8672513" y="3346450"/>
          <p14:tracePt t="20611" x="8680450" y="3346450"/>
          <p14:tracePt t="20619" x="8694738" y="3346450"/>
          <p14:tracePt t="22147" x="8701088" y="3346450"/>
          <p14:tracePt t="22163" x="8715375" y="3346450"/>
          <p14:tracePt t="22171" x="8723313" y="3346450"/>
          <p14:tracePt t="22179" x="8737600" y="3346450"/>
          <p14:tracePt t="22187" x="8743950" y="3346450"/>
          <p14:tracePt t="22195" x="8772525" y="3346450"/>
          <p14:tracePt t="22203" x="8829675" y="3346450"/>
          <p14:tracePt t="22211" x="8901113" y="3346450"/>
          <p14:tracePt t="22219" x="8986838" y="3360738"/>
          <p14:tracePt t="22227" x="9080500" y="3375025"/>
          <p14:tracePt t="22803" x="8248650" y="42863"/>
          <p14:tracePt t="22816" x="8058150" y="0"/>
          <p14:tracePt t="22833" x="7748588" y="0"/>
          <p14:tracePt t="22866" x="7000875" y="0"/>
          <p14:tracePt t="22899" x="6276975" y="147638"/>
        </p14:tracePtLst>
      </p14:laserTraceLst>
    </p:ext>
  </p:extLs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2" name="Google Shape;1102;p51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M-STEP</a:t>
            </a:r>
            <a:endParaRPr/>
          </a:p>
        </p:txBody>
      </p:sp>
      <p:sp>
        <p:nvSpPr>
          <p:cNvPr id="1103" name="Google Shape;1103;p51"/>
          <p:cNvSpPr txBox="1">
            <a:spLocks noGrp="1"/>
          </p:cNvSpPr>
          <p:nvPr>
            <p:ph type="sldNum" idx="4294967295"/>
          </p:nvPr>
        </p:nvSpPr>
        <p:spPr>
          <a:xfrm>
            <a:off x="7618000" y="426225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25</a:t>
            </a:fld>
            <a:endParaRPr/>
          </a:p>
        </p:txBody>
      </p:sp>
      <p:grpSp>
        <p:nvGrpSpPr>
          <p:cNvPr id="1104" name="Google Shape;1104;p51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05" name="Google Shape;1105;p51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06" name="Google Shape;1106;p51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1" name="Google Shape;1111;p52"/>
          <p:cNvSpPr txBox="1">
            <a:spLocks noGrp="1"/>
          </p:cNvSpPr>
          <p:nvPr>
            <p:ph type="title"/>
          </p:nvPr>
        </p:nvSpPr>
        <p:spPr>
          <a:xfrm>
            <a:off x="311700" y="1103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M-STEP: Updated Yield Rate </a:t>
            </a:r>
            <a:endParaRPr/>
          </a:p>
        </p:txBody>
      </p:sp>
      <p:sp>
        <p:nvSpPr>
          <p:cNvPr id="1112" name="Google Shape;1112;p52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26</a:t>
            </a:fld>
            <a:endParaRPr/>
          </a:p>
        </p:txBody>
      </p:sp>
      <p:graphicFrame>
        <p:nvGraphicFramePr>
          <p:cNvPr id="1113" name="Google Shape;1113;p52"/>
          <p:cNvGraphicFramePr/>
          <p:nvPr/>
        </p:nvGraphicFramePr>
        <p:xfrm>
          <a:off x="3821100" y="979200"/>
          <a:ext cx="5322900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967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0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8891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265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expected_num_bad_pieces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E0666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expected_num_good_pieces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00CE00">
                        <a:alpha val="8923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0.5858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1.4142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6.9010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13.0990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0.4142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1.0670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2.0320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4.1940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1114" name="Google Shape;1114;p52"/>
          <p:cNvGraphicFramePr/>
          <p:nvPr/>
        </p:nvGraphicFramePr>
        <p:xfrm>
          <a:off x="1910538" y="2847850"/>
          <a:ext cx="5322925" cy="1572450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214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1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354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433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677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#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machine_name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SUM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Yield rate equation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3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lt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em_yield_rate</a:t>
                      </a:r>
                      <a:endParaRPr b="1">
                        <a:solidFill>
                          <a:schemeClr val="lt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LS-24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1.4142 / 2 =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13.0990 / 20 =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0.6549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1.4142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 /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1.4142 =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0.7071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LK-12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11.0670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10 /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11.0670 =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0.9036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62075">
                <a:tc>
                  <a:txBody>
                    <a:bodyPr/>
                    <a:lstStyle/>
                    <a:p>
                      <a:pPr marL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endParaRPr>
                        <a:solidFill>
                          <a:schemeClr val="dk1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SP-06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6.2260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91440" marR="91440" lvl="0" indent="0" algn="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4.1940 / </a:t>
                      </a:r>
                      <a:r>
                        <a:rPr lang="en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6.2260 =</a:t>
                      </a:r>
                      <a:endParaRPr/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0.6736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15" name="Google Shape;1115;p52"/>
          <p:cNvSpPr txBox="1"/>
          <p:nvPr/>
        </p:nvSpPr>
        <p:spPr>
          <a:xfrm>
            <a:off x="5765713" y="4420300"/>
            <a:ext cx="1403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First iteration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16" name="Google Shape;1116;p52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6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pic>
        <p:nvPicPr>
          <p:cNvPr id="1117" name="Google Shape;1117;p5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99850" y="1083700"/>
            <a:ext cx="2089800" cy="702382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18" name="Google Shape;1118;p52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19" name="Google Shape;1119;p52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20" name="Google Shape;1120;p52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7718">
        <p14:gallery dir="l"/>
      </p:transition>
    </mc:Choice>
    <mc:Fallback xmlns="">
      <p:transition spd="slow" advTm="17718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7" x="2289175" y="2011363"/>
          <p14:tracePt t="22" x="2274888" y="2011363"/>
          <p14:tracePt t="30" x="2260600" y="2011363"/>
          <p14:tracePt t="38" x="2232025" y="2011363"/>
          <p14:tracePt t="46" x="2217738" y="2011363"/>
          <p14:tracePt t="54" x="2197100" y="2011363"/>
          <p14:tracePt t="62" x="2174875" y="2011363"/>
          <p14:tracePt t="70" x="2154238" y="2011363"/>
          <p14:tracePt t="78" x="2139950" y="2011363"/>
          <p14:tracePt t="86" x="2117725" y="2011363"/>
          <p14:tracePt t="94" x="2111375" y="2011363"/>
          <p14:tracePt t="102" x="2089150" y="2011363"/>
          <p14:tracePt t="110" x="2074863" y="2005013"/>
          <p14:tracePt t="118" x="2068513" y="1997075"/>
          <p14:tracePt t="126" x="2054225" y="1997075"/>
          <p14:tracePt t="134" x="2032000" y="1990725"/>
          <p14:tracePt t="151" x="2025650" y="1982788"/>
          <p14:tracePt t="158" x="2011363" y="1982788"/>
          <p14:tracePt t="167" x="1990725" y="1976438"/>
          <p14:tracePt t="174" x="1982788" y="1976438"/>
          <p14:tracePt t="182" x="1968500" y="1976438"/>
          <p14:tracePt t="190" x="1962150" y="1976438"/>
          <p14:tracePt t="198" x="1954213" y="1976438"/>
          <p14:tracePt t="206" x="1947863" y="1976438"/>
          <p14:tracePt t="214" x="1933575" y="1962150"/>
          <p14:tracePt t="230" x="1925638" y="1962150"/>
          <p14:tracePt t="238" x="1911350" y="1962150"/>
          <p14:tracePt t="254" x="1905000" y="1962150"/>
          <p14:tracePt t="262" x="1890713" y="1962150"/>
          <p14:tracePt t="270" x="1882775" y="1962150"/>
          <p14:tracePt t="278" x="1868488" y="1962150"/>
          <p14:tracePt t="286" x="1862138" y="1962150"/>
          <p14:tracePt t="294" x="1839913" y="1962150"/>
          <p14:tracePt t="302" x="1825625" y="1962150"/>
          <p14:tracePt t="310" x="1811338" y="1962150"/>
          <p14:tracePt t="318" x="1804988" y="1962150"/>
          <p14:tracePt t="326" x="1790700" y="1962150"/>
          <p14:tracePt t="334" x="1782763" y="1962150"/>
          <p14:tracePt t="342" x="1768475" y="1962150"/>
          <p14:tracePt t="350" x="1762125" y="1954213"/>
          <p14:tracePt t="358" x="1754188" y="1954213"/>
          <p14:tracePt t="366" x="1739900" y="1954213"/>
          <p14:tracePt t="374" x="1733550" y="1954213"/>
          <p14:tracePt t="383" x="1725613" y="1954213"/>
          <p14:tracePt t="390" x="1711325" y="1954213"/>
          <p14:tracePt t="398" x="1697038" y="1954213"/>
          <p14:tracePt t="414" x="1690688" y="1954213"/>
          <p14:tracePt t="430" x="1676400" y="1954213"/>
          <p14:tracePt t="502" x="1668463" y="1954213"/>
          <p14:tracePt t="550" x="1668463" y="1947863"/>
          <p14:tracePt t="574" x="1662113" y="1947863"/>
          <p14:tracePt t="646" x="1654175" y="1947863"/>
          <p14:tracePt t="678" x="1647825" y="1947863"/>
          <p14:tracePt t="718" x="1639888" y="1947863"/>
          <p14:tracePt t="758" x="1633538" y="1947863"/>
          <p14:tracePt t="782" x="1625600" y="1954213"/>
          <p14:tracePt t="806" x="1625600" y="1962150"/>
          <p14:tracePt t="814" x="1619250" y="1968500"/>
          <p14:tracePt t="1014" x="1619250" y="1976438"/>
          <p14:tracePt t="1030" x="1619250" y="1990725"/>
          <p14:tracePt t="1038" x="1625600" y="2005013"/>
          <p14:tracePt t="1046" x="1633538" y="2011363"/>
          <p14:tracePt t="1054" x="1639888" y="2019300"/>
          <p14:tracePt t="1062" x="1662113" y="2033588"/>
          <p14:tracePt t="1070" x="1662113" y="2039938"/>
          <p14:tracePt t="1078" x="1668463" y="2047875"/>
          <p14:tracePt t="1086" x="1690688" y="2054225"/>
          <p14:tracePt t="1102" x="1697038" y="2054225"/>
          <p14:tracePt t="1110" x="1704975" y="2054225"/>
          <p14:tracePt t="1118" x="1704975" y="2062163"/>
          <p14:tracePt t="1126" x="1711325" y="2062163"/>
          <p14:tracePt t="1134" x="1719263" y="2062163"/>
          <p14:tracePt t="1142" x="1725613" y="2062163"/>
          <p14:tracePt t="1151" x="1739900" y="2062163"/>
          <p14:tracePt t="1158" x="1754188" y="2062163"/>
          <p14:tracePt t="1166" x="1776413" y="2062163"/>
          <p14:tracePt t="1174" x="1797050" y="2062163"/>
          <p14:tracePt t="1182" x="1811338" y="2062163"/>
          <p14:tracePt t="1190" x="1825625" y="2062163"/>
          <p14:tracePt t="1198" x="1847850" y="2062163"/>
          <p14:tracePt t="1214" x="1854200" y="2062163"/>
          <p14:tracePt t="1222" x="1868488" y="2062163"/>
          <p14:tracePt t="1238" x="1882775" y="2062163"/>
          <p14:tracePt t="1246" x="1890713" y="2062163"/>
          <p14:tracePt t="1254" x="1897063" y="2062163"/>
          <p14:tracePt t="1262" x="1905000" y="2062163"/>
          <p14:tracePt t="1270" x="1911350" y="2062163"/>
          <p14:tracePt t="1278" x="1919288" y="2062163"/>
          <p14:tracePt t="1286" x="1925638" y="2062163"/>
          <p14:tracePt t="1302" x="1939925" y="2062163"/>
          <p14:tracePt t="1318" x="1947863" y="2062163"/>
          <p14:tracePt t="1334" x="1954213" y="2062163"/>
          <p14:tracePt t="1342" x="1968500" y="2062163"/>
          <p14:tracePt t="1358" x="1976438" y="2062163"/>
          <p14:tracePt t="1367" x="1990725" y="2062163"/>
          <p14:tracePt t="1374" x="2011363" y="2062163"/>
          <p14:tracePt t="1390" x="2025650" y="2062163"/>
          <p14:tracePt t="1398" x="2039938" y="2062163"/>
          <p14:tracePt t="1406" x="2060575" y="2062163"/>
          <p14:tracePt t="1414" x="2082800" y="2062163"/>
          <p14:tracePt t="1422" x="2103438" y="2062163"/>
          <p14:tracePt t="1430" x="2117725" y="2062163"/>
          <p14:tracePt t="1438" x="2132013" y="2062163"/>
          <p14:tracePt t="1446" x="2139950" y="2062163"/>
          <p14:tracePt t="1454" x="2146300" y="2062163"/>
          <p14:tracePt t="1462" x="2154238" y="2062163"/>
          <p14:tracePt t="1470" x="2160588" y="2062163"/>
          <p14:tracePt t="1983" x="2160588" y="2054225"/>
          <p14:tracePt t="1990" x="2168525" y="2047875"/>
          <p14:tracePt t="2022" x="2174875" y="2047875"/>
          <p14:tracePt t="2030" x="2174875" y="2039938"/>
          <p14:tracePt t="2054" x="2182813" y="2039938"/>
          <p14:tracePt t="2062" x="2189163" y="2033588"/>
          <p14:tracePt t="2078" x="2197100" y="2033588"/>
          <p14:tracePt t="4374" x="2203450" y="2033588"/>
          <p14:tracePt t="4382" x="2211388" y="2033588"/>
          <p14:tracePt t="4390" x="2217738" y="2033588"/>
          <p14:tracePt t="4399" x="2225675" y="2033588"/>
          <p14:tracePt t="4406" x="2246313" y="2033588"/>
          <p14:tracePt t="4414" x="2268538" y="2033588"/>
          <p14:tracePt t="4422" x="2282825" y="2033588"/>
          <p14:tracePt t="4430" x="2311400" y="2033588"/>
          <p14:tracePt t="4438" x="2339975" y="2033588"/>
          <p14:tracePt t="4446" x="2368550" y="2033588"/>
          <p14:tracePt t="4454" x="2397125" y="2033588"/>
          <p14:tracePt t="4462" x="2432050" y="2033588"/>
          <p14:tracePt t="4470" x="2454275" y="2033588"/>
          <p14:tracePt t="4478" x="2489200" y="2033588"/>
          <p14:tracePt t="4486" x="2517775" y="2033588"/>
          <p14:tracePt t="4494" x="2546350" y="2033588"/>
          <p14:tracePt t="4502" x="2560638" y="2033588"/>
          <p14:tracePt t="4510" x="2589213" y="2033588"/>
          <p14:tracePt t="4518" x="2617788" y="2033588"/>
          <p14:tracePt t="4526" x="2638425" y="2033588"/>
          <p14:tracePt t="4534" x="2667000" y="2033588"/>
          <p14:tracePt t="4542" x="2681288" y="2025650"/>
          <p14:tracePt t="4551" x="2703513" y="2019300"/>
          <p14:tracePt t="4558" x="2724150" y="2019300"/>
          <p14:tracePt t="4567" x="2732088" y="2019300"/>
          <p14:tracePt t="4574" x="2760663" y="2011363"/>
          <p14:tracePt t="4582" x="2767013" y="2005013"/>
          <p14:tracePt t="4590" x="2774950" y="2005013"/>
          <p14:tracePt t="4598" x="2781300" y="1997075"/>
          <p14:tracePt t="4606" x="2795588" y="1990725"/>
          <p14:tracePt t="4614" x="2817813" y="1982788"/>
          <p14:tracePt t="4622" x="2832100" y="1968500"/>
          <p14:tracePt t="4638" x="2838450" y="1968500"/>
          <p14:tracePt t="4646" x="2860675" y="1954213"/>
          <p14:tracePt t="4654" x="2874963" y="1939925"/>
          <p14:tracePt t="4662" x="2889250" y="1925638"/>
          <p14:tracePt t="4670" x="2895600" y="1911350"/>
          <p14:tracePt t="4678" x="2903538" y="1905000"/>
          <p14:tracePt t="4686" x="2917825" y="1890713"/>
          <p14:tracePt t="4695" x="2924175" y="1882775"/>
          <p14:tracePt t="4702" x="2938463" y="1868488"/>
          <p14:tracePt t="4710" x="2946400" y="1854200"/>
          <p14:tracePt t="4718" x="2960688" y="1847850"/>
          <p14:tracePt t="4726" x="2960688" y="1833563"/>
          <p14:tracePt t="4734" x="2974975" y="1825625"/>
          <p14:tracePt t="4742" x="2974975" y="1811338"/>
          <p14:tracePt t="4751" x="2989263" y="1804988"/>
          <p14:tracePt t="4758" x="2989263" y="1797050"/>
          <p14:tracePt t="4767" x="2995613" y="1776413"/>
          <p14:tracePt t="4774" x="3009900" y="1768475"/>
          <p14:tracePt t="4782" x="3024188" y="1747838"/>
          <p14:tracePt t="4798" x="3038475" y="1725613"/>
          <p14:tracePt t="4806" x="3046413" y="1712913"/>
          <p14:tracePt t="4814" x="3052763" y="1698625"/>
          <p14:tracePt t="4822" x="3059113" y="1684338"/>
          <p14:tracePt t="4830" x="3067050" y="1670050"/>
          <p14:tracePt t="4838" x="3073400" y="1662113"/>
          <p14:tracePt t="4846" x="3073400" y="1641475"/>
          <p14:tracePt t="4854" x="3081338" y="1633538"/>
          <p14:tracePt t="4862" x="3087688" y="1627188"/>
          <p14:tracePt t="4878" x="3095625" y="1619250"/>
          <p14:tracePt t="4886" x="3095625" y="1612900"/>
          <p14:tracePt t="4902" x="3109913" y="1604963"/>
          <p14:tracePt t="4918" x="3109913" y="1598613"/>
          <p14:tracePt t="4926" x="3109913" y="1584325"/>
          <p14:tracePt t="4942" x="3109913" y="1576388"/>
          <p14:tracePt t="4950" x="3109913" y="1570038"/>
          <p14:tracePt t="4967" x="3109913" y="1562100"/>
          <p14:tracePt t="4974" x="3116263" y="1555750"/>
          <p14:tracePt t="5007" x="3116263" y="1547813"/>
          <p14:tracePt t="5302" x="3116263" y="1541463"/>
          <p14:tracePt t="5318" x="3116263" y="1533525"/>
          <p14:tracePt t="5334" x="3116263" y="1527175"/>
          <p14:tracePt t="5358" x="3116263" y="1519238"/>
          <p14:tracePt t="5382" x="3116263" y="1512888"/>
          <p14:tracePt t="5398" x="3116263" y="1504950"/>
          <p14:tracePt t="5414" x="3116263" y="1498600"/>
          <p14:tracePt t="5422" x="3116263" y="1490663"/>
          <p14:tracePt t="5430" x="3116263" y="1484313"/>
          <p14:tracePt t="5438" x="3109913" y="1484313"/>
          <p14:tracePt t="5446" x="3109913" y="1470025"/>
          <p14:tracePt t="5462" x="3101975" y="1462088"/>
          <p14:tracePt t="5470" x="3101975" y="1447800"/>
          <p14:tracePt t="5486" x="3101975" y="1441450"/>
          <p14:tracePt t="5494" x="3101975" y="1433513"/>
          <p14:tracePt t="5502" x="3101975" y="1427163"/>
          <p14:tracePt t="5510" x="3095625" y="1419225"/>
          <p14:tracePt t="5534" x="3087688" y="1404938"/>
          <p14:tracePt t="5566" x="3081338" y="1398588"/>
          <p14:tracePt t="5574" x="3081338" y="1390650"/>
          <p14:tracePt t="5590" x="3081338" y="1384300"/>
          <p14:tracePt t="5630" x="3081338" y="1370013"/>
          <p14:tracePt t="5638" x="3081338" y="1362075"/>
          <p14:tracePt t="5662" x="3067050" y="1355725"/>
          <p14:tracePt t="5678" x="3067050" y="1347788"/>
          <p14:tracePt t="5702" x="3067050" y="1341438"/>
          <p14:tracePt t="5726" x="3059113" y="1333500"/>
          <p14:tracePt t="5990" x="3059113" y="1341438"/>
          <p14:tracePt t="6198" x="3046413" y="1341438"/>
          <p14:tracePt t="6222" x="3038475" y="1333500"/>
          <p14:tracePt t="6302" x="3038475" y="1327150"/>
          <p14:tracePt t="6326" x="3038475" y="1319213"/>
          <p14:tracePt t="6342" x="3024188" y="1304925"/>
          <p14:tracePt t="6358" x="3024188" y="1298575"/>
          <p14:tracePt t="6366" x="3009900" y="1290638"/>
          <p14:tracePt t="6374" x="3003550" y="1276350"/>
          <p14:tracePt t="6382" x="2989263" y="1262063"/>
          <p14:tracePt t="6390" x="2989263" y="1255713"/>
          <p14:tracePt t="6398" x="2974975" y="1247775"/>
          <p14:tracePt t="6406" x="2960688" y="1241425"/>
          <p14:tracePt t="6414" x="2946400" y="1219200"/>
          <p14:tracePt t="6422" x="2932113" y="1219200"/>
          <p14:tracePt t="6430" x="2917825" y="1204913"/>
          <p14:tracePt t="6438" x="2903538" y="1198563"/>
          <p14:tracePt t="6446" x="2889250" y="1190625"/>
          <p14:tracePt t="6454" x="2874963" y="1184275"/>
          <p14:tracePt t="6462" x="2860675" y="1184275"/>
          <p14:tracePt t="6470" x="2838450" y="1162050"/>
          <p14:tracePt t="6478" x="2824163" y="1155700"/>
          <p14:tracePt t="6486" x="2803525" y="1155700"/>
          <p14:tracePt t="6494" x="2789238" y="1141413"/>
          <p14:tracePt t="6502" x="2767013" y="1135063"/>
          <p14:tracePt t="6510" x="2746375" y="1127125"/>
          <p14:tracePt t="6518" x="2724150" y="1112838"/>
          <p14:tracePt t="6526" x="2695575" y="1098550"/>
          <p14:tracePt t="6534" x="2674938" y="1098550"/>
          <p14:tracePt t="6542" x="2632075" y="1084263"/>
          <p14:tracePt t="6551" x="2589213" y="1077913"/>
          <p14:tracePt t="6558" x="2552700" y="1069975"/>
          <p14:tracePt t="6566" x="2511425" y="1049338"/>
          <p14:tracePt t="6574" x="2468563" y="1041400"/>
          <p14:tracePt t="6582" x="2425700" y="1035050"/>
          <p14:tracePt t="6590" x="2382838" y="1027113"/>
          <p14:tracePt t="6598" x="2339975" y="1006475"/>
          <p14:tracePt t="6606" x="2289175" y="998538"/>
          <p14:tracePt t="6614" x="2239963" y="977900"/>
          <p14:tracePt t="6622" x="2203450" y="969963"/>
          <p14:tracePt t="6630" x="2146300" y="955675"/>
          <p14:tracePt t="6638" x="2125663" y="949325"/>
          <p14:tracePt t="6646" x="2089150" y="941388"/>
          <p14:tracePt t="6654" x="2060575" y="935038"/>
          <p14:tracePt t="6662" x="2032000" y="927100"/>
          <p14:tracePt t="6670" x="2011363" y="927100"/>
          <p14:tracePt t="6678" x="1982788" y="912813"/>
          <p14:tracePt t="6686" x="1968500" y="912813"/>
          <p14:tracePt t="6694" x="1939925" y="906463"/>
          <p14:tracePt t="6702" x="1911350" y="906463"/>
          <p14:tracePt t="6710" x="1882775" y="906463"/>
          <p14:tracePt t="6718" x="1862138" y="906463"/>
          <p14:tracePt t="6726" x="1839913" y="906463"/>
          <p14:tracePt t="6734" x="1833563" y="906463"/>
          <p14:tracePt t="6742" x="1819275" y="906463"/>
          <p14:tracePt t="6751" x="1797050" y="906463"/>
          <p14:tracePt t="6758" x="1776413" y="906463"/>
          <p14:tracePt t="6767" x="1762125" y="912813"/>
          <p14:tracePt t="6774" x="1733550" y="920750"/>
          <p14:tracePt t="6782" x="1725613" y="920750"/>
          <p14:tracePt t="6790" x="1697038" y="941388"/>
          <p14:tracePt t="6798" x="1690688" y="949325"/>
          <p14:tracePt t="6806" x="1682750" y="949325"/>
          <p14:tracePt t="6814" x="1662113" y="969963"/>
          <p14:tracePt t="6830" x="1647825" y="992188"/>
          <p14:tracePt t="6838" x="1647825" y="998538"/>
          <p14:tracePt t="6846" x="1647825" y="1006475"/>
          <p14:tracePt t="6854" x="1639888" y="1020763"/>
          <p14:tracePt t="6862" x="1625600" y="1041400"/>
          <p14:tracePt t="6870" x="1625600" y="1049338"/>
          <p14:tracePt t="6878" x="1625600" y="1055688"/>
          <p14:tracePt t="6886" x="1625600" y="1063625"/>
          <p14:tracePt t="6901" x="1625600" y="1077913"/>
          <p14:tracePt t="6902" x="1625600" y="1092200"/>
          <p14:tracePt t="6918" x="1625600" y="1112838"/>
          <p14:tracePt t="6926" x="1625600" y="1127125"/>
          <p14:tracePt t="6934" x="1625600" y="1141413"/>
          <p14:tracePt t="6942" x="1625600" y="1155700"/>
          <p14:tracePt t="6951" x="1625600" y="1169988"/>
          <p14:tracePt t="6958" x="1633538" y="1184275"/>
          <p14:tracePt t="6968" x="1639888" y="1190625"/>
          <p14:tracePt t="6974" x="1662113" y="1227138"/>
          <p14:tracePt t="6982" x="1676400" y="1247775"/>
          <p14:tracePt t="6990" x="1690688" y="1262063"/>
          <p14:tracePt t="6998" x="1704975" y="1276350"/>
          <p14:tracePt t="7006" x="1719263" y="1290638"/>
          <p14:tracePt t="7014" x="1733550" y="1304925"/>
          <p14:tracePt t="7022" x="1747838" y="1319213"/>
          <p14:tracePt t="7030" x="1768475" y="1327150"/>
          <p14:tracePt t="7038" x="1797050" y="1341438"/>
          <p14:tracePt t="7046" x="1833563" y="1362075"/>
          <p14:tracePt t="7054" x="1854200" y="1362075"/>
          <p14:tracePt t="7062" x="1890713" y="1370013"/>
          <p14:tracePt t="7070" x="1925638" y="1384300"/>
          <p14:tracePt t="7078" x="1947863" y="1390650"/>
          <p14:tracePt t="7086" x="1976438" y="1390650"/>
          <p14:tracePt t="7094" x="1997075" y="1390650"/>
          <p14:tracePt t="7102" x="2011363" y="1398588"/>
          <p14:tracePt t="7110" x="2039938" y="1398588"/>
          <p14:tracePt t="7118" x="2060575" y="1398588"/>
          <p14:tracePt t="7126" x="2082800" y="1398588"/>
          <p14:tracePt t="7134" x="2097088" y="1398588"/>
          <p14:tracePt t="7142" x="2117725" y="1398588"/>
          <p14:tracePt t="7150" x="2132013" y="1398588"/>
          <p14:tracePt t="7158" x="2139950" y="1398588"/>
          <p14:tracePt t="7166" x="2154238" y="1398588"/>
          <p14:tracePt t="7174" x="2160588" y="1398588"/>
          <p14:tracePt t="7182" x="2174875" y="1398588"/>
          <p14:tracePt t="7190" x="2182813" y="1398588"/>
          <p14:tracePt t="7198" x="2197100" y="1398588"/>
          <p14:tracePt t="7206" x="2203450" y="1398588"/>
          <p14:tracePt t="7214" x="2217738" y="1390650"/>
          <p14:tracePt t="7222" x="2232025" y="1390650"/>
          <p14:tracePt t="7230" x="2239963" y="1384300"/>
          <p14:tracePt t="7238" x="2254250" y="1376363"/>
          <p14:tracePt t="7246" x="2260600" y="1376363"/>
          <p14:tracePt t="7254" x="2274888" y="1376363"/>
          <p14:tracePt t="7262" x="2282825" y="1370013"/>
          <p14:tracePt t="7270" x="2289175" y="1362075"/>
          <p14:tracePt t="7279" x="2303463" y="1362075"/>
          <p14:tracePt t="7294" x="2311400" y="1355725"/>
          <p14:tracePt t="7302" x="2317750" y="1347788"/>
          <p14:tracePt t="7310" x="2332038" y="1341438"/>
          <p14:tracePt t="7318" x="2332038" y="1333500"/>
          <p14:tracePt t="7326" x="2339975" y="1327150"/>
          <p14:tracePt t="7350" x="2339975" y="1319213"/>
          <p14:tracePt t="7358" x="2346325" y="1298575"/>
          <p14:tracePt t="7374" x="2346325" y="1290638"/>
          <p14:tracePt t="7382" x="2346325" y="1276350"/>
          <p14:tracePt t="7390" x="2346325" y="1270000"/>
          <p14:tracePt t="7398" x="2346325" y="1262063"/>
          <p14:tracePt t="7406" x="2346325" y="1255713"/>
          <p14:tracePt t="7414" x="2346325" y="1247775"/>
          <p14:tracePt t="7422" x="2346325" y="1233488"/>
          <p14:tracePt t="7430" x="2346325" y="1227138"/>
          <p14:tracePt t="7438" x="2346325" y="1212850"/>
          <p14:tracePt t="7446" x="2346325" y="1204913"/>
          <p14:tracePt t="7454" x="2339975" y="1198563"/>
          <p14:tracePt t="7462" x="2339975" y="1184275"/>
          <p14:tracePt t="7470" x="2325688" y="1176338"/>
          <p14:tracePt t="7486" x="2325688" y="1169988"/>
          <p14:tracePt t="7494" x="2317750" y="1162050"/>
          <p14:tracePt t="7502" x="2317750" y="1155700"/>
          <p14:tracePt t="7518" x="2303463" y="1155700"/>
          <p14:tracePt t="7527" x="2303463" y="1147763"/>
          <p14:tracePt t="7534" x="2297113" y="1141413"/>
          <p14:tracePt t="7542" x="2282825" y="1135063"/>
          <p14:tracePt t="7558" x="2268538" y="1127125"/>
          <p14:tracePt t="7567" x="2260600" y="1120775"/>
          <p14:tracePt t="7574" x="2254250" y="1112838"/>
          <p14:tracePt t="7582" x="2239963" y="1106488"/>
          <p14:tracePt t="7630" x="2232025" y="1098550"/>
          <p14:tracePt t="8038" x="2225675" y="1092200"/>
          <p14:tracePt t="8046" x="2211388" y="1092200"/>
          <p14:tracePt t="8054" x="2197100" y="1092200"/>
          <p14:tracePt t="8062" x="2174875" y="1092200"/>
          <p14:tracePt t="8070" x="2154238" y="1092200"/>
          <p14:tracePt t="8078" x="2125663" y="1092200"/>
          <p14:tracePt t="8086" x="2074863" y="1098550"/>
          <p14:tracePt t="8094" x="2039938" y="1098550"/>
          <p14:tracePt t="8102" x="2011363" y="1098550"/>
          <p14:tracePt t="8110" x="1962150" y="1098550"/>
          <p14:tracePt t="8118" x="1933575" y="1106488"/>
          <p14:tracePt t="8126" x="1897063" y="1120775"/>
          <p14:tracePt t="8134" x="1868488" y="1135063"/>
          <p14:tracePt t="8142" x="1854200" y="1135063"/>
          <p14:tracePt t="8150" x="1833563" y="1141413"/>
          <p14:tracePt t="8158" x="1819275" y="1155700"/>
          <p14:tracePt t="8166" x="1811338" y="1155700"/>
          <p14:tracePt t="8174" x="1797050" y="1162050"/>
          <p14:tracePt t="8182" x="1768475" y="1184275"/>
          <p14:tracePt t="8198" x="1747838" y="1198563"/>
          <p14:tracePt t="8206" x="1733550" y="1212850"/>
          <p14:tracePt t="8214" x="1704975" y="1227138"/>
          <p14:tracePt t="8222" x="1676400" y="1241425"/>
          <p14:tracePt t="8230" x="1647825" y="1262063"/>
          <p14:tracePt t="8238" x="1633538" y="1270000"/>
          <p14:tracePt t="8246" x="1611313" y="1290638"/>
          <p14:tracePt t="8254" x="1597025" y="1298575"/>
          <p14:tracePt t="8262" x="1568450" y="1327150"/>
          <p14:tracePt t="8270" x="1554163" y="1333500"/>
          <p14:tracePt t="8278" x="1533525" y="1355725"/>
          <p14:tracePt t="8286" x="1525588" y="1362075"/>
          <p14:tracePt t="8294" x="1512888" y="1376363"/>
          <p14:tracePt t="8302" x="1504950" y="1398588"/>
          <p14:tracePt t="8310" x="1498600" y="1404938"/>
          <p14:tracePt t="8318" x="1484313" y="1419225"/>
          <p14:tracePt t="8326" x="1484313" y="1433513"/>
          <p14:tracePt t="8342" x="1476375" y="1441450"/>
          <p14:tracePt t="8351" x="1476375" y="1447800"/>
          <p14:tracePt t="8358" x="1476375" y="1455738"/>
          <p14:tracePt t="8367" x="1476375" y="1476375"/>
          <p14:tracePt t="8374" x="1470025" y="1490663"/>
          <p14:tracePt t="8382" x="1470025" y="1512888"/>
          <p14:tracePt t="8390" x="1462088" y="1527175"/>
          <p14:tracePt t="8398" x="1455738" y="1547813"/>
          <p14:tracePt t="8406" x="1455738" y="1562100"/>
          <p14:tracePt t="8414" x="1455738" y="1570038"/>
          <p14:tracePt t="8422" x="1455738" y="1584325"/>
          <p14:tracePt t="8430" x="1455738" y="1598613"/>
          <p14:tracePt t="8438" x="1455738" y="1604963"/>
          <p14:tracePt t="8446" x="1455738" y="1612900"/>
          <p14:tracePt t="8454" x="1455738" y="1619250"/>
          <p14:tracePt t="8462" x="1455738" y="1627188"/>
          <p14:tracePt t="8470" x="1455738" y="1641475"/>
          <p14:tracePt t="8478" x="1455738" y="1647825"/>
          <p14:tracePt t="8486" x="1455738" y="1670050"/>
          <p14:tracePt t="8494" x="1455738" y="1676400"/>
          <p14:tracePt t="8502" x="1455738" y="1690688"/>
          <p14:tracePt t="8510" x="1455738" y="1698625"/>
          <p14:tracePt t="8518" x="1455738" y="1712913"/>
          <p14:tracePt t="8526" x="1455738" y="1725613"/>
          <p14:tracePt t="8534" x="1455738" y="1739900"/>
          <p14:tracePt t="8551" x="1455738" y="1754188"/>
          <p14:tracePt t="8559" x="1455738" y="1762125"/>
          <p14:tracePt t="8567" x="1455738" y="1776413"/>
          <p14:tracePt t="8574" x="1455738" y="1782763"/>
          <p14:tracePt t="8582" x="1455738" y="1797050"/>
          <p14:tracePt t="8590" x="1455738" y="1811338"/>
          <p14:tracePt t="8606" x="1455738" y="1833563"/>
          <p14:tracePt t="8614" x="1455738" y="1839913"/>
          <p14:tracePt t="8622" x="1455738" y="1847850"/>
          <p14:tracePt t="8630" x="1455738" y="1862138"/>
          <p14:tracePt t="8638" x="1455738" y="1868488"/>
          <p14:tracePt t="8646" x="1455738" y="1882775"/>
          <p14:tracePt t="8654" x="1455738" y="1897063"/>
          <p14:tracePt t="8662" x="1455738" y="1905000"/>
          <p14:tracePt t="8670" x="1455738" y="1911350"/>
          <p14:tracePt t="8678" x="1455738" y="1919288"/>
          <p14:tracePt t="8694" x="1455738" y="1925638"/>
          <p14:tracePt t="8726" x="1455738" y="1933575"/>
          <p14:tracePt t="8734" x="1455738" y="1939925"/>
          <p14:tracePt t="8750" x="1455738" y="1947863"/>
          <p14:tracePt t="8767" x="1455738" y="1954213"/>
          <p14:tracePt t="8774" x="1447800" y="1954213"/>
          <p14:tracePt t="8790" x="1447800" y="1968500"/>
          <p14:tracePt t="8814" x="1447800" y="1976438"/>
          <p14:tracePt t="8838" x="1447800" y="1990725"/>
          <p14:tracePt t="8870" x="1447800" y="1997075"/>
          <p14:tracePt t="8958" x="1455738" y="1997075"/>
          <p14:tracePt t="8966" x="1462088" y="1997075"/>
          <p14:tracePt t="8974" x="1476375" y="1997075"/>
          <p14:tracePt t="8982" x="1484313" y="1997075"/>
          <p14:tracePt t="8990" x="1498600" y="1997075"/>
          <p14:tracePt t="8998" x="1504950" y="1990725"/>
          <p14:tracePt t="9030" x="1512888" y="1990725"/>
          <p14:tracePt t="9054" x="1519238" y="1990725"/>
          <p14:tracePt t="9094" x="1525588" y="1982788"/>
          <p14:tracePt t="9110" x="1533525" y="1982788"/>
          <p14:tracePt t="9118" x="1539875" y="1982788"/>
          <p14:tracePt t="9126" x="1539875" y="1976438"/>
          <p14:tracePt t="9222" x="1547813" y="1976438"/>
          <p14:tracePt t="9270" x="1547813" y="1968500"/>
          <p14:tracePt t="9286" x="1562100" y="1968500"/>
          <p14:tracePt t="9294" x="1576388" y="1962150"/>
          <p14:tracePt t="9302" x="1582738" y="1954213"/>
          <p14:tracePt t="9310" x="1597025" y="1947863"/>
          <p14:tracePt t="9318" x="1611313" y="1947863"/>
          <p14:tracePt t="9326" x="1619250" y="1939925"/>
          <p14:tracePt t="9335" x="1625600" y="1939925"/>
          <p14:tracePt t="9342" x="1639888" y="1933575"/>
          <p14:tracePt t="9350" x="1639888" y="1925638"/>
          <p14:tracePt t="9367" x="1647825" y="1925638"/>
          <p14:tracePt t="9374" x="1654175" y="1925638"/>
          <p14:tracePt t="9382" x="1662113" y="1919288"/>
          <p14:tracePt t="9398" x="1668463" y="1919288"/>
          <p14:tracePt t="9414" x="1676400" y="1919288"/>
          <p14:tracePt t="9438" x="1682750" y="1919288"/>
          <p14:tracePt t="11774" x="1690688" y="1919288"/>
          <p14:tracePt t="11782" x="1697038" y="1919288"/>
          <p14:tracePt t="11798" x="1704975" y="1919288"/>
          <p14:tracePt t="11814" x="1711325" y="1919288"/>
          <p14:tracePt t="11822" x="1719263" y="1919288"/>
          <p14:tracePt t="11838" x="1725613" y="1919288"/>
          <p14:tracePt t="11846" x="1733550" y="1919288"/>
          <p14:tracePt t="11854" x="1739900" y="1919288"/>
          <p14:tracePt t="11870" x="1747838" y="1919288"/>
          <p14:tracePt t="11918" x="1762125" y="1919288"/>
          <p14:tracePt t="11950" x="1768475" y="1919288"/>
          <p14:tracePt t="11998" x="1782763" y="1919288"/>
          <p14:tracePt t="12022" x="1790700" y="1919288"/>
          <p14:tracePt t="12046" x="1797050" y="1919288"/>
          <p14:tracePt t="12062" x="1804988" y="1919288"/>
          <p14:tracePt t="12078" x="1811338" y="1919288"/>
          <p14:tracePt t="12102" x="1819275" y="1919288"/>
          <p14:tracePt t="12118" x="1825625" y="1919288"/>
          <p14:tracePt t="12134" x="1833563" y="1919288"/>
          <p14:tracePt t="12150" x="1839913" y="1919288"/>
          <p14:tracePt t="12158" x="1847850" y="1919288"/>
          <p14:tracePt t="12190" x="1854200" y="1919288"/>
          <p14:tracePt t="12206" x="1862138" y="1919288"/>
          <p14:tracePt t="12230" x="1868488" y="1919288"/>
          <p14:tracePt t="12422" x="1876425" y="1919288"/>
          <p14:tracePt t="12430" x="1882775" y="1919288"/>
          <p14:tracePt t="12438" x="1890713" y="1919288"/>
          <p14:tracePt t="12454" x="1897063" y="1919288"/>
          <p14:tracePt t="12462" x="1905000" y="1919288"/>
          <p14:tracePt t="12470" x="1911350" y="1919288"/>
          <p14:tracePt t="12478" x="1919288" y="1919288"/>
          <p14:tracePt t="12486" x="1933575" y="1919288"/>
          <p14:tracePt t="12502" x="1947863" y="1919288"/>
          <p14:tracePt t="12510" x="1962150" y="1919288"/>
          <p14:tracePt t="12518" x="1976438" y="1919288"/>
          <p14:tracePt t="12526" x="1990725" y="1919288"/>
          <p14:tracePt t="12534" x="2019300" y="1925638"/>
          <p14:tracePt t="12542" x="2039938" y="1925638"/>
          <p14:tracePt t="12551" x="2060575" y="1933575"/>
          <p14:tracePt t="12558" x="2089150" y="1933575"/>
          <p14:tracePt t="12567" x="2132013" y="1939925"/>
          <p14:tracePt t="12574" x="2168525" y="1939925"/>
          <p14:tracePt t="12582" x="2203450" y="1939925"/>
          <p14:tracePt t="12590" x="2254250" y="1954213"/>
          <p14:tracePt t="12598" x="2289175" y="1962150"/>
          <p14:tracePt t="12606" x="2317750" y="1962150"/>
          <p14:tracePt t="12614" x="2354263" y="1976438"/>
          <p14:tracePt t="12622" x="2382838" y="1990725"/>
          <p14:tracePt t="12630" x="2417763" y="2005013"/>
          <p14:tracePt t="12638" x="2446338" y="2011363"/>
          <p14:tracePt t="12646" x="2482850" y="2033588"/>
          <p14:tracePt t="12654" x="2525713" y="2039938"/>
          <p14:tracePt t="12662" x="2581275" y="2076450"/>
          <p14:tracePt t="12670" x="2632075" y="2082800"/>
          <p14:tracePt t="12678" x="2703513" y="2105025"/>
          <p14:tracePt t="12686" x="2760663" y="2119313"/>
          <p14:tracePt t="12694" x="2817813" y="2139950"/>
          <p14:tracePt t="12702" x="2889250" y="2154238"/>
          <p14:tracePt t="12710" x="2938463" y="2176463"/>
          <p14:tracePt t="12718" x="2995613" y="2182813"/>
          <p14:tracePt t="12726" x="3032125" y="2205038"/>
          <p14:tracePt t="12734" x="3073400" y="2225675"/>
          <p14:tracePt t="12742" x="3124200" y="2254250"/>
          <p14:tracePt t="12750" x="3159125" y="2276475"/>
          <p14:tracePt t="12758" x="3209925" y="2317750"/>
          <p14:tracePt t="12767" x="3252788" y="2339975"/>
          <p14:tracePt t="12774" x="3287713" y="2368550"/>
          <p14:tracePt t="12782" x="3324225" y="2397125"/>
          <p14:tracePt t="12790" x="3381375" y="2425700"/>
          <p14:tracePt t="12798" x="3424238" y="2439988"/>
          <p14:tracePt t="12806" x="3481388" y="2460625"/>
          <p14:tracePt t="12814" x="3559175" y="2503488"/>
          <p14:tracePt t="12822" x="3651250" y="2546350"/>
          <p14:tracePt t="12830" x="3794125" y="2589213"/>
          <p14:tracePt t="12838" x="3987800" y="2646363"/>
          <p14:tracePt t="12846" x="4165600" y="2703513"/>
          <p14:tracePt t="12854" x="4394200" y="2760663"/>
          <p14:tracePt t="12862" x="4565650" y="2803525"/>
          <p14:tracePt t="12870" x="4764088" y="2860675"/>
          <p14:tracePt t="12885" x="4929188" y="2895600"/>
          <p14:tracePt t="12886" x="5099050" y="2924175"/>
          <p14:tracePt t="12894" x="5292725" y="2981325"/>
          <p14:tracePt t="12902" x="5484813" y="3038475"/>
          <p14:tracePt t="12910" x="5648325" y="3095625"/>
          <p14:tracePt t="12918" x="5819775" y="3138488"/>
          <p14:tracePt t="12926" x="5913438" y="3160713"/>
          <p14:tracePt t="12934" x="6019800" y="3203575"/>
          <p14:tracePt t="12942" x="6097588" y="3246438"/>
          <p14:tracePt t="12950" x="6148388" y="3267075"/>
          <p14:tracePt t="12958" x="6197600" y="3295650"/>
          <p14:tracePt t="12967" x="6240463" y="3317875"/>
          <p14:tracePt t="12974" x="6283325" y="3352800"/>
          <p14:tracePt t="12982" x="6326188" y="3389313"/>
          <p14:tracePt t="12990" x="6383338" y="3424238"/>
          <p14:tracePt t="12998" x="6440488" y="3481388"/>
          <p14:tracePt t="13006" x="6511925" y="3530600"/>
          <p14:tracePt t="13014" x="6583363" y="3573463"/>
          <p14:tracePt t="13022" x="6646863" y="3624263"/>
          <p14:tracePt t="13030" x="6726238" y="3681413"/>
          <p14:tracePt t="13038" x="6797675" y="3730625"/>
          <p14:tracePt t="13046" x="6869113" y="3781425"/>
          <p14:tracePt t="13054" x="6911975" y="3810000"/>
          <p14:tracePt t="13062" x="6946900" y="3838575"/>
          <p14:tracePt t="13070" x="6975475" y="3852863"/>
          <p14:tracePt t="13078" x="7004050" y="3867150"/>
          <p14:tracePt t="13086" x="7004050" y="3873500"/>
          <p14:tracePt t="13094" x="7032625" y="3881438"/>
          <p14:tracePt t="13102" x="7046913" y="3895725"/>
          <p14:tracePt t="13110" x="7089775" y="3910013"/>
          <p14:tracePt t="13118" x="7118350" y="3916363"/>
          <p14:tracePt t="13126" x="7161213" y="3924300"/>
          <p14:tracePt t="13134" x="7189788" y="3924300"/>
          <p14:tracePt t="13142" x="7218363" y="3930650"/>
          <p14:tracePt t="13150" x="7246938" y="3930650"/>
          <p14:tracePt t="13158" x="7267575" y="3930650"/>
          <p14:tracePt t="13166" x="7281863" y="3930650"/>
          <p14:tracePt t="13174" x="7289800" y="3930650"/>
          <p14:tracePt t="13182" x="7296150" y="3930650"/>
          <p14:tracePt t="13199" x="7304088" y="3930650"/>
          <p14:tracePt t="13206" x="7310438" y="3924300"/>
          <p14:tracePt t="13214" x="7318375" y="3916363"/>
          <p14:tracePt t="13222" x="7346950" y="3895725"/>
          <p14:tracePt t="13230" x="7353300" y="3873500"/>
          <p14:tracePt t="13238" x="7375525" y="3830638"/>
          <p14:tracePt t="13246" x="7389813" y="3787775"/>
          <p14:tracePt t="13254" x="7410450" y="3759200"/>
          <p14:tracePt t="13262" x="7418388" y="3709988"/>
          <p14:tracePt t="13270" x="7424738" y="3667125"/>
          <p14:tracePt t="13278" x="7424738" y="3630613"/>
          <p14:tracePt t="13286" x="7439025" y="3595688"/>
          <p14:tracePt t="13294" x="7439025" y="3567113"/>
          <p14:tracePt t="13302" x="7439025" y="3538538"/>
          <p14:tracePt t="13310" x="7439025" y="3509963"/>
          <p14:tracePt t="13318" x="7439025" y="3495675"/>
          <p14:tracePt t="13326" x="7439025" y="3481388"/>
          <p14:tracePt t="13334" x="7432675" y="3459163"/>
          <p14:tracePt t="13342" x="7424738" y="3438525"/>
          <p14:tracePt t="13351" x="7424738" y="3424238"/>
          <p14:tracePt t="13358" x="7410450" y="3409950"/>
          <p14:tracePt t="13367" x="7404100" y="3389313"/>
          <p14:tracePt t="13374" x="7389813" y="3352800"/>
          <p14:tracePt t="13382" x="7375525" y="3338513"/>
          <p14:tracePt t="13390" x="7361238" y="3309938"/>
          <p14:tracePt t="13398" x="7339013" y="3281363"/>
          <p14:tracePt t="13406" x="7310438" y="3246438"/>
          <p14:tracePt t="13414" x="7296150" y="3232150"/>
          <p14:tracePt t="13422" x="7267575" y="3203575"/>
          <p14:tracePt t="13430" x="7253288" y="3189288"/>
          <p14:tracePt t="13438" x="7232650" y="3167063"/>
          <p14:tracePt t="13446" x="7218363" y="3146425"/>
          <p14:tracePt t="13454" x="7204075" y="3138488"/>
          <p14:tracePt t="13462" x="7189788" y="3124200"/>
          <p14:tracePt t="13470" x="7175500" y="3109913"/>
          <p14:tracePt t="13478" x="7167563" y="3103563"/>
          <p14:tracePt t="13486" x="7153275" y="3095625"/>
          <p14:tracePt t="13494" x="7146925" y="3089275"/>
          <p14:tracePt t="13502" x="7132638" y="3081338"/>
          <p14:tracePt t="13510" x="7118350" y="3067050"/>
          <p14:tracePt t="13526" x="7104063" y="3067050"/>
          <p14:tracePt t="13534" x="7097713" y="3060700"/>
          <p14:tracePt t="13566" x="7089775" y="3052763"/>
          <p14:tracePt t="13606" x="7075488" y="3046413"/>
          <p14:tracePt t="13726" x="7069138" y="3046413"/>
          <p14:tracePt t="13814" x="7061200" y="3032125"/>
          <p14:tracePt t="13830" x="7054850" y="3032125"/>
          <p14:tracePt t="13838" x="7054850" y="3024188"/>
          <p14:tracePt t="13846" x="7046913" y="3024188"/>
          <p14:tracePt t="13854" x="7032625" y="3017838"/>
          <p14:tracePt t="13878" x="7018338" y="3009900"/>
          <p14:tracePt t="13886" x="7004050" y="3009900"/>
          <p14:tracePt t="13894" x="6983413" y="3009900"/>
          <p14:tracePt t="13902" x="6969125" y="3009900"/>
          <p14:tracePt t="13910" x="6961188" y="3003550"/>
          <p14:tracePt t="13919" x="6940550" y="3003550"/>
          <p14:tracePt t="13926" x="6911975" y="3003550"/>
          <p14:tracePt t="13934" x="6883400" y="3003550"/>
          <p14:tracePt t="13942" x="6840538" y="3003550"/>
          <p14:tracePt t="13950" x="6804025" y="3003550"/>
          <p14:tracePt t="13958" x="6746875" y="3003550"/>
          <p14:tracePt t="13966" x="6697663" y="3032125"/>
          <p14:tracePt t="13974" x="6626225" y="3067050"/>
          <p14:tracePt t="13982" x="6548438" y="3117850"/>
          <p14:tracePt t="13990" x="6491288" y="3167063"/>
          <p14:tracePt t="13998" x="6419850" y="3209925"/>
          <p14:tracePt t="14006" x="6376988" y="3275013"/>
          <p14:tracePt t="14014" x="6334125" y="3332163"/>
          <p14:tracePt t="14022" x="6297613" y="3403600"/>
          <p14:tracePt t="14030" x="6269038" y="3467100"/>
          <p14:tracePt t="14038" x="6234113" y="3538538"/>
          <p14:tracePt t="14046" x="6219825" y="3609975"/>
          <p14:tracePt t="14054" x="6197600" y="3709988"/>
          <p14:tracePt t="14062" x="6183313" y="3767138"/>
          <p14:tracePt t="14070" x="6183313" y="3859213"/>
          <p14:tracePt t="14078" x="6183313" y="3944938"/>
          <p14:tracePt t="14086" x="6183313" y="4022725"/>
          <p14:tracePt t="14094" x="6183313" y="4102100"/>
          <p14:tracePt t="14102" x="6197600" y="4165600"/>
          <p14:tracePt t="14110" x="6211888" y="4222750"/>
          <p14:tracePt t="14118" x="6234113" y="4302125"/>
          <p14:tracePt t="14126" x="6248400" y="4351338"/>
          <p14:tracePt t="14134" x="6269038" y="4408488"/>
          <p14:tracePt t="14142" x="6276975" y="4445000"/>
          <p14:tracePt t="14150" x="6305550" y="4494213"/>
          <p14:tracePt t="14158" x="6319838" y="4530725"/>
          <p14:tracePt t="14166" x="6326188" y="4545013"/>
          <p14:tracePt t="14174" x="6340475" y="4565650"/>
          <p14:tracePt t="14182" x="6354763" y="4579938"/>
          <p14:tracePt t="14190" x="6362700" y="4594225"/>
          <p14:tracePt t="14198" x="6376988" y="4608513"/>
          <p14:tracePt t="14206" x="6397625" y="4622800"/>
          <p14:tracePt t="14214" x="6434138" y="4637088"/>
          <p14:tracePt t="14222" x="6477000" y="4665663"/>
          <p14:tracePt t="14230" x="6505575" y="4672013"/>
          <p14:tracePt t="14238" x="6554788" y="4694238"/>
          <p14:tracePt t="14246" x="6604000" y="4694238"/>
          <p14:tracePt t="14254" x="6626225" y="4694238"/>
          <p14:tracePt t="14262" x="6669088" y="4694238"/>
          <p14:tracePt t="14270" x="6718300" y="4679950"/>
          <p14:tracePt t="14278" x="6761163" y="4643438"/>
          <p14:tracePt t="14286" x="6811963" y="4579938"/>
          <p14:tracePt t="14294" x="6861175" y="4537075"/>
          <p14:tracePt t="14302" x="6897688" y="4473575"/>
          <p14:tracePt t="14310" x="6954838" y="4408488"/>
          <p14:tracePt t="14318" x="6989763" y="4359275"/>
          <p14:tracePt t="14326" x="7040563" y="4287838"/>
          <p14:tracePt t="14334" x="7069138" y="4222750"/>
          <p14:tracePt t="14342" x="7112000" y="4165600"/>
          <p14:tracePt t="14351" x="7132638" y="4094163"/>
          <p14:tracePt t="14358" x="7153275" y="4037013"/>
          <p14:tracePt t="14366" x="7161213" y="3981450"/>
          <p14:tracePt t="14374" x="7181850" y="3916363"/>
          <p14:tracePt t="14382" x="7189788" y="3838575"/>
          <p14:tracePt t="14390" x="7189788" y="3767138"/>
          <p14:tracePt t="14398" x="7189788" y="3681413"/>
          <p14:tracePt t="14406" x="7189788" y="3602038"/>
          <p14:tracePt t="14414" x="7189788" y="3538538"/>
          <p14:tracePt t="14422" x="7189788" y="3473450"/>
          <p14:tracePt t="14430" x="7181850" y="3409950"/>
          <p14:tracePt t="14438" x="7175500" y="3352800"/>
          <p14:tracePt t="14446" x="7146925" y="3295650"/>
          <p14:tracePt t="14454" x="7132638" y="3252788"/>
          <p14:tracePt t="14462" x="7112000" y="3203575"/>
          <p14:tracePt t="14470" x="7097713" y="3175000"/>
          <p14:tracePt t="14478" x="7069138" y="3132138"/>
          <p14:tracePt t="14486" x="7054850" y="3109913"/>
          <p14:tracePt t="14494" x="7026275" y="3081338"/>
          <p14:tracePt t="14502" x="7004050" y="3067050"/>
          <p14:tracePt t="14510" x="6983413" y="3052763"/>
          <p14:tracePt t="14518" x="6954838" y="3046413"/>
          <p14:tracePt t="14526" x="6911975" y="3024188"/>
          <p14:tracePt t="14534" x="6854825" y="3017838"/>
          <p14:tracePt t="14542" x="6789738" y="3009900"/>
          <p14:tracePt t="14551" x="6711950" y="2989263"/>
          <p14:tracePt t="14558" x="6626225" y="2981325"/>
          <p14:tracePt t="14566" x="6540500" y="2967038"/>
          <p14:tracePt t="14574" x="6440488" y="2967038"/>
          <p14:tracePt t="14582" x="6348413" y="2967038"/>
          <p14:tracePt t="14590" x="6234113" y="2967038"/>
          <p14:tracePt t="14598" x="6148388" y="2967038"/>
          <p14:tracePt t="14606" x="6056313" y="2967038"/>
          <p14:tracePt t="14614" x="5976938" y="2967038"/>
          <p14:tracePt t="14622" x="5919788" y="2967038"/>
          <p14:tracePt t="14630" x="5876925" y="2995613"/>
          <p14:tracePt t="14638" x="5834063" y="3024188"/>
          <p14:tracePt t="14646" x="5805488" y="3052763"/>
          <p14:tracePt t="14654" x="5784850" y="3074988"/>
          <p14:tracePt t="14662" x="5776913" y="3117850"/>
          <p14:tracePt t="14670" x="5762625" y="3160713"/>
          <p14:tracePt t="14678" x="5741988" y="3238500"/>
          <p14:tracePt t="14686" x="5734050" y="3295650"/>
          <p14:tracePt t="14694" x="5727700" y="3352800"/>
          <p14:tracePt t="14702" x="5705475" y="3424238"/>
          <p14:tracePt t="14710" x="5699125" y="3467100"/>
          <p14:tracePt t="14718" x="5699125" y="3524250"/>
          <p14:tracePt t="14726" x="5699125" y="3595688"/>
          <p14:tracePt t="14734" x="5699125" y="3644900"/>
          <p14:tracePt t="14742" x="5705475" y="3709988"/>
          <p14:tracePt t="14751" x="5719763" y="3767138"/>
          <p14:tracePt t="14758" x="5741988" y="3830638"/>
          <p14:tracePt t="14766" x="5776913" y="3916363"/>
          <p14:tracePt t="14774" x="5819775" y="4002088"/>
          <p14:tracePt t="14782" x="5884863" y="4108450"/>
          <p14:tracePt t="14790" x="5956300" y="4208463"/>
          <p14:tracePt t="14798" x="6013450" y="4279900"/>
          <p14:tracePt t="14806" x="6056313" y="4351338"/>
          <p14:tracePt t="14814" x="6091238" y="4394200"/>
          <p14:tracePt t="14822" x="6126163" y="4437063"/>
          <p14:tracePt t="14830" x="6169025" y="4494213"/>
          <p14:tracePt t="14838" x="6205538" y="4530725"/>
          <p14:tracePt t="14846" x="6248400" y="4572000"/>
          <p14:tracePt t="14854" x="6297613" y="4608513"/>
          <p14:tracePt t="14862" x="6334125" y="4629150"/>
          <p14:tracePt t="14870" x="6376988" y="4657725"/>
          <p14:tracePt t="14878" x="6434138" y="4686300"/>
          <p14:tracePt t="14886" x="6477000" y="4700588"/>
          <p14:tracePt t="14902" x="6569075" y="4737100"/>
          <p14:tracePt t="14910" x="6618288" y="4765675"/>
          <p14:tracePt t="14918" x="6661150" y="4786313"/>
          <p14:tracePt t="14926" x="6711950" y="4794250"/>
          <p14:tracePt t="14934" x="6746875" y="4794250"/>
          <p14:tracePt t="14942" x="6783388" y="4800600"/>
          <p14:tracePt t="14951" x="6811963" y="4800600"/>
          <p14:tracePt t="14958" x="6832600" y="4800600"/>
          <p14:tracePt t="14967" x="6846888" y="4800600"/>
          <p14:tracePt t="14974" x="6861175" y="4800600"/>
          <p14:tracePt t="14982" x="6875463" y="4800600"/>
          <p14:tracePt t="14990" x="6875463" y="4786313"/>
          <p14:tracePt t="14998" x="6889750" y="4765675"/>
          <p14:tracePt t="15006" x="6889750" y="4751388"/>
          <p14:tracePt t="15014" x="6897688" y="4743450"/>
          <p14:tracePt t="15022" x="6897688" y="4737100"/>
          <p14:tracePt t="15030" x="6897688" y="4722813"/>
          <p14:tracePt t="15446" x="6897688" y="4714875"/>
          <p14:tracePt t="15454" x="6875463" y="4714875"/>
          <p14:tracePt t="15462" x="6854825" y="4714875"/>
          <p14:tracePt t="15470" x="6832600" y="4714875"/>
          <p14:tracePt t="15478" x="6811963" y="4714875"/>
          <p14:tracePt t="15486" x="6775450" y="4714875"/>
          <p14:tracePt t="15494" x="6740525" y="4722813"/>
          <p14:tracePt t="15502" x="6704013" y="4729163"/>
          <p14:tracePt t="15510" x="6646863" y="4743450"/>
          <p14:tracePt t="15518" x="6597650" y="4765675"/>
          <p14:tracePt t="15526" x="6548438" y="4772025"/>
          <p14:tracePt t="15534" x="6491288" y="4794250"/>
          <p14:tracePt t="15542" x="6426200" y="4808538"/>
          <p14:tracePt t="15550" x="6383338" y="4829175"/>
          <p14:tracePt t="15558" x="6319838" y="4865688"/>
          <p14:tracePt t="15566" x="6226175" y="4894263"/>
          <p14:tracePt t="15574" x="6070600" y="4951413"/>
          <p14:tracePt t="15582" x="5756275" y="5057775"/>
          <p14:tracePt t="15590" x="5470525" y="5129213"/>
        </p14:tracePtLst>
      </p14:laserTraceLst>
    </p:ext>
  </p:extLs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5" name="Google Shape;1125;p53"/>
          <p:cNvSpPr txBox="1">
            <a:spLocks noGrp="1"/>
          </p:cNvSpPr>
          <p:nvPr>
            <p:ph type="title"/>
          </p:nvPr>
        </p:nvSpPr>
        <p:spPr>
          <a:xfrm>
            <a:off x="311700" y="34100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Stopping condition</a:t>
            </a:r>
            <a:endParaRPr/>
          </a:p>
        </p:txBody>
      </p:sp>
      <p:sp>
        <p:nvSpPr>
          <p:cNvPr id="1126" name="Google Shape;1126;p53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27</a:t>
            </a:fld>
            <a:endParaRPr/>
          </a:p>
        </p:txBody>
      </p:sp>
      <p:sp>
        <p:nvSpPr>
          <p:cNvPr id="1127" name="Google Shape;1127;p53"/>
          <p:cNvSpPr txBox="1"/>
          <p:nvPr/>
        </p:nvSpPr>
        <p:spPr>
          <a:xfrm>
            <a:off x="269900" y="824675"/>
            <a:ext cx="8742000" cy="123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Applying stop condition (if theta (last yield rate – current yield rate) is less than the tolerance… or … end of max iteration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  <a:p>
            <a:pPr marL="0" lvl="0" indent="0" algn="just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434343"/>
                </a:solidFill>
                <a:highlight>
                  <a:srgbClr val="FFFFFF"/>
                </a:highlight>
                <a:latin typeface="Open Sans"/>
                <a:ea typeface="Open Sans"/>
                <a:cs typeface="Open Sans"/>
                <a:sym typeface="Open Sans"/>
              </a:rPr>
              <a:t>If stop condition is not meets, then update the last yield rate from current yield rate and going to next iteration</a:t>
            </a:r>
            <a:endParaRPr>
              <a:solidFill>
                <a:srgbClr val="434343"/>
              </a:solidFill>
              <a:highlight>
                <a:srgbClr val="FFFFFF"/>
              </a:highlight>
              <a:latin typeface="Open Sans"/>
              <a:ea typeface="Open Sans"/>
              <a:cs typeface="Open Sans"/>
              <a:sym typeface="Open Sans"/>
            </a:endParaRPr>
          </a:p>
        </p:txBody>
      </p:sp>
      <p:graphicFrame>
        <p:nvGraphicFramePr>
          <p:cNvPr id="1128" name="Google Shape;1128;p53"/>
          <p:cNvGraphicFramePr/>
          <p:nvPr/>
        </p:nvGraphicFramePr>
        <p:xfrm>
          <a:off x="1867763" y="2061950"/>
          <a:ext cx="5629875" cy="278332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5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Iter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EM RESULT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Δ (MSE)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	MS-14 	LK-06 	LK-12  	SP-06</a:t>
                      </a:r>
                      <a:endParaRPr b="1"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D9D9D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0.65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50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0.903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6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0.6736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0.1761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1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0.594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0.963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4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0.7303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0.1024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0.562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7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 	0.987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0.7817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0.0648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3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0.545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9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 	0.9958	0.820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9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0.0435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019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...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27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0.506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 	1.0000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0.970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0.0011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28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0.5059	0.7071 	1.0000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0.971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2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0.0010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29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0.5057	0.7071 	1.0000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0.9721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0.0009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sp>
        <p:nvSpPr>
          <p:cNvPr id="1129" name="Google Shape;1129;p53"/>
          <p:cNvSpPr/>
          <p:nvPr/>
        </p:nvSpPr>
        <p:spPr>
          <a:xfrm>
            <a:off x="1844725" y="34100"/>
            <a:ext cx="746400" cy="225900"/>
          </a:xfrm>
          <a:prstGeom prst="roundRect">
            <a:avLst>
              <a:gd name="adj" fmla="val 16667"/>
            </a:avLst>
          </a:prstGeom>
          <a:solidFill>
            <a:srgbClr val="0000FF"/>
          </a:solidFill>
          <a:ln w="9525" cap="flat" cmpd="sng">
            <a:solidFill>
              <a:srgbClr val="0000FF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rgbClr val="FFFFFF"/>
                </a:solidFill>
                <a:latin typeface="Dosis"/>
                <a:ea typeface="Dosis"/>
                <a:cs typeface="Dosis"/>
                <a:sym typeface="Dosis"/>
              </a:rPr>
              <a:t>STEP 6</a:t>
            </a:r>
            <a:endParaRPr sz="1200" b="1">
              <a:solidFill>
                <a:srgbClr val="FFFFFF"/>
              </a:solidFill>
              <a:latin typeface="Dosis"/>
              <a:ea typeface="Dosis"/>
              <a:cs typeface="Dosis"/>
              <a:sym typeface="Dosis"/>
            </a:endParaRPr>
          </a:p>
        </p:txBody>
      </p:sp>
      <p:grpSp>
        <p:nvGrpSpPr>
          <p:cNvPr id="1130" name="Google Shape;1130;p53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31" name="Google Shape;1131;p53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32" name="Google Shape;1132;p53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8912">
        <p14:gallery dir="l"/>
      </p:transition>
    </mc:Choice>
    <mc:Fallback xmlns="">
      <p:transition spd="slow" advTm="18912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2352" x="2074863" y="2732088"/>
          <p14:tracePt t="2368" x="2074863" y="2717800"/>
          <p14:tracePt t="2392" x="2074863" y="2711450"/>
          <p14:tracePt t="2416" x="2074863" y="2697163"/>
          <p14:tracePt t="2440" x="2074863" y="2689225"/>
          <p14:tracePt t="2496" x="2074863" y="2682875"/>
          <p14:tracePt t="2504" x="2082800" y="2674938"/>
          <p14:tracePt t="2536" x="2097088" y="2674938"/>
          <p14:tracePt t="2544" x="2103438" y="2674938"/>
          <p14:tracePt t="2552" x="2125663" y="2674938"/>
          <p14:tracePt t="2560" x="2146300" y="2674938"/>
          <p14:tracePt t="2568" x="2160588" y="2674938"/>
          <p14:tracePt t="2576" x="2168525" y="2682875"/>
          <p14:tracePt t="2584" x="2182813" y="2697163"/>
          <p14:tracePt t="2592" x="2189163" y="2697163"/>
          <p14:tracePt t="2600" x="2189163" y="2703513"/>
          <p14:tracePt t="2608" x="2197100" y="2717800"/>
          <p14:tracePt t="2617" x="2197100" y="2725738"/>
          <p14:tracePt t="2624" x="2197100" y="2740025"/>
          <p14:tracePt t="2633" x="2197100" y="2746375"/>
          <p14:tracePt t="2640" x="2197100" y="2768600"/>
          <p14:tracePt t="2648" x="2197100" y="2774950"/>
          <p14:tracePt t="2656" x="2197100" y="2797175"/>
          <p14:tracePt t="2664" x="2197100" y="2817813"/>
          <p14:tracePt t="2672" x="2197100" y="2846388"/>
          <p14:tracePt t="2680" x="2197100" y="2854325"/>
          <p14:tracePt t="2688" x="2197100" y="2874963"/>
          <p14:tracePt t="2696" x="2197100" y="2909888"/>
          <p14:tracePt t="2704" x="2189163" y="2932113"/>
          <p14:tracePt t="2712" x="2189163" y="2967038"/>
          <p14:tracePt t="2720" x="2189163" y="2989263"/>
          <p14:tracePt t="2728" x="2189163" y="3003550"/>
          <p14:tracePt t="2736" x="2189163" y="3024188"/>
          <p14:tracePt t="2744" x="2189163" y="3038475"/>
          <p14:tracePt t="2752" x="2189163" y="3060700"/>
          <p14:tracePt t="2760" x="2189163" y="3067050"/>
          <p14:tracePt t="2768" x="2189163" y="3089275"/>
          <p14:tracePt t="2776" x="2189163" y="3095625"/>
          <p14:tracePt t="2784" x="2189163" y="3117850"/>
          <p14:tracePt t="2792" x="2189163" y="3138488"/>
          <p14:tracePt t="2800" x="2189163" y="3167063"/>
          <p14:tracePt t="2808" x="2189163" y="3181350"/>
          <p14:tracePt t="2817" x="2189163" y="3203575"/>
          <p14:tracePt t="2824" x="2197100" y="3232150"/>
          <p14:tracePt t="2833" x="2197100" y="3252788"/>
          <p14:tracePt t="2840" x="2203450" y="3281363"/>
          <p14:tracePt t="2848" x="2203450" y="3309938"/>
          <p14:tracePt t="2856" x="2211388" y="3346450"/>
          <p14:tracePt t="2865" x="2211388" y="3367088"/>
          <p14:tracePt t="2872" x="2217738" y="3395663"/>
          <p14:tracePt t="2880" x="2217738" y="3409950"/>
          <p14:tracePt t="2888" x="2225675" y="3438525"/>
          <p14:tracePt t="2896" x="2225675" y="3452813"/>
          <p14:tracePt t="2904" x="2225675" y="3473450"/>
          <p14:tracePt t="2912" x="2225675" y="3487738"/>
          <p14:tracePt t="2920" x="2225675" y="3509963"/>
          <p14:tracePt t="2928" x="2225675" y="3538538"/>
          <p14:tracePt t="2937" x="2225675" y="3567113"/>
          <p14:tracePt t="2944" x="2225675" y="3587750"/>
          <p14:tracePt t="2952" x="2225675" y="3609975"/>
          <p14:tracePt t="2960" x="2225675" y="3638550"/>
          <p14:tracePt t="2968" x="2225675" y="3652838"/>
          <p14:tracePt t="2976" x="2225675" y="3673475"/>
          <p14:tracePt t="2984" x="2225675" y="3695700"/>
          <p14:tracePt t="2992" x="2232025" y="3702050"/>
          <p14:tracePt t="3000" x="2239963" y="3724275"/>
          <p14:tracePt t="3008" x="2239963" y="3730625"/>
          <p14:tracePt t="3024" x="2239963" y="3738563"/>
          <p14:tracePt t="3033" x="2254250" y="3752850"/>
          <p14:tracePt t="3136" x="2260600" y="3752850"/>
          <p14:tracePt t="3144" x="2268538" y="3752850"/>
          <p14:tracePt t="3152" x="2282825" y="3744913"/>
          <p14:tracePt t="3160" x="2289175" y="3730625"/>
          <p14:tracePt t="3168" x="2303463" y="3709988"/>
          <p14:tracePt t="3176" x="2303463" y="3687763"/>
          <p14:tracePt t="3184" x="2303463" y="3667125"/>
          <p14:tracePt t="3192" x="2311400" y="3644900"/>
          <p14:tracePt t="3200" x="2311400" y="3609975"/>
          <p14:tracePt t="3208" x="2317750" y="3587750"/>
          <p14:tracePt t="3217" x="2317750" y="3552825"/>
          <p14:tracePt t="3224" x="2317750" y="3524250"/>
          <p14:tracePt t="3233" x="2317750" y="3495675"/>
          <p14:tracePt t="3240" x="2317750" y="3473450"/>
          <p14:tracePt t="3248" x="2317750" y="3459163"/>
          <p14:tracePt t="3256" x="2317750" y="3430588"/>
          <p14:tracePt t="3264" x="2317750" y="3409950"/>
          <p14:tracePt t="3272" x="2317750" y="3389313"/>
          <p14:tracePt t="3280" x="2317750" y="3375025"/>
          <p14:tracePt t="3288" x="2317750" y="3352800"/>
          <p14:tracePt t="3296" x="2317750" y="3332163"/>
          <p14:tracePt t="3304" x="2317750" y="3309938"/>
          <p14:tracePt t="3312" x="2317750" y="3295650"/>
          <p14:tracePt t="3320" x="2317750" y="3275013"/>
          <p14:tracePt t="3328" x="2317750" y="3260725"/>
          <p14:tracePt t="3336" x="2317750" y="3252788"/>
          <p14:tracePt t="3344" x="2317750" y="3238500"/>
          <p14:tracePt t="3352" x="2317750" y="3224213"/>
          <p14:tracePt t="3360" x="2317750" y="3209925"/>
          <p14:tracePt t="3368" x="2317750" y="3195638"/>
          <p14:tracePt t="3376" x="2317750" y="3189288"/>
          <p14:tracePt t="3384" x="2317750" y="3175000"/>
          <p14:tracePt t="3392" x="2317750" y="3160713"/>
          <p14:tracePt t="3400" x="2317750" y="3146425"/>
          <p14:tracePt t="3408" x="2317750" y="3124200"/>
          <p14:tracePt t="3417" x="2311400" y="3109913"/>
          <p14:tracePt t="3424" x="2311400" y="3103563"/>
          <p14:tracePt t="3433" x="2311400" y="3081338"/>
          <p14:tracePt t="3440" x="2311400" y="3060700"/>
          <p14:tracePt t="3448" x="2311400" y="3046413"/>
          <p14:tracePt t="3456" x="2311400" y="3032125"/>
          <p14:tracePt t="3465" x="2311400" y="3017838"/>
          <p14:tracePt t="3472" x="2311400" y="3003550"/>
          <p14:tracePt t="3480" x="2311400" y="2995613"/>
          <p14:tracePt t="3488" x="2311400" y="2981325"/>
          <p14:tracePt t="3496" x="2311400" y="2967038"/>
          <p14:tracePt t="3504" x="2311400" y="2952750"/>
          <p14:tracePt t="3520" x="2311400" y="2946400"/>
          <p14:tracePt t="3528" x="2311400" y="2932113"/>
          <p14:tracePt t="3544" x="2311400" y="2924175"/>
          <p14:tracePt t="3552" x="2311400" y="2917825"/>
          <p14:tracePt t="3560" x="2311400" y="2909888"/>
          <p14:tracePt t="3576" x="2303463" y="2903538"/>
          <p14:tracePt t="3584" x="2303463" y="2895600"/>
          <p14:tracePt t="3592" x="2303463" y="2889250"/>
          <p14:tracePt t="3616" x="2303463" y="2874963"/>
          <p14:tracePt t="3633" x="2303463" y="2860675"/>
          <p14:tracePt t="3640" x="2303463" y="2854325"/>
          <p14:tracePt t="3648" x="2303463" y="2846388"/>
          <p14:tracePt t="3656" x="2303463" y="2840038"/>
          <p14:tracePt t="3664" x="2303463" y="2832100"/>
          <p14:tracePt t="3672" x="2303463" y="2825750"/>
          <p14:tracePt t="3688" x="2303463" y="2817813"/>
          <p14:tracePt t="3720" x="2303463" y="2811463"/>
          <p14:tracePt t="3840" x="2303463" y="2817813"/>
          <p14:tracePt t="3848" x="2303463" y="2825750"/>
          <p14:tracePt t="3856" x="2303463" y="2840038"/>
          <p14:tracePt t="3864" x="2303463" y="2854325"/>
          <p14:tracePt t="3872" x="2303463" y="2867025"/>
          <p14:tracePt t="3888" x="2311400" y="2881313"/>
          <p14:tracePt t="3896" x="2311400" y="2889250"/>
          <p14:tracePt t="3904" x="2311400" y="2895600"/>
          <p14:tracePt t="3912" x="2311400" y="2903538"/>
          <p14:tracePt t="3920" x="2311400" y="2909888"/>
          <p14:tracePt t="3936" x="2311400" y="2917825"/>
          <p14:tracePt t="3944" x="2311400" y="2924175"/>
          <p14:tracePt t="3952" x="2311400" y="2932113"/>
          <p14:tracePt t="3968" x="2311400" y="2938463"/>
          <p14:tracePt t="3976" x="2311400" y="2946400"/>
          <p14:tracePt t="3984" x="2311400" y="2960688"/>
          <p14:tracePt t="3992" x="2311400" y="2974975"/>
          <p14:tracePt t="4000" x="2311400" y="2989263"/>
          <p14:tracePt t="4008" x="2311400" y="3009900"/>
          <p14:tracePt t="4017" x="2311400" y="3017838"/>
          <p14:tracePt t="4024" x="2311400" y="3032125"/>
          <p14:tracePt t="4032" x="2311400" y="3052763"/>
          <p14:tracePt t="4040" x="2311400" y="3074988"/>
          <p14:tracePt t="4048" x="2311400" y="3095625"/>
          <p14:tracePt t="4056" x="2311400" y="3117850"/>
          <p14:tracePt t="4064" x="2311400" y="3138488"/>
          <p14:tracePt t="4072" x="2311400" y="3160713"/>
          <p14:tracePt t="4080" x="2311400" y="3189288"/>
          <p14:tracePt t="4088" x="2317750" y="3217863"/>
          <p14:tracePt t="4096" x="2332038" y="3252788"/>
          <p14:tracePt t="4104" x="2339975" y="3281363"/>
          <p14:tracePt t="4112" x="2346325" y="3317875"/>
          <p14:tracePt t="4120" x="2354263" y="3352800"/>
          <p14:tracePt t="4128" x="2360613" y="3389313"/>
          <p14:tracePt t="4136" x="2368550" y="3424238"/>
          <p14:tracePt t="4144" x="2368550" y="3452813"/>
          <p14:tracePt t="4152" x="2368550" y="3487738"/>
          <p14:tracePt t="4160" x="2374900" y="3509963"/>
          <p14:tracePt t="4168" x="2374900" y="3516313"/>
          <p14:tracePt t="4176" x="2382838" y="3530600"/>
          <p14:tracePt t="4185" x="2382838" y="3538538"/>
          <p14:tracePt t="4200" x="2382838" y="3544888"/>
          <p14:tracePt t="4304" x="2382838" y="3538538"/>
          <p14:tracePt t="4312" x="2382838" y="3524250"/>
          <p14:tracePt t="4320" x="2382838" y="3495675"/>
          <p14:tracePt t="4328" x="2382838" y="3467100"/>
          <p14:tracePt t="4336" x="2382838" y="3417888"/>
          <p14:tracePt t="4344" x="2382838" y="3381375"/>
          <p14:tracePt t="4352" x="2382838" y="3332163"/>
          <p14:tracePt t="4360" x="2382838" y="3281363"/>
          <p14:tracePt t="4368" x="2382838" y="3252788"/>
          <p14:tracePt t="4376" x="2382838" y="3224213"/>
          <p14:tracePt t="4385" x="2382838" y="3195638"/>
          <p14:tracePt t="4392" x="2382838" y="3181350"/>
          <p14:tracePt t="4400" x="2382838" y="3167063"/>
          <p14:tracePt t="4408" x="2382838" y="3160713"/>
          <p14:tracePt t="4417" x="2382838" y="3138488"/>
          <p14:tracePt t="4424" x="2382838" y="3124200"/>
          <p14:tracePt t="4433" x="2382838" y="3109913"/>
          <p14:tracePt t="4440" x="2382838" y="3095625"/>
          <p14:tracePt t="4448" x="2382838" y="3089275"/>
          <p14:tracePt t="4456" x="2382838" y="3081338"/>
          <p14:tracePt t="4464" x="2382838" y="3067050"/>
          <p14:tracePt t="4472" x="2382838" y="3060700"/>
          <p14:tracePt t="4480" x="2382838" y="3046413"/>
          <p14:tracePt t="4488" x="2382838" y="3038475"/>
          <p14:tracePt t="4496" x="2382838" y="3024188"/>
          <p14:tracePt t="4504" x="2382838" y="3017838"/>
          <p14:tracePt t="4512" x="2382838" y="3009900"/>
          <p14:tracePt t="4520" x="2382838" y="3003550"/>
          <p14:tracePt t="4528" x="2382838" y="2995613"/>
          <p14:tracePt t="4536" x="2382838" y="2989263"/>
          <p14:tracePt t="4544" x="2382838" y="2981325"/>
          <p14:tracePt t="4552" x="2382838" y="2974975"/>
          <p14:tracePt t="4560" x="2382838" y="2967038"/>
          <p14:tracePt t="4568" x="2382838" y="2960688"/>
          <p14:tracePt t="4576" x="2382838" y="2952750"/>
          <p14:tracePt t="4592" x="2382838" y="2946400"/>
          <p14:tracePt t="4600" x="2382838" y="2932113"/>
          <p14:tracePt t="4624" x="2382838" y="2924175"/>
          <p14:tracePt t="4633" x="2382838" y="2917825"/>
          <p14:tracePt t="4648" x="2382838" y="2903538"/>
          <p14:tracePt t="4664" x="2382838" y="2895600"/>
          <p14:tracePt t="4672" x="2382838" y="2889250"/>
          <p14:tracePt t="4696" x="2382838" y="2881313"/>
          <p14:tracePt t="4704" x="2382838" y="2874963"/>
          <p14:tracePt t="4736" x="2382838" y="2867025"/>
          <p14:tracePt t="4768" x="2382838" y="2860675"/>
          <p14:tracePt t="4776" x="2382838" y="2846388"/>
          <p14:tracePt t="4800" x="2382838" y="2840038"/>
          <p14:tracePt t="4808" x="2382838" y="2832100"/>
          <p14:tracePt t="4832" x="2382838" y="2817813"/>
          <p14:tracePt t="4840" x="2382838" y="2811463"/>
          <p14:tracePt t="4856" x="2382838" y="2803525"/>
          <p14:tracePt t="4896" x="2382838" y="2797175"/>
          <p14:tracePt t="4992" x="2389188" y="2797175"/>
          <p14:tracePt t="5000" x="2397125" y="2811463"/>
          <p14:tracePt t="5008" x="2397125" y="2832100"/>
          <p14:tracePt t="5017" x="2403475" y="2846388"/>
          <p14:tracePt t="5024" x="2403475" y="2867025"/>
          <p14:tracePt t="5040" x="2411413" y="2889250"/>
          <p14:tracePt t="5048" x="2417763" y="2903538"/>
          <p14:tracePt t="5056" x="2417763" y="2909888"/>
          <p14:tracePt t="5064" x="2417763" y="2932113"/>
          <p14:tracePt t="5072" x="2425700" y="2946400"/>
          <p14:tracePt t="5080" x="2425700" y="2974975"/>
          <p14:tracePt t="5088" x="2425700" y="2995613"/>
          <p14:tracePt t="5096" x="2425700" y="3017838"/>
          <p14:tracePt t="5104" x="2432050" y="3046413"/>
          <p14:tracePt t="5112" x="2432050" y="3074988"/>
          <p14:tracePt t="5120" x="2446338" y="3081338"/>
          <p14:tracePt t="5128" x="2446338" y="3103563"/>
          <p14:tracePt t="5136" x="2446338" y="3117850"/>
          <p14:tracePt t="5144" x="2446338" y="3138488"/>
          <p14:tracePt t="5152" x="2446338" y="3160713"/>
          <p14:tracePt t="5160" x="2446338" y="3175000"/>
          <p14:tracePt t="5168" x="2446338" y="3181350"/>
          <p14:tracePt t="5177" x="2454275" y="3195638"/>
          <p14:tracePt t="5184" x="2454275" y="3203575"/>
          <p14:tracePt t="5200" x="2454275" y="3209925"/>
          <p14:tracePt t="5208" x="2454275" y="3217863"/>
          <p14:tracePt t="5320" x="2454275" y="3209925"/>
          <p14:tracePt t="5336" x="2454275" y="3203575"/>
          <p14:tracePt t="5344" x="2454275" y="3189288"/>
          <p14:tracePt t="5400" x="2454275" y="3181350"/>
          <p14:tracePt t="5440" x="2454275" y="3203575"/>
          <p14:tracePt t="5456" x="2454275" y="3209925"/>
          <p14:tracePt t="5569" x="2446338" y="3209925"/>
          <p14:tracePt t="5576" x="2439988" y="3203575"/>
          <p14:tracePt t="5584" x="2425700" y="3195638"/>
          <p14:tracePt t="5592" x="2411413" y="3181350"/>
          <p14:tracePt t="5600" x="2403475" y="3175000"/>
          <p14:tracePt t="5624" x="2403475" y="3167063"/>
          <p14:tracePt t="5633" x="2397125" y="3160713"/>
          <p14:tracePt t="5648" x="2397125" y="3146425"/>
          <p14:tracePt t="5656" x="2397125" y="3138488"/>
          <p14:tracePt t="5672" x="2397125" y="3124200"/>
          <p14:tracePt t="5688" x="2397125" y="3117850"/>
          <p14:tracePt t="5704" x="2397125" y="3103563"/>
          <p14:tracePt t="5712" x="2397125" y="3095625"/>
          <p14:tracePt t="5720" x="2397125" y="3089275"/>
          <p14:tracePt t="5752" x="2397125" y="3081338"/>
          <p14:tracePt t="5760" x="2397125" y="3074988"/>
          <p14:tracePt t="5776" x="2397125" y="3060700"/>
          <p14:tracePt t="5792" x="2397125" y="3052763"/>
          <p14:tracePt t="5808" x="2397125" y="3046413"/>
          <p14:tracePt t="5817" x="2397125" y="3038475"/>
          <p14:tracePt t="5824" x="2397125" y="3032125"/>
          <p14:tracePt t="5840" x="2397125" y="3024188"/>
          <p14:tracePt t="5848" x="2389188" y="3003550"/>
          <p14:tracePt t="5856" x="2382838" y="2995613"/>
          <p14:tracePt t="5872" x="2382838" y="2981325"/>
          <p14:tracePt t="5880" x="2374900" y="2981325"/>
          <p14:tracePt t="5888" x="2374900" y="2967038"/>
          <p14:tracePt t="5896" x="2368550" y="2967038"/>
          <p14:tracePt t="5904" x="2360613" y="2960688"/>
          <p14:tracePt t="5920" x="2346325" y="2946400"/>
          <p14:tracePt t="5968" x="2346325" y="2938463"/>
          <p14:tracePt t="5976" x="2346325" y="2932113"/>
          <p14:tracePt t="6000" x="2339975" y="2924175"/>
          <p14:tracePt t="6024" x="2339975" y="2909888"/>
          <p14:tracePt t="6032" x="2332038" y="2895600"/>
          <p14:tracePt t="6072" x="2325688" y="2895600"/>
          <p14:tracePt t="6121" x="2325688" y="2889250"/>
          <p14:tracePt t="6312" x="2311400" y="2903538"/>
          <p14:tracePt t="6360" x="2311400" y="2909888"/>
          <p14:tracePt t="6392" x="2311400" y="2917825"/>
          <p14:tracePt t="6408" x="2311400" y="2924175"/>
          <p14:tracePt t="6424" x="2311400" y="2932113"/>
          <p14:tracePt t="6448" x="2311400" y="2938463"/>
          <p14:tracePt t="6464" x="2311400" y="2946400"/>
          <p14:tracePt t="6472" x="2311400" y="2952750"/>
          <p14:tracePt t="6488" x="2311400" y="2960688"/>
          <p14:tracePt t="6520" x="2311400" y="2974975"/>
          <p14:tracePt t="6536" x="2311400" y="2981325"/>
          <p14:tracePt t="6552" x="2311400" y="2989263"/>
          <p14:tracePt t="6560" x="2311400" y="2995613"/>
          <p14:tracePt t="6576" x="2311400" y="3003550"/>
          <p14:tracePt t="6592" x="2311400" y="3009900"/>
          <p14:tracePt t="6608" x="2311400" y="3017838"/>
          <p14:tracePt t="6617" x="2311400" y="3024188"/>
          <p14:tracePt t="6634" x="2311400" y="3032125"/>
          <p14:tracePt t="6640" x="2311400" y="3038475"/>
          <p14:tracePt t="6665" x="2311400" y="3052763"/>
          <p14:tracePt t="6672" x="2311400" y="3060700"/>
          <p14:tracePt t="6680" x="2311400" y="3067050"/>
          <p14:tracePt t="6688" x="2311400" y="3081338"/>
          <p14:tracePt t="6696" x="2311400" y="3089275"/>
          <p14:tracePt t="6704" x="2317750" y="3109913"/>
          <p14:tracePt t="6712" x="2317750" y="3117850"/>
          <p14:tracePt t="6720" x="2317750" y="3132138"/>
          <p14:tracePt t="6728" x="2317750" y="3138488"/>
          <p14:tracePt t="6736" x="2317750" y="3152775"/>
          <p14:tracePt t="6744" x="2317750" y="3167063"/>
          <p14:tracePt t="6752" x="2317750" y="3181350"/>
          <p14:tracePt t="6760" x="2332038" y="3195638"/>
          <p14:tracePt t="6768" x="2332038" y="3203575"/>
          <p14:tracePt t="6776" x="2332038" y="3217863"/>
          <p14:tracePt t="6784" x="2332038" y="3224213"/>
          <p14:tracePt t="6792" x="2332038" y="3238500"/>
          <p14:tracePt t="6800" x="2332038" y="3252788"/>
          <p14:tracePt t="6808" x="2332038" y="3275013"/>
          <p14:tracePt t="6817" x="2339975" y="3289300"/>
          <p14:tracePt t="6824" x="2339975" y="3303588"/>
          <p14:tracePt t="6833" x="2339975" y="3309938"/>
          <p14:tracePt t="6840" x="2339975" y="3324225"/>
          <p14:tracePt t="6848" x="2339975" y="3332163"/>
          <p14:tracePt t="6856" x="2339975" y="3352800"/>
          <p14:tracePt t="6864" x="2339975" y="3360738"/>
          <p14:tracePt t="6872" x="2346325" y="3375025"/>
          <p14:tracePt t="6880" x="2346325" y="3381375"/>
          <p14:tracePt t="6888" x="2346325" y="3403600"/>
          <p14:tracePt t="6896" x="2360613" y="3424238"/>
          <p14:tracePt t="6904" x="2360613" y="3438525"/>
          <p14:tracePt t="6912" x="2360613" y="3452813"/>
          <p14:tracePt t="6920" x="2360613" y="3467100"/>
          <p14:tracePt t="6929" x="2360613" y="3487738"/>
          <p14:tracePt t="6936" x="2368550" y="3502025"/>
          <p14:tracePt t="6944" x="2368550" y="3516313"/>
          <p14:tracePt t="6952" x="2374900" y="3538538"/>
          <p14:tracePt t="6960" x="2374900" y="3559175"/>
          <p14:tracePt t="6968" x="2389188" y="3567113"/>
          <p14:tracePt t="6976" x="2397125" y="3581400"/>
          <p14:tracePt t="6984" x="2397125" y="3595688"/>
          <p14:tracePt t="6992" x="2411413" y="3609975"/>
          <p14:tracePt t="7000" x="2411413" y="3624263"/>
          <p14:tracePt t="7017" x="2425700" y="3667125"/>
          <p14:tracePt t="7024" x="2425700" y="3702050"/>
          <p14:tracePt t="7033" x="2425700" y="3730625"/>
          <p14:tracePt t="7040" x="2425700" y="3759200"/>
          <p14:tracePt t="7048" x="2425700" y="3787775"/>
          <p14:tracePt t="7056" x="2425700" y="3824288"/>
          <p14:tracePt t="7064" x="2439988" y="3867150"/>
          <p14:tracePt t="7072" x="2446338" y="3938588"/>
          <p14:tracePt t="7080" x="2446338" y="3995738"/>
          <p14:tracePt t="7088" x="2454275" y="4051300"/>
          <p14:tracePt t="7096" x="2454275" y="4116388"/>
          <p14:tracePt t="7104" x="2454275" y="4179888"/>
          <p14:tracePt t="7112" x="2460625" y="4230688"/>
          <p14:tracePt t="7120" x="2460625" y="4279900"/>
          <p14:tracePt t="7128" x="2482850" y="4330700"/>
          <p14:tracePt t="7136" x="2482850" y="4373563"/>
          <p14:tracePt t="7145" x="2482850" y="4402138"/>
          <p14:tracePt t="7152" x="2482850" y="4445000"/>
          <p14:tracePt t="7160" x="2482850" y="4487863"/>
          <p14:tracePt t="7168" x="2482850" y="4516438"/>
          <p14:tracePt t="7176" x="2482850" y="4545013"/>
          <p14:tracePt t="7184" x="2482850" y="4572000"/>
          <p14:tracePt t="7192" x="2482850" y="4586288"/>
          <p14:tracePt t="7200" x="2482850" y="4594225"/>
          <p14:tracePt t="7208" x="2482850" y="4600575"/>
          <p14:tracePt t="7264" x="2468563" y="4600575"/>
          <p14:tracePt t="7272" x="2454275" y="4594225"/>
          <p14:tracePt t="7280" x="2425700" y="4559300"/>
          <p14:tracePt t="7288" x="2389188" y="4516438"/>
          <p14:tracePt t="7296" x="2360613" y="4473575"/>
          <p14:tracePt t="7304" x="2339975" y="4422775"/>
          <p14:tracePt t="7312" x="2311400" y="4387850"/>
          <p14:tracePt t="7320" x="2289175" y="4337050"/>
          <p14:tracePt t="7328" x="2274888" y="4316413"/>
          <p14:tracePt t="7336" x="2268538" y="4251325"/>
          <p14:tracePt t="7344" x="2260600" y="4216400"/>
          <p14:tracePt t="7352" x="2260600" y="4173538"/>
          <p14:tracePt t="7360" x="2260600" y="4137025"/>
          <p14:tracePt t="7368" x="2260600" y="4094163"/>
          <p14:tracePt t="7376" x="2260600" y="4059238"/>
          <p14:tracePt t="7384" x="2260600" y="4022725"/>
          <p14:tracePt t="7392" x="2260600" y="3987800"/>
          <p14:tracePt t="7400" x="2260600" y="3952875"/>
          <p14:tracePt t="7408" x="2260600" y="3902075"/>
          <p14:tracePt t="7417" x="2268538" y="3852863"/>
          <p14:tracePt t="7424" x="2268538" y="3816350"/>
          <p14:tracePt t="7433" x="2282825" y="3767138"/>
          <p14:tracePt t="7440" x="2282825" y="3724275"/>
          <p14:tracePt t="7448" x="2282825" y="3687763"/>
          <p14:tracePt t="7456" x="2282825" y="3644900"/>
          <p14:tracePt t="7464" x="2297113" y="3624263"/>
          <p14:tracePt t="7472" x="2303463" y="3573463"/>
          <p14:tracePt t="7480" x="2303463" y="3544888"/>
          <p14:tracePt t="7488" x="2303463" y="3524250"/>
          <p14:tracePt t="7496" x="2303463" y="3495675"/>
          <p14:tracePt t="7504" x="2303463" y="3467100"/>
          <p14:tracePt t="7512" x="2303463" y="3438525"/>
          <p14:tracePt t="7520" x="2303463" y="3417888"/>
          <p14:tracePt t="7528" x="2303463" y="3395663"/>
          <p14:tracePt t="7536" x="2303463" y="3367088"/>
          <p14:tracePt t="7544" x="2303463" y="3338513"/>
          <p14:tracePt t="7552" x="2303463" y="3317875"/>
          <p14:tracePt t="7560" x="2303463" y="3303588"/>
          <p14:tracePt t="7568" x="2303463" y="3267075"/>
          <p14:tracePt t="7576" x="2303463" y="3246438"/>
          <p14:tracePt t="7584" x="2303463" y="3217863"/>
          <p14:tracePt t="7592" x="2289175" y="3189288"/>
          <p14:tracePt t="7600" x="2289175" y="3167063"/>
          <p14:tracePt t="7608" x="2289175" y="3138488"/>
          <p14:tracePt t="7617" x="2289175" y="3117850"/>
          <p14:tracePt t="7624" x="2289175" y="3103563"/>
          <p14:tracePt t="7633" x="2282825" y="3067050"/>
          <p14:tracePt t="7640" x="2282825" y="3052763"/>
          <p14:tracePt t="7648" x="2274888" y="3046413"/>
          <p14:tracePt t="7656" x="2274888" y="3032125"/>
          <p14:tracePt t="7665" x="2274888" y="3024188"/>
          <p14:tracePt t="7672" x="2274888" y="3003550"/>
          <p14:tracePt t="7680" x="2274888" y="2995613"/>
          <p14:tracePt t="7688" x="2268538" y="2981325"/>
          <p14:tracePt t="7696" x="2268538" y="2974975"/>
          <p14:tracePt t="7704" x="2268538" y="2960688"/>
          <p14:tracePt t="7728" x="2268538" y="2952750"/>
          <p14:tracePt t="7737" x="2260600" y="2952750"/>
          <p14:tracePt t="7832" x="2254250" y="2960688"/>
          <p14:tracePt t="7840" x="2254250" y="2989263"/>
          <p14:tracePt t="7848" x="2254250" y="3017838"/>
          <p14:tracePt t="7856" x="2254250" y="3052763"/>
          <p14:tracePt t="7864" x="2254250" y="3095625"/>
          <p14:tracePt t="7872" x="2254250" y="3132138"/>
          <p14:tracePt t="7880" x="2254250" y="3175000"/>
          <p14:tracePt t="7888" x="2254250" y="3209925"/>
          <p14:tracePt t="7896" x="2254250" y="3246438"/>
          <p14:tracePt t="7904" x="2254250" y="3281363"/>
          <p14:tracePt t="7912" x="2254250" y="3324225"/>
          <p14:tracePt t="7920" x="2254250" y="3375025"/>
          <p14:tracePt t="7928" x="2254250" y="3424238"/>
          <p14:tracePt t="7936" x="2254250" y="3473450"/>
          <p14:tracePt t="7944" x="2260600" y="3509963"/>
          <p14:tracePt t="7952" x="2260600" y="3544888"/>
          <p14:tracePt t="7960" x="2268538" y="3581400"/>
          <p14:tracePt t="7968" x="2274888" y="3609975"/>
          <p14:tracePt t="7976" x="2274888" y="3630613"/>
          <p14:tracePt t="7984" x="2274888" y="3673475"/>
          <p14:tracePt t="7992" x="2274888" y="3702050"/>
          <p14:tracePt t="8000" x="2274888" y="3730625"/>
          <p14:tracePt t="8018" x="2274888" y="3773488"/>
          <p14:tracePt t="8033" x="2274888" y="3810000"/>
          <p14:tracePt t="8040" x="2274888" y="3830638"/>
          <p14:tracePt t="8048" x="2274888" y="3852863"/>
          <p14:tracePt t="8056" x="2282825" y="3873500"/>
          <p14:tracePt t="8064" x="2282825" y="3902075"/>
          <p14:tracePt t="8072" x="2289175" y="3910013"/>
          <p14:tracePt t="8080" x="2289175" y="3930650"/>
          <p14:tracePt t="8088" x="2289175" y="3952875"/>
          <p14:tracePt t="8096" x="2297113" y="3981450"/>
          <p14:tracePt t="8104" x="2303463" y="4002088"/>
          <p14:tracePt t="8112" x="2303463" y="4022725"/>
          <p14:tracePt t="8120" x="2303463" y="4051300"/>
          <p14:tracePt t="8128" x="2303463" y="4073525"/>
          <p14:tracePt t="8136" x="2303463" y="4094163"/>
          <p14:tracePt t="8144" x="2303463" y="4108450"/>
          <p14:tracePt t="8152" x="2303463" y="4122738"/>
          <p14:tracePt t="8160" x="2303463" y="4144963"/>
          <p14:tracePt t="8168" x="2303463" y="4165600"/>
          <p14:tracePt t="8176" x="2303463" y="4187825"/>
          <p14:tracePt t="8184" x="2303463" y="4208463"/>
          <p14:tracePt t="8192" x="2303463" y="4230688"/>
          <p14:tracePt t="8200" x="2303463" y="4259263"/>
          <p14:tracePt t="8208" x="2311400" y="4265613"/>
          <p14:tracePt t="8217" x="2311400" y="4294188"/>
          <p14:tracePt t="8224" x="2311400" y="4316413"/>
          <p14:tracePt t="8233" x="2317750" y="4330700"/>
          <p14:tracePt t="8240" x="2317750" y="4351338"/>
          <p14:tracePt t="8248" x="2317750" y="4373563"/>
          <p14:tracePt t="8256" x="2325688" y="4387850"/>
          <p14:tracePt t="8264" x="2325688" y="4402138"/>
          <p14:tracePt t="8272" x="2325688" y="4416425"/>
          <p14:tracePt t="8280" x="2325688" y="4437063"/>
          <p14:tracePt t="8288" x="2325688" y="4445000"/>
          <p14:tracePt t="8296" x="2325688" y="4465638"/>
          <p14:tracePt t="8304" x="2325688" y="4479925"/>
          <p14:tracePt t="8312" x="2325688" y="4494213"/>
          <p14:tracePt t="8320" x="2325688" y="4502150"/>
          <p14:tracePt t="8328" x="2325688" y="4508500"/>
          <p14:tracePt t="8336" x="2325688" y="4516438"/>
          <p14:tracePt t="8360" x="2325688" y="4522788"/>
          <p14:tracePt t="8528" x="2325688" y="4516438"/>
          <p14:tracePt t="8544" x="2325688" y="4502150"/>
          <p14:tracePt t="8552" x="2325688" y="4487863"/>
          <p14:tracePt t="8560" x="2325688" y="4473575"/>
          <p14:tracePt t="8568" x="2325688" y="4465638"/>
          <p14:tracePt t="8576" x="2325688" y="4451350"/>
          <p14:tracePt t="8584" x="2325688" y="4437063"/>
          <p14:tracePt t="8592" x="2325688" y="4430713"/>
          <p14:tracePt t="8600" x="2325688" y="4422775"/>
          <p14:tracePt t="8608" x="2325688" y="4408488"/>
          <p14:tracePt t="8617" x="2325688" y="4402138"/>
          <p14:tracePt t="8624" x="2317750" y="4394200"/>
          <p14:tracePt t="8633" x="2317750" y="4373563"/>
          <p14:tracePt t="8640" x="2317750" y="4365625"/>
          <p14:tracePt t="8648" x="2317750" y="4351338"/>
          <p14:tracePt t="8656" x="2317750" y="4337050"/>
          <p14:tracePt t="8664" x="2317750" y="4330700"/>
          <p14:tracePt t="8672" x="2317750" y="4322763"/>
          <p14:tracePt t="8680" x="2317750" y="4308475"/>
          <p14:tracePt t="8696" x="2317750" y="4302125"/>
          <p14:tracePt t="8704" x="2317750" y="4287838"/>
          <p14:tracePt t="8712" x="2317750" y="4273550"/>
          <p14:tracePt t="8720" x="2317750" y="4265613"/>
          <p14:tracePt t="8728" x="2317750" y="4259263"/>
          <p14:tracePt t="8736" x="2317750" y="4251325"/>
          <p14:tracePt t="8744" x="2317750" y="4237038"/>
          <p14:tracePt t="8760" x="2317750" y="4230688"/>
          <p14:tracePt t="8768" x="2317750" y="4216400"/>
          <p14:tracePt t="8784" x="2317750" y="4208463"/>
          <p14:tracePt t="8792" x="2317750" y="4202113"/>
          <p14:tracePt t="8800" x="2317750" y="4194175"/>
          <p14:tracePt t="8808" x="2317750" y="4187825"/>
          <p14:tracePt t="8817" x="2317750" y="4179888"/>
          <p14:tracePt t="8824" x="2317750" y="4173538"/>
          <p14:tracePt t="8840" x="2317750" y="4165600"/>
          <p14:tracePt t="8848" x="2317750" y="4159250"/>
          <p14:tracePt t="8856" x="2317750" y="4151313"/>
          <p14:tracePt t="8872" x="2317750" y="4144963"/>
          <p14:tracePt t="8880" x="2317750" y="4137025"/>
          <p14:tracePt t="8888" x="2317750" y="4130675"/>
          <p14:tracePt t="8920" x="2317750" y="4122738"/>
          <p14:tracePt t="8936" x="2317750" y="4116388"/>
          <p14:tracePt t="9024" x="2317750" y="4108450"/>
          <p14:tracePt t="9264" x="2311400" y="4102100"/>
          <p14:tracePt t="9320" x="2303463" y="4102100"/>
          <p14:tracePt t="9328" x="2303463" y="4094163"/>
          <p14:tracePt t="9352" x="2303463" y="4087813"/>
          <p14:tracePt t="9368" x="2303463" y="4073525"/>
          <p14:tracePt t="9376" x="2303463" y="4065588"/>
          <p14:tracePt t="9392" x="2297113" y="4044950"/>
          <p14:tracePt t="9400" x="2297113" y="4037013"/>
          <p14:tracePt t="9408" x="2297113" y="4022725"/>
          <p14:tracePt t="9417" x="2297113" y="4002088"/>
          <p14:tracePt t="9424" x="2297113" y="3987800"/>
          <p14:tracePt t="9432" x="2297113" y="3967163"/>
          <p14:tracePt t="9440" x="2297113" y="3959225"/>
          <p14:tracePt t="9449" x="2289175" y="3944938"/>
          <p14:tracePt t="9456" x="2289175" y="3938588"/>
          <p14:tracePt t="9464" x="2289175" y="3924300"/>
          <p14:tracePt t="9472" x="2289175" y="3916363"/>
          <p14:tracePt t="9480" x="2282825" y="3910013"/>
          <p14:tracePt t="9488" x="2282825" y="3902075"/>
          <p14:tracePt t="9504" x="2282825" y="3895725"/>
          <p14:tracePt t="9512" x="2282825" y="3881438"/>
          <p14:tracePt t="9520" x="2274888" y="3873500"/>
          <p14:tracePt t="9528" x="2274888" y="3867150"/>
          <p14:tracePt t="9536" x="2268538" y="3852863"/>
          <p14:tracePt t="9552" x="2268538" y="3844925"/>
          <p14:tracePt t="9560" x="2268538" y="3830638"/>
          <p14:tracePt t="9568" x="2268538" y="3810000"/>
          <p14:tracePt t="9576" x="2268538" y="3802063"/>
          <p14:tracePt t="9584" x="2268538" y="3795713"/>
          <p14:tracePt t="9592" x="2268538" y="3781425"/>
          <p14:tracePt t="9600" x="2268538" y="3759200"/>
          <p14:tracePt t="9608" x="2260600" y="3752850"/>
          <p14:tracePt t="9617" x="2254250" y="3752850"/>
          <p14:tracePt t="9624" x="2254250" y="3738563"/>
          <p14:tracePt t="9640" x="2254250" y="3730625"/>
          <p14:tracePt t="9656" x="2254250" y="3716338"/>
          <p14:tracePt t="9672" x="2254250" y="3709988"/>
          <p14:tracePt t="9696" x="2254250" y="3695700"/>
          <p14:tracePt t="9720" x="2246313" y="3687763"/>
          <p14:tracePt t="9752" x="2246313" y="3681413"/>
          <p14:tracePt t="9760" x="2246313" y="3673475"/>
          <p14:tracePt t="9792" x="2246313" y="3667125"/>
          <p14:tracePt t="9816" x="2246313" y="3659188"/>
          <p14:tracePt t="9833" x="2246313" y="3652838"/>
          <p14:tracePt t="9864" x="2246313" y="3644900"/>
          <p14:tracePt t="9888" x="2246313" y="3638550"/>
          <p14:tracePt t="9912" x="2246313" y="3630613"/>
          <p14:tracePt t="10040" x="2246313" y="3624263"/>
          <p14:tracePt t="10752" x="2246313" y="3616325"/>
          <p14:tracePt t="10760" x="2232025" y="3609975"/>
          <p14:tracePt t="10768" x="2225675" y="3609975"/>
          <p14:tracePt t="10776" x="2211388" y="3609975"/>
          <p14:tracePt t="10784" x="2203450" y="3609975"/>
          <p14:tracePt t="11056" x="2203450" y="3602038"/>
          <p14:tracePt t="11064" x="2203450" y="3595688"/>
          <p14:tracePt t="11072" x="2217738" y="3573463"/>
          <p14:tracePt t="11080" x="2232025" y="3567113"/>
          <p14:tracePt t="11088" x="2246313" y="3544888"/>
          <p14:tracePt t="11096" x="2268538" y="3509963"/>
          <p14:tracePt t="11104" x="2297113" y="3481388"/>
          <p14:tracePt t="11112" x="2354263" y="3452813"/>
          <p14:tracePt t="11120" x="2411413" y="3417888"/>
          <p14:tracePt t="11129" x="2474913" y="3381375"/>
          <p14:tracePt t="11136" x="2546350" y="3346450"/>
          <p14:tracePt t="11145" x="2609850" y="3309938"/>
          <p14:tracePt t="11152" x="2667000" y="3267075"/>
          <p14:tracePt t="11160" x="2738438" y="3232150"/>
          <p14:tracePt t="11168" x="2824163" y="3181350"/>
          <p14:tracePt t="11176" x="2889250" y="3132138"/>
          <p14:tracePt t="11184" x="2960688" y="3095625"/>
          <p14:tracePt t="11192" x="3067050" y="3046413"/>
          <p14:tracePt t="11200" x="3159125" y="2995613"/>
          <p14:tracePt t="11208" x="3230563" y="2946400"/>
          <p14:tracePt t="11217" x="3287713" y="2909888"/>
          <p14:tracePt t="11224" x="3367088" y="2867025"/>
          <p14:tracePt t="11233" x="3424238" y="2846388"/>
          <p14:tracePt t="11240" x="3481388" y="2817813"/>
          <p14:tracePt t="11248" x="3559175" y="2782888"/>
          <p14:tracePt t="11256" x="3636963" y="2760663"/>
          <p14:tracePt t="11264" x="3708400" y="2740025"/>
          <p14:tracePt t="11272" x="3787775" y="2717800"/>
          <p14:tracePt t="11280" x="3873500" y="2697163"/>
          <p14:tracePt t="11288" x="3987800" y="2689225"/>
          <p14:tracePt t="11296" x="4086225" y="2668588"/>
          <p14:tracePt t="11304" x="4194175" y="2654300"/>
          <p14:tracePt t="11312" x="4279900" y="2617788"/>
          <p14:tracePt t="11320" x="4400550" y="2611438"/>
          <p14:tracePt t="11328" x="4529138" y="2582863"/>
          <p14:tracePt t="11336" x="4635500" y="2574925"/>
          <p14:tracePt t="11344" x="4757738" y="2546350"/>
          <p14:tracePt t="11352" x="4878388" y="2540000"/>
          <p14:tracePt t="11360" x="5014913" y="2540000"/>
          <p14:tracePt t="11369" x="5170488" y="2540000"/>
          <p14:tracePt t="11376" x="5313363" y="2540000"/>
          <p14:tracePt t="11384" x="5464175" y="2540000"/>
          <p14:tracePt t="11392" x="5570538" y="2540000"/>
          <p14:tracePt t="11400" x="5699125" y="2532063"/>
          <p14:tracePt t="11408" x="5834063" y="2503488"/>
          <p14:tracePt t="11417" x="5962650" y="2482850"/>
          <p14:tracePt t="11424" x="6056313" y="2474913"/>
          <p14:tracePt t="11433" x="6134100" y="2460625"/>
          <p14:tracePt t="11440" x="6211888" y="2454275"/>
          <p14:tracePt t="11448" x="6291263" y="2439988"/>
          <p14:tracePt t="11456" x="6348413" y="2439988"/>
          <p14:tracePt t="11464" x="6405563" y="2425700"/>
          <p14:tracePt t="11472" x="6483350" y="2411413"/>
          <p14:tracePt t="11480" x="6548438" y="2403475"/>
          <p14:tracePt t="11488" x="6591300" y="2382838"/>
          <p14:tracePt t="11496" x="6654800" y="2382838"/>
          <p14:tracePt t="11504" x="6726238" y="2374900"/>
          <p14:tracePt t="11512" x="6761163" y="2374900"/>
          <p14:tracePt t="11520" x="6797675" y="2374900"/>
          <p14:tracePt t="11528" x="6832600" y="2368550"/>
          <p14:tracePt t="11536" x="6869113" y="2360613"/>
          <p14:tracePt t="11544" x="6897688" y="2346325"/>
          <p14:tracePt t="11552" x="6918325" y="2346325"/>
          <p14:tracePt t="11560" x="6946900" y="2339975"/>
          <p14:tracePt t="11568" x="6961188" y="2339975"/>
          <p14:tracePt t="11576" x="6975475" y="2339975"/>
          <p14:tracePt t="11584" x="6989763" y="2332038"/>
          <p14:tracePt t="11592" x="7004050" y="2325688"/>
          <p14:tracePt t="11600" x="7011988" y="2317750"/>
          <p14:tracePt t="11608" x="7018338" y="2317750"/>
          <p14:tracePt t="11617" x="7026275" y="2311400"/>
          <p14:tracePt t="11624" x="7040563" y="2303463"/>
          <p14:tracePt t="11640" x="7069138" y="2289175"/>
          <p14:tracePt t="11648" x="7083425" y="2282825"/>
          <p14:tracePt t="11656" x="7104063" y="2282825"/>
          <p14:tracePt t="11665" x="7124700" y="2276475"/>
          <p14:tracePt t="11672" x="7153275" y="2276475"/>
          <p14:tracePt t="11680" x="7175500" y="2268538"/>
          <p14:tracePt t="11689" x="7181850" y="2268538"/>
          <p14:tracePt t="11696" x="7189788" y="2268538"/>
          <p14:tracePt t="11704" x="7196138" y="2268538"/>
          <p14:tracePt t="11720" x="7204075" y="2268538"/>
          <p14:tracePt t="11728" x="7210425" y="2268538"/>
          <p14:tracePt t="11744" x="7218363" y="2268538"/>
          <p14:tracePt t="12136" x="7210425" y="2268538"/>
          <p14:tracePt t="12153" x="7204075" y="2268538"/>
          <p14:tracePt t="12168" x="7196138" y="2268538"/>
          <p14:tracePt t="12176" x="7189788" y="2268538"/>
          <p14:tracePt t="12184" x="7175500" y="2268538"/>
          <p14:tracePt t="12240" x="7167563" y="2276475"/>
          <p14:tracePt t="12328" x="7161213" y="2276475"/>
          <p14:tracePt t="12368" x="7153275" y="2276475"/>
          <p14:tracePt t="12672" x="7146925" y="2282825"/>
          <p14:tracePt t="12720" x="7146925" y="2289175"/>
          <p14:tracePt t="12760" x="7153275" y="2289175"/>
          <p14:tracePt t="12808" x="7161213" y="2289175"/>
          <p14:tracePt t="12824" x="7161213" y="2297113"/>
          <p14:tracePt t="12840" x="7175500" y="2297113"/>
          <p14:tracePt t="12856" x="7181850" y="2297113"/>
          <p14:tracePt t="12872" x="7196138" y="2297113"/>
          <p14:tracePt t="12888" x="7204075" y="2297113"/>
          <p14:tracePt t="12904" x="7218363" y="2297113"/>
          <p14:tracePt t="12912" x="7224713" y="2297113"/>
          <p14:tracePt t="12928" x="7239000" y="2297113"/>
          <p14:tracePt t="12936" x="7253288" y="2297113"/>
          <p14:tracePt t="12944" x="7261225" y="2297113"/>
          <p14:tracePt t="12952" x="7267575" y="2297113"/>
          <p14:tracePt t="12960" x="7281863" y="2297113"/>
          <p14:tracePt t="12968" x="7289800" y="2297113"/>
          <p14:tracePt t="12976" x="7310438" y="2297113"/>
          <p14:tracePt t="12984" x="7318375" y="2289175"/>
          <p14:tracePt t="12992" x="7324725" y="2289175"/>
          <p14:tracePt t="13008" x="7332663" y="2289175"/>
          <p14:tracePt t="13024" x="7339013" y="2282825"/>
          <p14:tracePt t="13048" x="7353300" y="2282825"/>
          <p14:tracePt t="13088" x="7361238" y="2276475"/>
          <p14:tracePt t="13104" x="7367588" y="2268538"/>
          <p14:tracePt t="13160" x="7375525" y="2262188"/>
          <p14:tracePt t="13168" x="7375525" y="2254250"/>
          <p14:tracePt t="13184" x="7375525" y="2247900"/>
          <p14:tracePt t="13200" x="7381875" y="2239963"/>
          <p14:tracePt t="13224" x="7381875" y="2233613"/>
          <p14:tracePt t="13240" x="7381875" y="2225675"/>
          <p14:tracePt t="13256" x="7381875" y="2219325"/>
          <p14:tracePt t="13272" x="7381875" y="2211388"/>
          <p14:tracePt t="13280" x="7381875" y="2205038"/>
          <p14:tracePt t="13296" x="7381875" y="2197100"/>
          <p14:tracePt t="13304" x="7381875" y="2182813"/>
          <p14:tracePt t="13320" x="7381875" y="2176463"/>
          <p14:tracePt t="13328" x="7381875" y="2162175"/>
          <p14:tracePt t="13344" x="7381875" y="2147888"/>
          <p14:tracePt t="13360" x="7381875" y="2139950"/>
          <p14:tracePt t="13376" x="7381875" y="2133600"/>
          <p14:tracePt t="13400" x="7381875" y="2119313"/>
          <p14:tracePt t="13416" x="7381875" y="2111375"/>
          <p14:tracePt t="13456" x="7375525" y="2090738"/>
          <p14:tracePt t="13472" x="7367588" y="2090738"/>
          <p14:tracePt t="13504" x="7361238" y="2082800"/>
          <p14:tracePt t="13528" x="7353300" y="2082800"/>
          <p14:tracePt t="13544" x="7346950" y="2076450"/>
          <p14:tracePt t="13560" x="7339013" y="2068513"/>
          <p14:tracePt t="13584" x="7324725" y="2062163"/>
          <p14:tracePt t="13600" x="7318375" y="2062163"/>
          <p14:tracePt t="13608" x="7310438" y="2062163"/>
          <p14:tracePt t="13616" x="7304088" y="2054225"/>
          <p14:tracePt t="13624" x="7304088" y="2047875"/>
          <p14:tracePt t="13633" x="7289800" y="2047875"/>
          <p14:tracePt t="13648" x="7275513" y="2039938"/>
          <p14:tracePt t="13664" x="7267575" y="2033588"/>
          <p14:tracePt t="13672" x="7253288" y="2033588"/>
          <p14:tracePt t="13680" x="7246938" y="2025650"/>
          <p14:tracePt t="13696" x="7232650" y="2025650"/>
          <p14:tracePt t="13704" x="7218363" y="2025650"/>
          <p14:tracePt t="13720" x="7204075" y="2019300"/>
          <p14:tracePt t="13729" x="7196138" y="2019300"/>
          <p14:tracePt t="13736" x="7181850" y="2019300"/>
          <p14:tracePt t="13752" x="7175500" y="2019300"/>
          <p14:tracePt t="13776" x="7161213" y="2019300"/>
          <p14:tracePt t="13784" x="7153275" y="2019300"/>
          <p14:tracePt t="13800" x="7138988" y="2019300"/>
          <p14:tracePt t="13808" x="7132638" y="2019300"/>
          <p14:tracePt t="13816" x="7124700" y="2019300"/>
          <p14:tracePt t="13824" x="7118350" y="2019300"/>
          <p14:tracePt t="13848" x="7112000" y="2019300"/>
          <p14:tracePt t="13864" x="7097713" y="2019300"/>
          <p14:tracePt t="13888" x="7089775" y="2019300"/>
          <p14:tracePt t="13904" x="7075488" y="2019300"/>
          <p14:tracePt t="13912" x="7069138" y="2019300"/>
          <p14:tracePt t="13920" x="7061200" y="2025650"/>
          <p14:tracePt t="13936" x="7054850" y="2025650"/>
          <p14:tracePt t="13944" x="7046913" y="2033588"/>
          <p14:tracePt t="13952" x="7040563" y="2047875"/>
          <p14:tracePt t="13960" x="7032625" y="2047875"/>
          <p14:tracePt t="13968" x="7026275" y="2054225"/>
          <p14:tracePt t="13976" x="7018338" y="2068513"/>
          <p14:tracePt t="13984" x="7011988" y="2076450"/>
          <p14:tracePt t="13992" x="7004050" y="2090738"/>
          <p14:tracePt t="14002" x="6997700" y="2097088"/>
          <p14:tracePt t="14008" x="6989763" y="2119313"/>
          <p14:tracePt t="14025" x="6989763" y="2139950"/>
          <p14:tracePt t="14033" x="6983413" y="2154238"/>
          <p14:tracePt t="14040" x="6983413" y="2176463"/>
          <p14:tracePt t="14048" x="6983413" y="2205038"/>
          <p14:tracePt t="14056" x="6983413" y="2233613"/>
          <p14:tracePt t="14064" x="6983413" y="2282825"/>
          <p14:tracePt t="14072" x="6983413" y="2317750"/>
          <p14:tracePt t="14080" x="7011988" y="2374900"/>
          <p14:tracePt t="14088" x="7011988" y="2397125"/>
          <p14:tracePt t="14096" x="7032625" y="2425700"/>
          <p14:tracePt t="14104" x="7054850" y="2460625"/>
          <p14:tracePt t="14112" x="7069138" y="2474913"/>
          <p14:tracePt t="14120" x="7075488" y="2482850"/>
          <p14:tracePt t="14128" x="7083425" y="2489200"/>
          <p14:tracePt t="14136" x="7097713" y="2497138"/>
          <p14:tracePt t="14144" x="7097713" y="2503488"/>
          <p14:tracePt t="14192" x="7104063" y="2503488"/>
          <p14:tracePt t="14224" x="7112000" y="2503488"/>
          <p14:tracePt t="14456" x="7118350" y="2503488"/>
          <p14:tracePt t="14464" x="7124700" y="2503488"/>
          <p14:tracePt t="14472" x="7132638" y="2503488"/>
          <p14:tracePt t="14488" x="7146925" y="2511425"/>
          <p14:tracePt t="14496" x="7153275" y="2511425"/>
          <p14:tracePt t="14504" x="7153275" y="2517775"/>
          <p14:tracePt t="14512" x="7167563" y="2532063"/>
          <p14:tracePt t="14520" x="7181850" y="2540000"/>
          <p14:tracePt t="14528" x="7189788" y="2560638"/>
          <p14:tracePt t="14536" x="7210425" y="2574925"/>
          <p14:tracePt t="14544" x="7224713" y="2597150"/>
          <p14:tracePt t="14552" x="7239000" y="2625725"/>
          <p14:tracePt t="14560" x="7253288" y="2646363"/>
          <p14:tracePt t="14568" x="7267575" y="2682875"/>
          <p14:tracePt t="14576" x="7281863" y="2711450"/>
          <p14:tracePt t="14584" x="7296150" y="2746375"/>
          <p14:tracePt t="14592" x="7310438" y="2789238"/>
          <p14:tracePt t="14600" x="7318375" y="2846388"/>
          <p14:tracePt t="14608" x="7332663" y="2909888"/>
          <p14:tracePt t="14617" x="7332663" y="2960688"/>
          <p14:tracePt t="14624" x="7332663" y="3046413"/>
          <p14:tracePt t="14633" x="7332663" y="3132138"/>
          <p14:tracePt t="14640" x="7332663" y="3217863"/>
          <p14:tracePt t="14648" x="7332663" y="3309938"/>
          <p14:tracePt t="14656" x="7324725" y="3403600"/>
          <p14:tracePt t="14664" x="7289800" y="3502025"/>
          <p14:tracePt t="14672" x="7275513" y="3587750"/>
          <p14:tracePt t="14680" x="7253288" y="3659188"/>
          <p14:tracePt t="14688" x="7246938" y="3724275"/>
          <p14:tracePt t="14696" x="7239000" y="3802063"/>
          <p14:tracePt t="14704" x="7218363" y="3881438"/>
          <p14:tracePt t="14712" x="7196138" y="3952875"/>
          <p14:tracePt t="14720" x="7167563" y="4030663"/>
          <p14:tracePt t="14728" x="7138988" y="4102100"/>
          <p14:tracePt t="14736" x="7097713" y="4151313"/>
          <p14:tracePt t="14744" x="7054850" y="4202113"/>
          <p14:tracePt t="14752" x="6983413" y="4259263"/>
          <p14:tracePt t="14760" x="6875463" y="4344988"/>
          <p14:tracePt t="14768" x="6761163" y="4394200"/>
          <p14:tracePt t="14776" x="6597650" y="4459288"/>
          <p14:tracePt t="14784" x="6419850" y="4545013"/>
          <p14:tracePt t="14792" x="6240463" y="4594225"/>
          <p14:tracePt t="14800" x="5970588" y="4672013"/>
          <p14:tracePt t="14808" x="5719763" y="4737100"/>
          <p14:tracePt t="14817" x="5421313" y="4786313"/>
          <p14:tracePt t="14824" x="5064125" y="4829175"/>
          <p14:tracePt t="14833" x="4729163" y="4872038"/>
          <p14:tracePt t="14840" x="4314825" y="4900613"/>
          <p14:tracePt t="14848" x="3908425" y="4900613"/>
          <p14:tracePt t="14856" x="3538538" y="4929188"/>
          <p14:tracePt t="14864" x="3130550" y="4929188"/>
          <p14:tracePt t="14872" x="2789238" y="4929188"/>
          <p14:tracePt t="14880" x="2474913" y="4929188"/>
          <p14:tracePt t="14888" x="2146300" y="4929188"/>
          <p14:tracePt t="14896" x="1897063" y="4929188"/>
          <p14:tracePt t="14904" x="1704975" y="4929188"/>
          <p14:tracePt t="14912" x="1525588" y="4929188"/>
          <p14:tracePt t="14920" x="1427163" y="4929188"/>
          <p14:tracePt t="14928" x="1327150" y="4929188"/>
          <p14:tracePt t="14936" x="1241425" y="4929188"/>
          <p14:tracePt t="14944" x="1169988" y="4929188"/>
          <p14:tracePt t="14952" x="1112838" y="4929188"/>
          <p14:tracePt t="14961" x="1069975" y="4929188"/>
          <p14:tracePt t="14968" x="1041400" y="4929188"/>
          <p14:tracePt t="14976" x="1012825" y="4929188"/>
          <p14:tracePt t="14984" x="992188" y="4929188"/>
          <p14:tracePt t="15001" x="963613" y="4929188"/>
          <p14:tracePt t="15008" x="955675" y="4929188"/>
          <p14:tracePt t="15016" x="941388" y="4929188"/>
          <p14:tracePt t="15024" x="935038" y="4922838"/>
          <p14:tracePt t="15033" x="927100" y="4922838"/>
          <p14:tracePt t="15040" x="920750" y="4922838"/>
          <p14:tracePt t="15048" x="912813" y="4922838"/>
          <p14:tracePt t="15056" x="906463" y="4922838"/>
          <p14:tracePt t="15104" x="949325" y="4922838"/>
          <p14:tracePt t="15112" x="1012825" y="4922838"/>
          <p14:tracePt t="15120" x="1076325" y="4914900"/>
          <p14:tracePt t="15128" x="1147763" y="4900613"/>
          <p14:tracePt t="15136" x="1227138" y="4894263"/>
          <p14:tracePt t="15144" x="1333500" y="4894263"/>
          <p14:tracePt t="15152" x="1447800" y="4894263"/>
          <p14:tracePt t="15160" x="1539875" y="4894263"/>
          <p14:tracePt t="15168" x="1647825" y="4894263"/>
          <p14:tracePt t="15176" x="1704975" y="4894263"/>
          <p14:tracePt t="15184" x="1762125" y="4894263"/>
          <p14:tracePt t="15192" x="1790700" y="4894263"/>
          <p14:tracePt t="15200" x="1797050" y="4894263"/>
          <p14:tracePt t="15208" x="1804988" y="4894263"/>
          <p14:tracePt t="15217" x="1811338" y="4894263"/>
          <p14:tracePt t="15248" x="1819275" y="4894263"/>
          <p14:tracePt t="15256" x="1833563" y="4886325"/>
          <p14:tracePt t="15272" x="1847850" y="4886325"/>
          <p14:tracePt t="15280" x="1854200" y="4886325"/>
          <p14:tracePt t="15288" x="1882775" y="4872038"/>
          <p14:tracePt t="15296" x="1890713" y="4865688"/>
          <p14:tracePt t="15304" x="1905000" y="4865688"/>
          <p14:tracePt t="15312" x="1919288" y="4865688"/>
          <p14:tracePt t="15320" x="1933575" y="4865688"/>
          <p14:tracePt t="15328" x="1962150" y="4865688"/>
          <p14:tracePt t="15336" x="1982788" y="4865688"/>
          <p14:tracePt t="15344" x="1997075" y="4865688"/>
          <p14:tracePt t="15352" x="2019300" y="4865688"/>
          <p14:tracePt t="15360" x="2039938" y="4865688"/>
          <p14:tracePt t="15368" x="2054225" y="4857750"/>
          <p14:tracePt t="15376" x="2068513" y="4857750"/>
          <p14:tracePt t="15384" x="2089150" y="4857750"/>
          <p14:tracePt t="15392" x="2103438" y="4857750"/>
          <p14:tracePt t="15400" x="2125663" y="4857750"/>
          <p14:tracePt t="15408" x="2146300" y="4857750"/>
          <p14:tracePt t="15416" x="2168525" y="4857750"/>
          <p14:tracePt t="15424" x="2174875" y="4857750"/>
          <p14:tracePt t="15433" x="2203450" y="4857750"/>
          <p14:tracePt t="15440" x="2225675" y="4857750"/>
          <p14:tracePt t="15448" x="2246313" y="4857750"/>
          <p14:tracePt t="15456" x="2268538" y="4857750"/>
          <p14:tracePt t="15464" x="2289175" y="4857750"/>
          <p14:tracePt t="15472" x="2303463" y="4857750"/>
          <p14:tracePt t="15480" x="2311400" y="4857750"/>
          <p14:tracePt t="15488" x="2332038" y="4857750"/>
          <p14:tracePt t="15496" x="2346325" y="4857750"/>
          <p14:tracePt t="15505" x="2360613" y="4857750"/>
          <p14:tracePt t="15512" x="2382838" y="4857750"/>
          <p14:tracePt t="15520" x="2389188" y="4857750"/>
          <p14:tracePt t="15528" x="2411413" y="4857750"/>
          <p14:tracePt t="15536" x="2432050" y="4857750"/>
          <p14:tracePt t="15544" x="2439988" y="4857750"/>
          <p14:tracePt t="15560" x="2454275" y="4851400"/>
          <p14:tracePt t="15568" x="2460625" y="4851400"/>
          <p14:tracePt t="15576" x="2468563" y="4843463"/>
          <p14:tracePt t="15584" x="2468563" y="4837113"/>
          <p14:tracePt t="15592" x="2468563" y="4829175"/>
          <p14:tracePt t="15608" x="2474913" y="4814888"/>
          <p14:tracePt t="15616" x="2474913" y="4808538"/>
          <p14:tracePt t="15633" x="2474913" y="4794250"/>
          <p14:tracePt t="15640" x="2474913" y="4786313"/>
          <p14:tracePt t="15648" x="2474913" y="4779963"/>
          <p14:tracePt t="15656" x="2474913" y="4772025"/>
          <p14:tracePt t="15664" x="2474913" y="4757738"/>
          <p14:tracePt t="15672" x="2474913" y="4751388"/>
          <p14:tracePt t="15680" x="2474913" y="4743450"/>
          <p14:tracePt t="15688" x="2468563" y="4729163"/>
          <p14:tracePt t="15696" x="2468563" y="4722813"/>
          <p14:tracePt t="15704" x="2454275" y="4714875"/>
          <p14:tracePt t="15712" x="2446338" y="4708525"/>
          <p14:tracePt t="15720" x="2432050" y="4694238"/>
          <p14:tracePt t="15728" x="2425700" y="4686300"/>
          <p14:tracePt t="15736" x="2417763" y="4679950"/>
          <p14:tracePt t="15744" x="2403475" y="4672013"/>
          <p14:tracePt t="15760" x="2389188" y="4665663"/>
          <p14:tracePt t="15777" x="2382838" y="4657725"/>
          <p14:tracePt t="15792" x="2360613" y="4657725"/>
          <p14:tracePt t="15800" x="2354263" y="4651375"/>
          <p14:tracePt t="15808" x="2346325" y="4651375"/>
          <p14:tracePt t="15817" x="2332038" y="4651375"/>
          <p14:tracePt t="15832" x="2311400" y="4651375"/>
          <p14:tracePt t="15848" x="2297113" y="4651375"/>
          <p14:tracePt t="15856" x="2282825" y="4651375"/>
          <p14:tracePt t="15864" x="2268538" y="4651375"/>
          <p14:tracePt t="15872" x="2254250" y="4637088"/>
          <p14:tracePt t="15888" x="2239963" y="4637088"/>
          <p14:tracePt t="15896" x="2225675" y="4637088"/>
          <p14:tracePt t="15904" x="2217738" y="4637088"/>
          <p14:tracePt t="15912" x="2203450" y="4637088"/>
          <p14:tracePt t="15920" x="2189163" y="4637088"/>
          <p14:tracePt t="15928" x="2168525" y="4637088"/>
          <p14:tracePt t="15936" x="2160588" y="4637088"/>
          <p14:tracePt t="15944" x="2146300" y="4637088"/>
          <p14:tracePt t="15952" x="2139950" y="4637088"/>
          <p14:tracePt t="15960" x="2125663" y="4637088"/>
          <p14:tracePt t="15968" x="2111375" y="4637088"/>
          <p14:tracePt t="15976" x="2097088" y="4637088"/>
          <p14:tracePt t="15984" x="2089150" y="4637088"/>
          <p14:tracePt t="15992" x="2082800" y="4637088"/>
          <p14:tracePt t="16000" x="2068513" y="4637088"/>
          <p14:tracePt t="16018" x="2039938" y="4651375"/>
          <p14:tracePt t="16024" x="2025650" y="4657725"/>
          <p14:tracePt t="16033" x="2019300" y="4657725"/>
          <p14:tracePt t="16040" x="2011363" y="4665663"/>
          <p14:tracePt t="16048" x="1997075" y="4672013"/>
          <p14:tracePt t="16056" x="1976438" y="4679950"/>
          <p14:tracePt t="16064" x="1968500" y="4694238"/>
          <p14:tracePt t="16072" x="1947863" y="4700588"/>
          <p14:tracePt t="16080" x="1925638" y="4722813"/>
          <p14:tracePt t="16088" x="1911350" y="4729163"/>
          <p14:tracePt t="16096" x="1905000" y="4743450"/>
          <p14:tracePt t="16104" x="1890713" y="4751388"/>
          <p14:tracePt t="16112" x="1882775" y="4757738"/>
          <p14:tracePt t="16120" x="1876425" y="4765675"/>
          <p14:tracePt t="16128" x="1876425" y="4772025"/>
          <p14:tracePt t="16136" x="1868488" y="4779963"/>
          <p14:tracePt t="16144" x="1862138" y="4786313"/>
          <p14:tracePt t="16152" x="1862138" y="4794250"/>
          <p14:tracePt t="16160" x="1862138" y="4800600"/>
          <p14:tracePt t="16168" x="1862138" y="4814888"/>
          <p14:tracePt t="16192" x="1862138" y="4829175"/>
          <p14:tracePt t="16200" x="1862138" y="4837113"/>
          <p14:tracePt t="16217" x="1862138" y="4843463"/>
          <p14:tracePt t="16224" x="1862138" y="4851400"/>
          <p14:tracePt t="16233" x="1862138" y="4857750"/>
          <p14:tracePt t="16256" x="1862138" y="4865688"/>
          <p14:tracePt t="16264" x="1862138" y="4872038"/>
          <p14:tracePt t="16272" x="1862138" y="4879975"/>
          <p14:tracePt t="16280" x="1862138" y="4886325"/>
          <p14:tracePt t="16296" x="1862138" y="4894263"/>
          <p14:tracePt t="16304" x="1862138" y="4900613"/>
          <p14:tracePt t="16312" x="1862138" y="4908550"/>
          <p14:tracePt t="16320" x="1868488" y="4914900"/>
          <p14:tracePt t="16328" x="1876425" y="4922838"/>
          <p14:tracePt t="16336" x="1882775" y="4929188"/>
          <p14:tracePt t="16344" x="1890713" y="4937125"/>
          <p14:tracePt t="16352" x="1905000" y="4943475"/>
          <p14:tracePt t="16360" x="1911350" y="4951413"/>
          <p14:tracePt t="16368" x="1933575" y="4951413"/>
          <p14:tracePt t="16384" x="1947863" y="4965700"/>
          <p14:tracePt t="16392" x="1962150" y="4965700"/>
          <p14:tracePt t="16400" x="1976438" y="4965700"/>
          <p14:tracePt t="16408" x="1982788" y="4972050"/>
          <p14:tracePt t="16417" x="1990725" y="4972050"/>
          <p14:tracePt t="16424" x="2005013" y="4979988"/>
          <p14:tracePt t="16433" x="2025650" y="4986338"/>
          <p14:tracePt t="16440" x="2032000" y="4986338"/>
          <p14:tracePt t="16448" x="2054225" y="4986338"/>
          <p14:tracePt t="16456" x="2060575" y="4994275"/>
          <p14:tracePt t="16464" x="2082800" y="4994275"/>
          <p14:tracePt t="16472" x="2111375" y="5000625"/>
          <p14:tracePt t="16480" x="2125663" y="5000625"/>
          <p14:tracePt t="16488" x="2139950" y="5000625"/>
          <p14:tracePt t="16496" x="2160588" y="5000625"/>
          <p14:tracePt t="16504" x="2168525" y="5000625"/>
          <p14:tracePt t="16512" x="2189163" y="5000625"/>
          <p14:tracePt t="16521" x="2203450" y="5000625"/>
          <p14:tracePt t="16528" x="2211388" y="5000625"/>
          <p14:tracePt t="16536" x="2232025" y="5000625"/>
          <p14:tracePt t="16552" x="2239963" y="5000625"/>
          <p14:tracePt t="16560" x="2246313" y="5000625"/>
          <p14:tracePt t="16568" x="2254250" y="4994275"/>
          <p14:tracePt t="16576" x="2254250" y="4986338"/>
          <p14:tracePt t="16584" x="2260600" y="4972050"/>
          <p14:tracePt t="16600" x="2268538" y="4965700"/>
          <p14:tracePt t="16608" x="2268538" y="4951413"/>
          <p14:tracePt t="16616" x="2268538" y="4943475"/>
          <p14:tracePt t="16624" x="2268538" y="4929188"/>
          <p14:tracePt t="16633" x="2268538" y="4922838"/>
          <p14:tracePt t="16640" x="2268538" y="4914900"/>
          <p14:tracePt t="16648" x="2268538" y="4900613"/>
          <p14:tracePt t="16656" x="2268538" y="4894263"/>
          <p14:tracePt t="16664" x="2268538" y="4886325"/>
          <p14:tracePt t="16672" x="2268538" y="4879975"/>
          <p14:tracePt t="16680" x="2268538" y="4872038"/>
          <p14:tracePt t="16688" x="2268538" y="4857750"/>
          <p14:tracePt t="16704" x="2268538" y="4851400"/>
          <p14:tracePt t="16712" x="2268538" y="4837113"/>
          <p14:tracePt t="16720" x="2268538" y="4822825"/>
          <p14:tracePt t="16728" x="2260600" y="4800600"/>
          <p14:tracePt t="16736" x="2254250" y="4779963"/>
          <p14:tracePt t="16744" x="2239963" y="4743450"/>
          <p14:tracePt t="16752" x="2225675" y="4714875"/>
          <p14:tracePt t="16760" x="2217738" y="4700588"/>
          <p14:tracePt t="16768" x="2197100" y="4672013"/>
          <p14:tracePt t="16784" x="2189163" y="4657725"/>
          <p14:tracePt t="16792" x="2182813" y="4651375"/>
          <p14:tracePt t="16800" x="2174875" y="4637088"/>
          <p14:tracePt t="16808" x="2168525" y="4629150"/>
          <p14:tracePt t="16817" x="2168525" y="4622800"/>
          <p14:tracePt t="16824" x="2154238" y="4622800"/>
          <p14:tracePt t="16833" x="2139950" y="4614863"/>
          <p14:tracePt t="16840" x="2132013" y="4608513"/>
          <p14:tracePt t="16848" x="2117725" y="4608513"/>
          <p14:tracePt t="16856" x="2097088" y="4600575"/>
          <p14:tracePt t="16864" x="2068513" y="4594225"/>
          <p14:tracePt t="16872" x="2054225" y="4579938"/>
          <p14:tracePt t="16880" x="2046288" y="4579938"/>
          <p14:tracePt t="16888" x="2039938" y="4579938"/>
          <p14:tracePt t="16896" x="2011363" y="4579938"/>
          <p14:tracePt t="16912" x="1997075" y="4579938"/>
          <p14:tracePt t="16920" x="1976438" y="4579938"/>
          <p14:tracePt t="16928" x="1968500" y="4579938"/>
          <p14:tracePt t="16936" x="1947863" y="4579938"/>
          <p14:tracePt t="16944" x="1933575" y="4579938"/>
          <p14:tracePt t="16952" x="1911350" y="4579938"/>
          <p14:tracePt t="16960" x="1897063" y="4579938"/>
          <p14:tracePt t="16968" x="1890713" y="4579938"/>
          <p14:tracePt t="16976" x="1876425" y="4579938"/>
          <p14:tracePt t="16984" x="1868488" y="4579938"/>
          <p14:tracePt t="16992" x="1847850" y="4579938"/>
          <p14:tracePt t="17000" x="1833563" y="4579938"/>
          <p14:tracePt t="17008" x="1819275" y="4586288"/>
          <p14:tracePt t="17018" x="1811338" y="4594225"/>
          <p14:tracePt t="17024" x="1776413" y="4600575"/>
          <p14:tracePt t="17033" x="1754188" y="4608513"/>
          <p14:tracePt t="17040" x="1725613" y="4614863"/>
          <p14:tracePt t="17048" x="1697038" y="4622800"/>
          <p14:tracePt t="17056" x="1662113" y="4637088"/>
          <p14:tracePt t="17064" x="1639888" y="4637088"/>
          <p14:tracePt t="17072" x="1619250" y="4637088"/>
          <p14:tracePt t="17080" x="1611313" y="4637088"/>
          <p14:tracePt t="17088" x="1604963" y="4637088"/>
          <p14:tracePt t="17096" x="1590675" y="4637088"/>
          <p14:tracePt t="17112" x="1582738" y="4643438"/>
          <p14:tracePt t="17136" x="1576388" y="4643438"/>
          <p14:tracePt t="17144" x="1568450" y="4643438"/>
          <p14:tracePt t="17176" x="1562100" y="4643438"/>
          <p14:tracePt t="17184" x="1554163" y="4643438"/>
          <p14:tracePt t="17201" x="1547813" y="4643438"/>
          <p14:tracePt t="17208" x="1533525" y="4643438"/>
          <p14:tracePt t="17217" x="1525588" y="4643438"/>
          <p14:tracePt t="17224" x="1519238" y="4637088"/>
          <p14:tracePt t="17232" x="1512888" y="4629150"/>
          <p14:tracePt t="17240" x="1498600" y="4614863"/>
          <p14:tracePt t="17248" x="1476375" y="4614863"/>
          <p14:tracePt t="17256" x="1470025" y="4608513"/>
          <p14:tracePt t="17264" x="1433513" y="4600575"/>
          <p14:tracePt t="17272" x="1384300" y="4600575"/>
          <p14:tracePt t="17280" x="1347788" y="4600575"/>
          <p14:tracePt t="17288" x="1290638" y="4594225"/>
          <p14:tracePt t="17296" x="1212850" y="4579938"/>
          <p14:tracePt t="17304" x="1133475" y="4572000"/>
          <p14:tracePt t="17312" x="1041400" y="4559300"/>
          <p14:tracePt t="17320" x="949325" y="4545013"/>
          <p14:tracePt t="17328" x="855663" y="4537075"/>
          <p14:tracePt t="17336" x="735013" y="4502150"/>
          <p14:tracePt t="17344" x="569913" y="4445000"/>
          <p14:tracePt t="17352" x="442913" y="4416425"/>
          <p14:tracePt t="17360" x="285750" y="4365625"/>
          <p14:tracePt t="17368" x="128588" y="4322763"/>
        </p14:tracePtLst>
      </p14:laserTraceLst>
    </p:ext>
  </p:extLs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" name="Google Shape;1137;p54"/>
          <p:cNvSpPr txBox="1">
            <a:spLocks noGrp="1"/>
          </p:cNvSpPr>
          <p:nvPr>
            <p:ph type="title"/>
          </p:nvPr>
        </p:nvSpPr>
        <p:spPr>
          <a:xfrm>
            <a:off x="814275" y="392575"/>
            <a:ext cx="5492400" cy="7662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RESULT</a:t>
            </a:r>
            <a:endParaRPr/>
          </a:p>
        </p:txBody>
      </p:sp>
      <p:sp>
        <p:nvSpPr>
          <p:cNvPr id="1138" name="Google Shape;1138;p54"/>
          <p:cNvSpPr txBox="1">
            <a:spLocks noGrp="1"/>
          </p:cNvSpPr>
          <p:nvPr>
            <p:ph type="body" idx="1"/>
          </p:nvPr>
        </p:nvSpPr>
        <p:spPr>
          <a:xfrm>
            <a:off x="814275" y="1327350"/>
            <a:ext cx="6132600" cy="14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-342900" algn="l" rtl="0">
              <a:spcBef>
                <a:spcPts val="0"/>
              </a:spcBef>
              <a:spcAft>
                <a:spcPts val="0"/>
              </a:spcAft>
              <a:buSzPts val="1800"/>
              <a:buChar char="▰"/>
            </a:pPr>
            <a:r>
              <a:rPr lang="en" sz="1800"/>
              <a:t>Since in the real example, some machine can’t detect or observe bad pieces, thus, the objective of the company is “</a:t>
            </a:r>
            <a:r>
              <a:rPr lang="en" sz="1800" b="1">
                <a:latin typeface="Roboto Condensed"/>
                <a:ea typeface="Roboto Condensed"/>
                <a:cs typeface="Roboto Condensed"/>
                <a:sym typeface="Roboto Condensed"/>
              </a:rPr>
              <a:t>how to find which machines will generate the most number of bad piece (lowest yield rate)?</a:t>
            </a:r>
            <a:r>
              <a:rPr lang="en" sz="1800"/>
              <a:t>”</a:t>
            </a:r>
            <a:endParaRPr sz="1800"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-342900" algn="l" rtl="0">
              <a:spcBef>
                <a:spcPts val="1000"/>
              </a:spcBef>
              <a:spcAft>
                <a:spcPts val="1000"/>
              </a:spcAft>
              <a:buSzPts val="1800"/>
              <a:buChar char="▰"/>
            </a:pPr>
            <a:r>
              <a:rPr lang="en" sz="1800"/>
              <a:t>So here we could use EM Algorithm to solve the problem, and we get the result like this:</a:t>
            </a:r>
            <a:endParaRPr sz="1800"/>
          </a:p>
        </p:txBody>
      </p:sp>
      <p:sp>
        <p:nvSpPr>
          <p:cNvPr id="1139" name="Google Shape;1139;p54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28</a:t>
            </a:fld>
            <a:endParaRPr/>
          </a:p>
        </p:txBody>
      </p:sp>
      <p:graphicFrame>
        <p:nvGraphicFramePr>
          <p:cNvPr id="1140" name="Google Shape;1140;p54"/>
          <p:cNvGraphicFramePr/>
          <p:nvPr/>
        </p:nvGraphicFramePr>
        <p:xfrm>
          <a:off x="1316988" y="3701900"/>
          <a:ext cx="5629875" cy="826514"/>
        </p:xfrm>
        <a:graphic>
          <a:graphicData uri="http://schemas.openxmlformats.org/drawingml/2006/table">
            <a:tbl>
              <a:tblPr>
                <a:noFill/>
                <a:tableStyleId>{515ECF1E-5138-4450-BEA6-AF09DBC40611}</a:tableStyleId>
              </a:tblPr>
              <a:tblGrid>
                <a:gridCol w="582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359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8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38700"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Iter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solidFill>
                      <a:srgbClr val="1695A4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EM RESULT (Machine Yield Rate)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6AA84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rgbClr val="FFFFFF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Diff</a:t>
                      </a:r>
                      <a:endParaRPr b="1">
                        <a:solidFill>
                          <a:srgbClr val="FFFFFF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AB4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LS-24	</a:t>
                      </a:r>
                      <a:r>
                        <a:rPr lang="en" b="1">
                          <a:solidFill>
                            <a:srgbClr val="FF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MS-14</a:t>
                      </a:r>
                      <a:r>
                        <a:rPr lang="en" b="1">
                          <a:solidFill>
                            <a:schemeClr val="dk1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  	LK-06 	LK-12  	SP-06</a:t>
                      </a:r>
                      <a:endParaRPr b="1"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90575">
                <a:tc>
                  <a:txBody>
                    <a:bodyPr/>
                    <a:lstStyle/>
                    <a:p>
                      <a:pPr marL="45720" marR="45720" lvl="0" indent="0" algn="ctr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29</a:t>
                      </a:r>
                      <a:endParaRPr>
                        <a:solidFill>
                          <a:srgbClr val="000000"/>
                        </a:solidFill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0.7071	</a:t>
                      </a:r>
                      <a:r>
                        <a:rPr lang="en">
                          <a:solidFill>
                            <a:srgbClr val="FF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0.5057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0.7071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1.0000</a:t>
                      </a:r>
                      <a:r>
                        <a:rPr lang="en">
                          <a:latin typeface="Dosis"/>
                          <a:ea typeface="Dosis"/>
                          <a:cs typeface="Dosis"/>
                          <a:sym typeface="Dosis"/>
                        </a:rPr>
                        <a:t>  </a:t>
                      </a: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	0.9721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45720" marR="4572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rgbClr val="000000"/>
                          </a:solidFill>
                          <a:latin typeface="Dosis"/>
                          <a:ea typeface="Dosis"/>
                          <a:cs typeface="Dosis"/>
                          <a:sym typeface="Dosis"/>
                        </a:rPr>
                        <a:t>0.0009</a:t>
                      </a:r>
                      <a:endParaRPr>
                        <a:latin typeface="Dosis"/>
                        <a:ea typeface="Dosis"/>
                        <a:cs typeface="Dosis"/>
                        <a:sym typeface="Dosis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pSp>
        <p:nvGrpSpPr>
          <p:cNvPr id="1141" name="Google Shape;1141;p54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42" name="Google Shape;1142;p54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43" name="Google Shape;1143;p54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p:transition advTm="26697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53" x="5092700" y="2346325"/>
          <p14:tracePt t="169" x="5092700" y="2354263"/>
          <p14:tracePt t="185" x="5092700" y="2360613"/>
          <p14:tracePt t="201" x="5092700" y="2368550"/>
          <p14:tracePt t="209" x="5092700" y="2374900"/>
          <p14:tracePt t="241" x="5084763" y="2382838"/>
          <p14:tracePt t="273" x="5078413" y="2382838"/>
          <p14:tracePt t="289" x="5072063" y="2389188"/>
          <p14:tracePt t="313" x="5057775" y="2389188"/>
          <p14:tracePt t="337" x="5049838" y="2389188"/>
          <p14:tracePt t="4337" x="5049838" y="2382838"/>
          <p14:tracePt t="4433" x="5049838" y="2389188"/>
          <p14:tracePt t="4441" x="5049838" y="2397125"/>
          <p14:tracePt t="4457" x="5049838" y="2411413"/>
          <p14:tracePt t="4465" x="5049838" y="2417763"/>
          <p14:tracePt t="4473" x="5049838" y="2432050"/>
          <p14:tracePt t="4489" x="5057775" y="2439988"/>
          <p14:tracePt t="4505" x="5057775" y="2460625"/>
          <p14:tracePt t="4529" x="5064125" y="2460625"/>
          <p14:tracePt t="4561" x="5064125" y="2468563"/>
          <p14:tracePt t="4569" x="5078413" y="2468563"/>
          <p14:tracePt t="4593" x="5078413" y="2482850"/>
          <p14:tracePt t="4633" x="5084763" y="2482850"/>
          <p14:tracePt t="4681" x="5092700" y="2482850"/>
          <p14:tracePt t="4697" x="5099050" y="2482850"/>
          <p14:tracePt t="4729" x="5106988" y="2482850"/>
          <p14:tracePt t="4737" x="5113338" y="2482850"/>
          <p14:tracePt t="4753" x="5121275" y="2482850"/>
          <p14:tracePt t="4769" x="5127625" y="2482850"/>
          <p14:tracePt t="4777" x="5135563" y="2482850"/>
          <p14:tracePt t="4793" x="5141913" y="2482850"/>
          <p14:tracePt t="4801" x="5156200" y="2482850"/>
          <p14:tracePt t="4809" x="5164138" y="2482850"/>
          <p14:tracePt t="4817" x="5178425" y="2482850"/>
          <p14:tracePt t="4825" x="5192713" y="2474913"/>
          <p14:tracePt t="4833" x="5207000" y="2474913"/>
          <p14:tracePt t="4841" x="5221288" y="2474913"/>
          <p14:tracePt t="4849" x="5241925" y="2474913"/>
          <p14:tracePt t="4858" x="5264150" y="2474913"/>
          <p14:tracePt t="4865" x="5292725" y="2474913"/>
          <p14:tracePt t="4873" x="5313363" y="2460625"/>
          <p14:tracePt t="4881" x="5341938" y="2460625"/>
          <p14:tracePt t="4892" x="5364163" y="2460625"/>
          <p14:tracePt t="4897" x="5384800" y="2460625"/>
          <p14:tracePt t="4905" x="5407025" y="2460625"/>
          <p14:tracePt t="4913" x="5435600" y="2460625"/>
          <p14:tracePt t="4921" x="5456238" y="2460625"/>
          <p14:tracePt t="4929" x="5478463" y="2460625"/>
          <p14:tracePt t="4937" x="5499100" y="2460625"/>
          <p14:tracePt t="4945" x="5541963" y="2460625"/>
          <p14:tracePt t="4953" x="5570538" y="2460625"/>
          <p14:tracePt t="4961" x="5605463" y="2460625"/>
          <p14:tracePt t="4969" x="5634038" y="2460625"/>
          <p14:tracePt t="4977" x="5656263" y="2460625"/>
          <p14:tracePt t="4984" x="5684838" y="2460625"/>
          <p14:tracePt t="4993" x="5699125" y="2460625"/>
          <p14:tracePt t="5001" x="5719763" y="2460625"/>
          <p14:tracePt t="5009" x="5727700" y="2460625"/>
          <p14:tracePt t="5017" x="5741988" y="2460625"/>
          <p14:tracePt t="5025" x="5748338" y="2460625"/>
          <p14:tracePt t="5033" x="5762625" y="2460625"/>
          <p14:tracePt t="5049" x="5770563" y="2460625"/>
          <p14:tracePt t="5057" x="5799138" y="2468563"/>
          <p14:tracePt t="5065" x="5813425" y="2468563"/>
          <p14:tracePt t="5073" x="5827713" y="2468563"/>
          <p14:tracePt t="5081" x="5848350" y="2474913"/>
          <p14:tracePt t="5089" x="5870575" y="2482850"/>
          <p14:tracePt t="5097" x="5913438" y="2489200"/>
          <p14:tracePt t="5105" x="5934075" y="2489200"/>
          <p14:tracePt t="5113" x="5970588" y="2489200"/>
          <p14:tracePt t="5121" x="6005513" y="2489200"/>
          <p14:tracePt t="5129" x="6056313" y="2497138"/>
          <p14:tracePt t="5137" x="6097588" y="2511425"/>
          <p14:tracePt t="5145" x="6126163" y="2511425"/>
          <p14:tracePt t="5153" x="6154738" y="2517775"/>
          <p14:tracePt t="5161" x="6176963" y="2517775"/>
          <p14:tracePt t="5169" x="6197600" y="2525713"/>
          <p14:tracePt t="5177" x="6211888" y="2525713"/>
          <p14:tracePt t="5185" x="6219825" y="2525713"/>
          <p14:tracePt t="5193" x="6226175" y="2525713"/>
          <p14:tracePt t="5201" x="6234113" y="2525713"/>
          <p14:tracePt t="5233" x="6240463" y="2525713"/>
          <p14:tracePt t="5441" x="6234113" y="2525713"/>
          <p14:tracePt t="5449" x="6219825" y="2525713"/>
          <p14:tracePt t="5457" x="6197600" y="2525713"/>
          <p14:tracePt t="5465" x="6183313" y="2525713"/>
          <p14:tracePt t="5473" x="6154738" y="2525713"/>
          <p14:tracePt t="5481" x="6134100" y="2525713"/>
          <p14:tracePt t="5489" x="6105525" y="2525713"/>
          <p14:tracePt t="5497" x="6070600" y="2525713"/>
          <p14:tracePt t="5505" x="6048375" y="2525713"/>
          <p14:tracePt t="5513" x="6019800" y="2525713"/>
          <p14:tracePt t="5521" x="5991225" y="2525713"/>
          <p14:tracePt t="5529" x="5970588" y="2525713"/>
          <p14:tracePt t="5537" x="5956300" y="2525713"/>
          <p14:tracePt t="5545" x="5934075" y="2525713"/>
          <p14:tracePt t="5553" x="5927725" y="2525713"/>
          <p14:tracePt t="5561" x="5913438" y="2525713"/>
          <p14:tracePt t="5569" x="5905500" y="2525713"/>
          <p14:tracePt t="5577" x="5884863" y="2525713"/>
          <p14:tracePt t="5585" x="5870575" y="2525713"/>
          <p14:tracePt t="5593" x="5856288" y="2525713"/>
          <p14:tracePt t="5601" x="5842000" y="2525713"/>
          <p14:tracePt t="5609" x="5834063" y="2525713"/>
          <p14:tracePt t="5617" x="5813425" y="2525713"/>
          <p14:tracePt t="5625" x="5805488" y="2525713"/>
          <p14:tracePt t="5633" x="5784850" y="2525713"/>
          <p14:tracePt t="5641" x="5756275" y="2532063"/>
          <p14:tracePt t="5649" x="5734050" y="2532063"/>
          <p14:tracePt t="5657" x="5713413" y="2540000"/>
          <p14:tracePt t="5665" x="5691188" y="2540000"/>
          <p14:tracePt t="5673" x="5676900" y="2540000"/>
          <p14:tracePt t="5681" x="5656263" y="2540000"/>
          <p14:tracePt t="5689" x="5648325" y="2540000"/>
          <p14:tracePt t="5697" x="5627688" y="2540000"/>
          <p14:tracePt t="5705" x="5619750" y="2540000"/>
          <p14:tracePt t="5713" x="5599113" y="2540000"/>
          <p14:tracePt t="5720" x="5584825" y="2540000"/>
          <p14:tracePt t="5729" x="5570538" y="2540000"/>
          <p14:tracePt t="5737" x="5549900" y="2540000"/>
          <p14:tracePt t="5745" x="5527675" y="2540000"/>
          <p14:tracePt t="5753" x="5513388" y="2540000"/>
          <p14:tracePt t="5761" x="5492750" y="2540000"/>
          <p14:tracePt t="5769" x="5470525" y="2546350"/>
          <p14:tracePt t="5777" x="5464175" y="2546350"/>
          <p14:tracePt t="5785" x="5441950" y="2546350"/>
          <p14:tracePt t="5793" x="5421313" y="2546350"/>
          <p14:tracePt t="5801" x="5413375" y="2546350"/>
          <p14:tracePt t="5809" x="5392738" y="2546350"/>
          <p14:tracePt t="5817" x="5370513" y="2546350"/>
          <p14:tracePt t="5825" x="5364163" y="2546350"/>
          <p14:tracePt t="5833" x="5341938" y="2546350"/>
          <p14:tracePt t="5841" x="5335588" y="2546350"/>
          <p14:tracePt t="5849" x="5313363" y="2546350"/>
          <p14:tracePt t="5857" x="5299075" y="2546350"/>
          <p14:tracePt t="5865" x="5292725" y="2546350"/>
          <p14:tracePt t="5873" x="5284788" y="2546350"/>
          <p14:tracePt t="5892" x="5264150" y="2546350"/>
          <p14:tracePt t="5905" x="5249863" y="2546350"/>
          <p14:tracePt t="5913" x="5241925" y="2546350"/>
          <p14:tracePt t="5921" x="5235575" y="2554288"/>
          <p14:tracePt t="5929" x="5227638" y="2554288"/>
          <p14:tracePt t="5937" x="5221288" y="2554288"/>
          <p14:tracePt t="5945" x="5199063" y="2554288"/>
          <p14:tracePt t="5961" x="5184775" y="2554288"/>
          <p14:tracePt t="5969" x="5178425" y="2554288"/>
          <p14:tracePt t="5985" x="5170488" y="2554288"/>
          <p14:tracePt t="6001" x="5164138" y="2554288"/>
          <p14:tracePt t="6017" x="5156200" y="2554288"/>
          <p14:tracePt t="6041" x="5149850" y="2554288"/>
          <p14:tracePt t="6057" x="5141913" y="2554288"/>
          <p14:tracePt t="6097" x="5135563" y="2560638"/>
          <p14:tracePt t="6953" x="5121275" y="2560638"/>
          <p14:tracePt t="6961" x="5029200" y="2560638"/>
          <p14:tracePt t="6969" x="4900613" y="2560638"/>
          <p14:tracePt t="6977" x="4729163" y="2560638"/>
          <p14:tracePt t="6985" x="4600575" y="2574925"/>
          <p14:tracePt t="6993" x="4486275" y="2597150"/>
          <p14:tracePt t="7001" x="4414838" y="2611438"/>
          <p14:tracePt t="7009" x="4365625" y="2617788"/>
          <p14:tracePt t="7017" x="4322763" y="2632075"/>
          <p14:tracePt t="7025" x="4271963" y="2646363"/>
          <p14:tracePt t="7033" x="4229100" y="2660650"/>
          <p14:tracePt t="7041" x="4171950" y="2668588"/>
          <p14:tracePt t="7049" x="4114800" y="2682875"/>
          <p14:tracePt t="7057" x="4065588" y="2697163"/>
          <p14:tracePt t="7065" x="4016375" y="2703513"/>
          <p14:tracePt t="7073" x="3944938" y="2725738"/>
          <p14:tracePt t="7081" x="3887788" y="2740025"/>
          <p14:tracePt t="7089" x="3808413" y="2774950"/>
          <p14:tracePt t="7097" x="3730625" y="2797175"/>
          <p14:tracePt t="7105" x="3630613" y="2817813"/>
          <p14:tracePt t="7113" x="3524250" y="2854325"/>
          <p14:tracePt t="7121" x="3402013" y="2889250"/>
          <p14:tracePt t="7129" x="3244850" y="2932113"/>
          <p14:tracePt t="7137" x="3138488" y="2946400"/>
          <p14:tracePt t="7145" x="2938463" y="2960688"/>
          <p14:tracePt t="7153" x="2809875" y="2989263"/>
          <p14:tracePt t="7161" x="2695575" y="3003550"/>
          <p14:tracePt t="7169" x="2609850" y="3038475"/>
          <p14:tracePt t="7177" x="2532063" y="3046413"/>
          <p14:tracePt t="7185" x="2454275" y="3067050"/>
          <p14:tracePt t="7193" x="2397125" y="3074988"/>
          <p14:tracePt t="7201" x="2332038" y="3081338"/>
          <p14:tracePt t="7209" x="2260600" y="3095625"/>
          <p14:tracePt t="7217" x="2168525" y="3103563"/>
          <p14:tracePt t="7225" x="2060575" y="3124200"/>
          <p14:tracePt t="7233" x="1954213" y="3138488"/>
          <p14:tracePt t="7241" x="1839913" y="3152775"/>
          <p14:tracePt t="7249" x="1719263" y="3203575"/>
          <p14:tracePt t="7257" x="1633538" y="3224213"/>
          <p14:tracePt t="7265" x="1562100" y="3238500"/>
          <p14:tracePt t="7273" x="1504950" y="3267075"/>
          <p14:tracePt t="7281" x="1447800" y="3281363"/>
          <p14:tracePt t="7289" x="1398588" y="3289300"/>
          <p14:tracePt t="7297" x="1362075" y="3295650"/>
          <p14:tracePt t="7305" x="1319213" y="3309938"/>
          <p14:tracePt t="7313" x="1284288" y="3309938"/>
          <p14:tracePt t="7320" x="1233488" y="3332163"/>
          <p14:tracePt t="7329" x="1184275" y="3338513"/>
          <p14:tracePt t="7337" x="1141413" y="3346450"/>
          <p14:tracePt t="7345" x="1104900" y="3352800"/>
          <p14:tracePt t="7353" x="1076325" y="3367088"/>
          <p14:tracePt t="7361" x="1047750" y="3375025"/>
          <p14:tracePt t="7369" x="1033463" y="3375025"/>
          <p14:tracePt t="7425" x="1027113" y="3375025"/>
          <p14:tracePt t="7441" x="1027113" y="3381375"/>
          <p14:tracePt t="7449" x="1019175" y="3389313"/>
          <p14:tracePt t="7466" x="1019175" y="3395663"/>
          <p14:tracePt t="7473" x="1006475" y="3409950"/>
          <p14:tracePt t="7481" x="998538" y="3417888"/>
          <p14:tracePt t="7489" x="998538" y="3430588"/>
          <p14:tracePt t="7497" x="992188" y="3444875"/>
          <p14:tracePt t="7505" x="984250" y="3467100"/>
          <p14:tracePt t="7513" x="984250" y="3473450"/>
          <p14:tracePt t="7521" x="977900" y="3495675"/>
          <p14:tracePt t="7529" x="977900" y="3509963"/>
          <p14:tracePt t="7537" x="969963" y="3524250"/>
          <p14:tracePt t="7545" x="969963" y="3544888"/>
          <p14:tracePt t="7553" x="969963" y="3552825"/>
          <p14:tracePt t="7561" x="969963" y="3567113"/>
          <p14:tracePt t="7569" x="969963" y="3573463"/>
          <p14:tracePt t="7577" x="969963" y="3587750"/>
          <p14:tracePt t="7609" x="969963" y="3595688"/>
          <p14:tracePt t="8305" x="977900" y="3595688"/>
          <p14:tracePt t="8809" x="984250" y="3602038"/>
          <p14:tracePt t="8817" x="984250" y="3609975"/>
          <p14:tracePt t="8825" x="984250" y="3624263"/>
          <p14:tracePt t="8841" x="984250" y="3630613"/>
          <p14:tracePt t="8858" x="998538" y="3644900"/>
          <p14:tracePt t="8873" x="998538" y="3659188"/>
          <p14:tracePt t="8889" x="998538" y="3673475"/>
          <p14:tracePt t="8897" x="1006475" y="3681413"/>
          <p14:tracePt t="8905" x="1006475" y="3687763"/>
          <p14:tracePt t="8913" x="1006475" y="3695700"/>
          <p14:tracePt t="8921" x="1006475" y="3702050"/>
          <p14:tracePt t="8937" x="1019175" y="3716338"/>
          <p14:tracePt t="8961" x="1019175" y="3724275"/>
          <p14:tracePt t="8977" x="1019175" y="3738563"/>
          <p14:tracePt t="8985" x="1019175" y="3744913"/>
          <p14:tracePt t="9001" x="1027113" y="3744913"/>
          <p14:tracePt t="9017" x="1027113" y="3752850"/>
          <p14:tracePt t="9025" x="1027113" y="3759200"/>
          <p14:tracePt t="9033" x="1027113" y="3767138"/>
          <p14:tracePt t="9049" x="1027113" y="3773488"/>
          <p14:tracePt t="9065" x="1027113" y="3787775"/>
          <p14:tracePt t="9073" x="1027113" y="3795713"/>
          <p14:tracePt t="9081" x="1027113" y="3810000"/>
          <p14:tracePt t="9097" x="1041400" y="3816350"/>
          <p14:tracePt t="9105" x="1041400" y="3824288"/>
          <p14:tracePt t="9113" x="1041400" y="3830638"/>
          <p14:tracePt t="9121" x="1041400" y="3844925"/>
          <p14:tracePt t="9129" x="1047750" y="3852863"/>
          <p14:tracePt t="9137" x="1047750" y="3859213"/>
          <p14:tracePt t="9145" x="1055688" y="3867150"/>
          <p14:tracePt t="9153" x="1055688" y="3873500"/>
          <p14:tracePt t="9161" x="1055688" y="3881438"/>
          <p14:tracePt t="9169" x="1055688" y="3887788"/>
          <p14:tracePt t="9177" x="1055688" y="3902075"/>
          <p14:tracePt t="9185" x="1062038" y="3910013"/>
          <p14:tracePt t="9201" x="1069975" y="3924300"/>
          <p14:tracePt t="9209" x="1069975" y="3930650"/>
          <p14:tracePt t="9217" x="1069975" y="3938588"/>
          <p14:tracePt t="9233" x="1069975" y="3952875"/>
          <p14:tracePt t="9249" x="1069975" y="3959225"/>
          <p14:tracePt t="9257" x="1069975" y="3973513"/>
          <p14:tracePt t="9273" x="1069975" y="3987800"/>
          <p14:tracePt t="9289" x="1069975" y="3995738"/>
          <p14:tracePt t="9297" x="1069975" y="4008438"/>
          <p14:tracePt t="9313" x="1069975" y="4016375"/>
          <p14:tracePt t="9329" x="1069975" y="4030663"/>
          <p14:tracePt t="9337" x="1069975" y="4037013"/>
          <p14:tracePt t="9345" x="1076325" y="4051300"/>
          <p14:tracePt t="9353" x="1076325" y="4059238"/>
          <p14:tracePt t="9361" x="1076325" y="4065588"/>
          <p14:tracePt t="9369" x="1076325" y="4073525"/>
          <p14:tracePt t="9377" x="1076325" y="4079875"/>
          <p14:tracePt t="9385" x="1076325" y="4087813"/>
          <p14:tracePt t="9393" x="1076325" y="4094163"/>
          <p14:tracePt t="9401" x="1076325" y="4102100"/>
          <p14:tracePt t="9409" x="1076325" y="4116388"/>
          <p14:tracePt t="9417" x="1076325" y="4130675"/>
          <p14:tracePt t="9425" x="1084263" y="4144963"/>
          <p14:tracePt t="9433" x="1084263" y="4151313"/>
          <p14:tracePt t="9441" x="1090613" y="4173538"/>
          <p14:tracePt t="9449" x="1090613" y="4179888"/>
          <p14:tracePt t="9457" x="1098550" y="4194175"/>
          <p14:tracePt t="9465" x="1098550" y="4202113"/>
          <p14:tracePt t="9473" x="1098550" y="4208463"/>
          <p14:tracePt t="9481" x="1098550" y="4216400"/>
          <p14:tracePt t="9489" x="1098550" y="4222750"/>
          <p14:tracePt t="9497" x="1104900" y="4244975"/>
          <p14:tracePt t="9505" x="1112838" y="4251325"/>
          <p14:tracePt t="9513" x="1112838" y="4265613"/>
          <p14:tracePt t="9521" x="1112838" y="4273550"/>
          <p14:tracePt t="9529" x="1112838" y="4279900"/>
          <p14:tracePt t="9537" x="1112838" y="4287838"/>
          <p14:tracePt t="9689" x="1119188" y="4294188"/>
          <p14:tracePt t="9817" x="1127125" y="4294188"/>
          <p14:tracePt t="9833" x="1133475" y="4294188"/>
          <p14:tracePt t="9977" x="1141413" y="4302125"/>
          <p14:tracePt t="9993" x="1155700" y="4308475"/>
          <p14:tracePt t="10033" x="1155700" y="4316413"/>
          <p14:tracePt t="10065" x="1155700" y="4322763"/>
          <p14:tracePt t="10081" x="1162050" y="4330700"/>
          <p14:tracePt t="10089" x="1169988" y="4337050"/>
          <p14:tracePt t="10105" x="1169988" y="4344988"/>
          <p14:tracePt t="10113" x="1184275" y="4359275"/>
          <p14:tracePt t="10137" x="1190625" y="4373563"/>
          <p14:tracePt t="10145" x="1198563" y="4379913"/>
          <p14:tracePt t="10153" x="1204913" y="4387850"/>
          <p14:tracePt t="10161" x="1219200" y="4387850"/>
          <p14:tracePt t="10169" x="1227138" y="4394200"/>
          <p14:tracePt t="10177" x="1247775" y="4408488"/>
          <p14:tracePt t="10193" x="1262063" y="4416425"/>
          <p14:tracePt t="10201" x="1262063" y="4422775"/>
          <p14:tracePt t="10209" x="1270000" y="4422775"/>
          <p14:tracePt t="10257" x="1276350" y="4422775"/>
          <p14:tracePt t="10289" x="1284288" y="4430713"/>
          <p14:tracePt t="10393" x="1290638" y="4430713"/>
          <p14:tracePt t="10409" x="1304925" y="4430713"/>
          <p14:tracePt t="10417" x="1319213" y="4430713"/>
          <p14:tracePt t="10617" x="1327150" y="4430713"/>
          <p14:tracePt t="15033" x="1327150" y="4422775"/>
          <p14:tracePt t="15177" x="1327150" y="4416425"/>
          <p14:tracePt t="15209" x="1333500" y="4416425"/>
          <p14:tracePt t="15233" x="1341438" y="4416425"/>
          <p14:tracePt t="15257" x="1347788" y="4416425"/>
          <p14:tracePt t="15265" x="1355725" y="4416425"/>
          <p14:tracePt t="15273" x="1362075" y="4416425"/>
          <p14:tracePt t="15281" x="1370013" y="4416425"/>
          <p14:tracePt t="15289" x="1376363" y="4416425"/>
          <p14:tracePt t="15297" x="1384300" y="4416425"/>
          <p14:tracePt t="15313" x="1398588" y="4416425"/>
          <p14:tracePt t="15321" x="1404938" y="4416425"/>
          <p14:tracePt t="15337" x="1419225" y="4416425"/>
          <p14:tracePt t="15345" x="1427163" y="4416425"/>
          <p14:tracePt t="15353" x="1447800" y="4416425"/>
          <p14:tracePt t="15369" x="1455738" y="4416425"/>
          <p14:tracePt t="15377" x="1470025" y="4416425"/>
          <p14:tracePt t="15385" x="1476375" y="4416425"/>
          <p14:tracePt t="15393" x="1484313" y="4416425"/>
          <p14:tracePt t="15401" x="1498600" y="4416425"/>
          <p14:tracePt t="15417" x="1504950" y="4416425"/>
          <p14:tracePt t="15425" x="1519238" y="4416425"/>
          <p14:tracePt t="15441" x="1533525" y="4416425"/>
          <p14:tracePt t="15449" x="1539875" y="4416425"/>
          <p14:tracePt t="15465" x="1547813" y="4416425"/>
          <p14:tracePt t="15473" x="1562100" y="4416425"/>
          <p14:tracePt t="15489" x="1568450" y="4416425"/>
          <p14:tracePt t="15505" x="1576388" y="4416425"/>
          <p14:tracePt t="15513" x="1582738" y="4422775"/>
          <p14:tracePt t="15537" x="1590675" y="4422775"/>
          <p14:tracePt t="15545" x="1597025" y="4422775"/>
          <p14:tracePt t="15553" x="1604963" y="4422775"/>
          <p14:tracePt t="15561" x="1611313" y="4422775"/>
          <p14:tracePt t="15577" x="1619250" y="4422775"/>
          <p14:tracePt t="15585" x="1625600" y="4422775"/>
          <p14:tracePt t="15625" x="1633538" y="4422775"/>
          <p14:tracePt t="15657" x="1639888" y="4422775"/>
          <p14:tracePt t="16297" x="1647825" y="4422775"/>
          <p14:tracePt t="16329" x="1654175" y="4422775"/>
          <p14:tracePt t="16345" x="1662113" y="4422775"/>
          <p14:tracePt t="16353" x="1668463" y="4422775"/>
          <p14:tracePt t="16369" x="1682750" y="4422775"/>
          <p14:tracePt t="16377" x="1690688" y="4422775"/>
          <p14:tracePt t="16385" x="1711325" y="4422775"/>
          <p14:tracePt t="16393" x="1725613" y="4422775"/>
          <p14:tracePt t="16401" x="1747838" y="4422775"/>
          <p14:tracePt t="16409" x="1768475" y="4422775"/>
          <p14:tracePt t="16417" x="1776413" y="4422775"/>
          <p14:tracePt t="16425" x="1790700" y="4422775"/>
          <p14:tracePt t="16433" x="1797050" y="4422775"/>
          <p14:tracePt t="16441" x="1819275" y="4422775"/>
          <p14:tracePt t="16449" x="1825625" y="4422775"/>
          <p14:tracePt t="16457" x="1839913" y="4422775"/>
          <p14:tracePt t="16465" x="1847850" y="4422775"/>
          <p14:tracePt t="16473" x="1862138" y="4422775"/>
          <p14:tracePt t="16481" x="1876425" y="4422775"/>
          <p14:tracePt t="16489" x="1897063" y="4422775"/>
          <p14:tracePt t="16497" x="1911350" y="4422775"/>
          <p14:tracePt t="16505" x="1925638" y="4422775"/>
          <p14:tracePt t="16513" x="1947863" y="4422775"/>
          <p14:tracePt t="16521" x="1968500" y="4422775"/>
          <p14:tracePt t="16529" x="1990725" y="4422775"/>
          <p14:tracePt t="16537" x="2005013" y="4422775"/>
          <p14:tracePt t="16545" x="2032000" y="4422775"/>
          <p14:tracePt t="16553" x="2068513" y="4422775"/>
          <p14:tracePt t="16560" x="2103438" y="4422775"/>
          <p14:tracePt t="16569" x="2125663" y="4422775"/>
          <p14:tracePt t="16577" x="2154238" y="4422775"/>
          <p14:tracePt t="16585" x="2197100" y="4422775"/>
          <p14:tracePt t="16593" x="2246313" y="4422775"/>
          <p14:tracePt t="16601" x="2282825" y="4422775"/>
          <p14:tracePt t="16609" x="2339975" y="4422775"/>
          <p14:tracePt t="16617" x="2389188" y="4422775"/>
          <p14:tracePt t="16625" x="2446338" y="4422775"/>
          <p14:tracePt t="16633" x="2497138" y="4422775"/>
          <p14:tracePt t="16641" x="2532063" y="4422775"/>
          <p14:tracePt t="16649" x="2581275" y="4422775"/>
          <p14:tracePt t="16657" x="2617788" y="4408488"/>
          <p14:tracePt t="16665" x="2638425" y="4408488"/>
          <p14:tracePt t="16673" x="2667000" y="4402138"/>
          <p14:tracePt t="16681" x="2689225" y="4394200"/>
          <p14:tracePt t="16689" x="2695575" y="4394200"/>
          <p14:tracePt t="16697" x="2703513" y="4394200"/>
          <p14:tracePt t="16705" x="2724150" y="4394200"/>
          <p14:tracePt t="16713" x="2746375" y="4394200"/>
          <p14:tracePt t="16721" x="2774950" y="4394200"/>
          <p14:tracePt t="16729" x="2789238" y="4379913"/>
          <p14:tracePt t="16737" x="2817813" y="4379913"/>
          <p14:tracePt t="16745" x="2846388" y="4379913"/>
          <p14:tracePt t="16753" x="2867025" y="4379913"/>
          <p14:tracePt t="16761" x="2895600" y="4379913"/>
          <p14:tracePt t="16769" x="2917825" y="4379913"/>
          <p14:tracePt t="16777" x="2924175" y="4379913"/>
          <p14:tracePt t="16785" x="2946400" y="4379913"/>
          <p14:tracePt t="16793" x="2960688" y="4379913"/>
          <p14:tracePt t="16801" x="2974975" y="4379913"/>
          <p14:tracePt t="16817" x="2981325" y="4379913"/>
          <p14:tracePt t="16833" x="2989263" y="4379913"/>
          <p14:tracePt t="16849" x="2995613" y="4379913"/>
          <p14:tracePt t="16865" x="3003550" y="4379913"/>
          <p14:tracePt t="16873" x="3017838" y="4379913"/>
          <p14:tracePt t="16889" x="3024188" y="4379913"/>
          <p14:tracePt t="16908" x="3032125" y="4379913"/>
          <p14:tracePt t="16913" x="3038475" y="4379913"/>
          <p14:tracePt t="16929" x="3059113" y="4379913"/>
          <p14:tracePt t="16945" x="3067050" y="4379913"/>
          <p14:tracePt t="16953" x="3067050" y="4387850"/>
          <p14:tracePt t="16961" x="3073400" y="4394200"/>
          <p14:tracePt t="16969" x="3081338" y="4402138"/>
          <p14:tracePt t="16977" x="3087688" y="4402138"/>
          <p14:tracePt t="16985" x="3087688" y="4408488"/>
          <p14:tracePt t="16993" x="3095625" y="4408488"/>
          <p14:tracePt t="17017" x="3101975" y="4408488"/>
          <p14:tracePt t="17025" x="3101975" y="4416425"/>
          <p14:tracePt t="17033" x="3109913" y="4416425"/>
          <p14:tracePt t="17065" x="3109913" y="4422775"/>
          <p14:tracePt t="17073" x="3116263" y="4422775"/>
          <p14:tracePt t="17297" x="3101975" y="4422775"/>
          <p14:tracePt t="17305" x="3101975" y="4430713"/>
          <p14:tracePt t="17313" x="3081338" y="4430713"/>
          <p14:tracePt t="17321" x="3073400" y="4437063"/>
          <p14:tracePt t="17329" x="3059113" y="4445000"/>
          <p14:tracePt t="17337" x="3052763" y="4445000"/>
          <p14:tracePt t="17345" x="3032125" y="4451350"/>
          <p14:tracePt t="17353" x="3024188" y="4451350"/>
          <p14:tracePt t="17369" x="3009900" y="4451350"/>
          <p14:tracePt t="17377" x="3003550" y="4451350"/>
          <p14:tracePt t="17385" x="2989263" y="4465638"/>
          <p14:tracePt t="17393" x="2981325" y="4465638"/>
          <p14:tracePt t="17401" x="2974975" y="4465638"/>
          <p14:tracePt t="17409" x="2967038" y="4473575"/>
          <p14:tracePt t="17417" x="2960688" y="4479925"/>
          <p14:tracePt t="17425" x="2946400" y="4479925"/>
          <p14:tracePt t="17433" x="2938463" y="4494213"/>
          <p14:tracePt t="17441" x="2932113" y="4494213"/>
          <p14:tracePt t="17457" x="2917825" y="4502150"/>
          <p14:tracePt t="17473" x="2909888" y="4508500"/>
          <p14:tracePt t="17505" x="2909888" y="4516438"/>
          <p14:tracePt t="17513" x="2903538" y="4516438"/>
          <p14:tracePt t="17537" x="2903538" y="4530725"/>
          <p14:tracePt t="17545" x="2895600" y="4537075"/>
          <p14:tracePt t="17553" x="2889250" y="4537075"/>
          <p14:tracePt t="17569" x="2889250" y="4551363"/>
          <p14:tracePt t="17593" x="2881313" y="4559300"/>
          <p14:tracePt t="17729" x="2881313" y="4572000"/>
          <p14:tracePt t="17857" x="2881313" y="4579938"/>
          <p14:tracePt t="17961" x="2881313" y="4586288"/>
          <p14:tracePt t="18113" x="2881313" y="4594225"/>
          <p14:tracePt t="18193" x="2881313" y="4600575"/>
          <p14:tracePt t="18257" x="2889250" y="4600575"/>
          <p14:tracePt t="18273" x="2895600" y="4600575"/>
          <p14:tracePt t="18289" x="2903538" y="4600575"/>
          <p14:tracePt t="18297" x="2917825" y="4600575"/>
          <p14:tracePt t="18305" x="2932113" y="4600575"/>
          <p14:tracePt t="18313" x="2938463" y="4600575"/>
          <p14:tracePt t="18321" x="2952750" y="4600575"/>
          <p14:tracePt t="18329" x="2967038" y="4600575"/>
          <p14:tracePt t="18337" x="2981325" y="4600575"/>
          <p14:tracePt t="18345" x="2989263" y="4600575"/>
          <p14:tracePt t="18353" x="2995613" y="4600575"/>
          <p14:tracePt t="18361" x="3003550" y="4600575"/>
          <p14:tracePt t="18377" x="3017838" y="4600575"/>
          <p14:tracePt t="18393" x="3024188" y="4600575"/>
          <p14:tracePt t="18409" x="3038475" y="4600575"/>
          <p14:tracePt t="18417" x="3046413" y="4600575"/>
          <p14:tracePt t="18425" x="3052763" y="4600575"/>
          <p14:tracePt t="18441" x="3059113" y="4600575"/>
          <p14:tracePt t="18449" x="3067050" y="4600575"/>
          <p14:tracePt t="18465" x="3073400" y="4600575"/>
          <p14:tracePt t="18473" x="3081338" y="4600575"/>
          <p14:tracePt t="18489" x="3087688" y="4600575"/>
          <p14:tracePt t="18513" x="3095625" y="4600575"/>
          <p14:tracePt t="18529" x="3109913" y="4600575"/>
          <p14:tracePt t="18537" x="3124200" y="4600575"/>
          <p14:tracePt t="18545" x="3138488" y="4600575"/>
          <p14:tracePt t="18561" x="3152775" y="4600575"/>
          <p14:tracePt t="18569" x="3159125" y="4600575"/>
          <p14:tracePt t="18585" x="3167063" y="4600575"/>
          <p14:tracePt t="18593" x="3173413" y="4600575"/>
          <p14:tracePt t="18601" x="3181350" y="4600575"/>
          <p14:tracePt t="18617" x="3187700" y="4600575"/>
          <p14:tracePt t="18625" x="3195638" y="4600575"/>
          <p14:tracePt t="18633" x="3201988" y="4600575"/>
          <p14:tracePt t="18641" x="3224213" y="4600575"/>
          <p14:tracePt t="18649" x="3238500" y="4600575"/>
          <p14:tracePt t="18657" x="3252788" y="4600575"/>
          <p14:tracePt t="18665" x="3259138" y="4600575"/>
          <p14:tracePt t="18673" x="3273425" y="4600575"/>
          <p14:tracePt t="18681" x="3287713" y="4600575"/>
          <p14:tracePt t="18689" x="3295650" y="4594225"/>
          <p14:tracePt t="18697" x="3302000" y="4594225"/>
          <p14:tracePt t="19001" x="3309938" y="4594225"/>
          <p14:tracePt t="19025" x="3316288" y="4594225"/>
          <p14:tracePt t="19033" x="3324225" y="4586288"/>
          <p14:tracePt t="19041" x="3324225" y="4579938"/>
          <p14:tracePt t="19137" x="3324225" y="4572000"/>
          <p14:tracePt t="19185" x="3324225" y="4565650"/>
          <p14:tracePt t="19217" x="3324225" y="4559300"/>
          <p14:tracePt t="19233" x="3324225" y="4551363"/>
          <p14:tracePt t="19250" x="3316288" y="4545013"/>
          <p14:tracePt t="19265" x="3316288" y="4537075"/>
          <p14:tracePt t="19273" x="3316288" y="4530725"/>
          <p14:tracePt t="19289" x="3316288" y="4522788"/>
          <p14:tracePt t="19297" x="3302000" y="4508500"/>
          <p14:tracePt t="19345" x="3302000" y="4494213"/>
          <p14:tracePt t="19369" x="3295650" y="4487863"/>
          <p14:tracePt t="19393" x="3295650" y="4473575"/>
          <p14:tracePt t="19425" x="3287713" y="4465638"/>
          <p14:tracePt t="19433" x="3281363" y="4459288"/>
          <p14:tracePt t="19449" x="3281363" y="4451350"/>
          <p14:tracePt t="19465" x="3281363" y="4445000"/>
          <p14:tracePt t="19497" x="3281363" y="4437063"/>
          <p14:tracePt t="19553" x="3281363" y="4430713"/>
          <p14:tracePt t="19561" x="3281363" y="4422775"/>
          <p14:tracePt t="19593" x="3281363" y="4416425"/>
          <p14:tracePt t="19601" x="3281363" y="4408488"/>
          <p14:tracePt t="19617" x="3281363" y="4402138"/>
          <p14:tracePt t="19625" x="3281363" y="4394200"/>
          <p14:tracePt t="19633" x="3281363" y="4387850"/>
          <p14:tracePt t="19649" x="3287713" y="4379913"/>
          <p14:tracePt t="19665" x="3287713" y="4365625"/>
          <p14:tracePt t="19681" x="3295650" y="4359275"/>
          <p14:tracePt t="19689" x="3295650" y="4351338"/>
          <p14:tracePt t="19697" x="3302000" y="4351338"/>
          <p14:tracePt t="19705" x="3302000" y="4344988"/>
          <p14:tracePt t="19729" x="3309938" y="4330700"/>
          <p14:tracePt t="19737" x="3316288" y="4330700"/>
          <p14:tracePt t="19761" x="3324225" y="4322763"/>
          <p14:tracePt t="19769" x="3330575" y="4322763"/>
          <p14:tracePt t="19785" x="3330575" y="4316413"/>
          <p14:tracePt t="19801" x="3338513" y="4316413"/>
          <p14:tracePt t="19817" x="3344863" y="4308475"/>
          <p14:tracePt t="19833" x="3344863" y="4302125"/>
          <p14:tracePt t="19873" x="3352800" y="4302125"/>
          <p14:tracePt t="19937" x="3359150" y="4294188"/>
          <p14:tracePt t="19977" x="3359150" y="4287838"/>
          <p14:tracePt t="19993" x="3359150" y="4279900"/>
          <p14:tracePt t="20017" x="3367088" y="4273550"/>
          <p14:tracePt t="21209" x="3381375" y="4279900"/>
          <p14:tracePt t="21225" x="3387725" y="4279900"/>
          <p14:tracePt t="21529" x="3373438" y="4279900"/>
          <p14:tracePt t="22297" x="3373438" y="4287838"/>
          <p14:tracePt t="22305" x="3373438" y="4294188"/>
          <p14:tracePt t="22313" x="3373438" y="4302125"/>
          <p14:tracePt t="22321" x="3373438" y="4322763"/>
          <p14:tracePt t="22329" x="3381375" y="4330700"/>
          <p14:tracePt t="22345" x="3381375" y="4344988"/>
          <p14:tracePt t="22353" x="3387725" y="4359275"/>
          <p14:tracePt t="22369" x="3387725" y="4373563"/>
          <p14:tracePt t="22377" x="3387725" y="4387850"/>
          <p14:tracePt t="22385" x="3387725" y="4394200"/>
          <p14:tracePt t="22393" x="3387725" y="4402138"/>
          <p14:tracePt t="22409" x="3387725" y="4408488"/>
          <p14:tracePt t="22417" x="3395663" y="4408488"/>
          <p14:tracePt t="22433" x="3395663" y="4416425"/>
          <p14:tracePt t="22561" x="3395663" y="4430713"/>
          <p14:tracePt t="22577" x="3395663" y="4445000"/>
          <p14:tracePt t="22585" x="3402013" y="4459288"/>
          <p14:tracePt t="22593" x="3409950" y="4465638"/>
          <p14:tracePt t="22601" x="3409950" y="4479925"/>
          <p14:tracePt t="22609" x="3416300" y="4502150"/>
          <p14:tracePt t="22626" x="3416300" y="4508500"/>
          <p14:tracePt t="22633" x="3416300" y="4516438"/>
          <p14:tracePt t="22641" x="3416300" y="4522788"/>
          <p14:tracePt t="22649" x="3424238" y="4530725"/>
          <p14:tracePt t="22665" x="3430588" y="4545013"/>
          <p14:tracePt t="22697" x="3438525" y="4545013"/>
          <p14:tracePt t="22858" x="3438525" y="4551363"/>
          <p14:tracePt t="23081" x="3444875" y="4551363"/>
          <p14:tracePt t="23089" x="3452813" y="4551363"/>
          <p14:tracePt t="23097" x="3459163" y="4551363"/>
          <p14:tracePt t="23121" x="3473450" y="4551363"/>
          <p14:tracePt t="23129" x="3495675" y="4551363"/>
          <p14:tracePt t="23137" x="3502025" y="4559300"/>
          <p14:tracePt t="23145" x="3524250" y="4559300"/>
          <p14:tracePt t="23153" x="3538538" y="4559300"/>
          <p14:tracePt t="23161" x="3559175" y="4565650"/>
          <p14:tracePt t="23169" x="3573463" y="4565650"/>
          <p14:tracePt t="23177" x="3587750" y="4572000"/>
          <p14:tracePt t="23185" x="3602038" y="4572000"/>
          <p14:tracePt t="23193" x="3622675" y="4572000"/>
          <p14:tracePt t="23201" x="3636963" y="4579938"/>
          <p14:tracePt t="23209" x="3659188" y="4579938"/>
          <p14:tracePt t="23217" x="3665538" y="4579938"/>
          <p14:tracePt t="23225" x="3679825" y="4579938"/>
          <p14:tracePt t="23233" x="3687763" y="4579938"/>
          <p14:tracePt t="23241" x="3702050" y="4579938"/>
          <p14:tracePt t="23249" x="3716338" y="4579938"/>
          <p14:tracePt t="23257" x="3722688" y="4579938"/>
          <p14:tracePt t="23265" x="3730625" y="4579938"/>
          <p14:tracePt t="23273" x="3736975" y="4579938"/>
          <p14:tracePt t="23281" x="3744913" y="4579938"/>
          <p14:tracePt t="23289" x="3751263" y="4579938"/>
          <p14:tracePt t="23305" x="3759200" y="4579938"/>
          <p14:tracePt t="23313" x="3765550" y="4579938"/>
          <p14:tracePt t="23329" x="3773488" y="4579938"/>
          <p14:tracePt t="23345" x="3779838" y="4579938"/>
          <p14:tracePt t="23361" x="3787775" y="4579938"/>
          <p14:tracePt t="23457" x="3794125" y="4579938"/>
          <p14:tracePt t="23489" x="3802063" y="4579938"/>
          <p14:tracePt t="23601" x="3808413" y="4579938"/>
          <p14:tracePt t="23849" x="3816350" y="4579938"/>
          <p14:tracePt t="23857" x="3822700" y="4579938"/>
          <p14:tracePt t="23873" x="3830638" y="4579938"/>
          <p14:tracePt t="23897" x="3836988" y="4579938"/>
          <p14:tracePt t="23913" x="3851275" y="4579938"/>
          <p14:tracePt t="23921" x="3859213" y="4579938"/>
          <p14:tracePt t="23937" x="3873500" y="4579938"/>
          <p14:tracePt t="23953" x="3879850" y="4579938"/>
          <p14:tracePt t="23961" x="3894138" y="4579938"/>
          <p14:tracePt t="23969" x="3902075" y="4579938"/>
          <p14:tracePt t="23977" x="3916363" y="4579938"/>
          <p14:tracePt t="23985" x="3922713" y="4579938"/>
          <p14:tracePt t="23993" x="3944938" y="4579938"/>
          <p14:tracePt t="24001" x="3959225" y="4579938"/>
          <p14:tracePt t="24009" x="3979863" y="4579938"/>
          <p14:tracePt t="24017" x="4002088" y="4579938"/>
          <p14:tracePt t="24025" x="4022725" y="4579938"/>
          <p14:tracePt t="24033" x="4051300" y="4579938"/>
          <p14:tracePt t="24041" x="4065588" y="4579938"/>
          <p14:tracePt t="24049" x="4086225" y="4579938"/>
          <p14:tracePt t="24057" x="4114800" y="4579938"/>
          <p14:tracePt t="24065" x="4137025" y="4579938"/>
          <p14:tracePt t="24072" x="4165600" y="4579938"/>
          <p14:tracePt t="24081" x="4186238" y="4579938"/>
          <p14:tracePt t="24089" x="4200525" y="4579938"/>
          <p14:tracePt t="24097" x="4229100" y="4579938"/>
          <p14:tracePt t="24105" x="4251325" y="4579938"/>
          <p14:tracePt t="24113" x="4265613" y="4579938"/>
          <p14:tracePt t="24121" x="4271963" y="4579938"/>
          <p14:tracePt t="24129" x="4294188" y="4579938"/>
          <p14:tracePt t="24137" x="4308475" y="4579938"/>
          <p14:tracePt t="24145" x="4322763" y="4579938"/>
          <p14:tracePt t="24153" x="4343400" y="4579938"/>
          <p14:tracePt t="24161" x="4351338" y="4579938"/>
          <p14:tracePt t="24169" x="4371975" y="4579938"/>
          <p14:tracePt t="24177" x="4386263" y="4579938"/>
          <p14:tracePt t="24185" x="4400550" y="4579938"/>
          <p14:tracePt t="24193" x="4422775" y="4579938"/>
          <p14:tracePt t="24201" x="4437063" y="4579938"/>
          <p14:tracePt t="24209" x="4457700" y="4579938"/>
          <p14:tracePt t="24217" x="4471988" y="4579938"/>
          <p14:tracePt t="24225" x="4479925" y="4579938"/>
          <p14:tracePt t="24233" x="4494213" y="4579938"/>
          <p14:tracePt t="24241" x="4500563" y="4579938"/>
          <p14:tracePt t="24249" x="4522788" y="4579938"/>
          <p14:tracePt t="24257" x="4537075" y="4579938"/>
          <p14:tracePt t="24265" x="4557713" y="4579938"/>
          <p14:tracePt t="24274" x="4586288" y="4579938"/>
          <p14:tracePt t="24281" x="4621213" y="4579938"/>
          <p14:tracePt t="24289" x="4672013" y="4579938"/>
          <p14:tracePt t="24297" x="4700588" y="4579938"/>
          <p14:tracePt t="24305" x="4729163" y="4579938"/>
          <p14:tracePt t="24313" x="4764088" y="4579938"/>
          <p14:tracePt t="24321" x="4806950" y="4579938"/>
          <p14:tracePt t="24329" x="4843463" y="4579938"/>
          <p14:tracePt t="24337" x="4914900" y="4579938"/>
          <p14:tracePt t="24345" x="4986338" y="4579938"/>
          <p14:tracePt t="24353" x="5064125" y="4579938"/>
          <p14:tracePt t="24361" x="5149850" y="4579938"/>
          <p14:tracePt t="24369" x="5213350" y="4579938"/>
          <p14:tracePt t="24377" x="5307013" y="4579938"/>
          <p14:tracePt t="24385" x="5392738" y="4579938"/>
          <p14:tracePt t="24393" x="5492750" y="4594225"/>
          <p14:tracePt t="24401" x="5605463" y="4600575"/>
          <p14:tracePt t="24409" x="5691188" y="4614863"/>
          <p14:tracePt t="24417" x="5805488" y="4637088"/>
          <p14:tracePt t="24425" x="5927725" y="4643438"/>
          <p14:tracePt t="24433" x="6027738" y="4651375"/>
          <p14:tracePt t="24441" x="6134100" y="4651375"/>
          <p14:tracePt t="24449" x="6234113" y="4651375"/>
          <p14:tracePt t="24457" x="6334125" y="4651375"/>
          <p14:tracePt t="24465" x="6426200" y="4651375"/>
          <p14:tracePt t="24473" x="6497638" y="4651375"/>
          <p14:tracePt t="24481" x="6577013" y="4651375"/>
          <p14:tracePt t="24489" x="6654800" y="4651375"/>
          <p14:tracePt t="24497" x="6718300" y="4651375"/>
          <p14:tracePt t="24505" x="6797675" y="4651375"/>
          <p14:tracePt t="24513" x="6869113" y="4651375"/>
          <p14:tracePt t="24521" x="6946900" y="4651375"/>
          <p14:tracePt t="24529" x="7026275" y="4651375"/>
          <p14:tracePt t="24537" x="7104063" y="4651375"/>
          <p14:tracePt t="24545" x="7181850" y="4651375"/>
          <p14:tracePt t="24553" x="7267575" y="4651375"/>
          <p14:tracePt t="24561" x="7332663" y="4651375"/>
          <p14:tracePt t="24569" x="7404100" y="4651375"/>
          <p14:tracePt t="24577" x="7461250" y="4651375"/>
          <p14:tracePt t="24585" x="7504113" y="4651375"/>
          <p14:tracePt t="24593" x="7561263" y="4651375"/>
          <p14:tracePt t="24601" x="7618413" y="4651375"/>
          <p14:tracePt t="24609" x="7667625" y="4651375"/>
          <p14:tracePt t="24617" x="7710488" y="4651375"/>
          <p14:tracePt t="24625" x="7739063" y="4643438"/>
          <p14:tracePt t="24633" x="7753350" y="4643438"/>
          <p14:tracePt t="24641" x="7773988" y="4637088"/>
          <p14:tracePt t="24649" x="7773988" y="4629150"/>
          <p14:tracePt t="24657" x="7788275" y="4622800"/>
          <p14:tracePt t="24665" x="7796213" y="4614863"/>
          <p14:tracePt t="24681" x="7802563" y="4608513"/>
          <p14:tracePt t="24689" x="7824788" y="4594225"/>
          <p14:tracePt t="24705" x="7831138" y="4579938"/>
          <p14:tracePt t="24713" x="7845425" y="4551363"/>
          <p14:tracePt t="24721" x="7859713" y="4545013"/>
          <p14:tracePt t="24729" x="7874000" y="4508500"/>
          <p14:tracePt t="24737" x="7881938" y="4473575"/>
          <p14:tracePt t="24745" x="7888288" y="4451350"/>
          <p14:tracePt t="24753" x="7910513" y="4416425"/>
          <p14:tracePt t="24761" x="7916863" y="4379913"/>
          <p14:tracePt t="24769" x="7916863" y="4359275"/>
          <p14:tracePt t="24777" x="7931150" y="4316413"/>
          <p14:tracePt t="24785" x="7931150" y="4287838"/>
          <p14:tracePt t="24793" x="7939088" y="4259263"/>
          <p14:tracePt t="24801" x="7939088" y="4230688"/>
          <p14:tracePt t="24809" x="7945438" y="4165600"/>
          <p14:tracePt t="24817" x="7953375" y="4130675"/>
          <p14:tracePt t="24825" x="7953375" y="4087813"/>
          <p14:tracePt t="24833" x="7953375" y="4044950"/>
          <p14:tracePt t="24841" x="7953375" y="4002088"/>
          <p14:tracePt t="24849" x="7953375" y="3967163"/>
          <p14:tracePt t="24857" x="7953375" y="3938588"/>
          <p14:tracePt t="24865" x="7953375" y="3881438"/>
          <p14:tracePt t="24873" x="7953375" y="3852863"/>
          <p14:tracePt t="24892" x="7953375" y="3781425"/>
          <p14:tracePt t="24897" x="7953375" y="3738563"/>
          <p14:tracePt t="24905" x="7939088" y="3716338"/>
          <p14:tracePt t="24913" x="7931150" y="3695700"/>
          <p14:tracePt t="24921" x="7924800" y="3681413"/>
          <p14:tracePt t="24929" x="7916863" y="3659188"/>
          <p14:tracePt t="24937" x="7910513" y="3652838"/>
          <p14:tracePt t="24945" x="7902575" y="3638550"/>
          <p14:tracePt t="24953" x="7902575" y="3630613"/>
          <p14:tracePt t="24961" x="7881938" y="3609975"/>
          <p14:tracePt t="24977" x="7874000" y="3595688"/>
          <p14:tracePt t="24985" x="7859713" y="3581400"/>
          <p14:tracePt t="24993" x="7839075" y="3573463"/>
          <p14:tracePt t="25001" x="7810500" y="3559175"/>
          <p14:tracePt t="25009" x="7781925" y="3544888"/>
          <p14:tracePt t="25017" x="7716838" y="3524250"/>
          <p14:tracePt t="25025" x="7667625" y="3516313"/>
          <p14:tracePt t="25033" x="7610475" y="3502025"/>
          <p14:tracePt t="25041" x="7524750" y="3467100"/>
          <p14:tracePt t="25049" x="7418388" y="3444875"/>
          <p14:tracePt t="25057" x="7246938" y="3409950"/>
          <p14:tracePt t="25065" x="7069138" y="3360738"/>
          <p14:tracePt t="25073" x="6911975" y="3317875"/>
          <p14:tracePt t="25081" x="6726238" y="3281363"/>
          <p14:tracePt t="25089" x="6562725" y="3260725"/>
          <p14:tracePt t="25097" x="6448425" y="3238500"/>
          <p14:tracePt t="25105" x="6319838" y="3217863"/>
          <p14:tracePt t="25113" x="6226175" y="3209925"/>
          <p14:tracePt t="25121" x="6126163" y="3189288"/>
          <p14:tracePt t="25129" x="6042025" y="3175000"/>
          <p14:tracePt t="25137" x="5956300" y="3167063"/>
          <p14:tracePt t="25145" x="5891213" y="3152775"/>
          <p14:tracePt t="25153" x="5819775" y="3146425"/>
          <p14:tracePt t="25161" x="5748338" y="3146425"/>
          <p14:tracePt t="25169" x="5670550" y="3146425"/>
          <p14:tracePt t="25177" x="5584825" y="3146425"/>
          <p14:tracePt t="25185" x="5484813" y="3146425"/>
          <p14:tracePt t="25193" x="5378450" y="3146425"/>
          <p14:tracePt t="25201" x="5284788" y="3146425"/>
          <p14:tracePt t="25209" x="5178425" y="3146425"/>
          <p14:tracePt t="25217" x="5072063" y="3132138"/>
          <p14:tracePt t="25225" x="4943475" y="3109913"/>
          <p14:tracePt t="25233" x="4800600" y="3095625"/>
          <p14:tracePt t="25241" x="4649788" y="3060700"/>
          <p14:tracePt t="25249" x="4500563" y="3046413"/>
          <p14:tracePt t="25257" x="4314825" y="3009900"/>
          <p14:tracePt t="25265" x="4114800" y="2989263"/>
          <p14:tracePt t="25273" x="3851275" y="2952750"/>
          <p14:tracePt t="25281" x="3594100" y="2924175"/>
          <p14:tracePt t="25289" x="3344863" y="2874963"/>
          <p14:tracePt t="25297" x="3017838" y="2860675"/>
          <p14:tracePt t="25305" x="2695575" y="2811463"/>
          <p14:tracePt t="25313" x="2432050" y="2782888"/>
          <p14:tracePt t="25321" x="2217738" y="2782888"/>
          <p14:tracePt t="25329" x="2025650" y="2782888"/>
          <p14:tracePt t="25337" x="1911350" y="2782888"/>
          <p14:tracePt t="25345" x="1768475" y="2782888"/>
          <p14:tracePt t="25353" x="1668463" y="2782888"/>
          <p14:tracePt t="25361" x="1562100" y="2782888"/>
          <p14:tracePt t="25369" x="1470025" y="2782888"/>
          <p14:tracePt t="25377" x="1376363" y="2782888"/>
          <p14:tracePt t="25385" x="1290638" y="2782888"/>
          <p14:tracePt t="25393" x="1212850" y="2782888"/>
          <p14:tracePt t="25401" x="1155700" y="2782888"/>
          <p14:tracePt t="25409" x="1098550" y="2782888"/>
          <p14:tracePt t="25417" x="1033463" y="2782888"/>
          <p14:tracePt t="25425" x="1006475" y="2782888"/>
          <p14:tracePt t="25433" x="963613" y="2782888"/>
          <p14:tracePt t="25441" x="927100" y="2782888"/>
          <p14:tracePt t="25449" x="898525" y="2782888"/>
          <p14:tracePt t="25457" x="841375" y="2782888"/>
          <p14:tracePt t="25465" x="792163" y="2797175"/>
          <p14:tracePt t="25473" x="735013" y="2797175"/>
          <p14:tracePt t="25481" x="663575" y="2797175"/>
          <p14:tracePt t="25489" x="620713" y="2797175"/>
          <p14:tracePt t="25497" x="549275" y="2797175"/>
          <p14:tracePt t="25505" x="492125" y="2797175"/>
          <p14:tracePt t="25513" x="457200" y="2797175"/>
          <p14:tracePt t="25521" x="414338" y="2797175"/>
          <p14:tracePt t="25529" x="392113" y="2797175"/>
          <p14:tracePt t="25537" x="385763" y="2797175"/>
          <p14:tracePt t="25761" x="406400" y="2811463"/>
          <p14:tracePt t="25769" x="442913" y="2840038"/>
          <p14:tracePt t="25777" x="449263" y="2840038"/>
          <p14:tracePt t="25961" x="442913" y="2840038"/>
          <p14:tracePt t="25969" x="406400" y="2811463"/>
          <p14:tracePt t="25977" x="342900" y="2782888"/>
          <p14:tracePt t="25985" x="277813" y="2746375"/>
          <p14:tracePt t="25993" x="185738" y="2711450"/>
          <p14:tracePt t="26001" x="120650" y="2674938"/>
          <p14:tracePt t="26009" x="57150" y="2640013"/>
          <p14:tracePt t="26017" x="6350" y="2611438"/>
        </p14:tracePtLst>
      </p14:laserTraceLst>
    </p:ext>
  </p:extLs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" name="Google Shape;1148;p55"/>
          <p:cNvSpPr txBox="1">
            <a:spLocks noGrp="1"/>
          </p:cNvSpPr>
          <p:nvPr>
            <p:ph type="ctrTitle"/>
          </p:nvPr>
        </p:nvSpPr>
        <p:spPr>
          <a:xfrm>
            <a:off x="685800" y="1090750"/>
            <a:ext cx="5367900" cy="29619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LIVE WEBSITE</a:t>
            </a:r>
            <a:endParaRPr/>
          </a:p>
        </p:txBody>
      </p:sp>
      <p:grpSp>
        <p:nvGrpSpPr>
          <p:cNvPr id="1149" name="Google Shape;1149;p55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50" name="Google Shape;1150;p55">
              <a:hlinkClick r:id="rId3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51" name="Google Shape;1151;p55">
              <a:hlinkClick r:id="rId4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" name="Google Shape;1156;p56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30</a:t>
            </a:fld>
            <a:endParaRPr/>
          </a:p>
        </p:txBody>
      </p:sp>
      <p:pic>
        <p:nvPicPr>
          <p:cNvPr id="1157" name="Google Shape;1157;p5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19283" y="659400"/>
            <a:ext cx="8905444" cy="44841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58" name="Google Shape;1158;p56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59" name="Google Shape;1159;p56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60" name="Google Shape;1160;p56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9051">
        <p14:gallery dir="l"/>
      </p:transition>
    </mc:Choice>
    <mc:Fallback xmlns="">
      <p:transition spd="slow" advTm="19051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49" x="5164138" y="1776413"/>
          <p14:tracePt t="59" x="5156200" y="1768475"/>
          <p14:tracePt t="83" x="5149850" y="1768475"/>
          <p14:tracePt t="91" x="5135563" y="1762125"/>
          <p14:tracePt t="99" x="5121275" y="1754188"/>
          <p14:tracePt t="107" x="5106988" y="1747838"/>
          <p14:tracePt t="115" x="5084763" y="1747838"/>
          <p14:tracePt t="123" x="5064125" y="1739900"/>
          <p14:tracePt t="132" x="5043488" y="1739900"/>
          <p14:tracePt t="139" x="5021263" y="1739900"/>
          <p14:tracePt t="147" x="4992688" y="1719263"/>
          <p14:tracePt t="155" x="4972050" y="1719263"/>
          <p14:tracePt t="163" x="4957763" y="1712913"/>
          <p14:tracePt t="171" x="4943475" y="1712913"/>
          <p14:tracePt t="187" x="4935538" y="1712913"/>
          <p14:tracePt t="195" x="4929188" y="1704975"/>
          <p14:tracePt t="211" x="4929188" y="1698625"/>
          <p14:tracePt t="291" x="4921250" y="1698625"/>
          <p14:tracePt t="443" x="4921250" y="1690688"/>
          <p14:tracePt t="1596" x="4921250" y="1684338"/>
          <p14:tracePt t="1603" x="4921250" y="1676400"/>
          <p14:tracePt t="2003" x="4921250" y="1670050"/>
          <p14:tracePt t="2379" x="4929188" y="1670050"/>
          <p14:tracePt t="2395" x="4929188" y="1662113"/>
          <p14:tracePt t="2643" x="4935538" y="1662113"/>
          <p14:tracePt t="2699" x="4935538" y="1655763"/>
          <p14:tracePt t="2755" x="4943475" y="1647825"/>
          <p14:tracePt t="2883" x="4949825" y="1641475"/>
          <p14:tracePt t="3843" x="4957763" y="1633538"/>
          <p14:tracePt t="3859" x="4957763" y="1627188"/>
          <p14:tracePt t="3883" x="4957763" y="1619250"/>
          <p14:tracePt t="4043" x="4957763" y="1612900"/>
          <p14:tracePt t="4179" x="4957763" y="1598613"/>
          <p14:tracePt t="4851" x="4964113" y="1590675"/>
          <p14:tracePt t="4947" x="4964113" y="1584325"/>
          <p14:tracePt t="4963" x="4972050" y="1576388"/>
          <p14:tracePt t="4995" x="4972050" y="1570038"/>
          <p14:tracePt t="5011" x="4972050" y="1562100"/>
          <p14:tracePt t="5027" x="4972050" y="1555750"/>
          <p14:tracePt t="5043" x="4978400" y="1547813"/>
          <p14:tracePt t="5051" x="4986338" y="1541463"/>
          <p14:tracePt t="5067" x="4986338" y="1533525"/>
          <p14:tracePt t="5075" x="4992688" y="1527175"/>
          <p14:tracePt t="5083" x="5000625" y="1519238"/>
          <p14:tracePt t="5091" x="5006975" y="1519238"/>
          <p14:tracePt t="5099" x="5014913" y="1512888"/>
          <p14:tracePt t="5107" x="5014913" y="1504950"/>
          <p14:tracePt t="5116" x="5021263" y="1498600"/>
          <p14:tracePt t="5132" x="5029200" y="1490663"/>
          <p14:tracePt t="5139" x="5035550" y="1490663"/>
          <p14:tracePt t="5155" x="5043488" y="1476375"/>
          <p14:tracePt t="5163" x="5049838" y="1476375"/>
          <p14:tracePt t="5171" x="5057775" y="1462088"/>
          <p14:tracePt t="5179" x="5064125" y="1455738"/>
          <p14:tracePt t="5187" x="5072063" y="1447800"/>
          <p14:tracePt t="5195" x="5078413" y="1447800"/>
          <p14:tracePt t="5203" x="5078413" y="1441450"/>
          <p14:tracePt t="5211" x="5084763" y="1441450"/>
          <p14:tracePt t="5219" x="5084763" y="1433513"/>
          <p14:tracePt t="5227" x="5092700" y="1427163"/>
          <p14:tracePt t="5731" x="5092700" y="1419225"/>
          <p14:tracePt t="5755" x="5078413" y="1419225"/>
          <p14:tracePt t="5763" x="5072063" y="1419225"/>
          <p14:tracePt t="5771" x="5057775" y="1427163"/>
          <p14:tracePt t="5779" x="5043488" y="1427163"/>
          <p14:tracePt t="5787" x="5021263" y="1427163"/>
          <p14:tracePt t="5795" x="5006975" y="1441450"/>
          <p14:tracePt t="5803" x="4972050" y="1462088"/>
          <p14:tracePt t="5811" x="4943475" y="1476375"/>
          <p14:tracePt t="5819" x="4914900" y="1498600"/>
          <p14:tracePt t="5827" x="4864100" y="1527175"/>
          <p14:tracePt t="5835" x="4821238" y="1562100"/>
          <p14:tracePt t="5843" x="4778375" y="1584325"/>
          <p14:tracePt t="5851" x="4749800" y="1604963"/>
          <p14:tracePt t="5859" x="4729163" y="1619250"/>
          <p14:tracePt t="5867" x="4700588" y="1633538"/>
          <p14:tracePt t="5875" x="4672013" y="1655763"/>
          <p14:tracePt t="5883" x="4664075" y="1655763"/>
          <p14:tracePt t="5891" x="4657725" y="1662113"/>
          <p14:tracePt t="5899" x="4657725" y="1670050"/>
          <p14:tracePt t="5907" x="4649788" y="1670050"/>
          <p14:tracePt t="5916" x="4643438" y="1676400"/>
          <p14:tracePt t="5931" x="4643438" y="1698625"/>
          <p14:tracePt t="5947" x="4643438" y="1704975"/>
          <p14:tracePt t="5955" x="4643438" y="1725613"/>
          <p14:tracePt t="5971" x="4649788" y="1733550"/>
          <p14:tracePt t="5979" x="4649788" y="1739900"/>
          <p14:tracePt t="5987" x="4649788" y="1747838"/>
          <p14:tracePt t="5995" x="4657725" y="1747838"/>
          <p14:tracePt t="6011" x="4657725" y="1754188"/>
          <p14:tracePt t="6043" x="4664075" y="1754188"/>
          <p14:tracePt t="6099" x="4672013" y="1754188"/>
          <p14:tracePt t="6171" x="4678363" y="1754188"/>
          <p14:tracePt t="6179" x="4706938" y="1768475"/>
          <p14:tracePt t="6187" x="4735513" y="1776413"/>
          <p14:tracePt t="6195" x="4743450" y="1776413"/>
          <p14:tracePt t="6203" x="4749800" y="1776413"/>
          <p14:tracePt t="10371" x="4743450" y="1776413"/>
          <p14:tracePt t="10387" x="4735513" y="1776413"/>
          <p14:tracePt t="10395" x="4721225" y="1776413"/>
          <p14:tracePt t="10411" x="4706938" y="1776413"/>
          <p14:tracePt t="10419" x="4692650" y="1776413"/>
          <p14:tracePt t="10427" x="4672013" y="1776413"/>
          <p14:tracePt t="10435" x="4664075" y="1776413"/>
          <p14:tracePt t="10443" x="4657725" y="1776413"/>
          <p14:tracePt t="10451" x="4649788" y="1776413"/>
          <p14:tracePt t="10459" x="4629150" y="1776413"/>
          <p14:tracePt t="10475" x="4621213" y="1776413"/>
          <p14:tracePt t="10491" x="4606925" y="1776413"/>
          <p14:tracePt t="10499" x="4600575" y="1776413"/>
          <p14:tracePt t="10507" x="4586288" y="1776413"/>
          <p14:tracePt t="10523" x="4578350" y="1776413"/>
          <p14:tracePt t="10531" x="4551363" y="1790700"/>
          <p14:tracePt t="10539" x="4551363" y="1797050"/>
          <p14:tracePt t="10547" x="4537075" y="1804988"/>
          <p14:tracePt t="10555" x="4529138" y="1811338"/>
          <p14:tracePt t="10563" x="4514850" y="1833563"/>
          <p14:tracePt t="10571" x="4514850" y="1854200"/>
          <p14:tracePt t="10579" x="4508500" y="1868488"/>
          <p14:tracePt t="10587" x="4500563" y="1882775"/>
          <p14:tracePt t="10595" x="4494213" y="1905000"/>
          <p14:tracePt t="10603" x="4494213" y="1925638"/>
          <p14:tracePt t="10611" x="4494213" y="1933575"/>
          <p14:tracePt t="10619" x="4479925" y="1962150"/>
          <p14:tracePt t="10627" x="4471988" y="1982788"/>
          <p14:tracePt t="10635" x="4465638" y="2005013"/>
          <p14:tracePt t="10643" x="4465638" y="2019300"/>
          <p14:tracePt t="10651" x="4451350" y="2047875"/>
          <p14:tracePt t="10659" x="4443413" y="2111375"/>
          <p14:tracePt t="10667" x="4443413" y="2147888"/>
          <p14:tracePt t="10675" x="4429125" y="2182813"/>
          <p14:tracePt t="10683" x="4414838" y="2219325"/>
          <p14:tracePt t="10691" x="4414838" y="2268538"/>
          <p14:tracePt t="10699" x="4408488" y="2297113"/>
          <p14:tracePt t="10707" x="4408488" y="2325688"/>
          <p14:tracePt t="10715" x="4408488" y="2368550"/>
          <p14:tracePt t="10723" x="4408488" y="2389188"/>
          <p14:tracePt t="10731" x="4408488" y="2417763"/>
          <p14:tracePt t="10739" x="4408488" y="2446338"/>
          <p14:tracePt t="10747" x="4408488" y="2460625"/>
          <p14:tracePt t="10755" x="4408488" y="2489200"/>
          <p14:tracePt t="10763" x="4408488" y="2511425"/>
          <p14:tracePt t="10771" x="4414838" y="2532063"/>
          <p14:tracePt t="10779" x="4422775" y="2554288"/>
          <p14:tracePt t="10787" x="4451350" y="2589213"/>
          <p14:tracePt t="10795" x="4457700" y="2603500"/>
          <p14:tracePt t="10803" x="4471988" y="2640013"/>
          <p14:tracePt t="10811" x="4508500" y="2674938"/>
          <p14:tracePt t="10819" x="4543425" y="2703513"/>
          <p14:tracePt t="10827" x="4557713" y="2717800"/>
          <p14:tracePt t="10835" x="4578350" y="2732088"/>
          <p14:tracePt t="10843" x="4592638" y="2732088"/>
          <p14:tracePt t="10852" x="4600575" y="2740025"/>
          <p14:tracePt t="10859" x="4614863" y="2740025"/>
          <p14:tracePt t="10876" x="4621213" y="2740025"/>
          <p14:tracePt t="10883" x="4629150" y="2740025"/>
          <p14:tracePt t="10899" x="4635500" y="2740025"/>
          <p14:tracePt t="10947" x="4649788" y="2740025"/>
          <p14:tracePt t="10963" x="4657725" y="2740025"/>
          <p14:tracePt t="11780" x="4664075" y="2740025"/>
          <p14:tracePt t="11835" x="4664075" y="2732088"/>
          <p14:tracePt t="11875" x="4664075" y="2725738"/>
          <p14:tracePt t="11923" x="4664075" y="2711450"/>
          <p14:tracePt t="12364" x="4664075" y="2703513"/>
          <p14:tracePt t="12427" x="4664075" y="2697163"/>
          <p14:tracePt t="12491" x="4664075" y="2689225"/>
          <p14:tracePt t="12539" x="4664075" y="2682875"/>
          <p14:tracePt t="12587" x="4657725" y="2682875"/>
          <p14:tracePt t="12595" x="4657725" y="2674938"/>
          <p14:tracePt t="12611" x="4657725" y="2668588"/>
          <p14:tracePt t="12627" x="4657725" y="2660650"/>
          <p14:tracePt t="12635" x="4657725" y="2646363"/>
          <p14:tracePt t="12643" x="4643438" y="2640013"/>
          <p14:tracePt t="12651" x="4643438" y="2632075"/>
          <p14:tracePt t="12659" x="4643438" y="2617788"/>
          <p14:tracePt t="12667" x="4643438" y="2611438"/>
          <p14:tracePt t="12675" x="4643438" y="2603500"/>
          <p14:tracePt t="12683" x="4643438" y="2597150"/>
          <p14:tracePt t="12691" x="4635500" y="2574925"/>
          <p14:tracePt t="12699" x="4635500" y="2568575"/>
          <p14:tracePt t="12707" x="4635500" y="2554288"/>
          <p14:tracePt t="12715" x="4635500" y="2546350"/>
          <p14:tracePt t="12723" x="4635500" y="2532063"/>
          <p14:tracePt t="12731" x="4635500" y="2517775"/>
          <p14:tracePt t="12739" x="4635500" y="2503488"/>
          <p14:tracePt t="12755" x="4635500" y="2497138"/>
          <p14:tracePt t="12763" x="4635500" y="2482850"/>
          <p14:tracePt t="12771" x="4635500" y="2474913"/>
          <p14:tracePt t="12787" x="4635500" y="2468563"/>
          <p14:tracePt t="12795" x="4635500" y="2460625"/>
          <p14:tracePt t="12819" x="4635500" y="2454275"/>
          <p14:tracePt t="12827" x="4629150" y="2446338"/>
          <p14:tracePt t="12883" x="4629150" y="2439988"/>
          <p14:tracePt t="13043" x="4621213" y="2432050"/>
          <p14:tracePt t="13067" x="4621213" y="2425700"/>
          <p14:tracePt t="13075" x="4621213" y="2417763"/>
          <p14:tracePt t="13171" x="4621213" y="2411413"/>
          <p14:tracePt t="13331" x="4621213" y="2403475"/>
          <p14:tracePt t="13371" x="4621213" y="2397125"/>
          <p14:tracePt t="13491" x="4621213" y="2389188"/>
          <p14:tracePt t="13499" x="4614863" y="2374900"/>
          <p14:tracePt t="13515" x="4614863" y="2368550"/>
          <p14:tracePt t="13523" x="4614863" y="2360613"/>
          <p14:tracePt t="13531" x="4614863" y="2354263"/>
          <p14:tracePt t="13555" x="4614863" y="2346325"/>
          <p14:tracePt t="13563" x="4614863" y="2339975"/>
          <p14:tracePt t="13579" x="4614863" y="2332038"/>
          <p14:tracePt t="13595" x="4614863" y="2325688"/>
          <p14:tracePt t="13612" x="4614863" y="2317750"/>
          <p14:tracePt t="13627" x="4614863" y="2311400"/>
          <p14:tracePt t="13667" x="4614863" y="2303463"/>
          <p14:tracePt t="13683" x="4614863" y="2297113"/>
          <p14:tracePt t="13691" x="4614863" y="2289175"/>
          <p14:tracePt t="13731" x="4614863" y="2282825"/>
          <p14:tracePt t="13739" x="4614863" y="2276475"/>
          <p14:tracePt t="13763" x="4621213" y="2268538"/>
          <p14:tracePt t="13795" x="4621213" y="2262188"/>
          <p14:tracePt t="13875" x="4621213" y="2254250"/>
          <p14:tracePt t="14044" x="4629150" y="2254250"/>
          <p14:tracePt t="14075" x="4629150" y="2247900"/>
          <p14:tracePt t="14099" x="4635500" y="2247900"/>
          <p14:tracePt t="14235" x="4635500" y="2239963"/>
          <p14:tracePt t="14275" x="4635500" y="2233613"/>
          <p14:tracePt t="14603" x="4643438" y="2225675"/>
          <p14:tracePt t="14644" x="4649788" y="2225675"/>
          <p14:tracePt t="14667" x="4657725" y="2211388"/>
          <p14:tracePt t="14707" x="4657725" y="2205038"/>
          <p14:tracePt t="14779" x="4664075" y="2205038"/>
          <p14:tracePt t="14915" x="4672013" y="2205038"/>
          <p14:tracePt t="14955" x="4678363" y="2197100"/>
          <p14:tracePt t="15036" x="4678363" y="2190750"/>
          <p14:tracePt t="15171" x="4686300" y="2182813"/>
          <p14:tracePt t="15283" x="4692650" y="2176463"/>
          <p14:tracePt t="15355" x="4700588" y="2168525"/>
          <p14:tracePt t="15547" x="4700588" y="2162175"/>
          <p14:tracePt t="15691" x="4706938" y="2154238"/>
          <p14:tracePt t="16115" x="4706938" y="2147888"/>
          <p14:tracePt t="16131" x="4706938" y="2139950"/>
          <p14:tracePt t="16140" x="4714875" y="2133600"/>
          <p14:tracePt t="16147" x="4721225" y="2133600"/>
          <p14:tracePt t="16163" x="4735513" y="2125663"/>
          <p14:tracePt t="16179" x="4743450" y="2119313"/>
          <p14:tracePt t="16187" x="4764088" y="2111375"/>
          <p14:tracePt t="16195" x="4778375" y="2111375"/>
          <p14:tracePt t="16203" x="4800600" y="2111375"/>
          <p14:tracePt t="16211" x="4821238" y="2111375"/>
          <p14:tracePt t="16219" x="4843463" y="2111375"/>
          <p14:tracePt t="16227" x="4857750" y="2111375"/>
          <p14:tracePt t="16235" x="4878388" y="2111375"/>
          <p14:tracePt t="16243" x="4900613" y="2111375"/>
          <p14:tracePt t="16251" x="4921250" y="2111375"/>
          <p14:tracePt t="16259" x="4943475" y="2111375"/>
          <p14:tracePt t="16267" x="4957763" y="2111375"/>
          <p14:tracePt t="16275" x="4978400" y="2111375"/>
          <p14:tracePt t="16283" x="4986338" y="2111375"/>
          <p14:tracePt t="16291" x="5006975" y="2111375"/>
          <p14:tracePt t="16299" x="5029200" y="2111375"/>
          <p14:tracePt t="16307" x="5035550" y="2111375"/>
          <p14:tracePt t="16315" x="5057775" y="2111375"/>
          <p14:tracePt t="16324" x="5064125" y="2111375"/>
          <p14:tracePt t="16331" x="5072063" y="2111375"/>
          <p14:tracePt t="16339" x="5084763" y="2097088"/>
          <p14:tracePt t="16363" x="5099050" y="2097088"/>
          <p14:tracePt t="16475" x="5106988" y="2097088"/>
          <p14:tracePt t="16843" x="5106988" y="2090738"/>
          <p14:tracePt t="16859" x="5092700" y="2062163"/>
          <p14:tracePt t="16867" x="5014913" y="2025650"/>
          <p14:tracePt t="16875" x="4949825" y="1990725"/>
          <p14:tracePt t="16883" x="4864100" y="1954213"/>
          <p14:tracePt t="16891" x="4778375" y="1911350"/>
          <p14:tracePt t="16899" x="4678363" y="1868488"/>
          <p14:tracePt t="16907" x="4592638" y="1839913"/>
          <p14:tracePt t="16915" x="4500563" y="1819275"/>
          <p14:tracePt t="16923" x="4422775" y="1782763"/>
          <p14:tracePt t="16931" x="4343400" y="1762125"/>
          <p14:tracePt t="16939" x="4308475" y="1754188"/>
          <p14:tracePt t="16947" x="4243388" y="1739900"/>
          <p14:tracePt t="16955" x="4214813" y="1725613"/>
          <p14:tracePt t="16963" x="4171950" y="1719263"/>
          <p14:tracePt t="16971" x="4151313" y="1704975"/>
          <p14:tracePt t="16979" x="4114800" y="1704975"/>
          <p14:tracePt t="16987" x="4086225" y="1698625"/>
          <p14:tracePt t="16995" x="4059238" y="1684338"/>
          <p14:tracePt t="17003" x="4016375" y="1684338"/>
          <p14:tracePt t="17011" x="3994150" y="1676400"/>
          <p14:tracePt t="17019" x="3965575" y="1676400"/>
          <p14:tracePt t="17027" x="3937000" y="1676400"/>
          <p14:tracePt t="17035" x="3908425" y="1676400"/>
          <p14:tracePt t="17043" x="3879850" y="1676400"/>
          <p14:tracePt t="17051" x="3851275" y="1676400"/>
          <p14:tracePt t="17059" x="3802063" y="1676400"/>
          <p14:tracePt t="17067" x="3744913" y="1676400"/>
          <p14:tracePt t="17075" x="3665538" y="1676400"/>
          <p14:tracePt t="17083" x="3602038" y="1676400"/>
          <p14:tracePt t="17091" x="3516313" y="1676400"/>
          <p14:tracePt t="17099" x="3430588" y="1676400"/>
          <p14:tracePt t="17107" x="3367088" y="1676400"/>
          <p14:tracePt t="17115" x="3295650" y="1676400"/>
          <p14:tracePt t="17123" x="3252788" y="1676400"/>
          <p14:tracePt t="17132" x="3209925" y="1676400"/>
          <p14:tracePt t="17139" x="3152775" y="1676400"/>
          <p14:tracePt t="17148" x="3116263" y="1676400"/>
          <p14:tracePt t="17155" x="3073400" y="1676400"/>
          <p14:tracePt t="17163" x="3046413" y="1676400"/>
          <p14:tracePt t="17171" x="3024188" y="1676400"/>
          <p14:tracePt t="17179" x="3009900" y="1676400"/>
          <p14:tracePt t="17531" x="3003550" y="1676400"/>
          <p14:tracePt t="17547" x="2995613" y="1670050"/>
          <p14:tracePt t="17563" x="2981325" y="1662113"/>
          <p14:tracePt t="17571" x="2974975" y="1662113"/>
          <p14:tracePt t="17579" x="2952750" y="1662113"/>
          <p14:tracePt t="17587" x="2932113" y="1662113"/>
          <p14:tracePt t="17595" x="2895600" y="1655763"/>
          <p14:tracePt t="17603" x="2838450" y="1647825"/>
          <p14:tracePt t="17611" x="2789238" y="1633538"/>
          <p14:tracePt t="17619" x="2746375" y="1633538"/>
          <p14:tracePt t="17627" x="2703513" y="1633538"/>
          <p14:tracePt t="17635" x="2652713" y="1627188"/>
          <p14:tracePt t="17643" x="2609850" y="1619250"/>
          <p14:tracePt t="17651" x="2574925" y="1619250"/>
          <p14:tracePt t="17659" x="2552700" y="1619250"/>
          <p14:tracePt t="17667" x="2517775" y="1604963"/>
          <p14:tracePt t="17675" x="2511425" y="1604963"/>
          <p14:tracePt t="17691" x="2503488" y="1604963"/>
          <p14:tracePt t="17699" x="2497138" y="1604963"/>
          <p14:tracePt t="17707" x="2489200" y="1604963"/>
          <p14:tracePt t="17723" x="2468563" y="1604963"/>
          <p14:tracePt t="17731" x="2460625" y="1604963"/>
          <p14:tracePt t="17739" x="2439988" y="1604963"/>
          <p14:tracePt t="17747" x="2403475" y="1604963"/>
          <p14:tracePt t="17755" x="2374900" y="1604963"/>
          <p14:tracePt t="17763" x="2339975" y="1604963"/>
          <p14:tracePt t="17771" x="2303463" y="1604963"/>
          <p14:tracePt t="17779" x="2254250" y="1604963"/>
          <p14:tracePt t="17787" x="2197100" y="1604963"/>
          <p14:tracePt t="17795" x="2132013" y="1612900"/>
          <p14:tracePt t="17803" x="2046288" y="1627188"/>
          <p14:tracePt t="17811" x="1968500" y="1647825"/>
          <p14:tracePt t="17819" x="1847850" y="1662113"/>
          <p14:tracePt t="17827" x="1719263" y="1676400"/>
          <p14:tracePt t="17835" x="1611313" y="1698625"/>
          <p14:tracePt t="17843" x="1476375" y="1698625"/>
          <p14:tracePt t="17851" x="1298575" y="1698625"/>
          <p14:tracePt t="17859" x="1162050" y="1698625"/>
          <p14:tracePt t="17867" x="1006475" y="1698625"/>
          <p14:tracePt t="17875" x="827088" y="1698625"/>
          <p14:tracePt t="17883" x="692150" y="1698625"/>
          <p14:tracePt t="17891" x="534988" y="1698625"/>
          <p14:tracePt t="17899" x="420688" y="1698625"/>
          <p14:tracePt t="17907" x="320675" y="1676400"/>
          <p14:tracePt t="17915" x="185738" y="1641475"/>
          <p14:tracePt t="17923" x="34925" y="1612900"/>
        </p14:tracePtLst>
      </p14:laserTraceLst>
    </p:ext>
  </p:extLs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5" name="Google Shape;1165;p57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31</a:t>
            </a:fld>
            <a:endParaRPr/>
          </a:p>
        </p:txBody>
      </p:sp>
      <p:pic>
        <p:nvPicPr>
          <p:cNvPr id="1166" name="Google Shape;1166;p5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693025"/>
            <a:ext cx="8839200" cy="2796004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67" name="Google Shape;1167;p57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68" name="Google Shape;1168;p57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69" name="Google Shape;1169;p57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12053">
        <p14:gallery dir="l"/>
      </p:transition>
    </mc:Choice>
    <mc:Fallback xmlns="">
      <p:transition spd="slow" advTm="12053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" x="2168525" y="3160713"/>
          <p14:tracePt t="49" x="2146300" y="3124200"/>
          <p14:tracePt t="53" x="2146300" y="3109913"/>
          <p14:tracePt t="60" x="2139950" y="3103563"/>
          <p14:tracePt t="68" x="2132013" y="3103563"/>
          <p14:tracePt t="76" x="2117725" y="3089275"/>
          <p14:tracePt t="85" x="2117725" y="3081338"/>
          <p14:tracePt t="92" x="2111375" y="3074988"/>
          <p14:tracePt t="101" x="2103438" y="3067050"/>
          <p14:tracePt t="109" x="2097088" y="3060700"/>
          <p14:tracePt t="125" x="2082800" y="3052763"/>
          <p14:tracePt t="148" x="2074863" y="3046413"/>
          <p14:tracePt t="156" x="2068513" y="3046413"/>
          <p14:tracePt t="172" x="2060575" y="3046413"/>
          <p14:tracePt t="180" x="2054225" y="3046413"/>
          <p14:tracePt t="189" x="2032000" y="3046413"/>
          <p14:tracePt t="197" x="2011363" y="3046413"/>
          <p14:tracePt t="204" x="1997075" y="3046413"/>
          <p14:tracePt t="212" x="1976438" y="3046413"/>
          <p14:tracePt t="221" x="1947863" y="3046413"/>
          <p14:tracePt t="228" x="1933575" y="3046413"/>
          <p14:tracePt t="237" x="1919288" y="3046413"/>
          <p14:tracePt t="244" x="1897063" y="3046413"/>
          <p14:tracePt t="252" x="1876425" y="3060700"/>
          <p14:tracePt t="260" x="1868488" y="3060700"/>
          <p14:tracePt t="268" x="1854200" y="3060700"/>
          <p14:tracePt t="276" x="1847850" y="3060700"/>
          <p14:tracePt t="285" x="1839913" y="3060700"/>
          <p14:tracePt t="292" x="1833563" y="3060700"/>
          <p14:tracePt t="301" x="1825625" y="3060700"/>
          <p14:tracePt t="308" x="1819275" y="3067050"/>
          <p14:tracePt t="317" x="1811338" y="3067050"/>
          <p14:tracePt t="325" x="1804988" y="3067050"/>
          <p14:tracePt t="341" x="1790700" y="3067050"/>
          <p14:tracePt t="349" x="1782763" y="3067050"/>
          <p14:tracePt t="357" x="1776413" y="3081338"/>
          <p14:tracePt t="1204" x="1768475" y="3081338"/>
          <p14:tracePt t="1508" x="1776413" y="3081338"/>
          <p14:tracePt t="1541" x="1782763" y="3081338"/>
          <p14:tracePt t="1604" x="1790700" y="3081338"/>
          <p14:tracePt t="1701" x="1790700" y="3089275"/>
          <p14:tracePt t="1733" x="1797050" y="3089275"/>
          <p14:tracePt t="1884" x="1797050" y="3095625"/>
          <p14:tracePt t="2124" x="1797050" y="3103563"/>
          <p14:tracePt t="2381" x="1804988" y="3103563"/>
          <p14:tracePt t="2404" x="1811338" y="3109913"/>
          <p14:tracePt t="2412" x="1819275" y="3109913"/>
          <p14:tracePt t="2428" x="1825625" y="3124200"/>
          <p14:tracePt t="2477" x="1833563" y="3132138"/>
          <p14:tracePt t="2549" x="1839913" y="3138488"/>
          <p14:tracePt t="3669" x="1839913" y="3146425"/>
          <p14:tracePt t="3708" x="1833563" y="3146425"/>
          <p14:tracePt t="6485" x="1833563" y="3138488"/>
          <p14:tracePt t="6557" x="1833563" y="3132138"/>
          <p14:tracePt t="6588" x="1833563" y="3124200"/>
          <p14:tracePt t="6692" x="1833563" y="3117850"/>
          <p14:tracePt t="6765" x="1833563" y="3109913"/>
          <p14:tracePt t="6884" x="1833563" y="3103563"/>
          <p14:tracePt t="7268" x="1833563" y="3095625"/>
          <p14:tracePt t="7276" x="1833563" y="3089275"/>
          <p14:tracePt t="7284" x="1833563" y="3074988"/>
          <p14:tracePt t="7292" x="1833563" y="3060700"/>
          <p14:tracePt t="7309" x="1833563" y="3046413"/>
          <p14:tracePt t="7317" x="1847850" y="3032125"/>
          <p14:tracePt t="7381" x="1847850" y="3024188"/>
          <p14:tracePt t="7396" x="1847850" y="3009900"/>
          <p14:tracePt t="7420" x="1847850" y="3003550"/>
          <p14:tracePt t="7453" x="1847850" y="2995613"/>
          <p14:tracePt t="7500" x="1854200" y="2981325"/>
          <p14:tracePt t="9628" x="1862138" y="2974975"/>
          <p14:tracePt t="9749" x="1868488" y="2974975"/>
          <p14:tracePt t="10381" x="1862138" y="2974975"/>
          <p14:tracePt t="10389" x="1854200" y="2974975"/>
          <p14:tracePt t="10397" x="1847850" y="2974975"/>
          <p14:tracePt t="10405" x="1839913" y="2974975"/>
          <p14:tracePt t="10421" x="1825625" y="2974975"/>
          <p14:tracePt t="10428" x="1819275" y="2974975"/>
          <p14:tracePt t="10444" x="1804988" y="2974975"/>
          <p14:tracePt t="10453" x="1797050" y="2974975"/>
          <p14:tracePt t="10460" x="1762125" y="2995613"/>
          <p14:tracePt t="10469" x="1747838" y="3009900"/>
          <p14:tracePt t="10476" x="1739900" y="3017838"/>
          <p14:tracePt t="10484" x="1725613" y="3052763"/>
          <p14:tracePt t="10493" x="1711325" y="3081338"/>
          <p14:tracePt t="10501" x="1704975" y="3109913"/>
          <p14:tracePt t="10508" x="1697038" y="3138488"/>
          <p14:tracePt t="10516" x="1697038" y="3167063"/>
          <p14:tracePt t="10524" x="1682750" y="3203575"/>
          <p14:tracePt t="10533" x="1682750" y="3217863"/>
          <p14:tracePt t="10541" x="1682750" y="3224213"/>
          <p14:tracePt t="10548" x="1682750" y="3238500"/>
          <p14:tracePt t="10557" x="1682750" y="3252788"/>
          <p14:tracePt t="10564" x="1682750" y="3260725"/>
          <p14:tracePt t="10573" x="1676400" y="3267075"/>
          <p14:tracePt t="10580" x="1676400" y="3281363"/>
          <p14:tracePt t="10589" x="1662113" y="3289300"/>
          <p14:tracePt t="10597" x="1654175" y="3303588"/>
          <p14:tracePt t="10604" x="1639888" y="3309938"/>
          <p14:tracePt t="10612" x="1633538" y="3317875"/>
          <p14:tracePt t="10621" x="1611313" y="3317875"/>
          <p14:tracePt t="10629" x="1590675" y="3332163"/>
          <p14:tracePt t="10637" x="1568450" y="3338513"/>
          <p14:tracePt t="10644" x="1539875" y="3338513"/>
          <p14:tracePt t="10653" x="1512888" y="3352800"/>
          <p14:tracePt t="10660" x="1476375" y="3360738"/>
          <p14:tracePt t="10669" x="1455738" y="3367088"/>
          <p14:tracePt t="10676" x="1433513" y="3367088"/>
          <p14:tracePt t="10684" x="1404938" y="3375025"/>
          <p14:tracePt t="10693" x="1376363" y="3381375"/>
          <p14:tracePt t="10701" x="1355725" y="3381375"/>
          <p14:tracePt t="10708" x="1327150" y="3381375"/>
          <p14:tracePt t="10717" x="1312863" y="3381375"/>
          <p14:tracePt t="10725" x="1284288" y="3381375"/>
          <p14:tracePt t="10733" x="1262063" y="3381375"/>
          <p14:tracePt t="10741" x="1233488" y="3381375"/>
          <p14:tracePt t="10749" x="1204913" y="3381375"/>
          <p14:tracePt t="10757" x="1162050" y="3381375"/>
          <p14:tracePt t="10764" x="1104900" y="3381375"/>
          <p14:tracePt t="10772" x="1055688" y="3381375"/>
          <p14:tracePt t="10781" x="992188" y="3381375"/>
          <p14:tracePt t="10789" x="912813" y="3381375"/>
          <p14:tracePt t="10797" x="849313" y="3381375"/>
          <p14:tracePt t="10804" x="798513" y="3381375"/>
          <p14:tracePt t="10813" x="735013" y="3381375"/>
          <p14:tracePt t="10821" x="669925" y="3381375"/>
          <p14:tracePt t="10828" x="598488" y="3381375"/>
          <p14:tracePt t="10837" x="541338" y="3367088"/>
          <p14:tracePt t="10844" x="477838" y="3360738"/>
          <p14:tracePt t="10853" x="414338" y="3346450"/>
          <p14:tracePt t="10860" x="363538" y="3324225"/>
          <p14:tracePt t="10869" x="306388" y="3303588"/>
          <p14:tracePt t="10876" x="263525" y="3289300"/>
          <p14:tracePt t="10885" x="206375" y="3267075"/>
          <p14:tracePt t="10892" x="157163" y="3246438"/>
          <p14:tracePt t="10901" x="85725" y="3232150"/>
          <p14:tracePt t="10909" x="28575" y="3209925"/>
        </p14:tracePtLst>
      </p14:laserTraceLst>
    </p:ext>
  </p:extLs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4" name="Google Shape;1174;p58"/>
          <p:cNvSpPr txBox="1">
            <a:spLocks noGrp="1"/>
          </p:cNvSpPr>
          <p:nvPr>
            <p:ph type="sldNum" idx="12"/>
          </p:nvPr>
        </p:nvSpPr>
        <p:spPr>
          <a:xfrm>
            <a:off x="8421384" y="138251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32</a:t>
            </a:fld>
            <a:endParaRPr/>
          </a:p>
        </p:txBody>
      </p:sp>
      <p:pic>
        <p:nvPicPr>
          <p:cNvPr id="1175" name="Google Shape;1175;p5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26650" y="531850"/>
            <a:ext cx="8890694" cy="4636500"/>
          </a:xfrm>
          <a:prstGeom prst="rect">
            <a:avLst/>
          </a:prstGeom>
          <a:noFill/>
          <a:ln>
            <a:noFill/>
          </a:ln>
        </p:spPr>
      </p:pic>
      <p:grpSp>
        <p:nvGrpSpPr>
          <p:cNvPr id="1176" name="Google Shape;1176;p58"/>
          <p:cNvGrpSpPr/>
          <p:nvPr/>
        </p:nvGrpSpPr>
        <p:grpSpPr>
          <a:xfrm>
            <a:off x="31375" y="34100"/>
            <a:ext cx="1772050" cy="225900"/>
            <a:chOff x="31375" y="34100"/>
            <a:chExt cx="1772050" cy="225900"/>
          </a:xfrm>
        </p:grpSpPr>
        <p:sp>
          <p:nvSpPr>
            <p:cNvPr id="1177" name="Google Shape;1177;p58">
              <a:hlinkClick r:id="rId4" action="ppaction://hlinksldjump"/>
            </p:cNvPr>
            <p:cNvSpPr/>
            <p:nvPr/>
          </p:nvSpPr>
          <p:spPr>
            <a:xfrm>
              <a:off x="31375" y="34100"/>
              <a:ext cx="7464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rgbClr val="FE822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>
                  <a:solidFill>
                    <a:srgbClr val="FF9900"/>
                  </a:solidFill>
                  <a:latin typeface="Dosis ExtraBold"/>
                  <a:ea typeface="Dosis ExtraBold"/>
                  <a:cs typeface="Dosis ExtraBold"/>
                  <a:sym typeface="Dosis ExtraBold"/>
                </a:rPr>
                <a:t>Outline</a:t>
              </a:r>
              <a:endParaRPr sz="1200">
                <a:solidFill>
                  <a:srgbClr val="FF9900"/>
                </a:solidFill>
                <a:latin typeface="Dosis ExtraBold"/>
                <a:ea typeface="Dosis ExtraBold"/>
                <a:cs typeface="Dosis ExtraBold"/>
                <a:sym typeface="Dosis ExtraBold"/>
              </a:endParaRPr>
            </a:p>
          </p:txBody>
        </p:sp>
        <p:sp>
          <p:nvSpPr>
            <p:cNvPr id="1178" name="Google Shape;1178;p58">
              <a:hlinkClick r:id="rId5" action="ppaction://hlinksldjump"/>
            </p:cNvPr>
            <p:cNvSpPr/>
            <p:nvPr/>
          </p:nvSpPr>
          <p:spPr>
            <a:xfrm>
              <a:off x="806225" y="34100"/>
              <a:ext cx="997200" cy="225900"/>
            </a:xfrm>
            <a:prstGeom prst="roundRect">
              <a:avLst>
                <a:gd name="adj" fmla="val 16667"/>
              </a:avLst>
            </a:prstGeom>
            <a:noFill/>
            <a:ln w="9525" cap="flat" cmpd="sng">
              <a:solidFill>
                <a:schemeClr val="dk2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0" tIns="91425" rIns="0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1200" b="1">
                  <a:latin typeface="Dosis"/>
                  <a:ea typeface="Dosis"/>
                  <a:cs typeface="Dosis"/>
                  <a:sym typeface="Dosis"/>
                </a:rPr>
                <a:t>EM Overview</a:t>
              </a:r>
              <a:endParaRPr sz="1200" b="1">
                <a:latin typeface="Dosis"/>
                <a:ea typeface="Dosis"/>
                <a:cs typeface="Dosis"/>
                <a:sym typeface="Dosis"/>
              </a:endParaRPr>
            </a:p>
          </p:txBody>
        </p:sp>
      </p:grp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advTm="28051">
        <p14:gallery dir="l"/>
      </p:transition>
    </mc:Choice>
    <mc:Fallback xmlns="">
      <p:transition spd="slow" advTm="28051">
        <p:fade/>
      </p:transition>
    </mc:Fallback>
  </mc:AlternateContent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170" x="1162050" y="2668588"/>
          <p14:tracePt t="186" x="1155700" y="2668588"/>
          <p14:tracePt t="194" x="1155700" y="2660650"/>
          <p14:tracePt t="210" x="1147763" y="2654300"/>
          <p14:tracePt t="225" x="1147763" y="2646363"/>
          <p14:tracePt t="234" x="1141413" y="2646363"/>
          <p14:tracePt t="242" x="1133475" y="2646363"/>
          <p14:tracePt t="258" x="1133475" y="2640013"/>
          <p14:tracePt t="274" x="1127125" y="2640013"/>
          <p14:tracePt t="282" x="1127125" y="2632075"/>
          <p14:tracePt t="298" x="1119188" y="2632075"/>
          <p14:tracePt t="338" x="1119188" y="2617788"/>
          <p14:tracePt t="378" x="1119188" y="2611438"/>
          <p14:tracePt t="402" x="1119188" y="2603500"/>
          <p14:tracePt t="426" x="1119188" y="2597150"/>
          <p14:tracePt t="434" x="1119188" y="2589213"/>
          <p14:tracePt t="450" x="1119188" y="2582863"/>
          <p14:tracePt t="458" x="1119188" y="2574925"/>
          <p14:tracePt t="466" x="1119188" y="2568575"/>
          <p14:tracePt t="482" x="1119188" y="2560638"/>
          <p14:tracePt t="538" x="1119188" y="2554288"/>
          <p14:tracePt t="554" x="1119188" y="2546350"/>
          <p14:tracePt t="578" x="1119188" y="2540000"/>
          <p14:tracePt t="594" x="1119188" y="2532063"/>
          <p14:tracePt t="610" x="1119188" y="2525713"/>
          <p14:tracePt t="729" x="1119188" y="2517775"/>
          <p14:tracePt t="746" x="1127125" y="2517775"/>
          <p14:tracePt t="898" x="1127125" y="2525713"/>
          <p14:tracePt t="906" x="1127125" y="2532063"/>
          <p14:tracePt t="914" x="1127125" y="2546350"/>
          <p14:tracePt t="922" x="1127125" y="2554288"/>
          <p14:tracePt t="930" x="1127125" y="2560638"/>
          <p14:tracePt t="938" x="1127125" y="2568575"/>
          <p14:tracePt t="954" x="1127125" y="2582863"/>
          <p14:tracePt t="970" x="1127125" y="2589213"/>
          <p14:tracePt t="986" x="1119188" y="2603500"/>
          <p14:tracePt t="1002" x="1119188" y="2611438"/>
          <p14:tracePt t="1018" x="1119188" y="2625725"/>
          <p14:tracePt t="1026" x="1112838" y="2632075"/>
          <p14:tracePt t="1042" x="1112838" y="2640013"/>
          <p14:tracePt t="1058" x="1112838" y="2646363"/>
          <p14:tracePt t="1066" x="1112838" y="2654300"/>
          <p14:tracePt t="1218" x="1104900" y="2654300"/>
          <p14:tracePt t="1275" x="1098550" y="2654300"/>
          <p14:tracePt t="1298" x="1098550" y="2646363"/>
          <p14:tracePt t="1346" x="1098550" y="2640013"/>
          <p14:tracePt t="1378" x="1090613" y="2632075"/>
          <p14:tracePt t="2050" x="1090613" y="2625725"/>
          <p14:tracePt t="2410" x="1098550" y="2617788"/>
          <p14:tracePt t="3674" x="1098550" y="2603500"/>
          <p14:tracePt t="3682" x="1104900" y="2597150"/>
          <p14:tracePt t="3698" x="1104900" y="2589213"/>
          <p14:tracePt t="3706" x="1104900" y="2574925"/>
          <p14:tracePt t="3714" x="1112838" y="2568575"/>
          <p14:tracePt t="3770" x="1112838" y="2560638"/>
          <p14:tracePt t="3794" x="1112838" y="2554288"/>
          <p14:tracePt t="3818" x="1119188" y="2546350"/>
          <p14:tracePt t="3858" x="1119188" y="2540000"/>
          <p14:tracePt t="3882" x="1119188" y="2532063"/>
          <p14:tracePt t="3914" x="1119188" y="2525713"/>
          <p14:tracePt t="3970" x="1119188" y="2517775"/>
          <p14:tracePt t="4354" x="1133475" y="2511425"/>
          <p14:tracePt t="4378" x="1141413" y="2511425"/>
          <p14:tracePt t="4402" x="1147763" y="2511425"/>
          <p14:tracePt t="4410" x="1155700" y="2511425"/>
          <p14:tracePt t="4418" x="1162050" y="2511425"/>
          <p14:tracePt t="4442" x="1169988" y="2511425"/>
          <p14:tracePt t="4458" x="1176338" y="2511425"/>
          <p14:tracePt t="4474" x="1184275" y="2511425"/>
          <p14:tracePt t="4482" x="1190625" y="2511425"/>
          <p14:tracePt t="4498" x="1198563" y="2511425"/>
          <p14:tracePt t="4514" x="1212850" y="2517775"/>
          <p14:tracePt t="4530" x="1219200" y="2525713"/>
          <p14:tracePt t="4538" x="1227138" y="2532063"/>
          <p14:tracePt t="4546" x="1227138" y="2540000"/>
          <p14:tracePt t="4554" x="1233488" y="2540000"/>
          <p14:tracePt t="4570" x="1241425" y="2546350"/>
          <p14:tracePt t="4602" x="1247775" y="2554288"/>
          <p14:tracePt t="4866" x="1255713" y="2554288"/>
          <p14:tracePt t="6082" x="1262063" y="2554288"/>
          <p14:tracePt t="6098" x="1270000" y="2546350"/>
          <p14:tracePt t="6114" x="1270000" y="2540000"/>
          <p14:tracePt t="6122" x="1276350" y="2532063"/>
          <p14:tracePt t="6146" x="1276350" y="2525713"/>
          <p14:tracePt t="6161" x="1276350" y="2517775"/>
          <p14:tracePt t="6178" x="1276350" y="2511425"/>
          <p14:tracePt t="6234" x="1276350" y="2503488"/>
          <p14:tracePt t="6673" x="1284288" y="2503488"/>
          <p14:tracePt t="6681" x="1290638" y="2511425"/>
          <p14:tracePt t="6689" x="1319213" y="2540000"/>
          <p14:tracePt t="6698" x="1327150" y="2560638"/>
          <p14:tracePt t="6706" x="1355725" y="2589213"/>
          <p14:tracePt t="6714" x="1384300" y="2625725"/>
          <p14:tracePt t="6722" x="1398588" y="2646363"/>
          <p14:tracePt t="6730" x="1427163" y="2682875"/>
          <p14:tracePt t="6738" x="1455738" y="2711450"/>
          <p14:tracePt t="6746" x="1476375" y="2732088"/>
          <p14:tracePt t="6754" x="1490663" y="2768600"/>
          <p14:tracePt t="6762" x="1525588" y="2803525"/>
          <p14:tracePt t="6770" x="1562100" y="2840038"/>
          <p14:tracePt t="6778" x="1597025" y="2874963"/>
          <p14:tracePt t="6786" x="1619250" y="2889250"/>
          <p14:tracePt t="6794" x="1639888" y="2909888"/>
          <p14:tracePt t="6802" x="1647825" y="2909888"/>
          <p14:tracePt t="6810" x="1654175" y="2917825"/>
          <p14:tracePt t="7218" x="1662113" y="2917825"/>
          <p14:tracePt t="7290" x="1668463" y="2917825"/>
          <p14:tracePt t="7394" x="1676400" y="2909888"/>
          <p14:tracePt t="7458" x="1682750" y="2903538"/>
          <p14:tracePt t="7482" x="1690688" y="2895600"/>
          <p14:tracePt t="7498" x="1697038" y="2895600"/>
          <p14:tracePt t="7522" x="1697038" y="2889250"/>
          <p14:tracePt t="7530" x="1704975" y="2889250"/>
          <p14:tracePt t="7554" x="1704975" y="2881313"/>
          <p14:tracePt t="7570" x="1711325" y="2881313"/>
          <p14:tracePt t="7586" x="1719263" y="2881313"/>
          <p14:tracePt t="7602" x="1725613" y="2874963"/>
          <p14:tracePt t="7618" x="1725613" y="2867025"/>
          <p14:tracePt t="7634" x="1733550" y="2867025"/>
          <p14:tracePt t="7650" x="1739900" y="2860675"/>
          <p14:tracePt t="7666" x="1747838" y="2860675"/>
          <p14:tracePt t="7682" x="1747838" y="2854325"/>
          <p14:tracePt t="7714" x="1754188" y="2846388"/>
          <p14:tracePt t="7730" x="1754188" y="2840038"/>
          <p14:tracePt t="7738" x="1762125" y="2840038"/>
          <p14:tracePt t="7746" x="1768475" y="2840038"/>
          <p14:tracePt t="7754" x="1768475" y="2832100"/>
          <p14:tracePt t="7761" x="1776413" y="2832100"/>
          <p14:tracePt t="7770" x="1776413" y="2825750"/>
          <p14:tracePt t="7786" x="1782763" y="2825750"/>
          <p14:tracePt t="7794" x="1782763" y="2817813"/>
          <p14:tracePt t="7818" x="1790700" y="2811463"/>
          <p14:tracePt t="7842" x="1797050" y="2803525"/>
          <p14:tracePt t="7898" x="1804988" y="2797175"/>
          <p14:tracePt t="7906" x="1804988" y="2789238"/>
          <p14:tracePt t="7922" x="1811338" y="2789238"/>
          <p14:tracePt t="7946" x="1811338" y="2782888"/>
          <p14:tracePt t="7994" x="1819275" y="2782888"/>
          <p14:tracePt t="8666" x="1825625" y="2782888"/>
          <p14:tracePt t="8674" x="1833563" y="2782888"/>
          <p14:tracePt t="8690" x="1847850" y="2782888"/>
          <p14:tracePt t="8698" x="1854200" y="2782888"/>
          <p14:tracePt t="8714" x="1868488" y="2782888"/>
          <p14:tracePt t="8722" x="1882775" y="2782888"/>
          <p14:tracePt t="8738" x="1897063" y="2789238"/>
          <p14:tracePt t="8746" x="1905000" y="2797175"/>
          <p14:tracePt t="8754" x="1919288" y="2797175"/>
          <p14:tracePt t="8762" x="1925638" y="2803525"/>
          <p14:tracePt t="8770" x="1933575" y="2811463"/>
          <p14:tracePt t="8778" x="1939925" y="2811463"/>
          <p14:tracePt t="8802" x="1947863" y="2817813"/>
          <p14:tracePt t="8810" x="1954213" y="2817813"/>
          <p14:tracePt t="8818" x="1962150" y="2817813"/>
          <p14:tracePt t="8825" x="1968500" y="2817813"/>
          <p14:tracePt t="8833" x="1982788" y="2832100"/>
          <p14:tracePt t="8842" x="1990725" y="2832100"/>
          <p14:tracePt t="8849" x="1997075" y="2840038"/>
          <p14:tracePt t="8858" x="2019300" y="2846388"/>
          <p14:tracePt t="8866" x="2039938" y="2854325"/>
          <p14:tracePt t="8876" x="2060575" y="2867025"/>
          <p14:tracePt t="8882" x="2074863" y="2867025"/>
          <p14:tracePt t="8890" x="2089150" y="2874963"/>
          <p14:tracePt t="8898" x="2103438" y="2881313"/>
          <p14:tracePt t="8906" x="2125663" y="2889250"/>
          <p14:tracePt t="8922" x="2132013" y="2889250"/>
          <p14:tracePt t="8930" x="2146300" y="2895600"/>
          <p14:tracePt t="8938" x="2160588" y="2895600"/>
          <p14:tracePt t="8946" x="2174875" y="2903538"/>
          <p14:tracePt t="8954" x="2197100" y="2909888"/>
          <p14:tracePt t="8962" x="2203450" y="2917825"/>
          <p14:tracePt t="8970" x="2225675" y="2917825"/>
          <p14:tracePt t="8978" x="2246313" y="2924175"/>
          <p14:tracePt t="8986" x="2268538" y="2938463"/>
          <p14:tracePt t="8994" x="2289175" y="2938463"/>
          <p14:tracePt t="9002" x="2311400" y="2946400"/>
          <p14:tracePt t="9010" x="2332038" y="2946400"/>
          <p14:tracePt t="9018" x="2339975" y="2946400"/>
          <p14:tracePt t="9026" x="2360613" y="2946400"/>
          <p14:tracePt t="9034" x="2368550" y="2952750"/>
          <p14:tracePt t="9042" x="2374900" y="2952750"/>
          <p14:tracePt t="9050" x="2389188" y="2960688"/>
          <p14:tracePt t="9058" x="2397125" y="2967038"/>
          <p14:tracePt t="9066" x="2403475" y="2967038"/>
          <p14:tracePt t="9074" x="2411413" y="2967038"/>
          <p14:tracePt t="9090" x="2425700" y="2967038"/>
          <p14:tracePt t="9098" x="2432050" y="2967038"/>
          <p14:tracePt t="9114" x="2446338" y="2974975"/>
          <p14:tracePt t="9122" x="2454275" y="2974975"/>
          <p14:tracePt t="9130" x="2460625" y="2974975"/>
          <p14:tracePt t="9138" x="2474913" y="2974975"/>
          <p14:tracePt t="9146" x="2497138" y="2974975"/>
          <p14:tracePt t="9154" x="2517775" y="2989263"/>
          <p14:tracePt t="9162" x="2540000" y="2995613"/>
          <p14:tracePt t="9170" x="2560638" y="2995613"/>
          <p14:tracePt t="9177" x="2581275" y="3003550"/>
          <p14:tracePt t="9186" x="2603500" y="3017838"/>
          <p14:tracePt t="9194" x="2617788" y="3024188"/>
          <p14:tracePt t="9202" x="2632075" y="3024188"/>
          <p14:tracePt t="9210" x="2646363" y="3024188"/>
          <p14:tracePt t="9218" x="2674938" y="3032125"/>
          <p14:tracePt t="9226" x="2689225" y="3032125"/>
          <p14:tracePt t="9234" x="2717800" y="3046413"/>
          <p14:tracePt t="9242" x="2732088" y="3052763"/>
          <p14:tracePt t="9250" x="2752725" y="3052763"/>
          <p14:tracePt t="9266" x="2760663" y="3060700"/>
          <p14:tracePt t="9274" x="2767013" y="3060700"/>
          <p14:tracePt t="9282" x="2781300" y="3067050"/>
          <p14:tracePt t="9297" x="2789238" y="3074988"/>
          <p14:tracePt t="9314" x="2795588" y="3081338"/>
          <p14:tracePt t="9322" x="2795588" y="3089275"/>
          <p14:tracePt t="9330" x="2803525" y="3089275"/>
          <p14:tracePt t="9338" x="2809875" y="3095625"/>
          <p14:tracePt t="9346" x="2832100" y="3124200"/>
          <p14:tracePt t="9354" x="2838450" y="3138488"/>
          <p14:tracePt t="9361" x="2860675" y="3160713"/>
          <p14:tracePt t="9370" x="2867025" y="3181350"/>
          <p14:tracePt t="9378" x="2867025" y="3189288"/>
          <p14:tracePt t="9386" x="2881313" y="3203575"/>
          <p14:tracePt t="9394" x="2889250" y="3209925"/>
          <p14:tracePt t="9402" x="2903538" y="3224213"/>
          <p14:tracePt t="9410" x="2909888" y="3232150"/>
          <p14:tracePt t="9418" x="2909888" y="3246438"/>
          <p14:tracePt t="9426" x="2932113" y="3267075"/>
          <p14:tracePt t="9434" x="2938463" y="3289300"/>
          <p14:tracePt t="9442" x="2952750" y="3309938"/>
          <p14:tracePt t="9450" x="2967038" y="3332163"/>
          <p14:tracePt t="9458" x="2974975" y="3367088"/>
          <p14:tracePt t="9465" x="2981325" y="3389313"/>
          <p14:tracePt t="9474" x="2995613" y="3409950"/>
          <p14:tracePt t="9482" x="3003550" y="3424238"/>
          <p14:tracePt t="9490" x="3009900" y="3459163"/>
          <p14:tracePt t="9498" x="3024188" y="3481388"/>
          <p14:tracePt t="9506" x="3032125" y="3509963"/>
          <p14:tracePt t="9514" x="3052763" y="3544888"/>
          <p14:tracePt t="9522" x="3059113" y="3573463"/>
          <p14:tracePt t="9530" x="3081338" y="3616325"/>
          <p14:tracePt t="9538" x="3095625" y="3659188"/>
          <p14:tracePt t="9546" x="3116263" y="3695700"/>
          <p14:tracePt t="9554" x="3130550" y="3744913"/>
          <p14:tracePt t="9561" x="3152775" y="3787775"/>
          <p14:tracePt t="9570" x="3167063" y="3816350"/>
          <p14:tracePt t="9577" x="3181350" y="3859213"/>
          <p14:tracePt t="9586" x="3187700" y="3881438"/>
          <p14:tracePt t="9593" x="3187700" y="3910013"/>
          <p14:tracePt t="9602" x="3187700" y="3952875"/>
          <p14:tracePt t="9610" x="3187700" y="3987800"/>
          <p14:tracePt t="9618" x="3201988" y="4059238"/>
          <p14:tracePt t="9626" x="3216275" y="4094163"/>
          <p14:tracePt t="9633" x="3224213" y="4130675"/>
          <p14:tracePt t="9642" x="3244850" y="4173538"/>
          <p14:tracePt t="9650" x="3259138" y="4194175"/>
          <p14:tracePt t="9658" x="3295650" y="4230688"/>
          <p14:tracePt t="9666" x="3302000" y="4237038"/>
          <p14:tracePt t="9674" x="3316288" y="4259263"/>
          <p14:tracePt t="9682" x="3338513" y="4265613"/>
          <p14:tracePt t="9691" x="3352800" y="4279900"/>
          <p14:tracePt t="9698" x="3359150" y="4279900"/>
          <p14:tracePt t="9706" x="3373438" y="4287838"/>
          <p14:tracePt t="9714" x="3387725" y="4294188"/>
          <p14:tracePt t="9722" x="3395663" y="4302125"/>
          <p14:tracePt t="9730" x="3416300" y="4308475"/>
          <p14:tracePt t="9746" x="3424238" y="4308475"/>
          <p14:tracePt t="9754" x="3438525" y="4308475"/>
          <p14:tracePt t="9770" x="3444875" y="4308475"/>
          <p14:tracePt t="9778" x="3459163" y="4308475"/>
          <p14:tracePt t="9786" x="3467100" y="4308475"/>
          <p14:tracePt t="9794" x="3481388" y="4308475"/>
          <p14:tracePt t="9802" x="3487738" y="4308475"/>
          <p14:tracePt t="9810" x="3524250" y="4294188"/>
          <p14:tracePt t="9818" x="3544888" y="4279900"/>
          <p14:tracePt t="9826" x="3573463" y="4259263"/>
          <p14:tracePt t="9834" x="3608388" y="4230688"/>
          <p14:tracePt t="9842" x="3622675" y="4222750"/>
          <p14:tracePt t="9850" x="3644900" y="4202113"/>
          <p14:tracePt t="9858" x="3665538" y="4187825"/>
          <p14:tracePt t="9866" x="3702050" y="4173538"/>
          <p14:tracePt t="9874" x="3716338" y="4159250"/>
          <p14:tracePt t="9882" x="3736975" y="4151313"/>
          <p14:tracePt t="9893" x="3751263" y="4122738"/>
          <p14:tracePt t="9897" x="3759200" y="4108450"/>
          <p14:tracePt t="9906" x="3773488" y="4087813"/>
          <p14:tracePt t="9914" x="3794125" y="4065588"/>
          <p14:tracePt t="9922" x="3808413" y="4037013"/>
          <p14:tracePt t="9930" x="3830638" y="4016375"/>
          <p14:tracePt t="9938" x="3859213" y="3981450"/>
          <p14:tracePt t="9946" x="3887788" y="3938588"/>
          <p14:tracePt t="9954" x="3916363" y="3902075"/>
          <p14:tracePt t="9962" x="3930650" y="3873500"/>
          <p14:tracePt t="9970" x="3951288" y="3852863"/>
          <p14:tracePt t="9978" x="3987800" y="3810000"/>
          <p14:tracePt t="9986" x="3994150" y="3787775"/>
          <p14:tracePt t="9994" x="4008438" y="3759200"/>
          <p14:tracePt t="10002" x="4022725" y="3738563"/>
          <p14:tracePt t="10010" x="4044950" y="3695700"/>
          <p14:tracePt t="10018" x="4065588" y="3659188"/>
          <p14:tracePt t="10026" x="4071938" y="3630613"/>
          <p14:tracePt t="10034" x="4094163" y="3595688"/>
          <p14:tracePt t="10042" x="4122738" y="3559175"/>
          <p14:tracePt t="10050" x="4151313" y="3516313"/>
          <p14:tracePt t="10058" x="4157663" y="3495675"/>
          <p14:tracePt t="10066" x="4179888" y="3473450"/>
          <p14:tracePt t="10074" x="4186238" y="3452813"/>
          <p14:tracePt t="10082" x="4208463" y="3417888"/>
          <p14:tracePt t="10090" x="4214813" y="3403600"/>
          <p14:tracePt t="10098" x="4237038" y="3367088"/>
          <p14:tracePt t="10106" x="4251325" y="3346450"/>
          <p14:tracePt t="10114" x="4271963" y="3317875"/>
          <p14:tracePt t="10122" x="4279900" y="3295650"/>
          <p14:tracePt t="10130" x="4294188" y="3281363"/>
          <p14:tracePt t="10138" x="4314825" y="3267075"/>
          <p14:tracePt t="10146" x="4329113" y="3246438"/>
          <p14:tracePt t="10154" x="4357688" y="3217863"/>
          <p14:tracePt t="10162" x="4357688" y="3209925"/>
          <p14:tracePt t="10170" x="4371975" y="3203575"/>
          <p14:tracePt t="10178" x="4379913" y="3189288"/>
          <p14:tracePt t="10186" x="4394200" y="3181350"/>
          <p14:tracePt t="10193" x="4408488" y="3167063"/>
          <p14:tracePt t="10202" x="4408488" y="3160713"/>
          <p14:tracePt t="10209" x="4422775" y="3152775"/>
          <p14:tracePt t="10218" x="4429125" y="3146425"/>
          <p14:tracePt t="10225" x="4437063" y="3138488"/>
          <p14:tracePt t="10234" x="4457700" y="3124200"/>
          <p14:tracePt t="10242" x="4471988" y="3124200"/>
          <p14:tracePt t="10250" x="4486275" y="3117850"/>
          <p14:tracePt t="10258" x="4508500" y="3103563"/>
          <p14:tracePt t="10266" x="4529138" y="3095625"/>
          <p14:tracePt t="10274" x="4543425" y="3095625"/>
          <p14:tracePt t="10282" x="4565650" y="3095625"/>
          <p14:tracePt t="10290" x="4572000" y="3089275"/>
          <p14:tracePt t="10298" x="4578350" y="3089275"/>
          <p14:tracePt t="10306" x="4592638" y="3081338"/>
          <p14:tracePt t="10322" x="4600575" y="3081338"/>
          <p14:tracePt t="10330" x="4606925" y="3074988"/>
          <p14:tracePt t="10346" x="4621213" y="3074988"/>
          <p14:tracePt t="10354" x="4635500" y="3074988"/>
          <p14:tracePt t="10361" x="4649788" y="3074988"/>
          <p14:tracePt t="10370" x="4657725" y="3074988"/>
          <p14:tracePt t="10378" x="4672013" y="3074988"/>
          <p14:tracePt t="10386" x="4686300" y="3074988"/>
          <p14:tracePt t="10394" x="4700588" y="3074988"/>
          <p14:tracePt t="10402" x="4714875" y="3074988"/>
          <p14:tracePt t="10410" x="4729163" y="3074988"/>
          <p14:tracePt t="10418" x="4735513" y="3074988"/>
          <p14:tracePt t="10426" x="4743450" y="3074988"/>
          <p14:tracePt t="10434" x="4757738" y="3074988"/>
          <p14:tracePt t="10441" x="4764088" y="3081338"/>
          <p14:tracePt t="10450" x="4778375" y="3081338"/>
          <p14:tracePt t="10458" x="4800600" y="3081338"/>
          <p14:tracePt t="10466" x="4806950" y="3089275"/>
          <p14:tracePt t="10474" x="4829175" y="3103563"/>
          <p14:tracePt t="10482" x="4835525" y="3103563"/>
          <p14:tracePt t="10490" x="4857750" y="3109913"/>
          <p14:tracePt t="10498" x="4872038" y="3117850"/>
          <p14:tracePt t="10506" x="4886325" y="3124200"/>
          <p14:tracePt t="10514" x="4892675" y="3132138"/>
          <p14:tracePt t="10522" x="4906963" y="3138488"/>
          <p14:tracePt t="10530" x="4914900" y="3138488"/>
          <p14:tracePt t="10538" x="4935538" y="3152775"/>
          <p14:tracePt t="10546" x="4943475" y="3152775"/>
          <p14:tracePt t="10554" x="4949825" y="3152775"/>
          <p14:tracePt t="10561" x="4964113" y="3160713"/>
          <p14:tracePt t="10570" x="4978400" y="3167063"/>
          <p14:tracePt t="10577" x="4992688" y="3175000"/>
          <p14:tracePt t="10586" x="5000625" y="3175000"/>
          <p14:tracePt t="10594" x="5014913" y="3181350"/>
          <p14:tracePt t="10602" x="5035550" y="3189288"/>
          <p14:tracePt t="10610" x="5043488" y="3189288"/>
          <p14:tracePt t="10618" x="5064125" y="3189288"/>
          <p14:tracePt t="10625" x="5084763" y="3189288"/>
          <p14:tracePt t="10634" x="5099050" y="3189288"/>
          <p14:tracePt t="10642" x="5113338" y="3189288"/>
          <p14:tracePt t="10650" x="5135563" y="3189288"/>
          <p14:tracePt t="10658" x="5156200" y="3189288"/>
          <p14:tracePt t="10666" x="5170488" y="3189288"/>
          <p14:tracePt t="10674" x="5184775" y="3189288"/>
          <p14:tracePt t="10682" x="5192713" y="3189288"/>
          <p14:tracePt t="10690" x="5207000" y="3189288"/>
          <p14:tracePt t="10698" x="5213350" y="3189288"/>
          <p14:tracePt t="10706" x="5235575" y="3189288"/>
          <p14:tracePt t="10714" x="5249863" y="3189288"/>
          <p14:tracePt t="10722" x="5264150" y="3189288"/>
          <p14:tracePt t="10730" x="5270500" y="3189288"/>
          <p14:tracePt t="10738" x="5284788" y="3189288"/>
          <p14:tracePt t="10746" x="5299075" y="3189288"/>
          <p14:tracePt t="10754" x="5321300" y="3189288"/>
          <p14:tracePt t="10761" x="5341938" y="3189288"/>
          <p14:tracePt t="10770" x="5364163" y="3181350"/>
          <p14:tracePt t="10777" x="5370513" y="3175000"/>
          <p14:tracePt t="10786" x="5384800" y="3175000"/>
          <p14:tracePt t="10794" x="5399088" y="3175000"/>
          <p14:tracePt t="10802" x="5421313" y="3175000"/>
          <p14:tracePt t="10810" x="5427663" y="3175000"/>
          <p14:tracePt t="10818" x="5449888" y="3175000"/>
          <p14:tracePt t="10825" x="5470525" y="3175000"/>
          <p14:tracePt t="10834" x="5492750" y="3175000"/>
          <p14:tracePt t="10842" x="5507038" y="3175000"/>
          <p14:tracePt t="10850" x="5549900" y="3175000"/>
          <p14:tracePt t="10858" x="5578475" y="3175000"/>
          <p14:tracePt t="10866" x="5605463" y="3175000"/>
          <p14:tracePt t="10874" x="5648325" y="3175000"/>
          <p14:tracePt t="10892" x="5705475" y="3175000"/>
          <p14:tracePt t="10898" x="5727700" y="3175000"/>
          <p14:tracePt t="10906" x="5756275" y="3175000"/>
          <p14:tracePt t="10914" x="5770563" y="3175000"/>
          <p14:tracePt t="10922" x="5791200" y="3175000"/>
          <p14:tracePt t="10930" x="5813425" y="3175000"/>
          <p14:tracePt t="10938" x="5827713" y="3175000"/>
          <p14:tracePt t="10946" x="5842000" y="3175000"/>
          <p14:tracePt t="10954" x="5862638" y="3175000"/>
          <p14:tracePt t="10961" x="5876925" y="3175000"/>
          <p14:tracePt t="10970" x="5899150" y="3175000"/>
          <p14:tracePt t="10986" x="5913438" y="3175000"/>
          <p14:tracePt t="10994" x="5919788" y="3175000"/>
          <p14:tracePt t="11002" x="5942013" y="3175000"/>
          <p14:tracePt t="11009" x="5948363" y="3175000"/>
          <p14:tracePt t="11018" x="5962650" y="3167063"/>
          <p14:tracePt t="11026" x="5984875" y="3167063"/>
          <p14:tracePt t="11034" x="5999163" y="3160713"/>
          <p14:tracePt t="11042" x="6013450" y="3160713"/>
          <p14:tracePt t="11050" x="6034088" y="3160713"/>
          <p14:tracePt t="11058" x="6056313" y="3160713"/>
          <p14:tracePt t="11066" x="6084888" y="3160713"/>
          <p14:tracePt t="11074" x="6105525" y="3160713"/>
          <p14:tracePt t="11082" x="6119813" y="3160713"/>
          <p14:tracePt t="11090" x="6134100" y="3160713"/>
          <p14:tracePt t="11098" x="6148388" y="3160713"/>
          <p14:tracePt t="11106" x="6169025" y="3160713"/>
          <p14:tracePt t="11114" x="6183313" y="3160713"/>
          <p14:tracePt t="11122" x="6205538" y="3160713"/>
          <p14:tracePt t="11130" x="6219825" y="3160713"/>
          <p14:tracePt t="11138" x="6226175" y="3160713"/>
          <p14:tracePt t="11146" x="6234113" y="3160713"/>
          <p14:tracePt t="11154" x="6248400" y="3160713"/>
          <p14:tracePt t="11162" x="6254750" y="3160713"/>
          <p14:tracePt t="11178" x="6262688" y="3160713"/>
          <p14:tracePt t="11186" x="6269038" y="3160713"/>
          <p14:tracePt t="11194" x="6276975" y="3160713"/>
          <p14:tracePt t="11202" x="6291263" y="3160713"/>
          <p14:tracePt t="11218" x="6297613" y="3160713"/>
          <p14:tracePt t="11242" x="6305550" y="3160713"/>
          <p14:tracePt t="11258" x="6311900" y="3160713"/>
          <p14:tracePt t="11266" x="6319838" y="3160713"/>
          <p14:tracePt t="11282" x="6334125" y="3160713"/>
          <p14:tracePt t="11290" x="6340475" y="3167063"/>
          <p14:tracePt t="11297" x="6354763" y="3181350"/>
          <p14:tracePt t="11305" x="6369050" y="3189288"/>
          <p14:tracePt t="11314" x="6383338" y="3209925"/>
          <p14:tracePt t="11322" x="6391275" y="3209925"/>
          <p14:tracePt t="11330" x="6397625" y="3217863"/>
          <p14:tracePt t="11338" x="6405563" y="3224213"/>
          <p14:tracePt t="11346" x="6411913" y="3238500"/>
          <p14:tracePt t="11354" x="6419850" y="3238500"/>
          <p14:tracePt t="11362" x="6419850" y="3246438"/>
          <p14:tracePt t="11370" x="6419850" y="3252788"/>
          <p14:tracePt t="11377" x="6419850" y="3260725"/>
          <p14:tracePt t="11386" x="6426200" y="3275013"/>
          <p14:tracePt t="11394" x="6434138" y="3289300"/>
          <p14:tracePt t="11402" x="6440488" y="3303588"/>
          <p14:tracePt t="11410" x="6448425" y="3324225"/>
          <p14:tracePt t="11425" x="6448425" y="3332163"/>
          <p14:tracePt t="11434" x="6454775" y="3346450"/>
          <p14:tracePt t="11442" x="6462713" y="3352800"/>
          <p14:tracePt t="11466" x="6469063" y="3360738"/>
          <p14:tracePt t="11482" x="6469063" y="3367088"/>
          <p14:tracePt t="11490" x="6483350" y="3375025"/>
          <p14:tracePt t="11498" x="6483350" y="3381375"/>
          <p14:tracePt t="11506" x="6491288" y="3389313"/>
          <p14:tracePt t="11514" x="6505575" y="3403600"/>
          <p14:tracePt t="11522" x="6511925" y="3417888"/>
          <p14:tracePt t="11530" x="6511925" y="3424238"/>
          <p14:tracePt t="11538" x="6534150" y="3430588"/>
          <p14:tracePt t="11554" x="6534150" y="3438525"/>
          <p14:tracePt t="11561" x="6540500" y="3444875"/>
          <p14:tracePt t="11577" x="6548438" y="3459163"/>
          <p14:tracePt t="11586" x="6548438" y="3467100"/>
          <p14:tracePt t="11594" x="6548438" y="3473450"/>
          <p14:tracePt t="11602" x="6554788" y="3481388"/>
          <p14:tracePt t="11610" x="6562725" y="3481388"/>
          <p14:tracePt t="11618" x="6569075" y="3487738"/>
          <p14:tracePt t="11626" x="6577013" y="3495675"/>
          <p14:tracePt t="11634" x="6577013" y="3502025"/>
          <p14:tracePt t="11642" x="6583363" y="3502025"/>
          <p14:tracePt t="11658" x="6591300" y="3509963"/>
          <p14:tracePt t="11674" x="6591300" y="3516313"/>
          <p14:tracePt t="11682" x="6597650" y="3524250"/>
          <p14:tracePt t="11690" x="6597650" y="3530600"/>
          <p14:tracePt t="11698" x="6604000" y="3538538"/>
          <p14:tracePt t="11706" x="6611938" y="3552825"/>
          <p14:tracePt t="11714" x="6618288" y="3559175"/>
          <p14:tracePt t="11722" x="6626225" y="3567113"/>
          <p14:tracePt t="11738" x="6632575" y="3573463"/>
          <p14:tracePt t="11754" x="6640513" y="3581400"/>
          <p14:tracePt t="11770" x="6646863" y="3602038"/>
          <p14:tracePt t="11777" x="6646863" y="3616325"/>
          <p14:tracePt t="11786" x="6646863" y="3638550"/>
          <p14:tracePt t="11794" x="6646863" y="3667125"/>
          <p14:tracePt t="11802" x="6646863" y="3695700"/>
          <p14:tracePt t="11810" x="6646863" y="3744913"/>
          <p14:tracePt t="11818" x="6646863" y="3773488"/>
          <p14:tracePt t="11826" x="6646863" y="3810000"/>
          <p14:tracePt t="11834" x="6646863" y="3830638"/>
          <p14:tracePt t="11842" x="6646863" y="3844925"/>
          <p14:tracePt t="11850" x="6646863" y="3859213"/>
          <p14:tracePt t="11858" x="6646863" y="3867150"/>
          <p14:tracePt t="11866" x="6646863" y="3881438"/>
          <p14:tracePt t="11874" x="6654800" y="3887788"/>
          <p14:tracePt t="11881" x="6654800" y="3895725"/>
          <p14:tracePt t="11898" x="6654800" y="3902075"/>
          <p14:tracePt t="11946" x="6654800" y="3910013"/>
          <p14:tracePt t="11970" x="6669088" y="3910013"/>
          <p14:tracePt t="11978" x="6669088" y="3895725"/>
          <p14:tracePt t="11986" x="6675438" y="3859213"/>
          <p14:tracePt t="11994" x="6697663" y="3816350"/>
          <p14:tracePt t="12002" x="6704013" y="3781425"/>
          <p14:tracePt t="12010" x="6711950" y="3716338"/>
          <p14:tracePt t="12018" x="6711950" y="3667125"/>
          <p14:tracePt t="12025" x="6718300" y="3609975"/>
          <p14:tracePt t="12034" x="6732588" y="3538538"/>
          <p14:tracePt t="12042" x="6740525" y="3495675"/>
          <p14:tracePt t="12050" x="6746875" y="3430588"/>
          <p14:tracePt t="12058" x="6746875" y="3367088"/>
          <p14:tracePt t="12066" x="6746875" y="3303588"/>
          <p14:tracePt t="12074" x="6746875" y="3246438"/>
          <p14:tracePt t="12082" x="6754813" y="3195638"/>
          <p14:tracePt t="12090" x="6761163" y="3124200"/>
          <p14:tracePt t="12098" x="6769100" y="3089275"/>
          <p14:tracePt t="12106" x="6769100" y="3060700"/>
          <p14:tracePt t="12114" x="6775450" y="3038475"/>
          <p14:tracePt t="12122" x="6783388" y="3003550"/>
          <p14:tracePt t="12130" x="6783388" y="2981325"/>
          <p14:tracePt t="12138" x="6789738" y="2960688"/>
          <p14:tracePt t="12154" x="6789738" y="2952750"/>
          <p14:tracePt t="12162" x="6789738" y="2946400"/>
          <p14:tracePt t="12170" x="6797675" y="2946400"/>
          <p14:tracePt t="12186" x="6797675" y="2938463"/>
          <p14:tracePt t="12193" x="6797675" y="2932113"/>
          <p14:tracePt t="12210" x="6804025" y="2932113"/>
          <p14:tracePt t="12225" x="6804025" y="2917825"/>
          <p14:tracePt t="12306" x="6811963" y="2917825"/>
          <p14:tracePt t="12362" x="6818313" y="2917825"/>
          <p14:tracePt t="12394" x="6818313" y="2909888"/>
          <p14:tracePt t="12474" x="6826250" y="2909888"/>
          <p14:tracePt t="14074" x="6832600" y="2909888"/>
          <p14:tracePt t="14082" x="6840538" y="2909888"/>
          <p14:tracePt t="14114" x="6846888" y="2909888"/>
          <p14:tracePt t="14130" x="6854825" y="2909888"/>
          <p14:tracePt t="14170" x="6861175" y="2909888"/>
          <p14:tracePt t="14178" x="6869113" y="2909888"/>
          <p14:tracePt t="14194" x="6875463" y="2909888"/>
          <p14:tracePt t="14202" x="6883400" y="2909888"/>
          <p14:tracePt t="14210" x="6889750" y="2909888"/>
          <p14:tracePt t="14218" x="6897688" y="2909888"/>
          <p14:tracePt t="14226" x="6904038" y="2909888"/>
          <p14:tracePt t="14234" x="6911975" y="2909888"/>
          <p14:tracePt t="14242" x="6918325" y="2909888"/>
          <p14:tracePt t="14250" x="6926263" y="2909888"/>
          <p14:tracePt t="14258" x="6932613" y="2909888"/>
          <p14:tracePt t="14266" x="6940550" y="2909888"/>
          <p14:tracePt t="14274" x="6946900" y="2909888"/>
          <p14:tracePt t="14282" x="6961188" y="2909888"/>
          <p14:tracePt t="14290" x="6975475" y="2909888"/>
          <p14:tracePt t="14298" x="6997700" y="2909888"/>
          <p14:tracePt t="14306" x="7011988" y="2909888"/>
          <p14:tracePt t="14314" x="7026275" y="2909888"/>
          <p14:tracePt t="14322" x="7046913" y="2909888"/>
          <p14:tracePt t="14329" x="7054850" y="2909888"/>
          <p14:tracePt t="14338" x="7069138" y="2909888"/>
          <p14:tracePt t="14346" x="7075488" y="2909888"/>
          <p14:tracePt t="14362" x="7089775" y="2909888"/>
          <p14:tracePt t="16290" x="7097713" y="2909888"/>
          <p14:tracePt t="16298" x="7112000" y="2909888"/>
          <p14:tracePt t="16306" x="7124700" y="2909888"/>
          <p14:tracePt t="16314" x="7146925" y="2909888"/>
          <p14:tracePt t="16322" x="7161213" y="2909888"/>
          <p14:tracePt t="16330" x="7175500" y="2909888"/>
          <p14:tracePt t="16338" x="7196138" y="2909888"/>
          <p14:tracePt t="16346" x="7210425" y="2909888"/>
          <p14:tracePt t="16354" x="7218363" y="2909888"/>
          <p14:tracePt t="16370" x="7224713" y="2909888"/>
          <p14:tracePt t="16377" x="7232650" y="2909888"/>
          <p14:tracePt t="16394" x="7239000" y="2909888"/>
          <p14:tracePt t="16418" x="7246938" y="2909888"/>
          <p14:tracePt t="16426" x="7261225" y="2909888"/>
          <p14:tracePt t="16434" x="7267575" y="2917825"/>
          <p14:tracePt t="16442" x="7275513" y="2917825"/>
          <p14:tracePt t="16450" x="7281863" y="2917825"/>
          <p14:tracePt t="16466" x="7289800" y="2924175"/>
          <p14:tracePt t="17250" x="7289800" y="2932113"/>
          <p14:tracePt t="17266" x="7289800" y="2938463"/>
          <p14:tracePt t="17282" x="7289800" y="2946400"/>
          <p14:tracePt t="17298" x="7281863" y="2946400"/>
          <p14:tracePt t="17338" x="7275513" y="2952750"/>
          <p14:tracePt t="17394" x="7267575" y="2952750"/>
          <p14:tracePt t="17882" x="7267575" y="2967038"/>
          <p14:tracePt t="17890" x="7267575" y="2981325"/>
          <p14:tracePt t="17898" x="7267575" y="3003550"/>
          <p14:tracePt t="17906" x="7267575" y="3009900"/>
          <p14:tracePt t="17914" x="7267575" y="3024188"/>
          <p14:tracePt t="17922" x="7267575" y="3032125"/>
          <p14:tracePt t="17946" x="7267575" y="3046413"/>
          <p14:tracePt t="17986" x="7267575" y="3052763"/>
          <p14:tracePt t="17994" x="7275513" y="3067050"/>
          <p14:tracePt t="18010" x="7281863" y="3089275"/>
          <p14:tracePt t="18018" x="7289800" y="3095625"/>
          <p14:tracePt t="18026" x="7289800" y="3117850"/>
          <p14:tracePt t="18034" x="7296150" y="3132138"/>
          <p14:tracePt t="18042" x="7296150" y="3146425"/>
          <p14:tracePt t="18050" x="7310438" y="3152775"/>
          <p14:tracePt t="18058" x="7310438" y="3167063"/>
          <p14:tracePt t="18066" x="7318375" y="3175000"/>
          <p14:tracePt t="18074" x="7324725" y="3189288"/>
          <p14:tracePt t="18081" x="7332663" y="3209925"/>
          <p14:tracePt t="18090" x="7346950" y="3224213"/>
          <p14:tracePt t="18098" x="7353300" y="3232150"/>
          <p14:tracePt t="18106" x="7353300" y="3246438"/>
          <p14:tracePt t="18113" x="7361238" y="3267075"/>
          <p14:tracePt t="18338" x="7361238" y="3252788"/>
          <p14:tracePt t="26378" x="7389813" y="3246438"/>
          <p14:tracePt t="26386" x="7453313" y="3246438"/>
          <p14:tracePt t="26394" x="7524750" y="3246438"/>
          <p14:tracePt t="26402" x="7596188" y="3246438"/>
          <p14:tracePt t="26410" x="7696200" y="3246438"/>
          <p14:tracePt t="26418" x="7781925" y="3246438"/>
          <p14:tracePt t="26425" x="7859713" y="3246438"/>
          <p14:tracePt t="26434" x="7959725" y="3246438"/>
          <p14:tracePt t="26442" x="8045450" y="3246438"/>
          <p14:tracePt t="26450" x="8131175" y="3246438"/>
          <p14:tracePt t="26458" x="8208963" y="3246438"/>
          <p14:tracePt t="26466" x="8266113" y="3246438"/>
          <p14:tracePt t="26474" x="8359775" y="3217863"/>
          <p14:tracePt t="26482" x="8423275" y="3209925"/>
          <p14:tracePt t="26490" x="8502650" y="3209925"/>
          <p14:tracePt t="26498" x="8594725" y="3203575"/>
          <p14:tracePt t="26506" x="8701088" y="3203575"/>
          <p14:tracePt t="26514" x="8829675" y="3203575"/>
          <p14:tracePt t="26522" x="8943975" y="3203575"/>
          <p14:tracePt t="26530" x="9051925" y="3203575"/>
        </p14:tracePtLst>
      </p14:laserTraceLst>
    </p:ext>
  </p:extLs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3" name="Google Shape;1183;p59"/>
          <p:cNvSpPr txBox="1">
            <a:spLocks noGrp="1"/>
          </p:cNvSpPr>
          <p:nvPr>
            <p:ph type="body" idx="1"/>
          </p:nvPr>
        </p:nvSpPr>
        <p:spPr>
          <a:xfrm>
            <a:off x="847450" y="2123750"/>
            <a:ext cx="6132600" cy="1476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45720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800"/>
              <a:t>This is the end of presentation.</a:t>
            </a: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0"/>
              </a:spcAft>
              <a:buNone/>
            </a:pPr>
            <a:endParaRPr sz="1800"/>
          </a:p>
          <a:p>
            <a:pPr marL="457200" lvl="0" indent="0" algn="l" rtl="0">
              <a:spcBef>
                <a:spcPts val="1000"/>
              </a:spcBef>
              <a:spcAft>
                <a:spcPts val="1000"/>
              </a:spcAft>
              <a:buNone/>
            </a:pPr>
            <a:r>
              <a:rPr lang="en" sz="1800"/>
              <a:t>Thank you</a:t>
            </a:r>
            <a:endParaRPr sz="1800"/>
          </a:p>
        </p:txBody>
      </p:sp>
      <p:sp>
        <p:nvSpPr>
          <p:cNvPr id="1184" name="Google Shape;1184;p59"/>
          <p:cNvSpPr txBox="1">
            <a:spLocks noGrp="1"/>
          </p:cNvSpPr>
          <p:nvPr>
            <p:ph type="sldNum" idx="12"/>
          </p:nvPr>
        </p:nvSpPr>
        <p:spPr>
          <a:xfrm>
            <a:off x="7618000" y="4636500"/>
            <a:ext cx="1487400" cy="315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33</a:t>
            </a:fld>
            <a:endParaRPr/>
          </a:p>
        </p:txBody>
      </p:sp>
    </p:spTree>
  </p:cSld>
  <p:clrMapOvr>
    <a:masterClrMapping/>
  </p:clrMapOvr>
  <p:transition advTm="14546">
    <p:fade thruBlk="1"/>
  </p:transition>
  <p:timing>
    <p:tnLst>
      <p:par>
        <p:cTn id="1" dur="indefinite" restart="never" nodeType="tmRoot"/>
      </p:par>
    </p:tnLst>
  </p:timing>
  <p:extLst mod="1">
    <p:ext uri="{3A86A75C-4F4B-4683-9AE1-C65F6400EC91}">
      <p14:laserTraceLst xmlns:p14="http://schemas.microsoft.com/office/powerpoint/2010/main">
        <p14:tracePtLst>
          <p14:tracePt t="55" x="4706938" y="2860675"/>
          <p14:tracePt t="66" x="4706938" y="2840038"/>
          <p14:tracePt t="74" x="4706938" y="2825750"/>
          <p14:tracePt t="82" x="4706938" y="2803525"/>
          <p14:tracePt t="90" x="4706938" y="2782888"/>
          <p14:tracePt t="98" x="4706938" y="2760663"/>
          <p14:tracePt t="106" x="4706938" y="2740025"/>
          <p14:tracePt t="114" x="4706938" y="2725738"/>
          <p14:tracePt t="130" x="4706938" y="2717800"/>
          <p14:tracePt t="138" x="4706938" y="2703513"/>
          <p14:tracePt t="250" x="4706938" y="2697163"/>
          <p14:tracePt t="266" x="4706938" y="2689225"/>
          <p14:tracePt t="346" x="4706938" y="2682875"/>
          <p14:tracePt t="482" x="4706938" y="2674938"/>
          <p14:tracePt t="522" x="4706938" y="2668588"/>
          <p14:tracePt t="6371" x="4714875" y="2660650"/>
          <p14:tracePt t="6378" x="4721225" y="2654300"/>
          <p14:tracePt t="6386" x="4743450" y="2640013"/>
          <p14:tracePt t="6394" x="4757738" y="2632075"/>
          <p14:tracePt t="6402" x="4764088" y="2625725"/>
          <p14:tracePt t="6410" x="4772025" y="2625725"/>
          <p14:tracePt t="6418" x="4778375" y="2617788"/>
          <p14:tracePt t="6426" x="4786313" y="2611438"/>
          <p14:tracePt t="6522" x="4792663" y="2603500"/>
          <p14:tracePt t="9538" x="4800600" y="2603500"/>
          <p14:tracePt t="9546" x="4829175" y="2603500"/>
          <p14:tracePt t="9554" x="4843463" y="2603500"/>
          <p14:tracePt t="9563" x="4864100" y="2603500"/>
          <p14:tracePt t="9570" x="4878388" y="2603500"/>
          <p14:tracePt t="9578" x="4892675" y="2603500"/>
          <p14:tracePt t="9586" x="4906963" y="2603500"/>
          <p14:tracePt t="9594" x="4914900" y="2603500"/>
          <p14:tracePt t="9602" x="4929188" y="2589213"/>
          <p14:tracePt t="9618" x="4943475" y="2589213"/>
          <p14:tracePt t="9626" x="4949825" y="2582863"/>
          <p14:tracePt t="9642" x="4964113" y="2582863"/>
          <p14:tracePt t="9658" x="4972050" y="2582863"/>
          <p14:tracePt t="9666" x="4986338" y="2582863"/>
          <p14:tracePt t="9674" x="4992688" y="2582863"/>
          <p14:tracePt t="9690" x="5000625" y="2582863"/>
          <p14:tracePt t="10098" x="4992688" y="2582863"/>
          <p14:tracePt t="10106" x="4986338" y="2582863"/>
          <p14:tracePt t="10114" x="4972050" y="2589213"/>
          <p14:tracePt t="10122" x="4964113" y="2589213"/>
          <p14:tracePt t="10130" x="4949825" y="2589213"/>
          <p14:tracePt t="10138" x="4943475" y="2597150"/>
          <p14:tracePt t="10163" x="4914900" y="2611438"/>
          <p14:tracePt t="10170" x="4900613" y="2617788"/>
          <p14:tracePt t="10178" x="4892675" y="2617788"/>
          <p14:tracePt t="10186" x="4886325" y="2617788"/>
          <p14:tracePt t="10194" x="4864100" y="2632075"/>
          <p14:tracePt t="10202" x="4857750" y="2640013"/>
          <p14:tracePt t="10210" x="4843463" y="2640013"/>
          <p14:tracePt t="10218" x="4829175" y="2646363"/>
          <p14:tracePt t="10226" x="4806950" y="2654300"/>
          <p14:tracePt t="10234" x="4792663" y="2660650"/>
          <p14:tracePt t="10250" x="4772025" y="2668588"/>
          <p14:tracePt t="10258" x="4757738" y="2668588"/>
          <p14:tracePt t="10266" x="4743450" y="2674938"/>
          <p14:tracePt t="10275" x="4721225" y="2682875"/>
          <p14:tracePt t="10282" x="4714875" y="2682875"/>
          <p14:tracePt t="10290" x="4700588" y="2689225"/>
          <p14:tracePt t="10298" x="4692650" y="2689225"/>
          <p14:tracePt t="10306" x="4678363" y="2697163"/>
          <p14:tracePt t="10314" x="4672013" y="2697163"/>
          <p14:tracePt t="10322" x="4664075" y="2697163"/>
          <p14:tracePt t="10330" x="4657725" y="2697163"/>
          <p14:tracePt t="10346" x="4649788" y="2697163"/>
          <p14:tracePt t="10362" x="4635500" y="2697163"/>
          <p14:tracePt t="10378" x="4629150" y="2703513"/>
          <p14:tracePt t="10386" x="4621213" y="2703513"/>
          <p14:tracePt t="12139" x="4621213" y="2711450"/>
          <p14:tracePt t="12154" x="4606925" y="2732088"/>
          <p14:tracePt t="12163" x="4592638" y="2740025"/>
          <p14:tracePt t="12170" x="4592638" y="2754313"/>
          <p14:tracePt t="12178" x="4578350" y="2768600"/>
          <p14:tracePt t="12186" x="4572000" y="2782888"/>
          <p14:tracePt t="12194" x="4572000" y="2789238"/>
          <p14:tracePt t="12202" x="4557713" y="2797175"/>
          <p14:tracePt t="12210" x="4557713" y="2811463"/>
          <p14:tracePt t="12218" x="4551363" y="2811463"/>
          <p14:tracePt t="12226" x="4551363" y="2825750"/>
          <p14:tracePt t="12234" x="4551363" y="2832100"/>
          <p14:tracePt t="12242" x="4551363" y="2840038"/>
          <p14:tracePt t="12250" x="4537075" y="2846388"/>
          <p14:tracePt t="12258" x="4529138" y="2846388"/>
          <p14:tracePt t="12266" x="4529138" y="2860675"/>
          <p14:tracePt t="12274" x="4529138" y="2874963"/>
          <p14:tracePt t="12282" x="4529138" y="2895600"/>
          <p14:tracePt t="12290" x="4529138" y="2903538"/>
          <p14:tracePt t="12298" x="4529138" y="2917825"/>
          <p14:tracePt t="12306" x="4529138" y="2938463"/>
          <p14:tracePt t="12314" x="4529138" y="2952750"/>
          <p14:tracePt t="12322" x="4529138" y="2974975"/>
          <p14:tracePt t="12330" x="4529138" y="2995613"/>
          <p14:tracePt t="12338" x="4529138" y="3009900"/>
          <p14:tracePt t="12346" x="4529138" y="3032125"/>
          <p14:tracePt t="12354" x="4529138" y="3052763"/>
          <p14:tracePt t="12363" x="4537075" y="3067050"/>
          <p14:tracePt t="12370" x="4551363" y="3095625"/>
          <p14:tracePt t="12378" x="4572000" y="3124200"/>
          <p14:tracePt t="12386" x="4578350" y="3146425"/>
          <p14:tracePt t="12394" x="4600575" y="3160713"/>
          <p14:tracePt t="12402" x="4606925" y="3167063"/>
          <p14:tracePt t="12410" x="4629150" y="3189288"/>
          <p14:tracePt t="12418" x="4629150" y="3195638"/>
          <p14:tracePt t="12426" x="4635500" y="3203575"/>
          <p14:tracePt t="12434" x="4649788" y="3217863"/>
          <p14:tracePt t="12442" x="4657725" y="3224213"/>
          <p14:tracePt t="12450" x="4672013" y="3232150"/>
          <p14:tracePt t="12458" x="4692650" y="3238500"/>
          <p14:tracePt t="12466" x="4721225" y="3238500"/>
          <p14:tracePt t="12474" x="4749800" y="3238500"/>
          <p14:tracePt t="12482" x="4778375" y="3238500"/>
          <p14:tracePt t="12490" x="4821238" y="3252788"/>
          <p14:tracePt t="12498" x="4857750" y="3252788"/>
          <p14:tracePt t="12506" x="4878388" y="3252788"/>
          <p14:tracePt t="12514" x="4906963" y="3252788"/>
          <p14:tracePt t="12522" x="4935538" y="3252788"/>
          <p14:tracePt t="12530" x="4957763" y="3246438"/>
          <p14:tracePt t="12538" x="4978400" y="3232150"/>
          <p14:tracePt t="12546" x="4992688" y="3224213"/>
          <p14:tracePt t="12554" x="5014913" y="3209925"/>
          <p14:tracePt t="12562" x="5029200" y="3195638"/>
          <p14:tracePt t="12570" x="5035550" y="3181350"/>
          <p14:tracePt t="12578" x="5049838" y="3167063"/>
          <p14:tracePt t="12586" x="5057775" y="3146425"/>
          <p14:tracePt t="12594" x="5064125" y="3124200"/>
          <p14:tracePt t="12602" x="5064125" y="3103563"/>
          <p14:tracePt t="12610" x="5064125" y="3089275"/>
          <p14:tracePt t="12618" x="5064125" y="3074988"/>
          <p14:tracePt t="12626" x="5064125" y="3052763"/>
          <p14:tracePt t="12634" x="5064125" y="3046413"/>
          <p14:tracePt t="12642" x="5064125" y="3024188"/>
          <p14:tracePt t="12658" x="5064125" y="3017838"/>
          <p14:tracePt t="12674" x="5064125" y="3003550"/>
          <p14:tracePt t="12698" x="5057775" y="2995613"/>
          <p14:tracePt t="12978" x="5049838" y="2995613"/>
          <p14:tracePt t="12986" x="5043488" y="2995613"/>
          <p14:tracePt t="12994" x="5029200" y="2995613"/>
          <p14:tracePt t="13002" x="5014913" y="2995613"/>
          <p14:tracePt t="13010" x="5000625" y="2995613"/>
          <p14:tracePt t="13018" x="4978400" y="3003550"/>
          <p14:tracePt t="13026" x="4957763" y="3003550"/>
          <p14:tracePt t="13034" x="4929188" y="3009900"/>
          <p14:tracePt t="13042" x="4906963" y="3009900"/>
          <p14:tracePt t="13050" x="4878388" y="3009900"/>
          <p14:tracePt t="13058" x="4849813" y="3009900"/>
          <p14:tracePt t="13066" x="4821238" y="3009900"/>
          <p14:tracePt t="13074" x="4778375" y="3009900"/>
          <p14:tracePt t="13082" x="4729163" y="3024188"/>
          <p14:tracePt t="13090" x="4686300" y="3032125"/>
          <p14:tracePt t="13098" x="4635500" y="3032125"/>
          <p14:tracePt t="13106" x="4578350" y="3038475"/>
          <p14:tracePt t="13114" x="4514850" y="3052763"/>
          <p14:tracePt t="13122" x="4451350" y="3067050"/>
          <p14:tracePt t="13131" x="4371975" y="3074988"/>
          <p14:tracePt t="13138" x="4294188" y="3081338"/>
          <p14:tracePt t="13146" x="4200525" y="3103563"/>
          <p14:tracePt t="13154" x="4094163" y="3103563"/>
          <p14:tracePt t="13164" x="3994150" y="3103563"/>
          <p14:tracePt t="13170" x="3865563" y="3103563"/>
          <p14:tracePt t="13178" x="3730625" y="3103563"/>
          <p14:tracePt t="13186" x="3587750" y="3103563"/>
          <p14:tracePt t="13194" x="3416300" y="3103563"/>
          <p14:tracePt t="13202" x="3224213" y="3103563"/>
          <p14:tracePt t="13210" x="2967038" y="3103563"/>
          <p14:tracePt t="13218" x="2774950" y="3103563"/>
          <p14:tracePt t="13226" x="2560638" y="3103563"/>
          <p14:tracePt t="13234" x="2268538" y="3103563"/>
          <p14:tracePt t="13242" x="2074863" y="3103563"/>
          <p14:tracePt t="13250" x="1854200" y="3089275"/>
          <p14:tracePt t="13258" x="1625600" y="3038475"/>
          <p14:tracePt t="13266" x="1404938" y="3017838"/>
          <p14:tracePt t="13274" x="1219200" y="2981325"/>
          <p14:tracePt t="13282" x="1033463" y="2960688"/>
          <p14:tracePt t="13290" x="812800" y="2924175"/>
          <p14:tracePt t="13298" x="649288" y="2903538"/>
          <p14:tracePt t="13306" x="457200" y="2874963"/>
          <p14:tracePt t="13315" x="292100" y="2854325"/>
          <p14:tracePt t="13322" x="85725" y="2817813"/>
        </p14:tracePtLst>
      </p14:laserTraceLst>
    </p:ext>
  </p:extLst>
</p:sld>
</file>

<file path=ppt/theme/theme1.xml><?xml version="1.0" encoding="utf-8"?>
<a:theme xmlns:a="http://schemas.openxmlformats.org/drawingml/2006/main" name="Salerio template">
  <a:themeElements>
    <a:clrScheme name="Custom 347">
      <a:dk1>
        <a:srgbClr val="000000"/>
      </a:dk1>
      <a:lt1>
        <a:srgbClr val="FFFFFF"/>
      </a:lt1>
      <a:dk2>
        <a:srgbClr val="666666"/>
      </a:dk2>
      <a:lt2>
        <a:srgbClr val="CCCCCC"/>
      </a:lt2>
      <a:accent1>
        <a:srgbClr val="3A81BA"/>
      </a:accent1>
      <a:accent2>
        <a:srgbClr val="D89F39"/>
      </a:accent2>
      <a:accent3>
        <a:srgbClr val="8BAB42"/>
      </a:accent3>
      <a:accent4>
        <a:srgbClr val="57A7B5"/>
      </a:accent4>
      <a:accent5>
        <a:srgbClr val="8B81D2"/>
      </a:accent5>
      <a:accent6>
        <a:srgbClr val="963334"/>
      </a:accent6>
      <a:hlink>
        <a:srgbClr val="1155CC"/>
      </a:hlink>
      <a:folHlink>
        <a:srgbClr val="6611CC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5132</Words>
  <Application>Microsoft Office PowerPoint</Application>
  <PresentationFormat>On-screen Show (16:9)</PresentationFormat>
  <Paragraphs>1373</Paragraphs>
  <Slides>33</Slides>
  <Notes>33</Notes>
  <HiddenSlides>0</HiddenSlides>
  <MMClips>0</MMClips>
  <ScaleCrop>false</ScaleCrop>
  <HeadingPairs>
    <vt:vector size="6" baseType="variant">
      <vt:variant>
        <vt:lpstr>Fonts Used</vt:lpstr>
      </vt:variant>
      <vt:variant>
        <vt:i4>11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33</vt:i4>
      </vt:variant>
    </vt:vector>
  </HeadingPairs>
  <TitlesOfParts>
    <vt:vector size="46" baseType="lpstr">
      <vt:lpstr>Corsiva</vt:lpstr>
      <vt:lpstr>Dosis ExtraBold</vt:lpstr>
      <vt:lpstr>Dosis SemiBold</vt:lpstr>
      <vt:lpstr>Arial</vt:lpstr>
      <vt:lpstr>Open Sans</vt:lpstr>
      <vt:lpstr>Roboto Condensed Light</vt:lpstr>
      <vt:lpstr>Arvo</vt:lpstr>
      <vt:lpstr>Roboto Condensed</vt:lpstr>
      <vt:lpstr>Calibri</vt:lpstr>
      <vt:lpstr>Times New Roman</vt:lpstr>
      <vt:lpstr>Dosis</vt:lpstr>
      <vt:lpstr>Salerio template</vt:lpstr>
      <vt:lpstr>Simple Light</vt:lpstr>
      <vt:lpstr>The Real Case  using EM Algorithm</vt:lpstr>
      <vt:lpstr>OUTLINE</vt:lpstr>
      <vt:lpstr>INTRODUCTION</vt:lpstr>
      <vt:lpstr>PCB Manufacturing Illustration</vt:lpstr>
      <vt:lpstr>BATCH Yield Calculation</vt:lpstr>
      <vt:lpstr>PROBLEM STATEMENT</vt:lpstr>
      <vt:lpstr>Proposed Solution (EM)</vt:lpstr>
      <vt:lpstr>EM Step Overview</vt:lpstr>
      <vt:lpstr>DATA EXAMPLE</vt:lpstr>
      <vt:lpstr>PowerPoint Presentation</vt:lpstr>
      <vt:lpstr>Raw Data</vt:lpstr>
      <vt:lpstr>PRE PROCESSING</vt:lpstr>
      <vt:lpstr>BATCH Information</vt:lpstr>
      <vt:lpstr>INITIAL GUESSING</vt:lpstr>
      <vt:lpstr>One Hot: BATCH Machine Usage</vt:lpstr>
      <vt:lpstr>Machine Information: Initial Yield Rate</vt:lpstr>
      <vt:lpstr>Machine Information</vt:lpstr>
      <vt:lpstr>E-STEP</vt:lpstr>
      <vt:lpstr>E-STEP: Expected Number Bad Pieces</vt:lpstr>
      <vt:lpstr>E-STEP: Expected Number Bad Pieces</vt:lpstr>
      <vt:lpstr>E-STEP: Potential defective pieces</vt:lpstr>
      <vt:lpstr>E-STEP: Potential defective pieces</vt:lpstr>
      <vt:lpstr>E-STEP: SUM Good Pieces &amp; Bad Pieces</vt:lpstr>
      <vt:lpstr>E-STEP: Expected Number Good Pieces</vt:lpstr>
      <vt:lpstr>M-STEP</vt:lpstr>
      <vt:lpstr>M-STEP: Updated Yield Rate </vt:lpstr>
      <vt:lpstr>Stopping condition</vt:lpstr>
      <vt:lpstr>RESULT</vt:lpstr>
      <vt:lpstr>LIVE WEBSITE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The Real Case  using EM Algorithm</dc:title>
  <dc:creator>Faster</dc:creator>
  <cp:lastModifiedBy>daily</cp:lastModifiedBy>
  <cp:revision>12</cp:revision>
  <dcterms:modified xsi:type="dcterms:W3CDTF">2022-05-22T11:26:14Z</dcterms:modified>
</cp:coreProperties>
</file>