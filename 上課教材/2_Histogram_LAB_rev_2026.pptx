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Kptvyb7rmSAauOquqa2naP9CS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3F2064-F882-4DE8-BD2D-DA295144A11F}" v="2" dt="2026-03-17T06:29:5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蕙嫈 (114582009)" userId="a0d08019-e81f-4c66-8ddb-20ad907752b0" providerId="ADAL" clId="{81560CCA-0FC5-4364-BC00-2E9E7D65C37E}"/>
    <pc:docChg chg="undo custSel addSld modSld">
      <pc:chgData name="黃蕙嫈 (114582009)" userId="a0d08019-e81f-4c66-8ddb-20ad907752b0" providerId="ADAL" clId="{81560CCA-0FC5-4364-BC00-2E9E7D65C37E}" dt="2026-03-17T06:39:01.717" v="70" actId="20577"/>
      <pc:docMkLst>
        <pc:docMk/>
      </pc:docMkLst>
      <pc:sldChg chg="modSp mod">
        <pc:chgData name="黃蕙嫈 (114582009)" userId="a0d08019-e81f-4c66-8ddb-20ad907752b0" providerId="ADAL" clId="{81560CCA-0FC5-4364-BC00-2E9E7D65C37E}" dt="2026-03-17T06:29:53.481" v="3" actId="6549"/>
        <pc:sldMkLst>
          <pc:docMk/>
          <pc:sldMk cId="0" sldId="266"/>
        </pc:sldMkLst>
        <pc:spChg chg="mod">
          <ac:chgData name="黃蕙嫈 (114582009)" userId="a0d08019-e81f-4c66-8ddb-20ad907752b0" providerId="ADAL" clId="{81560CCA-0FC5-4364-BC00-2E9E7D65C37E}" dt="2026-03-17T06:29:53.481" v="3" actId="6549"/>
          <ac:spMkLst>
            <pc:docMk/>
            <pc:sldMk cId="0" sldId="266"/>
            <ac:spMk id="203" creationId="{00000000-0000-0000-0000-000000000000}"/>
          </ac:spMkLst>
        </pc:spChg>
      </pc:sldChg>
      <pc:sldChg chg="delSp modSp mod">
        <pc:chgData name="黃蕙嫈 (114582009)" userId="a0d08019-e81f-4c66-8ddb-20ad907752b0" providerId="ADAL" clId="{81560CCA-0FC5-4364-BC00-2E9E7D65C37E}" dt="2026-03-17T06:36:42.195" v="8" actId="1076"/>
        <pc:sldMkLst>
          <pc:docMk/>
          <pc:sldMk cId="0" sldId="268"/>
        </pc:sldMkLst>
        <pc:spChg chg="mod">
          <ac:chgData name="黃蕙嫈 (114582009)" userId="a0d08019-e81f-4c66-8ddb-20ad907752b0" providerId="ADAL" clId="{81560CCA-0FC5-4364-BC00-2E9E7D65C37E}" dt="2026-03-17T06:36:39.712" v="7" actId="14100"/>
          <ac:spMkLst>
            <pc:docMk/>
            <pc:sldMk cId="0" sldId="268"/>
            <ac:spMk id="220" creationId="{00000000-0000-0000-0000-000000000000}"/>
          </ac:spMkLst>
        </pc:spChg>
        <pc:spChg chg="del">
          <ac:chgData name="黃蕙嫈 (114582009)" userId="a0d08019-e81f-4c66-8ddb-20ad907752b0" providerId="ADAL" clId="{81560CCA-0FC5-4364-BC00-2E9E7D65C37E}" dt="2026-03-17T06:36:37.014" v="6" actId="478"/>
          <ac:spMkLst>
            <pc:docMk/>
            <pc:sldMk cId="0" sldId="268"/>
            <ac:spMk id="222" creationId="{00000000-0000-0000-0000-000000000000}"/>
          </ac:spMkLst>
        </pc:spChg>
        <pc:picChg chg="mod">
          <ac:chgData name="黃蕙嫈 (114582009)" userId="a0d08019-e81f-4c66-8ddb-20ad907752b0" providerId="ADAL" clId="{81560CCA-0FC5-4364-BC00-2E9E7D65C37E}" dt="2026-03-17T06:36:42.195" v="8" actId="1076"/>
          <ac:picMkLst>
            <pc:docMk/>
            <pc:sldMk cId="0" sldId="268"/>
            <ac:picMk id="221" creationId="{00000000-0000-0000-0000-000000000000}"/>
          </ac:picMkLst>
        </pc:picChg>
        <pc:picChg chg="del">
          <ac:chgData name="黃蕙嫈 (114582009)" userId="a0d08019-e81f-4c66-8ddb-20ad907752b0" providerId="ADAL" clId="{81560CCA-0FC5-4364-BC00-2E9E7D65C37E}" dt="2026-03-17T06:36:34.285" v="5" actId="478"/>
          <ac:picMkLst>
            <pc:docMk/>
            <pc:sldMk cId="0" sldId="268"/>
            <ac:picMk id="223" creationId="{00000000-0000-0000-0000-000000000000}"/>
          </ac:picMkLst>
        </pc:picChg>
      </pc:sldChg>
      <pc:sldChg chg="modSp mod">
        <pc:chgData name="黃蕙嫈 (114582009)" userId="a0d08019-e81f-4c66-8ddb-20ad907752b0" providerId="ADAL" clId="{81560CCA-0FC5-4364-BC00-2E9E7D65C37E}" dt="2026-03-17T06:39:01.717" v="70" actId="20577"/>
        <pc:sldMkLst>
          <pc:docMk/>
          <pc:sldMk cId="0" sldId="269"/>
        </pc:sldMkLst>
        <pc:spChg chg="mod">
          <ac:chgData name="黃蕙嫈 (114582009)" userId="a0d08019-e81f-4c66-8ddb-20ad907752b0" providerId="ADAL" clId="{81560CCA-0FC5-4364-BC00-2E9E7D65C37E}" dt="2026-03-17T06:39:01.717" v="70" actId="20577"/>
          <ac:spMkLst>
            <pc:docMk/>
            <pc:sldMk cId="0" sldId="269"/>
            <ac:spMk id="229" creationId="{00000000-0000-0000-0000-000000000000}"/>
          </ac:spMkLst>
        </pc:spChg>
      </pc:sldChg>
      <pc:sldChg chg="addSp delSp modSp add mod">
        <pc:chgData name="黃蕙嫈 (114582009)" userId="a0d08019-e81f-4c66-8ddb-20ad907752b0" providerId="ADAL" clId="{81560CCA-0FC5-4364-BC00-2E9E7D65C37E}" dt="2026-03-17T06:38:19.322" v="32" actId="14100"/>
        <pc:sldMkLst>
          <pc:docMk/>
          <pc:sldMk cId="1340549453" sldId="270"/>
        </pc:sldMkLst>
        <pc:spChg chg="del">
          <ac:chgData name="黃蕙嫈 (114582009)" userId="a0d08019-e81f-4c66-8ddb-20ad907752b0" providerId="ADAL" clId="{81560CCA-0FC5-4364-BC00-2E9E7D65C37E}" dt="2026-03-17T06:36:45.188" v="9" actId="478"/>
          <ac:spMkLst>
            <pc:docMk/>
            <pc:sldMk cId="1340549453" sldId="270"/>
            <ac:spMk id="220" creationId="{508151C8-E079-419E-0780-174E31C85835}"/>
          </ac:spMkLst>
        </pc:spChg>
        <pc:spChg chg="mod">
          <ac:chgData name="黃蕙嫈 (114582009)" userId="a0d08019-e81f-4c66-8ddb-20ad907752b0" providerId="ADAL" clId="{81560CCA-0FC5-4364-BC00-2E9E7D65C37E}" dt="2026-03-17T06:36:49.456" v="12" actId="14100"/>
          <ac:spMkLst>
            <pc:docMk/>
            <pc:sldMk cId="1340549453" sldId="270"/>
            <ac:spMk id="222" creationId="{3FAA5F4F-16DF-0A2F-7554-4F4078F57855}"/>
          </ac:spMkLst>
        </pc:spChg>
        <pc:picChg chg="add del mod">
          <ac:chgData name="黃蕙嫈 (114582009)" userId="a0d08019-e81f-4c66-8ddb-20ad907752b0" providerId="ADAL" clId="{81560CCA-0FC5-4364-BC00-2E9E7D65C37E}" dt="2026-03-17T06:37:35.066" v="18" actId="22"/>
          <ac:picMkLst>
            <pc:docMk/>
            <pc:sldMk cId="1340549453" sldId="270"/>
            <ac:picMk id="3" creationId="{E8A64B1C-7496-B3C3-01BB-76554B151A59}"/>
          </ac:picMkLst>
        </pc:picChg>
        <pc:picChg chg="add mod">
          <ac:chgData name="黃蕙嫈 (114582009)" userId="a0d08019-e81f-4c66-8ddb-20ad907752b0" providerId="ADAL" clId="{81560CCA-0FC5-4364-BC00-2E9E7D65C37E}" dt="2026-03-17T06:38:14.403" v="29" actId="14100"/>
          <ac:picMkLst>
            <pc:docMk/>
            <pc:sldMk cId="1340549453" sldId="270"/>
            <ac:picMk id="5" creationId="{35518E82-E17E-F5CE-56AA-54ECB0ACF064}"/>
          </ac:picMkLst>
        </pc:picChg>
        <pc:picChg chg="del">
          <ac:chgData name="黃蕙嫈 (114582009)" userId="a0d08019-e81f-4c66-8ddb-20ad907752b0" providerId="ADAL" clId="{81560CCA-0FC5-4364-BC00-2E9E7D65C37E}" dt="2026-03-17T06:36:45.811" v="10" actId="478"/>
          <ac:picMkLst>
            <pc:docMk/>
            <pc:sldMk cId="1340549453" sldId="270"/>
            <ac:picMk id="221" creationId="{DBA3E7A6-ABE9-FB04-A3D2-B0904F661BD6}"/>
          </ac:picMkLst>
        </pc:picChg>
        <pc:picChg chg="add del mod ord">
          <ac:chgData name="黃蕙嫈 (114582009)" userId="a0d08019-e81f-4c66-8ddb-20ad907752b0" providerId="ADAL" clId="{81560CCA-0FC5-4364-BC00-2E9E7D65C37E}" dt="2026-03-17T06:38:19.322" v="32" actId="14100"/>
          <ac:picMkLst>
            <pc:docMk/>
            <pc:sldMk cId="1340549453" sldId="270"/>
            <ac:picMk id="223" creationId="{3C00F81E-5C46-2494-635F-2998F14309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3b302a0b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f3b302a0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f3b302a0b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f3b302a0b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3b302a0b5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f3b302a0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67C1EC16-551C-A382-32B6-D90FB5B8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3b302a0b5_0_20:notes">
            <a:extLst>
              <a:ext uri="{FF2B5EF4-FFF2-40B4-BE49-F238E27FC236}">
                <a16:creationId xmlns:a16="http://schemas.microsoft.com/office/drawing/2014/main" id="{0A571235-0D04-702F-CE1C-036BAE946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f3b302a0b5_0_20:notes">
            <a:extLst>
              <a:ext uri="{FF2B5EF4-FFF2-40B4-BE49-F238E27FC236}">
                <a16:creationId xmlns:a16="http://schemas.microsoft.com/office/drawing/2014/main" id="{D709F4EF-CD5F-20BF-266E-71F62E8DD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2923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25623" y="644683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1097280" y="99631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LAB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cxnSp>
        <p:nvCxnSpPr>
          <p:cNvPr id="106" name="Google Shape;106;p1"/>
          <p:cNvCxnSpPr/>
          <p:nvPr/>
        </p:nvCxnSpPr>
        <p:spPr>
          <a:xfrm>
            <a:off x="1097280" y="4325112"/>
            <a:ext cx="100584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Histogram Adjustment:</a:t>
            </a:r>
            <a:b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Adapt to noise and sensor inaccuracies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28624" y="2132230"/>
            <a:ext cx="10343008" cy="288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Android sensors are subject to noise and inaccuracies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Impact: same observation in different session can produce different sensor readings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Histogram Adjustment:</a:t>
            </a:r>
            <a:b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Adapt to noise and sensor inaccuracies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28624" y="2132230"/>
            <a:ext cx="10343008" cy="288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Example: at the first reading, the sensor will produce output 39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At the second reading (at the same observation place), the sensor can produce other value, such as 37, 38, 39, 40, 41, 42,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2238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666524" y="5229639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925831" y="5245694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182262" y="5229639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445883" y="5225494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698000" y="5225494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961621" y="5225494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182261" y="4178220"/>
            <a:ext cx="631811" cy="423346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59558" y="4020561"/>
            <a:ext cx="140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reading: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59557" y="5177689"/>
            <a:ext cx="16913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reading: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LAB: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4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28624" y="2132230"/>
            <a:ext cx="10343008" cy="362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Supposed we have this first batch of sensor readings like this: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77126" marR="0" lvl="2" indent="-40163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Noto Sans Symbols"/>
              <a:buChar char="▪"/>
            </a:pPr>
            <a:r>
              <a:rPr lang="en-US" sz="2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[34; 45; 67; 37; 43; 42; 56; 55; 48; 49; 50; 33; 29; 25; 65; 59; 47; 41; 39; 20]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At the second reading, the sensors are affected with noise and shifted the readings 2 points to the right.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2238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will affect the histogram produced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2238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3289110" y="3957851"/>
            <a:ext cx="4230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shiftedData = normalData + 2;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Question to answer: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524158" y="1722797"/>
            <a:ext cx="10343008" cy="445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apply histogram adjustment function to the normal data and shifted data (caused by noise)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▪"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Does the histogram function will make our system </a:t>
            </a:r>
            <a:r>
              <a:rPr lang="en-US" sz="2800" b="1" i="0" u="sng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more noise tolerant</a:t>
            </a: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use </a:t>
            </a:r>
            <a:r>
              <a:rPr lang="en-US" sz="2800" b="0" i="0" u="sng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distance function 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(pdist) to calculate the distance between normal and shifted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Compare pdist function applied to normal and shifted data, before and after the adjustment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2238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1638" marR="0" lvl="0" indent="-2238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Original Histogram Comparison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6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514" y="1697399"/>
            <a:ext cx="4741716" cy="426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0321" y="1697398"/>
            <a:ext cx="4899333" cy="4269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 txBox="1"/>
          <p:nvPr/>
        </p:nvSpPr>
        <p:spPr>
          <a:xfrm>
            <a:off x="2415654" y="6004788"/>
            <a:ext cx="1372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Data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8423805" y="6004786"/>
            <a:ext cx="1336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Shifted Data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Adjusted Histogram Comparison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7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871" y="1837125"/>
            <a:ext cx="4719140" cy="424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8345" y="1837125"/>
            <a:ext cx="4719139" cy="42489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58;p6">
            <a:extLst>
              <a:ext uri="{FF2B5EF4-FFF2-40B4-BE49-F238E27FC236}">
                <a16:creationId xmlns:a16="http://schemas.microsoft.com/office/drawing/2014/main" id="{913B31DA-2FB8-EF2A-DBE9-E730A1B2C8D7}"/>
              </a:ext>
            </a:extLst>
          </p:cNvPr>
          <p:cNvSpPr txBox="1"/>
          <p:nvPr/>
        </p:nvSpPr>
        <p:spPr>
          <a:xfrm>
            <a:off x="2415654" y="6004788"/>
            <a:ext cx="1372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Data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9;p6">
            <a:extLst>
              <a:ext uri="{FF2B5EF4-FFF2-40B4-BE49-F238E27FC236}">
                <a16:creationId xmlns:a16="http://schemas.microsoft.com/office/drawing/2014/main" id="{CD4D0567-0018-FB55-135C-DA11A3437282}"/>
              </a:ext>
            </a:extLst>
          </p:cNvPr>
          <p:cNvSpPr txBox="1"/>
          <p:nvPr/>
        </p:nvSpPr>
        <p:spPr>
          <a:xfrm>
            <a:off x="8423805" y="6004786"/>
            <a:ext cx="1336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Shifted Data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LAB objectives: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74" name="Google Shape;174;p8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8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428624" y="2132230"/>
            <a:ext cx="10343008" cy="362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difference between two original histogram and adjusted histogram comparison can be measured by eye. But, it will be better if we measure it by precise metrics: Euclidean distance, KLD, EMD.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638" marR="0" lvl="0" indent="-40163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Find the distance between normal data and shifted data at both original and adjusted histogram.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Distance between histogram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9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605690" y="2088107"/>
            <a:ext cx="45947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D1 = distance between two original histogram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D2 = distance between two adjusted histogram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690" y="3112267"/>
            <a:ext cx="21621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023582" y="3698543"/>
            <a:ext cx="600502" cy="2866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23581" y="4926842"/>
            <a:ext cx="955343" cy="2755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Histogram Adjustment:</a:t>
            </a:r>
            <a:b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Adapt to noise and sensor inaccuracies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93" name="Google Shape;193;p10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10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28624" y="1750092"/>
            <a:ext cx="10343008" cy="288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8" marR="0" lvl="0" indent="-4016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histogram adjustment method will minimize the distance between normal data and shifted data. What is the prove?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3b302a0b5_0_0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 dirty="0">
                <a:latin typeface="Microsoft JhengHei"/>
                <a:ea typeface="Microsoft JhengHei"/>
                <a:cs typeface="Microsoft JhengHei"/>
                <a:sym typeface="Microsoft JhengHei"/>
              </a:rPr>
              <a:t>MATLAB Setup:</a:t>
            </a:r>
            <a:endParaRPr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01" name="Google Shape;201;gf3b302a0b5_0_0"/>
          <p:cNvCxnSpPr/>
          <p:nvPr/>
        </p:nvCxnSpPr>
        <p:spPr>
          <a:xfrm>
            <a:off x="428625" y="1474574"/>
            <a:ext cx="1151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gf3b302a0b5_0_0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3" name="Google Shape;203;gf3b302a0b5_0_0"/>
          <p:cNvSpPr txBox="1"/>
          <p:nvPr/>
        </p:nvSpPr>
        <p:spPr>
          <a:xfrm>
            <a:off x="428625" y="2132225"/>
            <a:ext cx="10246500" cy="3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01637" marR="0" lvl="0" indent="-4016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use MATLAB online for running the lab</a:t>
            </a:r>
            <a:endParaRPr sz="28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1637" marR="0" lvl="0" indent="-4016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Refer here for instructions on how to register MathWorks account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77125" lvl="2" indent="-401637">
              <a:lnSpc>
                <a:spcPct val="90000"/>
              </a:lnSpc>
              <a:spcBef>
                <a:spcPts val="400"/>
              </a:spcBef>
              <a:buClr>
                <a:srgbClr val="3F3F3F"/>
              </a:buClr>
              <a:buSzPts val="2200"/>
              <a:buFont typeface="Noto Sans Symbols"/>
              <a:buChar char="▪"/>
            </a:pPr>
            <a:r>
              <a:rPr lang="en-US" sz="2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https://software.ncu.edu.tw/download/application</a:t>
            </a:r>
          </a:p>
          <a:p>
            <a:pPr marL="877125" marR="0" lvl="2" indent="-40163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Noto Sans Symbols"/>
              <a:buChar char="▪"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(login using your NCU Portal student number and password)</a:t>
            </a:r>
            <a:endParaRPr sz="22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1637" marR="0" lvl="0" indent="-4016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successfully creating your account using school email address, login to MATLAB online here</a:t>
            </a:r>
            <a:endParaRPr sz="28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alibri"/>
              <a:buChar char="○"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https://www.mathworks.com/products/matlab-online.html</a:t>
            </a:r>
            <a:endParaRPr sz="22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3b302a0b5_0_11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MATLAB Setup: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09" name="Google Shape;209;gf3b302a0b5_0_11"/>
          <p:cNvCxnSpPr/>
          <p:nvPr/>
        </p:nvCxnSpPr>
        <p:spPr>
          <a:xfrm>
            <a:off x="428625" y="1474574"/>
            <a:ext cx="1151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gf3b302a0b5_0_11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11" name="Google Shape;211;gf3b302a0b5_0_11"/>
          <p:cNvSpPr txBox="1"/>
          <p:nvPr/>
        </p:nvSpPr>
        <p:spPr>
          <a:xfrm>
            <a:off x="422850" y="1760225"/>
            <a:ext cx="11346300" cy="11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logged in, click “Open MATLAB Online”</a:t>
            </a:r>
            <a:endParaRPr sz="2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f3b302a0b5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6039" y="2437600"/>
            <a:ext cx="7740970" cy="36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f3b302a0b5_0_20"/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Run The Code: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18" name="Google Shape;218;gf3b302a0b5_0_20"/>
          <p:cNvCxnSpPr/>
          <p:nvPr/>
        </p:nvCxnSpPr>
        <p:spPr>
          <a:xfrm>
            <a:off x="428625" y="1474574"/>
            <a:ext cx="1151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gf3b302a0b5_0_20"/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0" name="Google Shape;220;gf3b302a0b5_0_20"/>
          <p:cNvSpPr txBox="1"/>
          <p:nvPr/>
        </p:nvSpPr>
        <p:spPr>
          <a:xfrm>
            <a:off x="422850" y="1750850"/>
            <a:ext cx="10448350" cy="11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“Upload”, and find your downloaded </a:t>
            </a:r>
            <a:r>
              <a:rPr lang="en-US" sz="2800" b="0" i="0" u="none" strike="noStrike" cap="none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histogramLab.m</a:t>
            </a:r>
            <a:endParaRPr sz="28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f3b302a0b5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0688" y="2561549"/>
            <a:ext cx="4251062" cy="36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9EFC2A30-CFBF-3749-D7BD-66DAFDA1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f3b302a0b5_0_20">
            <a:extLst>
              <a:ext uri="{FF2B5EF4-FFF2-40B4-BE49-F238E27FC236}">
                <a16:creationId xmlns:a16="http://schemas.microsoft.com/office/drawing/2014/main" id="{E015D1A4-0FC5-D768-E7C2-9C650DF96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624" y="-740"/>
            <a:ext cx="1077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Run The Code: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18" name="Google Shape;218;gf3b302a0b5_0_20">
            <a:extLst>
              <a:ext uri="{FF2B5EF4-FFF2-40B4-BE49-F238E27FC236}">
                <a16:creationId xmlns:a16="http://schemas.microsoft.com/office/drawing/2014/main" id="{9BFB3871-82D7-CAAE-C266-A6B019AFA584}"/>
              </a:ext>
            </a:extLst>
          </p:cNvPr>
          <p:cNvCxnSpPr/>
          <p:nvPr/>
        </p:nvCxnSpPr>
        <p:spPr>
          <a:xfrm>
            <a:off x="428625" y="1474574"/>
            <a:ext cx="1151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gf3b302a0b5_0_20">
            <a:extLst>
              <a:ext uri="{FF2B5EF4-FFF2-40B4-BE49-F238E27FC236}">
                <a16:creationId xmlns:a16="http://schemas.microsoft.com/office/drawing/2014/main" id="{FBEA06FC-0052-3B34-DBE5-701B0BF30B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444511" y="6448580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2" name="Google Shape;222;gf3b302a0b5_0_20">
            <a:extLst>
              <a:ext uri="{FF2B5EF4-FFF2-40B4-BE49-F238E27FC236}">
                <a16:creationId xmlns:a16="http://schemas.microsoft.com/office/drawing/2014/main" id="{3FAA5F4F-16DF-0A2F-7554-4F4078F57855}"/>
              </a:ext>
            </a:extLst>
          </p:cNvPr>
          <p:cNvSpPr txBox="1"/>
          <p:nvPr/>
        </p:nvSpPr>
        <p:spPr>
          <a:xfrm>
            <a:off x="698500" y="1750850"/>
            <a:ext cx="11399150" cy="11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Double click on </a:t>
            </a:r>
            <a:r>
              <a:rPr lang="en-US" sz="2800" b="0" i="0" u="none" strike="noStrike" cap="none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histogramLab.m</a:t>
            </a:r>
            <a:r>
              <a:rPr lang="en-US" sz="2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edit as necessary, then click “Run”</a:t>
            </a:r>
            <a:endParaRPr sz="28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518E82-E17E-F5CE-56AA-54ECB0ACF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1" y="2526275"/>
            <a:ext cx="6235700" cy="1051229"/>
          </a:xfrm>
          <a:prstGeom prst="rect">
            <a:avLst/>
          </a:prstGeom>
        </p:spPr>
      </p:pic>
      <p:pic>
        <p:nvPicPr>
          <p:cNvPr id="223" name="Google Shape;223;gf3b302a0b5_0_20">
            <a:extLst>
              <a:ext uri="{FF2B5EF4-FFF2-40B4-BE49-F238E27FC236}">
                <a16:creationId xmlns:a16="http://schemas.microsoft.com/office/drawing/2014/main" id="{3C00F81E-5C46-2494-635F-2998F14309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9794"/>
          <a:stretch/>
        </p:blipFill>
        <p:spPr>
          <a:xfrm>
            <a:off x="5657850" y="2752726"/>
            <a:ext cx="6015223" cy="356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05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>
            <a:spLocks noGrp="1"/>
          </p:cNvSpPr>
          <p:nvPr>
            <p:ph type="title"/>
          </p:nvPr>
        </p:nvSpPr>
        <p:spPr>
          <a:xfrm>
            <a:off x="428625" y="99631"/>
            <a:ext cx="10727055" cy="137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icrosoft JhengHei"/>
              <a:buNone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Report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11"/>
          <p:cNvSpPr txBox="1">
            <a:spLocks noGrp="1"/>
          </p:cNvSpPr>
          <p:nvPr>
            <p:ph type="body" idx="1"/>
          </p:nvPr>
        </p:nvSpPr>
        <p:spPr>
          <a:xfrm>
            <a:off x="428625" y="1543628"/>
            <a:ext cx="7886700" cy="494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dirty="0">
                <a:latin typeface="Microsoft JhengHei"/>
                <a:ea typeface="Microsoft JhengHei"/>
                <a:cs typeface="Microsoft JhengHei"/>
                <a:sym typeface="Microsoft JhengHei"/>
              </a:rPr>
              <a:t>Group Task</a:t>
            </a:r>
            <a:r>
              <a:rPr lang="en-US" altLang="zh-TW" sz="2400" dirty="0">
                <a:latin typeface="Microsoft JhengHei"/>
                <a:ea typeface="Microsoft JhengHei"/>
                <a:cs typeface="Microsoft JhengHei"/>
                <a:sym typeface="Microsoft JhengHei"/>
              </a:rPr>
              <a:t>(Report should be in English)</a:t>
            </a:r>
            <a:endParaRPr dirty="0"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dirty="0"/>
              <a:t>Content:</a:t>
            </a:r>
            <a:endParaRPr sz="2400" dirty="0"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Screenshot of original histogram (normal and shifted)</a:t>
            </a:r>
            <a:endParaRPr sz="2400"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Screenshot of adjusted histogram (normal and shifted)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Distance calculation (original)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Distance calculation (adjusted)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Your analysis</a:t>
            </a:r>
            <a:endParaRPr dirty="0"/>
          </a:p>
          <a:p>
            <a:pPr marL="1024128" lvl="3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What makes the difference?</a:t>
            </a:r>
            <a:endParaRPr dirty="0"/>
          </a:p>
          <a:p>
            <a:pPr marL="1024128" lvl="3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US" sz="2400" dirty="0"/>
              <a:t>Why histogram adjustment works?</a:t>
            </a:r>
            <a:endParaRPr dirty="0"/>
          </a:p>
        </p:txBody>
      </p:sp>
      <p:cxnSp>
        <p:nvCxnSpPr>
          <p:cNvPr id="230" name="Google Shape;230;p11"/>
          <p:cNvCxnSpPr/>
          <p:nvPr/>
        </p:nvCxnSpPr>
        <p:spPr>
          <a:xfrm>
            <a:off x="428625" y="1474574"/>
            <a:ext cx="11515725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5935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562</Words>
  <Application>Microsoft Office PowerPoint</Application>
  <PresentationFormat>寬螢幕</PresentationFormat>
  <Paragraphs>80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Noto Sans Symbols</vt:lpstr>
      <vt:lpstr>Microsoft JhengHei</vt:lpstr>
      <vt:lpstr>Arial</vt:lpstr>
      <vt:lpstr>Calibri</vt:lpstr>
      <vt:lpstr>Courier New</vt:lpstr>
      <vt:lpstr>Retrospect</vt:lpstr>
      <vt:lpstr>Histogram</vt:lpstr>
      <vt:lpstr>Histogram Adjustment: Adapt to noise and sensor inaccuracies</vt:lpstr>
      <vt:lpstr>Histogram Adjustment: Adapt to noise and sensor inaccuracies</vt:lpstr>
      <vt:lpstr>LAB:</vt:lpstr>
      <vt:lpstr>Question to answer:</vt:lpstr>
      <vt:lpstr>Original Histogram Comparison</vt:lpstr>
      <vt:lpstr>Adjusted Histogram Comparison</vt:lpstr>
      <vt:lpstr>LAB objectives:</vt:lpstr>
      <vt:lpstr>Distance between histogram</vt:lpstr>
      <vt:lpstr>Histogram Adjustment: Adapt to noise and sensor inaccuracies</vt:lpstr>
      <vt:lpstr>MATLAB Setup:</vt:lpstr>
      <vt:lpstr>MATLAB Setup:</vt:lpstr>
      <vt:lpstr>Run The Code:</vt:lpstr>
      <vt:lpstr>Run The Code: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sufia</dc:creator>
  <cp:lastModifiedBy>黃蕙嫈 (114582009)</cp:lastModifiedBy>
  <cp:revision>2</cp:revision>
  <dcterms:created xsi:type="dcterms:W3CDTF">2016-04-08T12:01:43Z</dcterms:created>
  <dcterms:modified xsi:type="dcterms:W3CDTF">2026-03-17T06:39:09Z</dcterms:modified>
</cp:coreProperties>
</file>