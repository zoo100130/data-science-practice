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4.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64" r:id="rId4"/>
    <p:sldId id="261" r:id="rId5"/>
    <p:sldId id="259" r:id="rId6"/>
    <p:sldId id="262" r:id="rId7"/>
    <p:sldId id="263" r:id="rId8"/>
    <p:sldId id="265" r:id="rId9"/>
    <p:sldId id="266" r:id="rId10"/>
    <p:sldId id="267" r:id="rId11"/>
    <p:sldId id="268" r:id="rId12"/>
    <p:sldId id="269" r:id="rId13"/>
    <p:sldId id="270" r:id="rId14"/>
    <p:sldId id="26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CB2"/>
    <a:srgbClr val="FFD966"/>
    <a:srgbClr val="FBBC04"/>
    <a:srgbClr val="FF9999"/>
    <a:srgbClr val="1CAD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6" autoAdjust="0"/>
    <p:restoredTop sz="72042" autoAdjust="0"/>
  </p:normalViewPr>
  <p:slideViewPr>
    <p:cSldViewPr snapToGrid="0">
      <p:cViewPr varScale="1">
        <p:scale>
          <a:sx n="76" d="100"/>
          <a:sy n="76" d="100"/>
        </p:scale>
        <p:origin x="10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EC67C1-B76D-4A8C-963E-A049C7AE35F1}"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1DB452C9-53A1-47A8-80ED-8A616FB1DA01}">
      <dgm:prSet phldrT="[Text]"/>
      <dgm:spPr>
        <a:solidFill>
          <a:srgbClr val="FF9999"/>
        </a:solidFill>
      </dgm:spPr>
      <dgm:t>
        <a:bodyPr/>
        <a:lstStyle/>
        <a:p>
          <a:r>
            <a:rPr lang="en-US" b="1" dirty="0" smtClean="0">
              <a:solidFill>
                <a:sysClr val="windowText" lastClr="000000"/>
              </a:solidFill>
            </a:rPr>
            <a:t>Group1</a:t>
          </a:r>
          <a:endParaRPr lang="en-US" b="1" dirty="0">
            <a:solidFill>
              <a:sysClr val="windowText" lastClr="000000"/>
            </a:solidFill>
          </a:endParaRPr>
        </a:p>
      </dgm:t>
    </dgm:pt>
    <dgm:pt modelId="{79D4B165-97DA-4996-9C50-472E44BC0BBF}" type="parTrans" cxnId="{5E4F00B3-E642-4D72-A68F-39A6BC51841D}">
      <dgm:prSet/>
      <dgm:spPr/>
      <dgm:t>
        <a:bodyPr/>
        <a:lstStyle/>
        <a:p>
          <a:endParaRPr lang="en-US"/>
        </a:p>
      </dgm:t>
    </dgm:pt>
    <dgm:pt modelId="{EE50B0E1-F909-47EE-873A-F88B824E8141}" type="sibTrans" cxnId="{5E4F00B3-E642-4D72-A68F-39A6BC51841D}">
      <dgm:prSet/>
      <dgm:spPr/>
      <dgm:t>
        <a:bodyPr/>
        <a:lstStyle/>
        <a:p>
          <a:endParaRPr lang="en-US"/>
        </a:p>
      </dgm:t>
    </dgm:pt>
    <dgm:pt modelId="{5867C861-02BD-4C01-90BD-0343917D3308}">
      <dgm:prSet phldrT="[Text]"/>
      <dgm:spPr/>
      <dgm:t>
        <a:bodyPr/>
        <a:lstStyle/>
        <a:p>
          <a:r>
            <a:rPr lang="en-US" dirty="0" smtClean="0"/>
            <a:t>Group2</a:t>
          </a:r>
          <a:endParaRPr lang="en-US" dirty="0"/>
        </a:p>
      </dgm:t>
    </dgm:pt>
    <dgm:pt modelId="{6584B2CA-BFEA-4BC0-B816-F3CBD1D4102E}" type="parTrans" cxnId="{F69380B5-9880-4581-98B8-6459F760569B}">
      <dgm:prSet/>
      <dgm:spPr/>
      <dgm:t>
        <a:bodyPr/>
        <a:lstStyle/>
        <a:p>
          <a:endParaRPr lang="en-US"/>
        </a:p>
      </dgm:t>
    </dgm:pt>
    <dgm:pt modelId="{FE34ED0D-43CD-43A7-A289-B078595383AD}" type="sibTrans" cxnId="{F69380B5-9880-4581-98B8-6459F760569B}">
      <dgm:prSet/>
      <dgm:spPr/>
      <dgm:t>
        <a:bodyPr/>
        <a:lstStyle/>
        <a:p>
          <a:endParaRPr lang="en-US"/>
        </a:p>
      </dgm:t>
    </dgm:pt>
    <dgm:pt modelId="{60276E76-7D17-4AF0-B984-E05FDCE5EAF9}">
      <dgm:prSet phldrT="[Text]"/>
      <dgm:spPr/>
      <dgm:t>
        <a:bodyPr/>
        <a:lstStyle/>
        <a:p>
          <a:r>
            <a:rPr lang="en-US" dirty="0" smtClean="0"/>
            <a:t>Group3</a:t>
          </a:r>
          <a:endParaRPr lang="en-US" dirty="0"/>
        </a:p>
      </dgm:t>
    </dgm:pt>
    <dgm:pt modelId="{5CE50795-46F1-4FEE-9521-66D5E816D683}" type="parTrans" cxnId="{0A577301-541B-4E17-8CA6-35AF5015D167}">
      <dgm:prSet/>
      <dgm:spPr/>
      <dgm:t>
        <a:bodyPr/>
        <a:lstStyle/>
        <a:p>
          <a:endParaRPr lang="en-US"/>
        </a:p>
      </dgm:t>
    </dgm:pt>
    <dgm:pt modelId="{3AD0382E-B7AE-4D1B-9EC6-A8E25FA295C7}" type="sibTrans" cxnId="{0A577301-541B-4E17-8CA6-35AF5015D167}">
      <dgm:prSet/>
      <dgm:spPr/>
      <dgm:t>
        <a:bodyPr/>
        <a:lstStyle/>
        <a:p>
          <a:endParaRPr lang="en-US"/>
        </a:p>
      </dgm:t>
    </dgm:pt>
    <dgm:pt modelId="{6D466157-66DB-4DD4-8023-13374872C4DF}">
      <dgm:prSet phldrT="[Text]"/>
      <dgm:spPr/>
      <dgm:t>
        <a:bodyPr/>
        <a:lstStyle/>
        <a:p>
          <a:r>
            <a:rPr lang="en-US" dirty="0" smtClean="0"/>
            <a:t>Group4</a:t>
          </a:r>
          <a:endParaRPr lang="en-US" dirty="0"/>
        </a:p>
      </dgm:t>
    </dgm:pt>
    <dgm:pt modelId="{FC35E924-2622-4DC4-842F-1AB74D5EA732}" type="parTrans" cxnId="{E2187621-8BAB-493F-BBEB-E8D9C3CF101A}">
      <dgm:prSet/>
      <dgm:spPr/>
      <dgm:t>
        <a:bodyPr/>
        <a:lstStyle/>
        <a:p>
          <a:endParaRPr lang="en-US"/>
        </a:p>
      </dgm:t>
    </dgm:pt>
    <dgm:pt modelId="{2DD878C3-CA8D-4D97-BB11-63D44A3442AB}" type="sibTrans" cxnId="{E2187621-8BAB-493F-BBEB-E8D9C3CF101A}">
      <dgm:prSet/>
      <dgm:spPr/>
      <dgm:t>
        <a:bodyPr/>
        <a:lstStyle/>
        <a:p>
          <a:endParaRPr lang="en-US"/>
        </a:p>
      </dgm:t>
    </dgm:pt>
    <dgm:pt modelId="{2C274BE5-B389-4078-8F78-286286D47B16}">
      <dgm:prSet phldrT="[Text]"/>
      <dgm:spPr/>
      <dgm:t>
        <a:bodyPr/>
        <a:lstStyle/>
        <a:p>
          <a:r>
            <a:rPr lang="en-US" dirty="0" smtClean="0"/>
            <a:t>Group5</a:t>
          </a:r>
          <a:endParaRPr lang="en-US" dirty="0"/>
        </a:p>
      </dgm:t>
    </dgm:pt>
    <dgm:pt modelId="{0165F449-0690-4EB0-BB3F-548931C6F56E}" type="parTrans" cxnId="{0252699B-9C27-4E94-B7BE-CD68D63BABE8}">
      <dgm:prSet/>
      <dgm:spPr/>
      <dgm:t>
        <a:bodyPr/>
        <a:lstStyle/>
        <a:p>
          <a:endParaRPr lang="en-US"/>
        </a:p>
      </dgm:t>
    </dgm:pt>
    <dgm:pt modelId="{342C9B7B-B1FA-4D57-B3AE-19B4EAD28D26}" type="sibTrans" cxnId="{0252699B-9C27-4E94-B7BE-CD68D63BABE8}">
      <dgm:prSet/>
      <dgm:spPr/>
      <dgm:t>
        <a:bodyPr/>
        <a:lstStyle/>
        <a:p>
          <a:endParaRPr lang="en-US"/>
        </a:p>
      </dgm:t>
    </dgm:pt>
    <dgm:pt modelId="{A0D53082-E036-4E4C-8CDD-3DFDBDC0F8D0}">
      <dgm:prSet phldrT="[Text]"/>
      <dgm:spPr/>
      <dgm:t>
        <a:bodyPr/>
        <a:lstStyle/>
        <a:p>
          <a:r>
            <a:rPr lang="en-US" dirty="0" smtClean="0"/>
            <a:t>Group6</a:t>
          </a:r>
          <a:endParaRPr lang="en-US" dirty="0"/>
        </a:p>
      </dgm:t>
    </dgm:pt>
    <dgm:pt modelId="{445600EF-38EB-4D42-8838-581F42A4AF68}" type="parTrans" cxnId="{31205955-5404-44E6-B523-1710AFF92313}">
      <dgm:prSet/>
      <dgm:spPr/>
      <dgm:t>
        <a:bodyPr/>
        <a:lstStyle/>
        <a:p>
          <a:endParaRPr lang="en-US"/>
        </a:p>
      </dgm:t>
    </dgm:pt>
    <dgm:pt modelId="{B192576A-F6EB-4568-A67B-8AF396F52E2A}" type="sibTrans" cxnId="{31205955-5404-44E6-B523-1710AFF92313}">
      <dgm:prSet/>
      <dgm:spPr/>
      <dgm:t>
        <a:bodyPr/>
        <a:lstStyle/>
        <a:p>
          <a:endParaRPr lang="en-US"/>
        </a:p>
      </dgm:t>
    </dgm:pt>
    <dgm:pt modelId="{D23EEA6B-19F0-4B1A-A0BD-A613D5DA1F97}">
      <dgm:prSet phldrT="[Text]"/>
      <dgm:spPr/>
      <dgm:t>
        <a:bodyPr/>
        <a:lstStyle/>
        <a:p>
          <a:r>
            <a:rPr lang="en-US" dirty="0" smtClean="0"/>
            <a:t>Group7</a:t>
          </a:r>
          <a:endParaRPr lang="en-US" dirty="0"/>
        </a:p>
      </dgm:t>
    </dgm:pt>
    <dgm:pt modelId="{4A24C8A2-2C43-480B-8F61-CD3AA9BD21EF}" type="parTrans" cxnId="{59DC304C-5CB3-4F2C-91D7-AF341839DCE9}">
      <dgm:prSet/>
      <dgm:spPr/>
      <dgm:t>
        <a:bodyPr/>
        <a:lstStyle/>
        <a:p>
          <a:endParaRPr lang="en-US"/>
        </a:p>
      </dgm:t>
    </dgm:pt>
    <dgm:pt modelId="{4C54E9F7-3F8E-4D77-B02E-424BA79AE782}" type="sibTrans" cxnId="{59DC304C-5CB3-4F2C-91D7-AF341839DCE9}">
      <dgm:prSet/>
      <dgm:spPr/>
      <dgm:t>
        <a:bodyPr/>
        <a:lstStyle/>
        <a:p>
          <a:endParaRPr lang="en-US"/>
        </a:p>
      </dgm:t>
    </dgm:pt>
    <dgm:pt modelId="{BCD08B15-39B6-4B6A-9A29-6E0023965AEA}">
      <dgm:prSet phldrT="[Text]"/>
      <dgm:spPr/>
      <dgm:t>
        <a:bodyPr/>
        <a:lstStyle/>
        <a:p>
          <a:r>
            <a:rPr lang="en-US" dirty="0" smtClean="0"/>
            <a:t>Group8</a:t>
          </a:r>
          <a:endParaRPr lang="en-US" dirty="0"/>
        </a:p>
      </dgm:t>
    </dgm:pt>
    <dgm:pt modelId="{E4E0EBDB-9E1D-4E73-A8FA-5BE9ECE35E16}" type="parTrans" cxnId="{4F94B2E9-C845-4215-A68B-23FFCE25D353}">
      <dgm:prSet/>
      <dgm:spPr/>
      <dgm:t>
        <a:bodyPr/>
        <a:lstStyle/>
        <a:p>
          <a:endParaRPr lang="en-US"/>
        </a:p>
      </dgm:t>
    </dgm:pt>
    <dgm:pt modelId="{552C6C61-3E04-46D8-B494-FC61650B9F3C}" type="sibTrans" cxnId="{4F94B2E9-C845-4215-A68B-23FFCE25D353}">
      <dgm:prSet/>
      <dgm:spPr/>
      <dgm:t>
        <a:bodyPr/>
        <a:lstStyle/>
        <a:p>
          <a:endParaRPr lang="en-US"/>
        </a:p>
      </dgm:t>
    </dgm:pt>
    <dgm:pt modelId="{8A797F95-FE8E-4664-AF82-044C61C09760}">
      <dgm:prSet phldrT="[Text]"/>
      <dgm:spPr/>
      <dgm:t>
        <a:bodyPr/>
        <a:lstStyle/>
        <a:p>
          <a:r>
            <a:rPr lang="en-US" dirty="0" smtClean="0"/>
            <a:t>Group9</a:t>
          </a:r>
          <a:endParaRPr lang="en-US" dirty="0"/>
        </a:p>
      </dgm:t>
    </dgm:pt>
    <dgm:pt modelId="{E4D3AD84-98AA-47E7-A10E-EDF35A02AE57}" type="parTrans" cxnId="{A9CB90D1-98B8-4CC4-9337-93937319FAD9}">
      <dgm:prSet/>
      <dgm:spPr/>
      <dgm:t>
        <a:bodyPr/>
        <a:lstStyle/>
        <a:p>
          <a:endParaRPr lang="en-US"/>
        </a:p>
      </dgm:t>
    </dgm:pt>
    <dgm:pt modelId="{DC8B683E-EFB2-415B-A079-66EB42200398}" type="sibTrans" cxnId="{A9CB90D1-98B8-4CC4-9337-93937319FAD9}">
      <dgm:prSet/>
      <dgm:spPr/>
      <dgm:t>
        <a:bodyPr/>
        <a:lstStyle/>
        <a:p>
          <a:endParaRPr lang="en-US"/>
        </a:p>
      </dgm:t>
    </dgm:pt>
    <dgm:pt modelId="{80FC0B6D-49A8-435A-BB28-409292372BCC}">
      <dgm:prSet phldrT="[Text]"/>
      <dgm:spPr/>
      <dgm:t>
        <a:bodyPr/>
        <a:lstStyle/>
        <a:p>
          <a:r>
            <a:rPr lang="en-US" dirty="0" smtClean="0"/>
            <a:t>Group10</a:t>
          </a:r>
          <a:endParaRPr lang="en-US" dirty="0"/>
        </a:p>
      </dgm:t>
    </dgm:pt>
    <dgm:pt modelId="{2DB6407B-843C-4CC9-9CC3-FEA2864E5E1B}" type="parTrans" cxnId="{8837C493-D1F1-4E40-A0ED-DBC41A4494B4}">
      <dgm:prSet/>
      <dgm:spPr/>
      <dgm:t>
        <a:bodyPr/>
        <a:lstStyle/>
        <a:p>
          <a:endParaRPr lang="en-US"/>
        </a:p>
      </dgm:t>
    </dgm:pt>
    <dgm:pt modelId="{72FFD877-6357-4819-8BB0-2F2F45FC7B52}" type="sibTrans" cxnId="{8837C493-D1F1-4E40-A0ED-DBC41A4494B4}">
      <dgm:prSet/>
      <dgm:spPr/>
      <dgm:t>
        <a:bodyPr/>
        <a:lstStyle/>
        <a:p>
          <a:endParaRPr lang="en-US"/>
        </a:p>
      </dgm:t>
    </dgm:pt>
    <dgm:pt modelId="{62460D7A-DA47-494F-811D-D4BBDF0792AF}">
      <dgm:prSet phldrT="[Text]"/>
      <dgm:spPr/>
      <dgm:t>
        <a:bodyPr/>
        <a:lstStyle/>
        <a:p>
          <a:r>
            <a:rPr lang="en-US" dirty="0" smtClean="0"/>
            <a:t>Group11</a:t>
          </a:r>
          <a:endParaRPr lang="en-US" dirty="0"/>
        </a:p>
      </dgm:t>
    </dgm:pt>
    <dgm:pt modelId="{F3FD37CB-A7F9-43B9-A61E-B549CF95FBEC}" type="parTrans" cxnId="{4E833544-5041-4277-96E7-490E4E95A5C3}">
      <dgm:prSet/>
      <dgm:spPr/>
      <dgm:t>
        <a:bodyPr/>
        <a:lstStyle/>
        <a:p>
          <a:endParaRPr lang="en-US"/>
        </a:p>
      </dgm:t>
    </dgm:pt>
    <dgm:pt modelId="{D57B41DE-86DE-4FE7-BF4C-283F100ADD7D}" type="sibTrans" cxnId="{4E833544-5041-4277-96E7-490E4E95A5C3}">
      <dgm:prSet/>
      <dgm:spPr/>
      <dgm:t>
        <a:bodyPr/>
        <a:lstStyle/>
        <a:p>
          <a:endParaRPr lang="en-US"/>
        </a:p>
      </dgm:t>
    </dgm:pt>
    <dgm:pt modelId="{581FD5D4-CD40-41EE-99C8-3775A7A39E44}">
      <dgm:prSet phldrT="[Text]"/>
      <dgm:spPr/>
      <dgm:t>
        <a:bodyPr/>
        <a:lstStyle/>
        <a:p>
          <a:r>
            <a:rPr lang="en-US" dirty="0" smtClean="0"/>
            <a:t>Group12</a:t>
          </a:r>
          <a:endParaRPr lang="en-US" dirty="0"/>
        </a:p>
      </dgm:t>
    </dgm:pt>
    <dgm:pt modelId="{AFA09801-959A-4FF8-82CA-906C456EC398}" type="parTrans" cxnId="{D9668D6F-6D3D-4D7F-BDE5-787493721B4B}">
      <dgm:prSet/>
      <dgm:spPr/>
      <dgm:t>
        <a:bodyPr/>
        <a:lstStyle/>
        <a:p>
          <a:endParaRPr lang="en-US"/>
        </a:p>
      </dgm:t>
    </dgm:pt>
    <dgm:pt modelId="{6B82B2EA-8181-44CA-B65C-24743C1A93AC}" type="sibTrans" cxnId="{D9668D6F-6D3D-4D7F-BDE5-787493721B4B}">
      <dgm:prSet/>
      <dgm:spPr/>
      <dgm:t>
        <a:bodyPr/>
        <a:lstStyle/>
        <a:p>
          <a:endParaRPr lang="en-US"/>
        </a:p>
      </dgm:t>
    </dgm:pt>
    <dgm:pt modelId="{A7C4B11C-AC43-4A9D-B20F-03407279539F}">
      <dgm:prSet phldrT="[Text]"/>
      <dgm:spPr/>
      <dgm:t>
        <a:bodyPr/>
        <a:lstStyle/>
        <a:p>
          <a:r>
            <a:rPr lang="en-US" dirty="0" smtClean="0"/>
            <a:t>Group13</a:t>
          </a:r>
          <a:endParaRPr lang="en-US" dirty="0"/>
        </a:p>
      </dgm:t>
    </dgm:pt>
    <dgm:pt modelId="{F15105DD-AF20-48E3-A8D5-5B0A937D96A0}" type="parTrans" cxnId="{FB746317-5891-4654-8CCA-B98EF6C6471C}">
      <dgm:prSet/>
      <dgm:spPr/>
      <dgm:t>
        <a:bodyPr/>
        <a:lstStyle/>
        <a:p>
          <a:endParaRPr lang="en-US"/>
        </a:p>
      </dgm:t>
    </dgm:pt>
    <dgm:pt modelId="{6C8547B6-AD1A-4508-BC2F-BFE11DA7EE44}" type="sibTrans" cxnId="{FB746317-5891-4654-8CCA-B98EF6C6471C}">
      <dgm:prSet/>
      <dgm:spPr/>
      <dgm:t>
        <a:bodyPr/>
        <a:lstStyle/>
        <a:p>
          <a:endParaRPr lang="en-US"/>
        </a:p>
      </dgm:t>
    </dgm:pt>
    <dgm:pt modelId="{CE634133-CD93-472E-960C-271A98CDE83D}">
      <dgm:prSet phldrT="[Text]"/>
      <dgm:spPr/>
      <dgm:t>
        <a:bodyPr/>
        <a:lstStyle/>
        <a:p>
          <a:r>
            <a:rPr lang="en-US" dirty="0" smtClean="0"/>
            <a:t>Group14</a:t>
          </a:r>
          <a:endParaRPr lang="en-US" dirty="0"/>
        </a:p>
      </dgm:t>
    </dgm:pt>
    <dgm:pt modelId="{F0E7B667-2D91-4601-9320-46DF4F39FE33}" type="parTrans" cxnId="{54D47582-7280-45C4-BAFD-26C53F3C9561}">
      <dgm:prSet/>
      <dgm:spPr/>
      <dgm:t>
        <a:bodyPr/>
        <a:lstStyle/>
        <a:p>
          <a:endParaRPr lang="en-US"/>
        </a:p>
      </dgm:t>
    </dgm:pt>
    <dgm:pt modelId="{AE73A717-86DE-4866-AB5A-6A2CB698A033}" type="sibTrans" cxnId="{54D47582-7280-45C4-BAFD-26C53F3C9561}">
      <dgm:prSet/>
      <dgm:spPr/>
      <dgm:t>
        <a:bodyPr/>
        <a:lstStyle/>
        <a:p>
          <a:endParaRPr lang="en-US"/>
        </a:p>
      </dgm:t>
    </dgm:pt>
    <dgm:pt modelId="{888D55D4-4F71-4B14-9652-EAEEFDD5FE50}">
      <dgm:prSet phldrT="[Text]"/>
      <dgm:spPr/>
      <dgm:t>
        <a:bodyPr/>
        <a:lstStyle/>
        <a:p>
          <a:r>
            <a:rPr lang="en-US" dirty="0" smtClean="0"/>
            <a:t>Group15</a:t>
          </a:r>
          <a:endParaRPr lang="en-US" dirty="0"/>
        </a:p>
      </dgm:t>
    </dgm:pt>
    <dgm:pt modelId="{F96E81B9-77CA-45F8-A94E-C1A57D737DA6}" type="parTrans" cxnId="{F532B491-1030-4384-8C0A-605EFB735AD8}">
      <dgm:prSet/>
      <dgm:spPr/>
      <dgm:t>
        <a:bodyPr/>
        <a:lstStyle/>
        <a:p>
          <a:endParaRPr lang="en-US"/>
        </a:p>
      </dgm:t>
    </dgm:pt>
    <dgm:pt modelId="{3FBA8171-8F72-4D31-85B8-154C0B335869}" type="sibTrans" cxnId="{F532B491-1030-4384-8C0A-605EFB735AD8}">
      <dgm:prSet/>
      <dgm:spPr/>
      <dgm:t>
        <a:bodyPr/>
        <a:lstStyle/>
        <a:p>
          <a:endParaRPr lang="en-US"/>
        </a:p>
      </dgm:t>
    </dgm:pt>
    <dgm:pt modelId="{409C815A-1DFA-4D11-9D5F-5AEABB54CE8C}">
      <dgm:prSet phldrT="[Text]"/>
      <dgm:spPr/>
      <dgm:t>
        <a:bodyPr/>
        <a:lstStyle/>
        <a:p>
          <a:r>
            <a:rPr lang="en-US" dirty="0" smtClean="0"/>
            <a:t>Group16</a:t>
          </a:r>
          <a:endParaRPr lang="en-US" dirty="0"/>
        </a:p>
      </dgm:t>
    </dgm:pt>
    <dgm:pt modelId="{8A056BBE-3DEE-4E03-A5EA-9EE3FFA34BC9}" type="parTrans" cxnId="{7635C172-826E-45D4-8F9B-22FD1D91ACC7}">
      <dgm:prSet/>
      <dgm:spPr/>
      <dgm:t>
        <a:bodyPr/>
        <a:lstStyle/>
        <a:p>
          <a:endParaRPr lang="en-US"/>
        </a:p>
      </dgm:t>
    </dgm:pt>
    <dgm:pt modelId="{8F61A65A-F7F7-4F5C-91FA-14F27BAC090E}" type="sibTrans" cxnId="{7635C172-826E-45D4-8F9B-22FD1D91ACC7}">
      <dgm:prSet/>
      <dgm:spPr/>
      <dgm:t>
        <a:bodyPr/>
        <a:lstStyle/>
        <a:p>
          <a:endParaRPr lang="en-US"/>
        </a:p>
      </dgm:t>
    </dgm:pt>
    <dgm:pt modelId="{796EF08B-E2B6-4DB8-9DD8-FF188927C4EB}">
      <dgm:prSet phldrT="[Text]"/>
      <dgm:spPr/>
      <dgm:t>
        <a:bodyPr/>
        <a:lstStyle/>
        <a:p>
          <a:r>
            <a:rPr lang="en-US" dirty="0" smtClean="0"/>
            <a:t>Group17</a:t>
          </a:r>
          <a:endParaRPr lang="en-US" dirty="0"/>
        </a:p>
      </dgm:t>
    </dgm:pt>
    <dgm:pt modelId="{EC0C6371-5595-4B77-B753-542B36E09A02}" type="parTrans" cxnId="{5D2A8493-B633-464F-9F01-EB8BA3B8BD0F}">
      <dgm:prSet/>
      <dgm:spPr/>
      <dgm:t>
        <a:bodyPr/>
        <a:lstStyle/>
        <a:p>
          <a:endParaRPr lang="en-US"/>
        </a:p>
      </dgm:t>
    </dgm:pt>
    <dgm:pt modelId="{E16ECD14-E1E6-43C2-A056-BC268ADADD60}" type="sibTrans" cxnId="{5D2A8493-B633-464F-9F01-EB8BA3B8BD0F}">
      <dgm:prSet/>
      <dgm:spPr/>
      <dgm:t>
        <a:bodyPr/>
        <a:lstStyle/>
        <a:p>
          <a:endParaRPr lang="en-US"/>
        </a:p>
      </dgm:t>
    </dgm:pt>
    <dgm:pt modelId="{9111B4F9-6FA0-43C6-AC95-410CFCF291A4}">
      <dgm:prSet phldrT="[Text]"/>
      <dgm:spPr/>
      <dgm:t>
        <a:bodyPr/>
        <a:lstStyle/>
        <a:p>
          <a:r>
            <a:rPr lang="en-US" dirty="0" smtClean="0"/>
            <a:t>Group18</a:t>
          </a:r>
          <a:endParaRPr lang="en-US" dirty="0"/>
        </a:p>
      </dgm:t>
    </dgm:pt>
    <dgm:pt modelId="{D5EE7763-71CE-4301-A143-108EB456A8FB}" type="parTrans" cxnId="{B08317EE-86B0-4153-A92C-B938E4339A18}">
      <dgm:prSet/>
      <dgm:spPr/>
      <dgm:t>
        <a:bodyPr/>
        <a:lstStyle/>
        <a:p>
          <a:endParaRPr lang="en-US"/>
        </a:p>
      </dgm:t>
    </dgm:pt>
    <dgm:pt modelId="{E36EB91D-B36F-45E0-9754-60C02165B5D6}" type="sibTrans" cxnId="{B08317EE-86B0-4153-A92C-B938E4339A18}">
      <dgm:prSet/>
      <dgm:spPr/>
      <dgm:t>
        <a:bodyPr/>
        <a:lstStyle/>
        <a:p>
          <a:endParaRPr lang="en-US"/>
        </a:p>
      </dgm:t>
    </dgm:pt>
    <dgm:pt modelId="{FA26A295-011A-499C-8BE4-FCB45FC37EFB}">
      <dgm:prSet phldrT="[Text]"/>
      <dgm:spPr/>
      <dgm:t>
        <a:bodyPr/>
        <a:lstStyle/>
        <a:p>
          <a:r>
            <a:rPr lang="en-US" dirty="0" smtClean="0"/>
            <a:t>Group19</a:t>
          </a:r>
          <a:endParaRPr lang="en-US" dirty="0"/>
        </a:p>
      </dgm:t>
    </dgm:pt>
    <dgm:pt modelId="{529199A5-AFBE-47BF-B909-ED4845FEBF07}" type="parTrans" cxnId="{C35FD9E4-5CD5-4C37-BCB6-E4B370044C17}">
      <dgm:prSet/>
      <dgm:spPr/>
      <dgm:t>
        <a:bodyPr/>
        <a:lstStyle/>
        <a:p>
          <a:endParaRPr lang="en-US"/>
        </a:p>
      </dgm:t>
    </dgm:pt>
    <dgm:pt modelId="{CEEACC01-1460-49BB-ADCF-0153B050C2D1}" type="sibTrans" cxnId="{C35FD9E4-5CD5-4C37-BCB6-E4B370044C17}">
      <dgm:prSet/>
      <dgm:spPr/>
      <dgm:t>
        <a:bodyPr/>
        <a:lstStyle/>
        <a:p>
          <a:endParaRPr lang="en-US"/>
        </a:p>
      </dgm:t>
    </dgm:pt>
    <dgm:pt modelId="{320B4B01-F65A-4948-8C47-0E834A0E9B71}">
      <dgm:prSet phldrT="[Text]"/>
      <dgm:spPr/>
      <dgm:t>
        <a:bodyPr/>
        <a:lstStyle/>
        <a:p>
          <a:r>
            <a:rPr lang="en-US" dirty="0" smtClean="0"/>
            <a:t>Group20</a:t>
          </a:r>
          <a:endParaRPr lang="en-US" dirty="0"/>
        </a:p>
      </dgm:t>
    </dgm:pt>
    <dgm:pt modelId="{FFC3421D-0FCB-42A1-A695-C905185C51CC}" type="parTrans" cxnId="{26C5F7DA-259A-4EBB-A570-EAEEC3B3C1CF}">
      <dgm:prSet/>
      <dgm:spPr/>
      <dgm:t>
        <a:bodyPr/>
        <a:lstStyle/>
        <a:p>
          <a:endParaRPr lang="en-US"/>
        </a:p>
      </dgm:t>
    </dgm:pt>
    <dgm:pt modelId="{A6BE82F8-EDBC-490D-B1D3-114C722600AB}" type="sibTrans" cxnId="{26C5F7DA-259A-4EBB-A570-EAEEC3B3C1CF}">
      <dgm:prSet/>
      <dgm:spPr/>
      <dgm:t>
        <a:bodyPr/>
        <a:lstStyle/>
        <a:p>
          <a:endParaRPr lang="en-US"/>
        </a:p>
      </dgm:t>
    </dgm:pt>
    <dgm:pt modelId="{6B614D43-C259-4F1E-A961-DCCA50245F32}">
      <dgm:prSet phldrT="[Text]"/>
      <dgm:spPr/>
      <dgm:t>
        <a:bodyPr/>
        <a:lstStyle/>
        <a:p>
          <a:r>
            <a:rPr lang="en-US" dirty="0" smtClean="0"/>
            <a:t>Group21</a:t>
          </a:r>
          <a:endParaRPr lang="en-US" dirty="0"/>
        </a:p>
      </dgm:t>
    </dgm:pt>
    <dgm:pt modelId="{37101B32-C791-4143-94E5-C9D794C45512}" type="parTrans" cxnId="{D84C5B7A-FE3F-4502-B4F2-41ECB7465834}">
      <dgm:prSet/>
      <dgm:spPr/>
      <dgm:t>
        <a:bodyPr/>
        <a:lstStyle/>
        <a:p>
          <a:endParaRPr lang="en-US"/>
        </a:p>
      </dgm:t>
    </dgm:pt>
    <dgm:pt modelId="{42B379FA-AB1F-4166-9749-DD9D47752AF1}" type="sibTrans" cxnId="{D84C5B7A-FE3F-4502-B4F2-41ECB7465834}">
      <dgm:prSet/>
      <dgm:spPr/>
      <dgm:t>
        <a:bodyPr/>
        <a:lstStyle/>
        <a:p>
          <a:endParaRPr lang="en-US"/>
        </a:p>
      </dgm:t>
    </dgm:pt>
    <dgm:pt modelId="{C7A240E3-FC63-4595-8B18-C257373E48A8}">
      <dgm:prSet phldrT="[Text]"/>
      <dgm:spPr/>
      <dgm:t>
        <a:bodyPr/>
        <a:lstStyle/>
        <a:p>
          <a:r>
            <a:rPr lang="en-US" dirty="0" smtClean="0"/>
            <a:t>Group22</a:t>
          </a:r>
          <a:endParaRPr lang="en-US" dirty="0"/>
        </a:p>
      </dgm:t>
    </dgm:pt>
    <dgm:pt modelId="{3226B2A0-C425-44FD-A0EF-38DC970D03A6}" type="parTrans" cxnId="{F752F8C5-09E6-4CDF-AF77-0EBB7C306561}">
      <dgm:prSet/>
      <dgm:spPr/>
      <dgm:t>
        <a:bodyPr/>
        <a:lstStyle/>
        <a:p>
          <a:endParaRPr lang="en-US"/>
        </a:p>
      </dgm:t>
    </dgm:pt>
    <dgm:pt modelId="{CC440629-B791-4D98-B6CE-BF59067A811D}" type="sibTrans" cxnId="{F752F8C5-09E6-4CDF-AF77-0EBB7C306561}">
      <dgm:prSet/>
      <dgm:spPr/>
      <dgm:t>
        <a:bodyPr/>
        <a:lstStyle/>
        <a:p>
          <a:endParaRPr lang="en-US"/>
        </a:p>
      </dgm:t>
    </dgm:pt>
    <dgm:pt modelId="{965A849E-2826-4EC6-BB0C-397242B29888}">
      <dgm:prSet phldrT="[Text]"/>
      <dgm:spPr/>
      <dgm:t>
        <a:bodyPr/>
        <a:lstStyle/>
        <a:p>
          <a:r>
            <a:rPr lang="en-US" dirty="0" smtClean="0"/>
            <a:t>Group23</a:t>
          </a:r>
          <a:endParaRPr lang="en-US" dirty="0"/>
        </a:p>
      </dgm:t>
    </dgm:pt>
    <dgm:pt modelId="{D83B0BBE-15A5-4739-B6C0-D8C4E42E25A0}" type="parTrans" cxnId="{81531205-E2B9-45A0-A740-7143B9AB7ACC}">
      <dgm:prSet/>
      <dgm:spPr/>
      <dgm:t>
        <a:bodyPr/>
        <a:lstStyle/>
        <a:p>
          <a:endParaRPr lang="en-US"/>
        </a:p>
      </dgm:t>
    </dgm:pt>
    <dgm:pt modelId="{3DAEB32C-2ED0-4548-8839-32044884D370}" type="sibTrans" cxnId="{81531205-E2B9-45A0-A740-7143B9AB7ACC}">
      <dgm:prSet/>
      <dgm:spPr/>
      <dgm:t>
        <a:bodyPr/>
        <a:lstStyle/>
        <a:p>
          <a:endParaRPr lang="en-US"/>
        </a:p>
      </dgm:t>
    </dgm:pt>
    <dgm:pt modelId="{3B8FD7FB-8F29-4043-8F57-405C2C3D1EBD}" type="pres">
      <dgm:prSet presAssocID="{0AEC67C1-B76D-4A8C-963E-A049C7AE35F1}" presName="cycle" presStyleCnt="0">
        <dgm:presLayoutVars>
          <dgm:dir/>
          <dgm:resizeHandles val="exact"/>
        </dgm:presLayoutVars>
      </dgm:prSet>
      <dgm:spPr/>
      <dgm:t>
        <a:bodyPr/>
        <a:lstStyle/>
        <a:p>
          <a:endParaRPr lang="en-US"/>
        </a:p>
      </dgm:t>
    </dgm:pt>
    <dgm:pt modelId="{3E7D9DE5-3A5A-4179-8403-46C1842F44D0}" type="pres">
      <dgm:prSet presAssocID="{1DB452C9-53A1-47A8-80ED-8A616FB1DA01}" presName="node" presStyleLbl="node1" presStyleIdx="0" presStyleCnt="23">
        <dgm:presLayoutVars>
          <dgm:bulletEnabled val="1"/>
        </dgm:presLayoutVars>
      </dgm:prSet>
      <dgm:spPr/>
      <dgm:t>
        <a:bodyPr/>
        <a:lstStyle/>
        <a:p>
          <a:endParaRPr lang="en-US"/>
        </a:p>
      </dgm:t>
    </dgm:pt>
    <dgm:pt modelId="{8CBA7289-D5A1-43BB-96EC-658B5A8D574E}" type="pres">
      <dgm:prSet presAssocID="{1DB452C9-53A1-47A8-80ED-8A616FB1DA01}" presName="spNode" presStyleCnt="0"/>
      <dgm:spPr/>
    </dgm:pt>
    <dgm:pt modelId="{50132201-75B3-4439-BC28-F604FC679866}" type="pres">
      <dgm:prSet presAssocID="{EE50B0E1-F909-47EE-873A-F88B824E8141}" presName="sibTrans" presStyleLbl="sibTrans1D1" presStyleIdx="0" presStyleCnt="23"/>
      <dgm:spPr/>
      <dgm:t>
        <a:bodyPr/>
        <a:lstStyle/>
        <a:p>
          <a:endParaRPr lang="en-US"/>
        </a:p>
      </dgm:t>
    </dgm:pt>
    <dgm:pt modelId="{CA21ED3F-92F2-4D34-9714-0B454F746502}" type="pres">
      <dgm:prSet presAssocID="{5867C861-02BD-4C01-90BD-0343917D3308}" presName="node" presStyleLbl="node1" presStyleIdx="1" presStyleCnt="23">
        <dgm:presLayoutVars>
          <dgm:bulletEnabled val="1"/>
        </dgm:presLayoutVars>
      </dgm:prSet>
      <dgm:spPr/>
      <dgm:t>
        <a:bodyPr/>
        <a:lstStyle/>
        <a:p>
          <a:endParaRPr lang="en-US"/>
        </a:p>
      </dgm:t>
    </dgm:pt>
    <dgm:pt modelId="{5F781483-9EF9-4B81-A115-6CEA6798947C}" type="pres">
      <dgm:prSet presAssocID="{5867C861-02BD-4C01-90BD-0343917D3308}" presName="spNode" presStyleCnt="0"/>
      <dgm:spPr/>
    </dgm:pt>
    <dgm:pt modelId="{7887C5DC-9913-4199-AEDF-77F5415CDAC1}" type="pres">
      <dgm:prSet presAssocID="{FE34ED0D-43CD-43A7-A289-B078595383AD}" presName="sibTrans" presStyleLbl="sibTrans1D1" presStyleIdx="1" presStyleCnt="23"/>
      <dgm:spPr/>
      <dgm:t>
        <a:bodyPr/>
        <a:lstStyle/>
        <a:p>
          <a:endParaRPr lang="en-US"/>
        </a:p>
      </dgm:t>
    </dgm:pt>
    <dgm:pt modelId="{EC9C80C8-4E98-45A3-9514-A60E0C9E910E}" type="pres">
      <dgm:prSet presAssocID="{60276E76-7D17-4AF0-B984-E05FDCE5EAF9}" presName="node" presStyleLbl="node1" presStyleIdx="2" presStyleCnt="23">
        <dgm:presLayoutVars>
          <dgm:bulletEnabled val="1"/>
        </dgm:presLayoutVars>
      </dgm:prSet>
      <dgm:spPr/>
      <dgm:t>
        <a:bodyPr/>
        <a:lstStyle/>
        <a:p>
          <a:endParaRPr lang="en-US"/>
        </a:p>
      </dgm:t>
    </dgm:pt>
    <dgm:pt modelId="{5AD582E6-518D-494A-8851-77BA54B1D179}" type="pres">
      <dgm:prSet presAssocID="{60276E76-7D17-4AF0-B984-E05FDCE5EAF9}" presName="spNode" presStyleCnt="0"/>
      <dgm:spPr/>
    </dgm:pt>
    <dgm:pt modelId="{A5DCE8F0-DAEE-4412-9FDF-F8E167449B5A}" type="pres">
      <dgm:prSet presAssocID="{3AD0382E-B7AE-4D1B-9EC6-A8E25FA295C7}" presName="sibTrans" presStyleLbl="sibTrans1D1" presStyleIdx="2" presStyleCnt="23"/>
      <dgm:spPr/>
      <dgm:t>
        <a:bodyPr/>
        <a:lstStyle/>
        <a:p>
          <a:endParaRPr lang="en-US"/>
        </a:p>
      </dgm:t>
    </dgm:pt>
    <dgm:pt modelId="{F197BEF7-5C18-4E85-994A-04EA396F59B4}" type="pres">
      <dgm:prSet presAssocID="{6D466157-66DB-4DD4-8023-13374872C4DF}" presName="node" presStyleLbl="node1" presStyleIdx="3" presStyleCnt="23">
        <dgm:presLayoutVars>
          <dgm:bulletEnabled val="1"/>
        </dgm:presLayoutVars>
      </dgm:prSet>
      <dgm:spPr/>
      <dgm:t>
        <a:bodyPr/>
        <a:lstStyle/>
        <a:p>
          <a:endParaRPr lang="en-US"/>
        </a:p>
      </dgm:t>
    </dgm:pt>
    <dgm:pt modelId="{3D33A478-76DE-4191-AC8B-701070C16837}" type="pres">
      <dgm:prSet presAssocID="{6D466157-66DB-4DD4-8023-13374872C4DF}" presName="spNode" presStyleCnt="0"/>
      <dgm:spPr/>
    </dgm:pt>
    <dgm:pt modelId="{1AEFC9EE-1FB7-425C-AB91-FFE5E99D0128}" type="pres">
      <dgm:prSet presAssocID="{2DD878C3-CA8D-4D97-BB11-63D44A3442AB}" presName="sibTrans" presStyleLbl="sibTrans1D1" presStyleIdx="3" presStyleCnt="23"/>
      <dgm:spPr/>
      <dgm:t>
        <a:bodyPr/>
        <a:lstStyle/>
        <a:p>
          <a:endParaRPr lang="en-US"/>
        </a:p>
      </dgm:t>
    </dgm:pt>
    <dgm:pt modelId="{9461DA25-8092-42E7-9892-8F4D48DF653E}" type="pres">
      <dgm:prSet presAssocID="{2C274BE5-B389-4078-8F78-286286D47B16}" presName="node" presStyleLbl="node1" presStyleIdx="4" presStyleCnt="23">
        <dgm:presLayoutVars>
          <dgm:bulletEnabled val="1"/>
        </dgm:presLayoutVars>
      </dgm:prSet>
      <dgm:spPr/>
      <dgm:t>
        <a:bodyPr/>
        <a:lstStyle/>
        <a:p>
          <a:endParaRPr lang="en-US"/>
        </a:p>
      </dgm:t>
    </dgm:pt>
    <dgm:pt modelId="{D10D355E-3C9E-41D7-A11D-38F7D09BFA74}" type="pres">
      <dgm:prSet presAssocID="{2C274BE5-B389-4078-8F78-286286D47B16}" presName="spNode" presStyleCnt="0"/>
      <dgm:spPr/>
    </dgm:pt>
    <dgm:pt modelId="{5FA3E78C-2AB0-449D-B0B4-EDD97A4024EB}" type="pres">
      <dgm:prSet presAssocID="{342C9B7B-B1FA-4D57-B3AE-19B4EAD28D26}" presName="sibTrans" presStyleLbl="sibTrans1D1" presStyleIdx="4" presStyleCnt="23"/>
      <dgm:spPr/>
      <dgm:t>
        <a:bodyPr/>
        <a:lstStyle/>
        <a:p>
          <a:endParaRPr lang="en-US"/>
        </a:p>
      </dgm:t>
    </dgm:pt>
    <dgm:pt modelId="{DA6F5FBB-AD73-4ADB-B796-536C610E3FBF}" type="pres">
      <dgm:prSet presAssocID="{A0D53082-E036-4E4C-8CDD-3DFDBDC0F8D0}" presName="node" presStyleLbl="node1" presStyleIdx="5" presStyleCnt="23">
        <dgm:presLayoutVars>
          <dgm:bulletEnabled val="1"/>
        </dgm:presLayoutVars>
      </dgm:prSet>
      <dgm:spPr/>
      <dgm:t>
        <a:bodyPr/>
        <a:lstStyle/>
        <a:p>
          <a:endParaRPr lang="en-US"/>
        </a:p>
      </dgm:t>
    </dgm:pt>
    <dgm:pt modelId="{1494556D-2096-4236-BEE3-E2CC5D821B2D}" type="pres">
      <dgm:prSet presAssocID="{A0D53082-E036-4E4C-8CDD-3DFDBDC0F8D0}" presName="spNode" presStyleCnt="0"/>
      <dgm:spPr/>
    </dgm:pt>
    <dgm:pt modelId="{4E633252-5117-484E-A260-8EA7D4E24332}" type="pres">
      <dgm:prSet presAssocID="{B192576A-F6EB-4568-A67B-8AF396F52E2A}" presName="sibTrans" presStyleLbl="sibTrans1D1" presStyleIdx="5" presStyleCnt="23"/>
      <dgm:spPr/>
      <dgm:t>
        <a:bodyPr/>
        <a:lstStyle/>
        <a:p>
          <a:endParaRPr lang="en-US"/>
        </a:p>
      </dgm:t>
    </dgm:pt>
    <dgm:pt modelId="{7DBDDD8B-BE1C-499F-8611-7311DA05BE0A}" type="pres">
      <dgm:prSet presAssocID="{D23EEA6B-19F0-4B1A-A0BD-A613D5DA1F97}" presName="node" presStyleLbl="node1" presStyleIdx="6" presStyleCnt="23">
        <dgm:presLayoutVars>
          <dgm:bulletEnabled val="1"/>
        </dgm:presLayoutVars>
      </dgm:prSet>
      <dgm:spPr/>
      <dgm:t>
        <a:bodyPr/>
        <a:lstStyle/>
        <a:p>
          <a:endParaRPr lang="en-US"/>
        </a:p>
      </dgm:t>
    </dgm:pt>
    <dgm:pt modelId="{C514EDBC-BC56-4203-8686-BC992201EF07}" type="pres">
      <dgm:prSet presAssocID="{D23EEA6B-19F0-4B1A-A0BD-A613D5DA1F97}" presName="spNode" presStyleCnt="0"/>
      <dgm:spPr/>
    </dgm:pt>
    <dgm:pt modelId="{2AFAAB34-6B6F-4CF6-A36C-4B516385AAC3}" type="pres">
      <dgm:prSet presAssocID="{4C54E9F7-3F8E-4D77-B02E-424BA79AE782}" presName="sibTrans" presStyleLbl="sibTrans1D1" presStyleIdx="6" presStyleCnt="23"/>
      <dgm:spPr/>
      <dgm:t>
        <a:bodyPr/>
        <a:lstStyle/>
        <a:p>
          <a:endParaRPr lang="en-US"/>
        </a:p>
      </dgm:t>
    </dgm:pt>
    <dgm:pt modelId="{87B323EC-6BE4-478A-AE3B-A66F1E83FC0E}" type="pres">
      <dgm:prSet presAssocID="{BCD08B15-39B6-4B6A-9A29-6E0023965AEA}" presName="node" presStyleLbl="node1" presStyleIdx="7" presStyleCnt="23">
        <dgm:presLayoutVars>
          <dgm:bulletEnabled val="1"/>
        </dgm:presLayoutVars>
      </dgm:prSet>
      <dgm:spPr/>
      <dgm:t>
        <a:bodyPr/>
        <a:lstStyle/>
        <a:p>
          <a:endParaRPr lang="en-US"/>
        </a:p>
      </dgm:t>
    </dgm:pt>
    <dgm:pt modelId="{8B116787-BB29-4C89-9C38-B47C413C38F5}" type="pres">
      <dgm:prSet presAssocID="{BCD08B15-39B6-4B6A-9A29-6E0023965AEA}" presName="spNode" presStyleCnt="0"/>
      <dgm:spPr/>
    </dgm:pt>
    <dgm:pt modelId="{EC3BB6B0-4C24-4E95-8F94-7729F63B81C1}" type="pres">
      <dgm:prSet presAssocID="{552C6C61-3E04-46D8-B494-FC61650B9F3C}" presName="sibTrans" presStyleLbl="sibTrans1D1" presStyleIdx="7" presStyleCnt="23"/>
      <dgm:spPr/>
      <dgm:t>
        <a:bodyPr/>
        <a:lstStyle/>
        <a:p>
          <a:endParaRPr lang="en-US"/>
        </a:p>
      </dgm:t>
    </dgm:pt>
    <dgm:pt modelId="{8BE4530F-E5E9-4202-AECC-EE9E7AB068EE}" type="pres">
      <dgm:prSet presAssocID="{8A797F95-FE8E-4664-AF82-044C61C09760}" presName="node" presStyleLbl="node1" presStyleIdx="8" presStyleCnt="23">
        <dgm:presLayoutVars>
          <dgm:bulletEnabled val="1"/>
        </dgm:presLayoutVars>
      </dgm:prSet>
      <dgm:spPr/>
      <dgm:t>
        <a:bodyPr/>
        <a:lstStyle/>
        <a:p>
          <a:endParaRPr lang="en-US"/>
        </a:p>
      </dgm:t>
    </dgm:pt>
    <dgm:pt modelId="{C5652CA4-1726-4564-9EA6-89EE3981068F}" type="pres">
      <dgm:prSet presAssocID="{8A797F95-FE8E-4664-AF82-044C61C09760}" presName="spNode" presStyleCnt="0"/>
      <dgm:spPr/>
    </dgm:pt>
    <dgm:pt modelId="{45F65882-A27E-4B75-B962-518A90BF48C7}" type="pres">
      <dgm:prSet presAssocID="{DC8B683E-EFB2-415B-A079-66EB42200398}" presName="sibTrans" presStyleLbl="sibTrans1D1" presStyleIdx="8" presStyleCnt="23"/>
      <dgm:spPr/>
      <dgm:t>
        <a:bodyPr/>
        <a:lstStyle/>
        <a:p>
          <a:endParaRPr lang="en-US"/>
        </a:p>
      </dgm:t>
    </dgm:pt>
    <dgm:pt modelId="{B6BF0FE1-88C7-483A-B29C-2EEA6B43C64E}" type="pres">
      <dgm:prSet presAssocID="{80FC0B6D-49A8-435A-BB28-409292372BCC}" presName="node" presStyleLbl="node1" presStyleIdx="9" presStyleCnt="23">
        <dgm:presLayoutVars>
          <dgm:bulletEnabled val="1"/>
        </dgm:presLayoutVars>
      </dgm:prSet>
      <dgm:spPr/>
      <dgm:t>
        <a:bodyPr/>
        <a:lstStyle/>
        <a:p>
          <a:endParaRPr lang="en-US"/>
        </a:p>
      </dgm:t>
    </dgm:pt>
    <dgm:pt modelId="{12752CAE-07FD-4FE7-B5B8-F2D5331DD0C3}" type="pres">
      <dgm:prSet presAssocID="{80FC0B6D-49A8-435A-BB28-409292372BCC}" presName="spNode" presStyleCnt="0"/>
      <dgm:spPr/>
    </dgm:pt>
    <dgm:pt modelId="{8327AD10-BC83-42AD-BBCC-73F4E3B18F95}" type="pres">
      <dgm:prSet presAssocID="{72FFD877-6357-4819-8BB0-2F2F45FC7B52}" presName="sibTrans" presStyleLbl="sibTrans1D1" presStyleIdx="9" presStyleCnt="23"/>
      <dgm:spPr/>
      <dgm:t>
        <a:bodyPr/>
        <a:lstStyle/>
        <a:p>
          <a:endParaRPr lang="en-US"/>
        </a:p>
      </dgm:t>
    </dgm:pt>
    <dgm:pt modelId="{438C6DCC-8FD8-4920-BDC9-4F647C1C05BD}" type="pres">
      <dgm:prSet presAssocID="{62460D7A-DA47-494F-811D-D4BBDF0792AF}" presName="node" presStyleLbl="node1" presStyleIdx="10" presStyleCnt="23">
        <dgm:presLayoutVars>
          <dgm:bulletEnabled val="1"/>
        </dgm:presLayoutVars>
      </dgm:prSet>
      <dgm:spPr/>
      <dgm:t>
        <a:bodyPr/>
        <a:lstStyle/>
        <a:p>
          <a:endParaRPr lang="en-US"/>
        </a:p>
      </dgm:t>
    </dgm:pt>
    <dgm:pt modelId="{E18B6BCF-E6CA-4416-878E-796E54C8211B}" type="pres">
      <dgm:prSet presAssocID="{62460D7A-DA47-494F-811D-D4BBDF0792AF}" presName="spNode" presStyleCnt="0"/>
      <dgm:spPr/>
    </dgm:pt>
    <dgm:pt modelId="{A51679DD-6035-4397-83B9-D6971D94A953}" type="pres">
      <dgm:prSet presAssocID="{D57B41DE-86DE-4FE7-BF4C-283F100ADD7D}" presName="sibTrans" presStyleLbl="sibTrans1D1" presStyleIdx="10" presStyleCnt="23"/>
      <dgm:spPr/>
      <dgm:t>
        <a:bodyPr/>
        <a:lstStyle/>
        <a:p>
          <a:endParaRPr lang="en-US"/>
        </a:p>
      </dgm:t>
    </dgm:pt>
    <dgm:pt modelId="{C187070A-5E4D-4C78-AF32-AC83CC867E95}" type="pres">
      <dgm:prSet presAssocID="{581FD5D4-CD40-41EE-99C8-3775A7A39E44}" presName="node" presStyleLbl="node1" presStyleIdx="11" presStyleCnt="23">
        <dgm:presLayoutVars>
          <dgm:bulletEnabled val="1"/>
        </dgm:presLayoutVars>
      </dgm:prSet>
      <dgm:spPr/>
      <dgm:t>
        <a:bodyPr/>
        <a:lstStyle/>
        <a:p>
          <a:endParaRPr lang="en-US"/>
        </a:p>
      </dgm:t>
    </dgm:pt>
    <dgm:pt modelId="{513C987D-64DB-4EFE-A0CB-1450E797DC03}" type="pres">
      <dgm:prSet presAssocID="{581FD5D4-CD40-41EE-99C8-3775A7A39E44}" presName="spNode" presStyleCnt="0"/>
      <dgm:spPr/>
    </dgm:pt>
    <dgm:pt modelId="{E9D604A0-67B2-4FA3-A234-FBCA3350BF49}" type="pres">
      <dgm:prSet presAssocID="{6B82B2EA-8181-44CA-B65C-24743C1A93AC}" presName="sibTrans" presStyleLbl="sibTrans1D1" presStyleIdx="11" presStyleCnt="23"/>
      <dgm:spPr/>
      <dgm:t>
        <a:bodyPr/>
        <a:lstStyle/>
        <a:p>
          <a:endParaRPr lang="en-US"/>
        </a:p>
      </dgm:t>
    </dgm:pt>
    <dgm:pt modelId="{B3F7042C-D71A-4976-87B8-30E82E99F4EC}" type="pres">
      <dgm:prSet presAssocID="{A7C4B11C-AC43-4A9D-B20F-03407279539F}" presName="node" presStyleLbl="node1" presStyleIdx="12" presStyleCnt="23">
        <dgm:presLayoutVars>
          <dgm:bulletEnabled val="1"/>
        </dgm:presLayoutVars>
      </dgm:prSet>
      <dgm:spPr/>
      <dgm:t>
        <a:bodyPr/>
        <a:lstStyle/>
        <a:p>
          <a:endParaRPr lang="en-US"/>
        </a:p>
      </dgm:t>
    </dgm:pt>
    <dgm:pt modelId="{0D503677-6BE4-4C03-9F6C-B0C86E10D93C}" type="pres">
      <dgm:prSet presAssocID="{A7C4B11C-AC43-4A9D-B20F-03407279539F}" presName="spNode" presStyleCnt="0"/>
      <dgm:spPr/>
    </dgm:pt>
    <dgm:pt modelId="{6D53C6B7-BB63-4AA9-AEE6-B8CC3BE1A99D}" type="pres">
      <dgm:prSet presAssocID="{6C8547B6-AD1A-4508-BC2F-BFE11DA7EE44}" presName="sibTrans" presStyleLbl="sibTrans1D1" presStyleIdx="12" presStyleCnt="23"/>
      <dgm:spPr/>
      <dgm:t>
        <a:bodyPr/>
        <a:lstStyle/>
        <a:p>
          <a:endParaRPr lang="en-US"/>
        </a:p>
      </dgm:t>
    </dgm:pt>
    <dgm:pt modelId="{9BCD8AD4-617C-4E13-8D3C-4C01B9001FD7}" type="pres">
      <dgm:prSet presAssocID="{CE634133-CD93-472E-960C-271A98CDE83D}" presName="node" presStyleLbl="node1" presStyleIdx="13" presStyleCnt="23">
        <dgm:presLayoutVars>
          <dgm:bulletEnabled val="1"/>
        </dgm:presLayoutVars>
      </dgm:prSet>
      <dgm:spPr/>
      <dgm:t>
        <a:bodyPr/>
        <a:lstStyle/>
        <a:p>
          <a:endParaRPr lang="en-US"/>
        </a:p>
      </dgm:t>
    </dgm:pt>
    <dgm:pt modelId="{1DD1E13D-5163-4921-801A-943161BCC589}" type="pres">
      <dgm:prSet presAssocID="{CE634133-CD93-472E-960C-271A98CDE83D}" presName="spNode" presStyleCnt="0"/>
      <dgm:spPr/>
    </dgm:pt>
    <dgm:pt modelId="{23EF2C38-F3C7-48D1-8F8E-12F1231C10CC}" type="pres">
      <dgm:prSet presAssocID="{AE73A717-86DE-4866-AB5A-6A2CB698A033}" presName="sibTrans" presStyleLbl="sibTrans1D1" presStyleIdx="13" presStyleCnt="23"/>
      <dgm:spPr/>
      <dgm:t>
        <a:bodyPr/>
        <a:lstStyle/>
        <a:p>
          <a:endParaRPr lang="en-US"/>
        </a:p>
      </dgm:t>
    </dgm:pt>
    <dgm:pt modelId="{40241D54-7F93-4390-B533-173AEA7E4D49}" type="pres">
      <dgm:prSet presAssocID="{888D55D4-4F71-4B14-9652-EAEEFDD5FE50}" presName="node" presStyleLbl="node1" presStyleIdx="14" presStyleCnt="23">
        <dgm:presLayoutVars>
          <dgm:bulletEnabled val="1"/>
        </dgm:presLayoutVars>
      </dgm:prSet>
      <dgm:spPr/>
      <dgm:t>
        <a:bodyPr/>
        <a:lstStyle/>
        <a:p>
          <a:endParaRPr lang="en-US"/>
        </a:p>
      </dgm:t>
    </dgm:pt>
    <dgm:pt modelId="{221AABFC-57A6-4982-BF10-9F902C0AECF9}" type="pres">
      <dgm:prSet presAssocID="{888D55D4-4F71-4B14-9652-EAEEFDD5FE50}" presName="spNode" presStyleCnt="0"/>
      <dgm:spPr/>
    </dgm:pt>
    <dgm:pt modelId="{328D56E0-37E9-4F36-A40A-0C71A9E9D8FB}" type="pres">
      <dgm:prSet presAssocID="{3FBA8171-8F72-4D31-85B8-154C0B335869}" presName="sibTrans" presStyleLbl="sibTrans1D1" presStyleIdx="14" presStyleCnt="23"/>
      <dgm:spPr/>
      <dgm:t>
        <a:bodyPr/>
        <a:lstStyle/>
        <a:p>
          <a:endParaRPr lang="en-US"/>
        </a:p>
      </dgm:t>
    </dgm:pt>
    <dgm:pt modelId="{A4719A59-8586-4D53-B9B4-6639B7D7F596}" type="pres">
      <dgm:prSet presAssocID="{409C815A-1DFA-4D11-9D5F-5AEABB54CE8C}" presName="node" presStyleLbl="node1" presStyleIdx="15" presStyleCnt="23">
        <dgm:presLayoutVars>
          <dgm:bulletEnabled val="1"/>
        </dgm:presLayoutVars>
      </dgm:prSet>
      <dgm:spPr/>
      <dgm:t>
        <a:bodyPr/>
        <a:lstStyle/>
        <a:p>
          <a:endParaRPr lang="en-US"/>
        </a:p>
      </dgm:t>
    </dgm:pt>
    <dgm:pt modelId="{FF73CFBB-42E3-49EB-87AF-EA990726005A}" type="pres">
      <dgm:prSet presAssocID="{409C815A-1DFA-4D11-9D5F-5AEABB54CE8C}" presName="spNode" presStyleCnt="0"/>
      <dgm:spPr/>
    </dgm:pt>
    <dgm:pt modelId="{666842F1-7C8E-4DE9-BB00-0D0E266AFCB7}" type="pres">
      <dgm:prSet presAssocID="{8F61A65A-F7F7-4F5C-91FA-14F27BAC090E}" presName="sibTrans" presStyleLbl="sibTrans1D1" presStyleIdx="15" presStyleCnt="23"/>
      <dgm:spPr/>
      <dgm:t>
        <a:bodyPr/>
        <a:lstStyle/>
        <a:p>
          <a:endParaRPr lang="en-US"/>
        </a:p>
      </dgm:t>
    </dgm:pt>
    <dgm:pt modelId="{739A0D2A-DD97-4AED-8C7F-ACBDD5FC9824}" type="pres">
      <dgm:prSet presAssocID="{796EF08B-E2B6-4DB8-9DD8-FF188927C4EB}" presName="node" presStyleLbl="node1" presStyleIdx="16" presStyleCnt="23">
        <dgm:presLayoutVars>
          <dgm:bulletEnabled val="1"/>
        </dgm:presLayoutVars>
      </dgm:prSet>
      <dgm:spPr/>
      <dgm:t>
        <a:bodyPr/>
        <a:lstStyle/>
        <a:p>
          <a:endParaRPr lang="en-US"/>
        </a:p>
      </dgm:t>
    </dgm:pt>
    <dgm:pt modelId="{3A372FCA-5404-4948-A646-7086F524AB67}" type="pres">
      <dgm:prSet presAssocID="{796EF08B-E2B6-4DB8-9DD8-FF188927C4EB}" presName="spNode" presStyleCnt="0"/>
      <dgm:spPr/>
    </dgm:pt>
    <dgm:pt modelId="{27A4ACA9-4906-420F-9CDC-E4E9F84AEDD0}" type="pres">
      <dgm:prSet presAssocID="{E16ECD14-E1E6-43C2-A056-BC268ADADD60}" presName="sibTrans" presStyleLbl="sibTrans1D1" presStyleIdx="16" presStyleCnt="23"/>
      <dgm:spPr/>
      <dgm:t>
        <a:bodyPr/>
        <a:lstStyle/>
        <a:p>
          <a:endParaRPr lang="en-US"/>
        </a:p>
      </dgm:t>
    </dgm:pt>
    <dgm:pt modelId="{8E270C5A-031F-4BF1-8E0B-89F8201DC1D4}" type="pres">
      <dgm:prSet presAssocID="{9111B4F9-6FA0-43C6-AC95-410CFCF291A4}" presName="node" presStyleLbl="node1" presStyleIdx="17" presStyleCnt="23">
        <dgm:presLayoutVars>
          <dgm:bulletEnabled val="1"/>
        </dgm:presLayoutVars>
      </dgm:prSet>
      <dgm:spPr/>
      <dgm:t>
        <a:bodyPr/>
        <a:lstStyle/>
        <a:p>
          <a:endParaRPr lang="en-US"/>
        </a:p>
      </dgm:t>
    </dgm:pt>
    <dgm:pt modelId="{27694AFE-B70A-427C-BE6E-1CCABBD20DEC}" type="pres">
      <dgm:prSet presAssocID="{9111B4F9-6FA0-43C6-AC95-410CFCF291A4}" presName="spNode" presStyleCnt="0"/>
      <dgm:spPr/>
    </dgm:pt>
    <dgm:pt modelId="{35818992-44D6-4EFC-AB25-8AA21C3F8347}" type="pres">
      <dgm:prSet presAssocID="{E36EB91D-B36F-45E0-9754-60C02165B5D6}" presName="sibTrans" presStyleLbl="sibTrans1D1" presStyleIdx="17" presStyleCnt="23"/>
      <dgm:spPr/>
      <dgm:t>
        <a:bodyPr/>
        <a:lstStyle/>
        <a:p>
          <a:endParaRPr lang="en-US"/>
        </a:p>
      </dgm:t>
    </dgm:pt>
    <dgm:pt modelId="{5DABD85D-CCE6-49F6-8A36-BCB6B2EFAA99}" type="pres">
      <dgm:prSet presAssocID="{FA26A295-011A-499C-8BE4-FCB45FC37EFB}" presName="node" presStyleLbl="node1" presStyleIdx="18" presStyleCnt="23">
        <dgm:presLayoutVars>
          <dgm:bulletEnabled val="1"/>
        </dgm:presLayoutVars>
      </dgm:prSet>
      <dgm:spPr/>
      <dgm:t>
        <a:bodyPr/>
        <a:lstStyle/>
        <a:p>
          <a:endParaRPr lang="en-US"/>
        </a:p>
      </dgm:t>
    </dgm:pt>
    <dgm:pt modelId="{78FB3943-01B4-4314-BC59-19CF7F53D258}" type="pres">
      <dgm:prSet presAssocID="{FA26A295-011A-499C-8BE4-FCB45FC37EFB}" presName="spNode" presStyleCnt="0"/>
      <dgm:spPr/>
    </dgm:pt>
    <dgm:pt modelId="{BE42E3C7-251B-41B5-B42C-09EC99014B4C}" type="pres">
      <dgm:prSet presAssocID="{CEEACC01-1460-49BB-ADCF-0153B050C2D1}" presName="sibTrans" presStyleLbl="sibTrans1D1" presStyleIdx="18" presStyleCnt="23"/>
      <dgm:spPr/>
      <dgm:t>
        <a:bodyPr/>
        <a:lstStyle/>
        <a:p>
          <a:endParaRPr lang="en-US"/>
        </a:p>
      </dgm:t>
    </dgm:pt>
    <dgm:pt modelId="{4BDD6F94-3638-435E-8447-FB92FC1D414F}" type="pres">
      <dgm:prSet presAssocID="{320B4B01-F65A-4948-8C47-0E834A0E9B71}" presName="node" presStyleLbl="node1" presStyleIdx="19" presStyleCnt="23">
        <dgm:presLayoutVars>
          <dgm:bulletEnabled val="1"/>
        </dgm:presLayoutVars>
      </dgm:prSet>
      <dgm:spPr/>
      <dgm:t>
        <a:bodyPr/>
        <a:lstStyle/>
        <a:p>
          <a:endParaRPr lang="en-US"/>
        </a:p>
      </dgm:t>
    </dgm:pt>
    <dgm:pt modelId="{1737EFE0-054D-4C4E-93EE-2649FCD17391}" type="pres">
      <dgm:prSet presAssocID="{320B4B01-F65A-4948-8C47-0E834A0E9B71}" presName="spNode" presStyleCnt="0"/>
      <dgm:spPr/>
    </dgm:pt>
    <dgm:pt modelId="{DE2B5A4C-CB18-40F0-8E5B-D4D288E674C9}" type="pres">
      <dgm:prSet presAssocID="{A6BE82F8-EDBC-490D-B1D3-114C722600AB}" presName="sibTrans" presStyleLbl="sibTrans1D1" presStyleIdx="19" presStyleCnt="23"/>
      <dgm:spPr/>
      <dgm:t>
        <a:bodyPr/>
        <a:lstStyle/>
        <a:p>
          <a:endParaRPr lang="en-US"/>
        </a:p>
      </dgm:t>
    </dgm:pt>
    <dgm:pt modelId="{FD10162F-4B67-49EA-A357-9BB47E8DBCED}" type="pres">
      <dgm:prSet presAssocID="{6B614D43-C259-4F1E-A961-DCCA50245F32}" presName="node" presStyleLbl="node1" presStyleIdx="20" presStyleCnt="23">
        <dgm:presLayoutVars>
          <dgm:bulletEnabled val="1"/>
        </dgm:presLayoutVars>
      </dgm:prSet>
      <dgm:spPr/>
      <dgm:t>
        <a:bodyPr/>
        <a:lstStyle/>
        <a:p>
          <a:endParaRPr lang="en-US"/>
        </a:p>
      </dgm:t>
    </dgm:pt>
    <dgm:pt modelId="{B4082797-0DF6-4528-AC97-1E4D6BDC7C2A}" type="pres">
      <dgm:prSet presAssocID="{6B614D43-C259-4F1E-A961-DCCA50245F32}" presName="spNode" presStyleCnt="0"/>
      <dgm:spPr/>
    </dgm:pt>
    <dgm:pt modelId="{8B098E89-6F0C-4020-AAFA-412F25434574}" type="pres">
      <dgm:prSet presAssocID="{42B379FA-AB1F-4166-9749-DD9D47752AF1}" presName="sibTrans" presStyleLbl="sibTrans1D1" presStyleIdx="20" presStyleCnt="23"/>
      <dgm:spPr/>
      <dgm:t>
        <a:bodyPr/>
        <a:lstStyle/>
        <a:p>
          <a:endParaRPr lang="en-US"/>
        </a:p>
      </dgm:t>
    </dgm:pt>
    <dgm:pt modelId="{5251AA44-A6C0-48F5-82BD-15AE1751E41B}" type="pres">
      <dgm:prSet presAssocID="{C7A240E3-FC63-4595-8B18-C257373E48A8}" presName="node" presStyleLbl="node1" presStyleIdx="21" presStyleCnt="23">
        <dgm:presLayoutVars>
          <dgm:bulletEnabled val="1"/>
        </dgm:presLayoutVars>
      </dgm:prSet>
      <dgm:spPr/>
      <dgm:t>
        <a:bodyPr/>
        <a:lstStyle/>
        <a:p>
          <a:endParaRPr lang="en-US"/>
        </a:p>
      </dgm:t>
    </dgm:pt>
    <dgm:pt modelId="{04C584F3-6050-47FA-AC79-490E876A1E06}" type="pres">
      <dgm:prSet presAssocID="{C7A240E3-FC63-4595-8B18-C257373E48A8}" presName="spNode" presStyleCnt="0"/>
      <dgm:spPr/>
    </dgm:pt>
    <dgm:pt modelId="{96698129-963B-4227-B693-BC3EACAB6500}" type="pres">
      <dgm:prSet presAssocID="{CC440629-B791-4D98-B6CE-BF59067A811D}" presName="sibTrans" presStyleLbl="sibTrans1D1" presStyleIdx="21" presStyleCnt="23"/>
      <dgm:spPr/>
      <dgm:t>
        <a:bodyPr/>
        <a:lstStyle/>
        <a:p>
          <a:endParaRPr lang="en-US"/>
        </a:p>
      </dgm:t>
    </dgm:pt>
    <dgm:pt modelId="{5370936A-911B-4A4B-8988-2468A7FFF388}" type="pres">
      <dgm:prSet presAssocID="{965A849E-2826-4EC6-BB0C-397242B29888}" presName="node" presStyleLbl="node1" presStyleIdx="22" presStyleCnt="23">
        <dgm:presLayoutVars>
          <dgm:bulletEnabled val="1"/>
        </dgm:presLayoutVars>
      </dgm:prSet>
      <dgm:spPr/>
      <dgm:t>
        <a:bodyPr/>
        <a:lstStyle/>
        <a:p>
          <a:endParaRPr lang="en-US"/>
        </a:p>
      </dgm:t>
    </dgm:pt>
    <dgm:pt modelId="{59E4AE9D-A4E0-4C70-9E54-A660ABFE8484}" type="pres">
      <dgm:prSet presAssocID="{965A849E-2826-4EC6-BB0C-397242B29888}" presName="spNode" presStyleCnt="0"/>
      <dgm:spPr/>
    </dgm:pt>
    <dgm:pt modelId="{E7236D2C-75E2-4632-A4E6-1140D5FAFAA1}" type="pres">
      <dgm:prSet presAssocID="{3DAEB32C-2ED0-4548-8839-32044884D370}" presName="sibTrans" presStyleLbl="sibTrans1D1" presStyleIdx="22" presStyleCnt="23"/>
      <dgm:spPr/>
      <dgm:t>
        <a:bodyPr/>
        <a:lstStyle/>
        <a:p>
          <a:endParaRPr lang="en-US"/>
        </a:p>
      </dgm:t>
    </dgm:pt>
  </dgm:ptLst>
  <dgm:cxnLst>
    <dgm:cxn modelId="{31205955-5404-44E6-B523-1710AFF92313}" srcId="{0AEC67C1-B76D-4A8C-963E-A049C7AE35F1}" destId="{A0D53082-E036-4E4C-8CDD-3DFDBDC0F8D0}" srcOrd="5" destOrd="0" parTransId="{445600EF-38EB-4D42-8838-581F42A4AF68}" sibTransId="{B192576A-F6EB-4568-A67B-8AF396F52E2A}"/>
    <dgm:cxn modelId="{0A577301-541B-4E17-8CA6-35AF5015D167}" srcId="{0AEC67C1-B76D-4A8C-963E-A049C7AE35F1}" destId="{60276E76-7D17-4AF0-B984-E05FDCE5EAF9}" srcOrd="2" destOrd="0" parTransId="{5CE50795-46F1-4FEE-9521-66D5E816D683}" sibTransId="{3AD0382E-B7AE-4D1B-9EC6-A8E25FA295C7}"/>
    <dgm:cxn modelId="{407537BB-13B3-4204-B926-5E98553B11A0}" type="presOf" srcId="{EE50B0E1-F909-47EE-873A-F88B824E8141}" destId="{50132201-75B3-4439-BC28-F604FC679866}" srcOrd="0" destOrd="0" presId="urn:microsoft.com/office/officeart/2005/8/layout/cycle6"/>
    <dgm:cxn modelId="{2C8A137A-BCEB-498E-8FF6-5E929EDA530B}" type="presOf" srcId="{409C815A-1DFA-4D11-9D5F-5AEABB54CE8C}" destId="{A4719A59-8586-4D53-B9B4-6639B7D7F596}" srcOrd="0" destOrd="0" presId="urn:microsoft.com/office/officeart/2005/8/layout/cycle6"/>
    <dgm:cxn modelId="{81531205-E2B9-45A0-A740-7143B9AB7ACC}" srcId="{0AEC67C1-B76D-4A8C-963E-A049C7AE35F1}" destId="{965A849E-2826-4EC6-BB0C-397242B29888}" srcOrd="22" destOrd="0" parTransId="{D83B0BBE-15A5-4739-B6C0-D8C4E42E25A0}" sibTransId="{3DAEB32C-2ED0-4548-8839-32044884D370}"/>
    <dgm:cxn modelId="{A65ABCC2-F5F8-439A-80A2-17AE8D14B6A7}" type="presOf" srcId="{6B82B2EA-8181-44CA-B65C-24743C1A93AC}" destId="{E9D604A0-67B2-4FA3-A234-FBCA3350BF49}" srcOrd="0" destOrd="0" presId="urn:microsoft.com/office/officeart/2005/8/layout/cycle6"/>
    <dgm:cxn modelId="{B08317EE-86B0-4153-A92C-B938E4339A18}" srcId="{0AEC67C1-B76D-4A8C-963E-A049C7AE35F1}" destId="{9111B4F9-6FA0-43C6-AC95-410CFCF291A4}" srcOrd="17" destOrd="0" parTransId="{D5EE7763-71CE-4301-A143-108EB456A8FB}" sibTransId="{E36EB91D-B36F-45E0-9754-60C02165B5D6}"/>
    <dgm:cxn modelId="{74378EC1-5377-4679-9FB2-A5F34A532DF7}" type="presOf" srcId="{D23EEA6B-19F0-4B1A-A0BD-A613D5DA1F97}" destId="{7DBDDD8B-BE1C-499F-8611-7311DA05BE0A}" srcOrd="0" destOrd="0" presId="urn:microsoft.com/office/officeart/2005/8/layout/cycle6"/>
    <dgm:cxn modelId="{DDA690D3-D313-4C71-91DD-1E4E53B3C8ED}" type="presOf" srcId="{3DAEB32C-2ED0-4548-8839-32044884D370}" destId="{E7236D2C-75E2-4632-A4E6-1140D5FAFAA1}" srcOrd="0" destOrd="0" presId="urn:microsoft.com/office/officeart/2005/8/layout/cycle6"/>
    <dgm:cxn modelId="{A3498918-0881-4FAB-A0CE-6F4E72EB5521}" type="presOf" srcId="{3AD0382E-B7AE-4D1B-9EC6-A8E25FA295C7}" destId="{A5DCE8F0-DAEE-4412-9FDF-F8E167449B5A}" srcOrd="0" destOrd="0" presId="urn:microsoft.com/office/officeart/2005/8/layout/cycle6"/>
    <dgm:cxn modelId="{049DC416-0C48-4E7C-937F-7D5D49CD6426}" type="presOf" srcId="{888D55D4-4F71-4B14-9652-EAEEFDD5FE50}" destId="{40241D54-7F93-4390-B533-173AEA7E4D49}" srcOrd="0" destOrd="0" presId="urn:microsoft.com/office/officeart/2005/8/layout/cycle6"/>
    <dgm:cxn modelId="{FB125569-D55B-4B40-9E28-029BD67E5A79}" type="presOf" srcId="{965A849E-2826-4EC6-BB0C-397242B29888}" destId="{5370936A-911B-4A4B-8988-2468A7FFF388}" srcOrd="0" destOrd="0" presId="urn:microsoft.com/office/officeart/2005/8/layout/cycle6"/>
    <dgm:cxn modelId="{BD7FFB08-720D-437C-8D4F-24C5EF37D49E}" type="presOf" srcId="{FA26A295-011A-499C-8BE4-FCB45FC37EFB}" destId="{5DABD85D-CCE6-49F6-8A36-BCB6B2EFAA99}" srcOrd="0" destOrd="0" presId="urn:microsoft.com/office/officeart/2005/8/layout/cycle6"/>
    <dgm:cxn modelId="{F90C4BE6-98B5-4EB5-A8DE-E28A24FAD427}" type="presOf" srcId="{42B379FA-AB1F-4166-9749-DD9D47752AF1}" destId="{8B098E89-6F0C-4020-AAFA-412F25434574}" srcOrd="0" destOrd="0" presId="urn:microsoft.com/office/officeart/2005/8/layout/cycle6"/>
    <dgm:cxn modelId="{3145615E-41EA-42D6-BAD5-DBD686EFE5C4}" type="presOf" srcId="{CE634133-CD93-472E-960C-271A98CDE83D}" destId="{9BCD8AD4-617C-4E13-8D3C-4C01B9001FD7}" srcOrd="0" destOrd="0" presId="urn:microsoft.com/office/officeart/2005/8/layout/cycle6"/>
    <dgm:cxn modelId="{8837C493-D1F1-4E40-A0ED-DBC41A4494B4}" srcId="{0AEC67C1-B76D-4A8C-963E-A049C7AE35F1}" destId="{80FC0B6D-49A8-435A-BB28-409292372BCC}" srcOrd="9" destOrd="0" parTransId="{2DB6407B-843C-4CC9-9CC3-FEA2864E5E1B}" sibTransId="{72FFD877-6357-4819-8BB0-2F2F45FC7B52}"/>
    <dgm:cxn modelId="{6B67627B-7D69-43A2-97CE-189FDA735195}" type="presOf" srcId="{552C6C61-3E04-46D8-B494-FC61650B9F3C}" destId="{EC3BB6B0-4C24-4E95-8F94-7729F63B81C1}" srcOrd="0" destOrd="0" presId="urn:microsoft.com/office/officeart/2005/8/layout/cycle6"/>
    <dgm:cxn modelId="{74263F4C-CC0A-49B5-9AD4-03BD530AB874}" type="presOf" srcId="{8F61A65A-F7F7-4F5C-91FA-14F27BAC090E}" destId="{666842F1-7C8E-4DE9-BB00-0D0E266AFCB7}" srcOrd="0" destOrd="0" presId="urn:microsoft.com/office/officeart/2005/8/layout/cycle6"/>
    <dgm:cxn modelId="{4F94B2E9-C845-4215-A68B-23FFCE25D353}" srcId="{0AEC67C1-B76D-4A8C-963E-A049C7AE35F1}" destId="{BCD08B15-39B6-4B6A-9A29-6E0023965AEA}" srcOrd="7" destOrd="0" parTransId="{E4E0EBDB-9E1D-4E73-A8FA-5BE9ECE35E16}" sibTransId="{552C6C61-3E04-46D8-B494-FC61650B9F3C}"/>
    <dgm:cxn modelId="{41C36D43-A101-4305-A7AC-9EF343965116}" type="presOf" srcId="{C7A240E3-FC63-4595-8B18-C257373E48A8}" destId="{5251AA44-A6C0-48F5-82BD-15AE1751E41B}" srcOrd="0" destOrd="0" presId="urn:microsoft.com/office/officeart/2005/8/layout/cycle6"/>
    <dgm:cxn modelId="{F2D3D318-EE82-4CEC-B6AE-C5FDFBA14F80}" type="presOf" srcId="{62460D7A-DA47-494F-811D-D4BBDF0792AF}" destId="{438C6DCC-8FD8-4920-BDC9-4F647C1C05BD}" srcOrd="0" destOrd="0" presId="urn:microsoft.com/office/officeart/2005/8/layout/cycle6"/>
    <dgm:cxn modelId="{A9CB90D1-98B8-4CC4-9337-93937319FAD9}" srcId="{0AEC67C1-B76D-4A8C-963E-A049C7AE35F1}" destId="{8A797F95-FE8E-4664-AF82-044C61C09760}" srcOrd="8" destOrd="0" parTransId="{E4D3AD84-98AA-47E7-A10E-EDF35A02AE57}" sibTransId="{DC8B683E-EFB2-415B-A079-66EB42200398}"/>
    <dgm:cxn modelId="{070AC830-1E9E-4B44-A8E6-20841DFBE5DB}" type="presOf" srcId="{4C54E9F7-3F8E-4D77-B02E-424BA79AE782}" destId="{2AFAAB34-6B6F-4CF6-A36C-4B516385AAC3}" srcOrd="0" destOrd="0" presId="urn:microsoft.com/office/officeart/2005/8/layout/cycle6"/>
    <dgm:cxn modelId="{8EE8EFE6-CEB1-4595-9D9D-C475D844DD47}" type="presOf" srcId="{D57B41DE-86DE-4FE7-BF4C-283F100ADD7D}" destId="{A51679DD-6035-4397-83B9-D6971D94A953}" srcOrd="0" destOrd="0" presId="urn:microsoft.com/office/officeart/2005/8/layout/cycle6"/>
    <dgm:cxn modelId="{F69380B5-9880-4581-98B8-6459F760569B}" srcId="{0AEC67C1-B76D-4A8C-963E-A049C7AE35F1}" destId="{5867C861-02BD-4C01-90BD-0343917D3308}" srcOrd="1" destOrd="0" parTransId="{6584B2CA-BFEA-4BC0-B816-F3CBD1D4102E}" sibTransId="{FE34ED0D-43CD-43A7-A289-B078595383AD}"/>
    <dgm:cxn modelId="{EBED0C93-B429-401D-A9F8-B5E6683D3F94}" type="presOf" srcId="{581FD5D4-CD40-41EE-99C8-3775A7A39E44}" destId="{C187070A-5E4D-4C78-AF32-AC83CC867E95}" srcOrd="0" destOrd="0" presId="urn:microsoft.com/office/officeart/2005/8/layout/cycle6"/>
    <dgm:cxn modelId="{F2A8CF55-D1E2-43C2-8FB1-CC88229D38DD}" type="presOf" srcId="{3FBA8171-8F72-4D31-85B8-154C0B335869}" destId="{328D56E0-37E9-4F36-A40A-0C71A9E9D8FB}" srcOrd="0" destOrd="0" presId="urn:microsoft.com/office/officeart/2005/8/layout/cycle6"/>
    <dgm:cxn modelId="{F7394D4A-E635-4E3D-AE73-A91AA0D26B30}" type="presOf" srcId="{342C9B7B-B1FA-4D57-B3AE-19B4EAD28D26}" destId="{5FA3E78C-2AB0-449D-B0B4-EDD97A4024EB}" srcOrd="0" destOrd="0" presId="urn:microsoft.com/office/officeart/2005/8/layout/cycle6"/>
    <dgm:cxn modelId="{6F524457-DD85-420C-8FA3-9EF399D3F4E8}" type="presOf" srcId="{320B4B01-F65A-4948-8C47-0E834A0E9B71}" destId="{4BDD6F94-3638-435E-8447-FB92FC1D414F}" srcOrd="0" destOrd="0" presId="urn:microsoft.com/office/officeart/2005/8/layout/cycle6"/>
    <dgm:cxn modelId="{5C0AB6FE-D9C0-491C-8034-5A2E89358A65}" type="presOf" srcId="{6C8547B6-AD1A-4508-BC2F-BFE11DA7EE44}" destId="{6D53C6B7-BB63-4AA9-AEE6-B8CC3BE1A99D}" srcOrd="0" destOrd="0" presId="urn:microsoft.com/office/officeart/2005/8/layout/cycle6"/>
    <dgm:cxn modelId="{F752F8C5-09E6-4CDF-AF77-0EBB7C306561}" srcId="{0AEC67C1-B76D-4A8C-963E-A049C7AE35F1}" destId="{C7A240E3-FC63-4595-8B18-C257373E48A8}" srcOrd="21" destOrd="0" parTransId="{3226B2A0-C425-44FD-A0EF-38DC970D03A6}" sibTransId="{CC440629-B791-4D98-B6CE-BF59067A811D}"/>
    <dgm:cxn modelId="{A53950E3-2E6F-4FB0-9A82-B63CA44DCB44}" type="presOf" srcId="{8A797F95-FE8E-4664-AF82-044C61C09760}" destId="{8BE4530F-E5E9-4202-AECC-EE9E7AB068EE}" srcOrd="0" destOrd="0" presId="urn:microsoft.com/office/officeart/2005/8/layout/cycle6"/>
    <dgm:cxn modelId="{506E3DBA-26E3-4850-A299-40303BA30AC3}" type="presOf" srcId="{CEEACC01-1460-49BB-ADCF-0153B050C2D1}" destId="{BE42E3C7-251B-41B5-B42C-09EC99014B4C}" srcOrd="0" destOrd="0" presId="urn:microsoft.com/office/officeart/2005/8/layout/cycle6"/>
    <dgm:cxn modelId="{64EC0C86-5220-4BE1-BBCD-3D8D35303FEE}" type="presOf" srcId="{0AEC67C1-B76D-4A8C-963E-A049C7AE35F1}" destId="{3B8FD7FB-8F29-4043-8F57-405C2C3D1EBD}" srcOrd="0" destOrd="0" presId="urn:microsoft.com/office/officeart/2005/8/layout/cycle6"/>
    <dgm:cxn modelId="{D29EB5D9-0400-4A4A-9D2A-FA7ACC36FE06}" type="presOf" srcId="{2DD878C3-CA8D-4D97-BB11-63D44A3442AB}" destId="{1AEFC9EE-1FB7-425C-AB91-FFE5E99D0128}" srcOrd="0" destOrd="0" presId="urn:microsoft.com/office/officeart/2005/8/layout/cycle6"/>
    <dgm:cxn modelId="{3E7792AC-8931-4808-AB89-EFF4993F275E}" type="presOf" srcId="{6B614D43-C259-4F1E-A961-DCCA50245F32}" destId="{FD10162F-4B67-49EA-A357-9BB47E8DBCED}" srcOrd="0" destOrd="0" presId="urn:microsoft.com/office/officeart/2005/8/layout/cycle6"/>
    <dgm:cxn modelId="{3AF5CC6D-8A84-462D-A9DC-4520997C26AE}" type="presOf" srcId="{60276E76-7D17-4AF0-B984-E05FDCE5EAF9}" destId="{EC9C80C8-4E98-45A3-9514-A60E0C9E910E}" srcOrd="0" destOrd="0" presId="urn:microsoft.com/office/officeart/2005/8/layout/cycle6"/>
    <dgm:cxn modelId="{D84C5B7A-FE3F-4502-B4F2-41ECB7465834}" srcId="{0AEC67C1-B76D-4A8C-963E-A049C7AE35F1}" destId="{6B614D43-C259-4F1E-A961-DCCA50245F32}" srcOrd="20" destOrd="0" parTransId="{37101B32-C791-4143-94E5-C9D794C45512}" sibTransId="{42B379FA-AB1F-4166-9749-DD9D47752AF1}"/>
    <dgm:cxn modelId="{F532B491-1030-4384-8C0A-605EFB735AD8}" srcId="{0AEC67C1-B76D-4A8C-963E-A049C7AE35F1}" destId="{888D55D4-4F71-4B14-9652-EAEEFDD5FE50}" srcOrd="14" destOrd="0" parTransId="{F96E81B9-77CA-45F8-A94E-C1A57D737DA6}" sibTransId="{3FBA8171-8F72-4D31-85B8-154C0B335869}"/>
    <dgm:cxn modelId="{DE639453-EBD4-46D4-8506-BDABE11E46A8}" type="presOf" srcId="{E16ECD14-E1E6-43C2-A056-BC268ADADD60}" destId="{27A4ACA9-4906-420F-9CDC-E4E9F84AEDD0}" srcOrd="0" destOrd="0" presId="urn:microsoft.com/office/officeart/2005/8/layout/cycle6"/>
    <dgm:cxn modelId="{4E833544-5041-4277-96E7-490E4E95A5C3}" srcId="{0AEC67C1-B76D-4A8C-963E-A049C7AE35F1}" destId="{62460D7A-DA47-494F-811D-D4BBDF0792AF}" srcOrd="10" destOrd="0" parTransId="{F3FD37CB-A7F9-43B9-A61E-B549CF95FBEC}" sibTransId="{D57B41DE-86DE-4FE7-BF4C-283F100ADD7D}"/>
    <dgm:cxn modelId="{6098CD48-2996-4778-8A30-5E10B20D1AA1}" type="presOf" srcId="{CC440629-B791-4D98-B6CE-BF59067A811D}" destId="{96698129-963B-4227-B693-BC3EACAB6500}" srcOrd="0" destOrd="0" presId="urn:microsoft.com/office/officeart/2005/8/layout/cycle6"/>
    <dgm:cxn modelId="{59DC304C-5CB3-4F2C-91D7-AF341839DCE9}" srcId="{0AEC67C1-B76D-4A8C-963E-A049C7AE35F1}" destId="{D23EEA6B-19F0-4B1A-A0BD-A613D5DA1F97}" srcOrd="6" destOrd="0" parTransId="{4A24C8A2-2C43-480B-8F61-CD3AA9BD21EF}" sibTransId="{4C54E9F7-3F8E-4D77-B02E-424BA79AE782}"/>
    <dgm:cxn modelId="{BCCACE1D-E8A6-40AC-BC8F-ECC92D621E72}" type="presOf" srcId="{DC8B683E-EFB2-415B-A079-66EB42200398}" destId="{45F65882-A27E-4B75-B962-518A90BF48C7}" srcOrd="0" destOrd="0" presId="urn:microsoft.com/office/officeart/2005/8/layout/cycle6"/>
    <dgm:cxn modelId="{7401F90E-8875-4580-91CE-0A52A0B0D9B7}" type="presOf" srcId="{A6BE82F8-EDBC-490D-B1D3-114C722600AB}" destId="{DE2B5A4C-CB18-40F0-8E5B-D4D288E674C9}" srcOrd="0" destOrd="0" presId="urn:microsoft.com/office/officeart/2005/8/layout/cycle6"/>
    <dgm:cxn modelId="{D8D6605D-C0C7-409F-83FF-7B0E87CCBA6D}" type="presOf" srcId="{9111B4F9-6FA0-43C6-AC95-410CFCF291A4}" destId="{8E270C5A-031F-4BF1-8E0B-89F8201DC1D4}" srcOrd="0" destOrd="0" presId="urn:microsoft.com/office/officeart/2005/8/layout/cycle6"/>
    <dgm:cxn modelId="{FB746317-5891-4654-8CCA-B98EF6C6471C}" srcId="{0AEC67C1-B76D-4A8C-963E-A049C7AE35F1}" destId="{A7C4B11C-AC43-4A9D-B20F-03407279539F}" srcOrd="12" destOrd="0" parTransId="{F15105DD-AF20-48E3-A8D5-5B0A937D96A0}" sibTransId="{6C8547B6-AD1A-4508-BC2F-BFE11DA7EE44}"/>
    <dgm:cxn modelId="{19E975D3-F3ED-40E4-9383-372894945959}" type="presOf" srcId="{1DB452C9-53A1-47A8-80ED-8A616FB1DA01}" destId="{3E7D9DE5-3A5A-4179-8403-46C1842F44D0}" srcOrd="0" destOrd="0" presId="urn:microsoft.com/office/officeart/2005/8/layout/cycle6"/>
    <dgm:cxn modelId="{7FAFA3C9-2B43-41EA-A52A-58DFD49D02CD}" type="presOf" srcId="{6D466157-66DB-4DD4-8023-13374872C4DF}" destId="{F197BEF7-5C18-4E85-994A-04EA396F59B4}" srcOrd="0" destOrd="0" presId="urn:microsoft.com/office/officeart/2005/8/layout/cycle6"/>
    <dgm:cxn modelId="{26C5F7DA-259A-4EBB-A570-EAEEC3B3C1CF}" srcId="{0AEC67C1-B76D-4A8C-963E-A049C7AE35F1}" destId="{320B4B01-F65A-4948-8C47-0E834A0E9B71}" srcOrd="19" destOrd="0" parTransId="{FFC3421D-0FCB-42A1-A695-C905185C51CC}" sibTransId="{A6BE82F8-EDBC-490D-B1D3-114C722600AB}"/>
    <dgm:cxn modelId="{5D2A8493-B633-464F-9F01-EB8BA3B8BD0F}" srcId="{0AEC67C1-B76D-4A8C-963E-A049C7AE35F1}" destId="{796EF08B-E2B6-4DB8-9DD8-FF188927C4EB}" srcOrd="16" destOrd="0" parTransId="{EC0C6371-5595-4B77-B753-542B36E09A02}" sibTransId="{E16ECD14-E1E6-43C2-A056-BC268ADADD60}"/>
    <dgm:cxn modelId="{DA29CD3B-2D68-467F-8396-FE42740E391B}" type="presOf" srcId="{2C274BE5-B389-4078-8F78-286286D47B16}" destId="{9461DA25-8092-42E7-9892-8F4D48DF653E}" srcOrd="0" destOrd="0" presId="urn:microsoft.com/office/officeart/2005/8/layout/cycle6"/>
    <dgm:cxn modelId="{38417006-A3E1-4C38-8D77-CF25DCBA5F67}" type="presOf" srcId="{80FC0B6D-49A8-435A-BB28-409292372BCC}" destId="{B6BF0FE1-88C7-483A-B29C-2EEA6B43C64E}" srcOrd="0" destOrd="0" presId="urn:microsoft.com/office/officeart/2005/8/layout/cycle6"/>
    <dgm:cxn modelId="{597B9F6B-4740-4616-98C8-74E9C86F7929}" type="presOf" srcId="{AE73A717-86DE-4866-AB5A-6A2CB698A033}" destId="{23EF2C38-F3C7-48D1-8F8E-12F1231C10CC}" srcOrd="0" destOrd="0" presId="urn:microsoft.com/office/officeart/2005/8/layout/cycle6"/>
    <dgm:cxn modelId="{C5FFC375-B924-4C2A-AC92-BCE9F76F8EE1}" type="presOf" srcId="{796EF08B-E2B6-4DB8-9DD8-FF188927C4EB}" destId="{739A0D2A-DD97-4AED-8C7F-ACBDD5FC9824}" srcOrd="0" destOrd="0" presId="urn:microsoft.com/office/officeart/2005/8/layout/cycle6"/>
    <dgm:cxn modelId="{2A30401B-DFD6-469D-9E08-95DD49501B84}" type="presOf" srcId="{B192576A-F6EB-4568-A67B-8AF396F52E2A}" destId="{4E633252-5117-484E-A260-8EA7D4E24332}" srcOrd="0" destOrd="0" presId="urn:microsoft.com/office/officeart/2005/8/layout/cycle6"/>
    <dgm:cxn modelId="{7635C172-826E-45D4-8F9B-22FD1D91ACC7}" srcId="{0AEC67C1-B76D-4A8C-963E-A049C7AE35F1}" destId="{409C815A-1DFA-4D11-9D5F-5AEABB54CE8C}" srcOrd="15" destOrd="0" parTransId="{8A056BBE-3DEE-4E03-A5EA-9EE3FFA34BC9}" sibTransId="{8F61A65A-F7F7-4F5C-91FA-14F27BAC090E}"/>
    <dgm:cxn modelId="{7D1A0058-05E9-45BE-8212-FC60E6E762E0}" type="presOf" srcId="{E36EB91D-B36F-45E0-9754-60C02165B5D6}" destId="{35818992-44D6-4EFC-AB25-8AA21C3F8347}" srcOrd="0" destOrd="0" presId="urn:microsoft.com/office/officeart/2005/8/layout/cycle6"/>
    <dgm:cxn modelId="{3F13B638-5E78-4CE1-B396-0F1941352080}" type="presOf" srcId="{A0D53082-E036-4E4C-8CDD-3DFDBDC0F8D0}" destId="{DA6F5FBB-AD73-4ADB-B796-536C610E3FBF}" srcOrd="0" destOrd="0" presId="urn:microsoft.com/office/officeart/2005/8/layout/cycle6"/>
    <dgm:cxn modelId="{3E971592-25AF-47F3-97F8-30A1DE4866BB}" type="presOf" srcId="{BCD08B15-39B6-4B6A-9A29-6E0023965AEA}" destId="{87B323EC-6BE4-478A-AE3B-A66F1E83FC0E}" srcOrd="0" destOrd="0" presId="urn:microsoft.com/office/officeart/2005/8/layout/cycle6"/>
    <dgm:cxn modelId="{54D47582-7280-45C4-BAFD-26C53F3C9561}" srcId="{0AEC67C1-B76D-4A8C-963E-A049C7AE35F1}" destId="{CE634133-CD93-472E-960C-271A98CDE83D}" srcOrd="13" destOrd="0" parTransId="{F0E7B667-2D91-4601-9320-46DF4F39FE33}" sibTransId="{AE73A717-86DE-4866-AB5A-6A2CB698A033}"/>
    <dgm:cxn modelId="{C35FD9E4-5CD5-4C37-BCB6-E4B370044C17}" srcId="{0AEC67C1-B76D-4A8C-963E-A049C7AE35F1}" destId="{FA26A295-011A-499C-8BE4-FCB45FC37EFB}" srcOrd="18" destOrd="0" parTransId="{529199A5-AFBE-47BF-B909-ED4845FEBF07}" sibTransId="{CEEACC01-1460-49BB-ADCF-0153B050C2D1}"/>
    <dgm:cxn modelId="{5D8AEF50-8CDA-4715-886F-FE1260B606D2}" type="presOf" srcId="{5867C861-02BD-4C01-90BD-0343917D3308}" destId="{CA21ED3F-92F2-4D34-9714-0B454F746502}" srcOrd="0" destOrd="0" presId="urn:microsoft.com/office/officeart/2005/8/layout/cycle6"/>
    <dgm:cxn modelId="{E2187621-8BAB-493F-BBEB-E8D9C3CF101A}" srcId="{0AEC67C1-B76D-4A8C-963E-A049C7AE35F1}" destId="{6D466157-66DB-4DD4-8023-13374872C4DF}" srcOrd="3" destOrd="0" parTransId="{FC35E924-2622-4DC4-842F-1AB74D5EA732}" sibTransId="{2DD878C3-CA8D-4D97-BB11-63D44A3442AB}"/>
    <dgm:cxn modelId="{0252699B-9C27-4E94-B7BE-CD68D63BABE8}" srcId="{0AEC67C1-B76D-4A8C-963E-A049C7AE35F1}" destId="{2C274BE5-B389-4078-8F78-286286D47B16}" srcOrd="4" destOrd="0" parTransId="{0165F449-0690-4EB0-BB3F-548931C6F56E}" sibTransId="{342C9B7B-B1FA-4D57-B3AE-19B4EAD28D26}"/>
    <dgm:cxn modelId="{D9668D6F-6D3D-4D7F-BDE5-787493721B4B}" srcId="{0AEC67C1-B76D-4A8C-963E-A049C7AE35F1}" destId="{581FD5D4-CD40-41EE-99C8-3775A7A39E44}" srcOrd="11" destOrd="0" parTransId="{AFA09801-959A-4FF8-82CA-906C456EC398}" sibTransId="{6B82B2EA-8181-44CA-B65C-24743C1A93AC}"/>
    <dgm:cxn modelId="{39FFC52D-D76E-414E-BC78-BA1CA762C0F2}" type="presOf" srcId="{72FFD877-6357-4819-8BB0-2F2F45FC7B52}" destId="{8327AD10-BC83-42AD-BBCC-73F4E3B18F95}" srcOrd="0" destOrd="0" presId="urn:microsoft.com/office/officeart/2005/8/layout/cycle6"/>
    <dgm:cxn modelId="{2A76F0A2-2CC1-4E84-BF9D-94A2949267CD}" type="presOf" srcId="{FE34ED0D-43CD-43A7-A289-B078595383AD}" destId="{7887C5DC-9913-4199-AEDF-77F5415CDAC1}" srcOrd="0" destOrd="0" presId="urn:microsoft.com/office/officeart/2005/8/layout/cycle6"/>
    <dgm:cxn modelId="{5E4F00B3-E642-4D72-A68F-39A6BC51841D}" srcId="{0AEC67C1-B76D-4A8C-963E-A049C7AE35F1}" destId="{1DB452C9-53A1-47A8-80ED-8A616FB1DA01}" srcOrd="0" destOrd="0" parTransId="{79D4B165-97DA-4996-9C50-472E44BC0BBF}" sibTransId="{EE50B0E1-F909-47EE-873A-F88B824E8141}"/>
    <dgm:cxn modelId="{F6321687-4C18-4CF2-978B-FC717957BB3C}" type="presOf" srcId="{A7C4B11C-AC43-4A9D-B20F-03407279539F}" destId="{B3F7042C-D71A-4976-87B8-30E82E99F4EC}" srcOrd="0" destOrd="0" presId="urn:microsoft.com/office/officeart/2005/8/layout/cycle6"/>
    <dgm:cxn modelId="{9C6638A3-38C8-4DB7-B680-81FFA8072AA3}" type="presParOf" srcId="{3B8FD7FB-8F29-4043-8F57-405C2C3D1EBD}" destId="{3E7D9DE5-3A5A-4179-8403-46C1842F44D0}" srcOrd="0" destOrd="0" presId="urn:microsoft.com/office/officeart/2005/8/layout/cycle6"/>
    <dgm:cxn modelId="{AE69C180-2305-480F-8662-D99E2780BBCB}" type="presParOf" srcId="{3B8FD7FB-8F29-4043-8F57-405C2C3D1EBD}" destId="{8CBA7289-D5A1-43BB-96EC-658B5A8D574E}" srcOrd="1" destOrd="0" presId="urn:microsoft.com/office/officeart/2005/8/layout/cycle6"/>
    <dgm:cxn modelId="{1ED7894B-7505-4881-AA87-A5D18C6A269A}" type="presParOf" srcId="{3B8FD7FB-8F29-4043-8F57-405C2C3D1EBD}" destId="{50132201-75B3-4439-BC28-F604FC679866}" srcOrd="2" destOrd="0" presId="urn:microsoft.com/office/officeart/2005/8/layout/cycle6"/>
    <dgm:cxn modelId="{DA8A95DF-B2D9-452D-A953-B108D00D53F3}" type="presParOf" srcId="{3B8FD7FB-8F29-4043-8F57-405C2C3D1EBD}" destId="{CA21ED3F-92F2-4D34-9714-0B454F746502}" srcOrd="3" destOrd="0" presId="urn:microsoft.com/office/officeart/2005/8/layout/cycle6"/>
    <dgm:cxn modelId="{71BC930D-02FB-4166-88DA-CE51CBCF005E}" type="presParOf" srcId="{3B8FD7FB-8F29-4043-8F57-405C2C3D1EBD}" destId="{5F781483-9EF9-4B81-A115-6CEA6798947C}" srcOrd="4" destOrd="0" presId="urn:microsoft.com/office/officeart/2005/8/layout/cycle6"/>
    <dgm:cxn modelId="{1A49697C-69C8-4D77-873A-85EB03C6220E}" type="presParOf" srcId="{3B8FD7FB-8F29-4043-8F57-405C2C3D1EBD}" destId="{7887C5DC-9913-4199-AEDF-77F5415CDAC1}" srcOrd="5" destOrd="0" presId="urn:microsoft.com/office/officeart/2005/8/layout/cycle6"/>
    <dgm:cxn modelId="{0CCE4BD5-41F5-4709-B470-9D74739F92F9}" type="presParOf" srcId="{3B8FD7FB-8F29-4043-8F57-405C2C3D1EBD}" destId="{EC9C80C8-4E98-45A3-9514-A60E0C9E910E}" srcOrd="6" destOrd="0" presId="urn:microsoft.com/office/officeart/2005/8/layout/cycle6"/>
    <dgm:cxn modelId="{4D05F122-B07F-44BA-BAA5-A09D71D1A7E2}" type="presParOf" srcId="{3B8FD7FB-8F29-4043-8F57-405C2C3D1EBD}" destId="{5AD582E6-518D-494A-8851-77BA54B1D179}" srcOrd="7" destOrd="0" presId="urn:microsoft.com/office/officeart/2005/8/layout/cycle6"/>
    <dgm:cxn modelId="{A0D7AD60-8E89-4CFD-8F02-9C5813AACB69}" type="presParOf" srcId="{3B8FD7FB-8F29-4043-8F57-405C2C3D1EBD}" destId="{A5DCE8F0-DAEE-4412-9FDF-F8E167449B5A}" srcOrd="8" destOrd="0" presId="urn:microsoft.com/office/officeart/2005/8/layout/cycle6"/>
    <dgm:cxn modelId="{DDD81C19-B5ED-4D1D-97FB-312CA784B853}" type="presParOf" srcId="{3B8FD7FB-8F29-4043-8F57-405C2C3D1EBD}" destId="{F197BEF7-5C18-4E85-994A-04EA396F59B4}" srcOrd="9" destOrd="0" presId="urn:microsoft.com/office/officeart/2005/8/layout/cycle6"/>
    <dgm:cxn modelId="{F92CA32D-9AFC-45F1-8CD5-96D1105FBECD}" type="presParOf" srcId="{3B8FD7FB-8F29-4043-8F57-405C2C3D1EBD}" destId="{3D33A478-76DE-4191-AC8B-701070C16837}" srcOrd="10" destOrd="0" presId="urn:microsoft.com/office/officeart/2005/8/layout/cycle6"/>
    <dgm:cxn modelId="{9760BD13-C13F-4AF3-A596-BF1E658F9793}" type="presParOf" srcId="{3B8FD7FB-8F29-4043-8F57-405C2C3D1EBD}" destId="{1AEFC9EE-1FB7-425C-AB91-FFE5E99D0128}" srcOrd="11" destOrd="0" presId="urn:microsoft.com/office/officeart/2005/8/layout/cycle6"/>
    <dgm:cxn modelId="{0FF17F58-11C1-4429-9A8E-D6279B1D0B6E}" type="presParOf" srcId="{3B8FD7FB-8F29-4043-8F57-405C2C3D1EBD}" destId="{9461DA25-8092-42E7-9892-8F4D48DF653E}" srcOrd="12" destOrd="0" presId="urn:microsoft.com/office/officeart/2005/8/layout/cycle6"/>
    <dgm:cxn modelId="{85511989-DDCF-4C8A-8C79-8CDB599E47AC}" type="presParOf" srcId="{3B8FD7FB-8F29-4043-8F57-405C2C3D1EBD}" destId="{D10D355E-3C9E-41D7-A11D-38F7D09BFA74}" srcOrd="13" destOrd="0" presId="urn:microsoft.com/office/officeart/2005/8/layout/cycle6"/>
    <dgm:cxn modelId="{54316CFA-2C0D-43D9-A292-11011BA63F65}" type="presParOf" srcId="{3B8FD7FB-8F29-4043-8F57-405C2C3D1EBD}" destId="{5FA3E78C-2AB0-449D-B0B4-EDD97A4024EB}" srcOrd="14" destOrd="0" presId="urn:microsoft.com/office/officeart/2005/8/layout/cycle6"/>
    <dgm:cxn modelId="{9B8B5B6E-BE28-4439-9D65-05BCB9471E7D}" type="presParOf" srcId="{3B8FD7FB-8F29-4043-8F57-405C2C3D1EBD}" destId="{DA6F5FBB-AD73-4ADB-B796-536C610E3FBF}" srcOrd="15" destOrd="0" presId="urn:microsoft.com/office/officeart/2005/8/layout/cycle6"/>
    <dgm:cxn modelId="{540EEB28-BFDE-48E0-9E9D-BCCB7C8A08A3}" type="presParOf" srcId="{3B8FD7FB-8F29-4043-8F57-405C2C3D1EBD}" destId="{1494556D-2096-4236-BEE3-E2CC5D821B2D}" srcOrd="16" destOrd="0" presId="urn:microsoft.com/office/officeart/2005/8/layout/cycle6"/>
    <dgm:cxn modelId="{F6A6A239-D246-4DA3-A017-66B651556300}" type="presParOf" srcId="{3B8FD7FB-8F29-4043-8F57-405C2C3D1EBD}" destId="{4E633252-5117-484E-A260-8EA7D4E24332}" srcOrd="17" destOrd="0" presId="urn:microsoft.com/office/officeart/2005/8/layout/cycle6"/>
    <dgm:cxn modelId="{F56595D3-74C0-4B20-8D52-D84A06FE023F}" type="presParOf" srcId="{3B8FD7FB-8F29-4043-8F57-405C2C3D1EBD}" destId="{7DBDDD8B-BE1C-499F-8611-7311DA05BE0A}" srcOrd="18" destOrd="0" presId="urn:microsoft.com/office/officeart/2005/8/layout/cycle6"/>
    <dgm:cxn modelId="{2AADCD70-F53C-459B-9882-B4F95EC2BB20}" type="presParOf" srcId="{3B8FD7FB-8F29-4043-8F57-405C2C3D1EBD}" destId="{C514EDBC-BC56-4203-8686-BC992201EF07}" srcOrd="19" destOrd="0" presId="urn:microsoft.com/office/officeart/2005/8/layout/cycle6"/>
    <dgm:cxn modelId="{02A0B2DF-FDAD-4E36-B2EE-EACF1D18C66A}" type="presParOf" srcId="{3B8FD7FB-8F29-4043-8F57-405C2C3D1EBD}" destId="{2AFAAB34-6B6F-4CF6-A36C-4B516385AAC3}" srcOrd="20" destOrd="0" presId="urn:microsoft.com/office/officeart/2005/8/layout/cycle6"/>
    <dgm:cxn modelId="{B80263F7-C309-4E93-94D4-25A12ED92EAB}" type="presParOf" srcId="{3B8FD7FB-8F29-4043-8F57-405C2C3D1EBD}" destId="{87B323EC-6BE4-478A-AE3B-A66F1E83FC0E}" srcOrd="21" destOrd="0" presId="urn:microsoft.com/office/officeart/2005/8/layout/cycle6"/>
    <dgm:cxn modelId="{AA4414AA-4315-4DC5-9D87-E0D4FEF9A356}" type="presParOf" srcId="{3B8FD7FB-8F29-4043-8F57-405C2C3D1EBD}" destId="{8B116787-BB29-4C89-9C38-B47C413C38F5}" srcOrd="22" destOrd="0" presId="urn:microsoft.com/office/officeart/2005/8/layout/cycle6"/>
    <dgm:cxn modelId="{1EB93751-5D32-4E9D-8D83-E32AC1BE53E5}" type="presParOf" srcId="{3B8FD7FB-8F29-4043-8F57-405C2C3D1EBD}" destId="{EC3BB6B0-4C24-4E95-8F94-7729F63B81C1}" srcOrd="23" destOrd="0" presId="urn:microsoft.com/office/officeart/2005/8/layout/cycle6"/>
    <dgm:cxn modelId="{6FD3F269-1673-4599-A856-EC441EE062DD}" type="presParOf" srcId="{3B8FD7FB-8F29-4043-8F57-405C2C3D1EBD}" destId="{8BE4530F-E5E9-4202-AECC-EE9E7AB068EE}" srcOrd="24" destOrd="0" presId="urn:microsoft.com/office/officeart/2005/8/layout/cycle6"/>
    <dgm:cxn modelId="{3C3AD83A-3D77-43D1-9802-C10A73CB7DDE}" type="presParOf" srcId="{3B8FD7FB-8F29-4043-8F57-405C2C3D1EBD}" destId="{C5652CA4-1726-4564-9EA6-89EE3981068F}" srcOrd="25" destOrd="0" presId="urn:microsoft.com/office/officeart/2005/8/layout/cycle6"/>
    <dgm:cxn modelId="{82EF0219-C7F9-4618-B999-E2166B3C8FF1}" type="presParOf" srcId="{3B8FD7FB-8F29-4043-8F57-405C2C3D1EBD}" destId="{45F65882-A27E-4B75-B962-518A90BF48C7}" srcOrd="26" destOrd="0" presId="urn:microsoft.com/office/officeart/2005/8/layout/cycle6"/>
    <dgm:cxn modelId="{E141FEF7-C47D-4924-8A62-D0E61731D0D8}" type="presParOf" srcId="{3B8FD7FB-8F29-4043-8F57-405C2C3D1EBD}" destId="{B6BF0FE1-88C7-483A-B29C-2EEA6B43C64E}" srcOrd="27" destOrd="0" presId="urn:microsoft.com/office/officeart/2005/8/layout/cycle6"/>
    <dgm:cxn modelId="{28818550-C876-4DA7-8661-18917DEAAC19}" type="presParOf" srcId="{3B8FD7FB-8F29-4043-8F57-405C2C3D1EBD}" destId="{12752CAE-07FD-4FE7-B5B8-F2D5331DD0C3}" srcOrd="28" destOrd="0" presId="urn:microsoft.com/office/officeart/2005/8/layout/cycle6"/>
    <dgm:cxn modelId="{8CA623D8-D643-4E4E-BAA0-F0C6903704EA}" type="presParOf" srcId="{3B8FD7FB-8F29-4043-8F57-405C2C3D1EBD}" destId="{8327AD10-BC83-42AD-BBCC-73F4E3B18F95}" srcOrd="29" destOrd="0" presId="urn:microsoft.com/office/officeart/2005/8/layout/cycle6"/>
    <dgm:cxn modelId="{553DC353-4E68-49ED-945F-6C2F949EE867}" type="presParOf" srcId="{3B8FD7FB-8F29-4043-8F57-405C2C3D1EBD}" destId="{438C6DCC-8FD8-4920-BDC9-4F647C1C05BD}" srcOrd="30" destOrd="0" presId="urn:microsoft.com/office/officeart/2005/8/layout/cycle6"/>
    <dgm:cxn modelId="{C1B6876B-FF0C-422E-9371-E76858BEDDB3}" type="presParOf" srcId="{3B8FD7FB-8F29-4043-8F57-405C2C3D1EBD}" destId="{E18B6BCF-E6CA-4416-878E-796E54C8211B}" srcOrd="31" destOrd="0" presId="urn:microsoft.com/office/officeart/2005/8/layout/cycle6"/>
    <dgm:cxn modelId="{1CA44C53-C49D-4A13-A2C4-96BDEDED35B0}" type="presParOf" srcId="{3B8FD7FB-8F29-4043-8F57-405C2C3D1EBD}" destId="{A51679DD-6035-4397-83B9-D6971D94A953}" srcOrd="32" destOrd="0" presId="urn:microsoft.com/office/officeart/2005/8/layout/cycle6"/>
    <dgm:cxn modelId="{2BF65BA1-7EB0-4CD8-B2C4-DE11F990FCD9}" type="presParOf" srcId="{3B8FD7FB-8F29-4043-8F57-405C2C3D1EBD}" destId="{C187070A-5E4D-4C78-AF32-AC83CC867E95}" srcOrd="33" destOrd="0" presId="urn:microsoft.com/office/officeart/2005/8/layout/cycle6"/>
    <dgm:cxn modelId="{DFC70C35-DAC1-4090-9487-8DAA3C70E544}" type="presParOf" srcId="{3B8FD7FB-8F29-4043-8F57-405C2C3D1EBD}" destId="{513C987D-64DB-4EFE-A0CB-1450E797DC03}" srcOrd="34" destOrd="0" presId="urn:microsoft.com/office/officeart/2005/8/layout/cycle6"/>
    <dgm:cxn modelId="{DCF67E86-17A6-44D8-948C-8D5EED5A49AC}" type="presParOf" srcId="{3B8FD7FB-8F29-4043-8F57-405C2C3D1EBD}" destId="{E9D604A0-67B2-4FA3-A234-FBCA3350BF49}" srcOrd="35" destOrd="0" presId="urn:microsoft.com/office/officeart/2005/8/layout/cycle6"/>
    <dgm:cxn modelId="{9F2532DB-8E6C-4B09-9D73-0DBF1104F0D5}" type="presParOf" srcId="{3B8FD7FB-8F29-4043-8F57-405C2C3D1EBD}" destId="{B3F7042C-D71A-4976-87B8-30E82E99F4EC}" srcOrd="36" destOrd="0" presId="urn:microsoft.com/office/officeart/2005/8/layout/cycle6"/>
    <dgm:cxn modelId="{8E2AA3A9-827D-4BB0-8256-91DAEB3EE4D3}" type="presParOf" srcId="{3B8FD7FB-8F29-4043-8F57-405C2C3D1EBD}" destId="{0D503677-6BE4-4C03-9F6C-B0C86E10D93C}" srcOrd="37" destOrd="0" presId="urn:microsoft.com/office/officeart/2005/8/layout/cycle6"/>
    <dgm:cxn modelId="{806BDC49-16D9-4B66-B4C3-AA8086BD9970}" type="presParOf" srcId="{3B8FD7FB-8F29-4043-8F57-405C2C3D1EBD}" destId="{6D53C6B7-BB63-4AA9-AEE6-B8CC3BE1A99D}" srcOrd="38" destOrd="0" presId="urn:microsoft.com/office/officeart/2005/8/layout/cycle6"/>
    <dgm:cxn modelId="{5AC6A527-6686-4239-85BD-42043B1FD85C}" type="presParOf" srcId="{3B8FD7FB-8F29-4043-8F57-405C2C3D1EBD}" destId="{9BCD8AD4-617C-4E13-8D3C-4C01B9001FD7}" srcOrd="39" destOrd="0" presId="urn:microsoft.com/office/officeart/2005/8/layout/cycle6"/>
    <dgm:cxn modelId="{5A853447-F1E4-4971-9060-7A1F83A234E8}" type="presParOf" srcId="{3B8FD7FB-8F29-4043-8F57-405C2C3D1EBD}" destId="{1DD1E13D-5163-4921-801A-943161BCC589}" srcOrd="40" destOrd="0" presId="urn:microsoft.com/office/officeart/2005/8/layout/cycle6"/>
    <dgm:cxn modelId="{10AE65FF-6EB9-48F5-8AFE-D523F23819FC}" type="presParOf" srcId="{3B8FD7FB-8F29-4043-8F57-405C2C3D1EBD}" destId="{23EF2C38-F3C7-48D1-8F8E-12F1231C10CC}" srcOrd="41" destOrd="0" presId="urn:microsoft.com/office/officeart/2005/8/layout/cycle6"/>
    <dgm:cxn modelId="{9135A17A-3082-4439-B962-CD1D479F20F0}" type="presParOf" srcId="{3B8FD7FB-8F29-4043-8F57-405C2C3D1EBD}" destId="{40241D54-7F93-4390-B533-173AEA7E4D49}" srcOrd="42" destOrd="0" presId="urn:microsoft.com/office/officeart/2005/8/layout/cycle6"/>
    <dgm:cxn modelId="{CF5CBC42-758C-4CDA-BFE5-C16B676B8120}" type="presParOf" srcId="{3B8FD7FB-8F29-4043-8F57-405C2C3D1EBD}" destId="{221AABFC-57A6-4982-BF10-9F902C0AECF9}" srcOrd="43" destOrd="0" presId="urn:microsoft.com/office/officeart/2005/8/layout/cycle6"/>
    <dgm:cxn modelId="{AF1A6803-F69C-493B-9F15-06C24B921BCF}" type="presParOf" srcId="{3B8FD7FB-8F29-4043-8F57-405C2C3D1EBD}" destId="{328D56E0-37E9-4F36-A40A-0C71A9E9D8FB}" srcOrd="44" destOrd="0" presId="urn:microsoft.com/office/officeart/2005/8/layout/cycle6"/>
    <dgm:cxn modelId="{A872D044-FF84-43D9-8C92-6D60657986EB}" type="presParOf" srcId="{3B8FD7FB-8F29-4043-8F57-405C2C3D1EBD}" destId="{A4719A59-8586-4D53-B9B4-6639B7D7F596}" srcOrd="45" destOrd="0" presId="urn:microsoft.com/office/officeart/2005/8/layout/cycle6"/>
    <dgm:cxn modelId="{18136673-7CB1-4A80-BAB7-22521D5117B1}" type="presParOf" srcId="{3B8FD7FB-8F29-4043-8F57-405C2C3D1EBD}" destId="{FF73CFBB-42E3-49EB-87AF-EA990726005A}" srcOrd="46" destOrd="0" presId="urn:microsoft.com/office/officeart/2005/8/layout/cycle6"/>
    <dgm:cxn modelId="{F193CCEE-1E18-4BA3-BE7D-EFA6CC08648E}" type="presParOf" srcId="{3B8FD7FB-8F29-4043-8F57-405C2C3D1EBD}" destId="{666842F1-7C8E-4DE9-BB00-0D0E266AFCB7}" srcOrd="47" destOrd="0" presId="urn:microsoft.com/office/officeart/2005/8/layout/cycle6"/>
    <dgm:cxn modelId="{894D5938-38AB-4F7A-9661-8B910FD834F4}" type="presParOf" srcId="{3B8FD7FB-8F29-4043-8F57-405C2C3D1EBD}" destId="{739A0D2A-DD97-4AED-8C7F-ACBDD5FC9824}" srcOrd="48" destOrd="0" presId="urn:microsoft.com/office/officeart/2005/8/layout/cycle6"/>
    <dgm:cxn modelId="{FC1305C5-CD9A-493F-A1C7-A7232A9817C1}" type="presParOf" srcId="{3B8FD7FB-8F29-4043-8F57-405C2C3D1EBD}" destId="{3A372FCA-5404-4948-A646-7086F524AB67}" srcOrd="49" destOrd="0" presId="urn:microsoft.com/office/officeart/2005/8/layout/cycle6"/>
    <dgm:cxn modelId="{0F98E968-E4B8-4274-B1B4-A7AB3F06899C}" type="presParOf" srcId="{3B8FD7FB-8F29-4043-8F57-405C2C3D1EBD}" destId="{27A4ACA9-4906-420F-9CDC-E4E9F84AEDD0}" srcOrd="50" destOrd="0" presId="urn:microsoft.com/office/officeart/2005/8/layout/cycle6"/>
    <dgm:cxn modelId="{4C05F203-9877-49BA-9996-07DE5829AF62}" type="presParOf" srcId="{3B8FD7FB-8F29-4043-8F57-405C2C3D1EBD}" destId="{8E270C5A-031F-4BF1-8E0B-89F8201DC1D4}" srcOrd="51" destOrd="0" presId="urn:microsoft.com/office/officeart/2005/8/layout/cycle6"/>
    <dgm:cxn modelId="{06A7D33E-C3D0-4B67-B563-80D477B118AF}" type="presParOf" srcId="{3B8FD7FB-8F29-4043-8F57-405C2C3D1EBD}" destId="{27694AFE-B70A-427C-BE6E-1CCABBD20DEC}" srcOrd="52" destOrd="0" presId="urn:microsoft.com/office/officeart/2005/8/layout/cycle6"/>
    <dgm:cxn modelId="{A02A6C4A-30A3-4B34-A824-5D516500A9B2}" type="presParOf" srcId="{3B8FD7FB-8F29-4043-8F57-405C2C3D1EBD}" destId="{35818992-44D6-4EFC-AB25-8AA21C3F8347}" srcOrd="53" destOrd="0" presId="urn:microsoft.com/office/officeart/2005/8/layout/cycle6"/>
    <dgm:cxn modelId="{763442F3-FED9-413B-BAA9-8397C87CCA58}" type="presParOf" srcId="{3B8FD7FB-8F29-4043-8F57-405C2C3D1EBD}" destId="{5DABD85D-CCE6-49F6-8A36-BCB6B2EFAA99}" srcOrd="54" destOrd="0" presId="urn:microsoft.com/office/officeart/2005/8/layout/cycle6"/>
    <dgm:cxn modelId="{9792DDA9-4CFE-495A-99ED-637055C7C36D}" type="presParOf" srcId="{3B8FD7FB-8F29-4043-8F57-405C2C3D1EBD}" destId="{78FB3943-01B4-4314-BC59-19CF7F53D258}" srcOrd="55" destOrd="0" presId="urn:microsoft.com/office/officeart/2005/8/layout/cycle6"/>
    <dgm:cxn modelId="{517B6BBE-496D-4DE5-9080-E7ECC6FD3313}" type="presParOf" srcId="{3B8FD7FB-8F29-4043-8F57-405C2C3D1EBD}" destId="{BE42E3C7-251B-41B5-B42C-09EC99014B4C}" srcOrd="56" destOrd="0" presId="urn:microsoft.com/office/officeart/2005/8/layout/cycle6"/>
    <dgm:cxn modelId="{9475B3FE-EB58-466C-9E43-F7CA5A7B5504}" type="presParOf" srcId="{3B8FD7FB-8F29-4043-8F57-405C2C3D1EBD}" destId="{4BDD6F94-3638-435E-8447-FB92FC1D414F}" srcOrd="57" destOrd="0" presId="urn:microsoft.com/office/officeart/2005/8/layout/cycle6"/>
    <dgm:cxn modelId="{DB5B77EE-8D59-486A-BD64-4CD708256BCE}" type="presParOf" srcId="{3B8FD7FB-8F29-4043-8F57-405C2C3D1EBD}" destId="{1737EFE0-054D-4C4E-93EE-2649FCD17391}" srcOrd="58" destOrd="0" presId="urn:microsoft.com/office/officeart/2005/8/layout/cycle6"/>
    <dgm:cxn modelId="{B2FA8293-DDD1-44E2-B761-A6EA4C7BFC25}" type="presParOf" srcId="{3B8FD7FB-8F29-4043-8F57-405C2C3D1EBD}" destId="{DE2B5A4C-CB18-40F0-8E5B-D4D288E674C9}" srcOrd="59" destOrd="0" presId="urn:microsoft.com/office/officeart/2005/8/layout/cycle6"/>
    <dgm:cxn modelId="{37F3B956-B810-4DD9-9CA5-DF266D463E26}" type="presParOf" srcId="{3B8FD7FB-8F29-4043-8F57-405C2C3D1EBD}" destId="{FD10162F-4B67-49EA-A357-9BB47E8DBCED}" srcOrd="60" destOrd="0" presId="urn:microsoft.com/office/officeart/2005/8/layout/cycle6"/>
    <dgm:cxn modelId="{3C4B8B5C-950D-4E72-AF5D-B84E0459B2F4}" type="presParOf" srcId="{3B8FD7FB-8F29-4043-8F57-405C2C3D1EBD}" destId="{B4082797-0DF6-4528-AC97-1E4D6BDC7C2A}" srcOrd="61" destOrd="0" presId="urn:microsoft.com/office/officeart/2005/8/layout/cycle6"/>
    <dgm:cxn modelId="{C4EFE3FA-8135-4A0A-B40B-9AB8DDCD3CD6}" type="presParOf" srcId="{3B8FD7FB-8F29-4043-8F57-405C2C3D1EBD}" destId="{8B098E89-6F0C-4020-AAFA-412F25434574}" srcOrd="62" destOrd="0" presId="urn:microsoft.com/office/officeart/2005/8/layout/cycle6"/>
    <dgm:cxn modelId="{48C761C4-D93F-46DE-9D78-C064BC3E29A9}" type="presParOf" srcId="{3B8FD7FB-8F29-4043-8F57-405C2C3D1EBD}" destId="{5251AA44-A6C0-48F5-82BD-15AE1751E41B}" srcOrd="63" destOrd="0" presId="urn:microsoft.com/office/officeart/2005/8/layout/cycle6"/>
    <dgm:cxn modelId="{C0B4BD0C-641A-48C1-B599-98609A85D0CB}" type="presParOf" srcId="{3B8FD7FB-8F29-4043-8F57-405C2C3D1EBD}" destId="{04C584F3-6050-47FA-AC79-490E876A1E06}" srcOrd="64" destOrd="0" presId="urn:microsoft.com/office/officeart/2005/8/layout/cycle6"/>
    <dgm:cxn modelId="{B0796689-DB69-4F8B-8AF8-0A9D90DEFD27}" type="presParOf" srcId="{3B8FD7FB-8F29-4043-8F57-405C2C3D1EBD}" destId="{96698129-963B-4227-B693-BC3EACAB6500}" srcOrd="65" destOrd="0" presId="urn:microsoft.com/office/officeart/2005/8/layout/cycle6"/>
    <dgm:cxn modelId="{CD92CAD2-215E-4BAB-82C9-E098F5CAD526}" type="presParOf" srcId="{3B8FD7FB-8F29-4043-8F57-405C2C3D1EBD}" destId="{5370936A-911B-4A4B-8988-2468A7FFF388}" srcOrd="66" destOrd="0" presId="urn:microsoft.com/office/officeart/2005/8/layout/cycle6"/>
    <dgm:cxn modelId="{5D75D7DA-E2A4-424E-9468-DCC10A896F63}" type="presParOf" srcId="{3B8FD7FB-8F29-4043-8F57-405C2C3D1EBD}" destId="{59E4AE9D-A4E0-4C70-9E54-A660ABFE8484}" srcOrd="67" destOrd="0" presId="urn:microsoft.com/office/officeart/2005/8/layout/cycle6"/>
    <dgm:cxn modelId="{FF846F02-15D8-43B2-B826-2E4244EF7A18}" type="presParOf" srcId="{3B8FD7FB-8F29-4043-8F57-405C2C3D1EBD}" destId="{E7236D2C-75E2-4632-A4E6-1140D5FAFAA1}" srcOrd="68"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EC67C1-B76D-4A8C-963E-A049C7AE35F1}"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1DB452C9-53A1-47A8-80ED-8A616FB1DA01}">
      <dgm:prSet phldrT="[Text]"/>
      <dgm:spPr>
        <a:solidFill>
          <a:srgbClr val="00B0F0"/>
        </a:solidFill>
      </dgm:spPr>
      <dgm:t>
        <a:bodyPr/>
        <a:lstStyle/>
        <a:p>
          <a:r>
            <a:rPr lang="en-US" b="0" dirty="0" smtClean="0">
              <a:solidFill>
                <a:schemeClr val="bg1"/>
              </a:solidFill>
            </a:rPr>
            <a:t>Group1</a:t>
          </a:r>
          <a:endParaRPr lang="en-US" b="0" dirty="0">
            <a:solidFill>
              <a:schemeClr val="bg1"/>
            </a:solidFill>
          </a:endParaRPr>
        </a:p>
      </dgm:t>
    </dgm:pt>
    <dgm:pt modelId="{79D4B165-97DA-4996-9C50-472E44BC0BBF}" type="parTrans" cxnId="{5E4F00B3-E642-4D72-A68F-39A6BC51841D}">
      <dgm:prSet/>
      <dgm:spPr/>
      <dgm:t>
        <a:bodyPr/>
        <a:lstStyle/>
        <a:p>
          <a:endParaRPr lang="en-US"/>
        </a:p>
      </dgm:t>
    </dgm:pt>
    <dgm:pt modelId="{EE50B0E1-F909-47EE-873A-F88B824E8141}" type="sibTrans" cxnId="{5E4F00B3-E642-4D72-A68F-39A6BC51841D}">
      <dgm:prSet/>
      <dgm:spPr/>
      <dgm:t>
        <a:bodyPr/>
        <a:lstStyle/>
        <a:p>
          <a:endParaRPr lang="en-US"/>
        </a:p>
      </dgm:t>
    </dgm:pt>
    <dgm:pt modelId="{5867C861-02BD-4C01-90BD-0343917D3308}">
      <dgm:prSet phldrT="[Text]"/>
      <dgm:spPr>
        <a:solidFill>
          <a:srgbClr val="FF9999"/>
        </a:solidFill>
      </dgm:spPr>
      <dgm:t>
        <a:bodyPr/>
        <a:lstStyle/>
        <a:p>
          <a:r>
            <a:rPr lang="en-US" b="1" dirty="0" smtClean="0">
              <a:solidFill>
                <a:schemeClr val="tx1"/>
              </a:solidFill>
            </a:rPr>
            <a:t>Group2</a:t>
          </a:r>
          <a:endParaRPr lang="en-US" b="1" dirty="0">
            <a:solidFill>
              <a:schemeClr val="tx1"/>
            </a:solidFill>
          </a:endParaRPr>
        </a:p>
      </dgm:t>
    </dgm:pt>
    <dgm:pt modelId="{6584B2CA-BFEA-4BC0-B816-F3CBD1D4102E}" type="parTrans" cxnId="{F69380B5-9880-4581-98B8-6459F760569B}">
      <dgm:prSet/>
      <dgm:spPr/>
      <dgm:t>
        <a:bodyPr/>
        <a:lstStyle/>
        <a:p>
          <a:endParaRPr lang="en-US"/>
        </a:p>
      </dgm:t>
    </dgm:pt>
    <dgm:pt modelId="{FE34ED0D-43CD-43A7-A289-B078595383AD}" type="sibTrans" cxnId="{F69380B5-9880-4581-98B8-6459F760569B}">
      <dgm:prSet/>
      <dgm:spPr/>
      <dgm:t>
        <a:bodyPr/>
        <a:lstStyle/>
        <a:p>
          <a:endParaRPr lang="en-US"/>
        </a:p>
      </dgm:t>
    </dgm:pt>
    <dgm:pt modelId="{60276E76-7D17-4AF0-B984-E05FDCE5EAF9}">
      <dgm:prSet phldrT="[Text]"/>
      <dgm:spPr/>
      <dgm:t>
        <a:bodyPr/>
        <a:lstStyle/>
        <a:p>
          <a:r>
            <a:rPr lang="en-US" dirty="0" smtClean="0"/>
            <a:t>Group3</a:t>
          </a:r>
          <a:endParaRPr lang="en-US" dirty="0"/>
        </a:p>
      </dgm:t>
    </dgm:pt>
    <dgm:pt modelId="{5CE50795-46F1-4FEE-9521-66D5E816D683}" type="parTrans" cxnId="{0A577301-541B-4E17-8CA6-35AF5015D167}">
      <dgm:prSet/>
      <dgm:spPr/>
      <dgm:t>
        <a:bodyPr/>
        <a:lstStyle/>
        <a:p>
          <a:endParaRPr lang="en-US"/>
        </a:p>
      </dgm:t>
    </dgm:pt>
    <dgm:pt modelId="{3AD0382E-B7AE-4D1B-9EC6-A8E25FA295C7}" type="sibTrans" cxnId="{0A577301-541B-4E17-8CA6-35AF5015D167}">
      <dgm:prSet/>
      <dgm:spPr/>
      <dgm:t>
        <a:bodyPr/>
        <a:lstStyle/>
        <a:p>
          <a:endParaRPr lang="en-US"/>
        </a:p>
      </dgm:t>
    </dgm:pt>
    <dgm:pt modelId="{6D466157-66DB-4DD4-8023-13374872C4DF}">
      <dgm:prSet phldrT="[Text]"/>
      <dgm:spPr/>
      <dgm:t>
        <a:bodyPr/>
        <a:lstStyle/>
        <a:p>
          <a:r>
            <a:rPr lang="en-US" dirty="0" smtClean="0"/>
            <a:t>Group4</a:t>
          </a:r>
          <a:endParaRPr lang="en-US" dirty="0"/>
        </a:p>
      </dgm:t>
    </dgm:pt>
    <dgm:pt modelId="{FC35E924-2622-4DC4-842F-1AB74D5EA732}" type="parTrans" cxnId="{E2187621-8BAB-493F-BBEB-E8D9C3CF101A}">
      <dgm:prSet/>
      <dgm:spPr/>
      <dgm:t>
        <a:bodyPr/>
        <a:lstStyle/>
        <a:p>
          <a:endParaRPr lang="en-US"/>
        </a:p>
      </dgm:t>
    </dgm:pt>
    <dgm:pt modelId="{2DD878C3-CA8D-4D97-BB11-63D44A3442AB}" type="sibTrans" cxnId="{E2187621-8BAB-493F-BBEB-E8D9C3CF101A}">
      <dgm:prSet/>
      <dgm:spPr/>
      <dgm:t>
        <a:bodyPr/>
        <a:lstStyle/>
        <a:p>
          <a:endParaRPr lang="en-US"/>
        </a:p>
      </dgm:t>
    </dgm:pt>
    <dgm:pt modelId="{2C274BE5-B389-4078-8F78-286286D47B16}">
      <dgm:prSet phldrT="[Text]"/>
      <dgm:spPr/>
      <dgm:t>
        <a:bodyPr/>
        <a:lstStyle/>
        <a:p>
          <a:r>
            <a:rPr lang="en-US" dirty="0" smtClean="0"/>
            <a:t>Group5</a:t>
          </a:r>
          <a:endParaRPr lang="en-US" dirty="0"/>
        </a:p>
      </dgm:t>
    </dgm:pt>
    <dgm:pt modelId="{0165F449-0690-4EB0-BB3F-548931C6F56E}" type="parTrans" cxnId="{0252699B-9C27-4E94-B7BE-CD68D63BABE8}">
      <dgm:prSet/>
      <dgm:spPr/>
      <dgm:t>
        <a:bodyPr/>
        <a:lstStyle/>
        <a:p>
          <a:endParaRPr lang="en-US"/>
        </a:p>
      </dgm:t>
    </dgm:pt>
    <dgm:pt modelId="{342C9B7B-B1FA-4D57-B3AE-19B4EAD28D26}" type="sibTrans" cxnId="{0252699B-9C27-4E94-B7BE-CD68D63BABE8}">
      <dgm:prSet/>
      <dgm:spPr/>
      <dgm:t>
        <a:bodyPr/>
        <a:lstStyle/>
        <a:p>
          <a:endParaRPr lang="en-US"/>
        </a:p>
      </dgm:t>
    </dgm:pt>
    <dgm:pt modelId="{A0D53082-E036-4E4C-8CDD-3DFDBDC0F8D0}">
      <dgm:prSet phldrT="[Text]"/>
      <dgm:spPr/>
      <dgm:t>
        <a:bodyPr/>
        <a:lstStyle/>
        <a:p>
          <a:r>
            <a:rPr lang="en-US" dirty="0" smtClean="0"/>
            <a:t>Group6</a:t>
          </a:r>
          <a:endParaRPr lang="en-US" dirty="0"/>
        </a:p>
      </dgm:t>
    </dgm:pt>
    <dgm:pt modelId="{445600EF-38EB-4D42-8838-581F42A4AF68}" type="parTrans" cxnId="{31205955-5404-44E6-B523-1710AFF92313}">
      <dgm:prSet/>
      <dgm:spPr/>
      <dgm:t>
        <a:bodyPr/>
        <a:lstStyle/>
        <a:p>
          <a:endParaRPr lang="en-US"/>
        </a:p>
      </dgm:t>
    </dgm:pt>
    <dgm:pt modelId="{B192576A-F6EB-4568-A67B-8AF396F52E2A}" type="sibTrans" cxnId="{31205955-5404-44E6-B523-1710AFF92313}">
      <dgm:prSet/>
      <dgm:spPr/>
      <dgm:t>
        <a:bodyPr/>
        <a:lstStyle/>
        <a:p>
          <a:endParaRPr lang="en-US"/>
        </a:p>
      </dgm:t>
    </dgm:pt>
    <dgm:pt modelId="{D23EEA6B-19F0-4B1A-A0BD-A613D5DA1F97}">
      <dgm:prSet phldrT="[Text]"/>
      <dgm:spPr/>
      <dgm:t>
        <a:bodyPr/>
        <a:lstStyle/>
        <a:p>
          <a:r>
            <a:rPr lang="en-US" dirty="0" smtClean="0"/>
            <a:t>Group7</a:t>
          </a:r>
          <a:endParaRPr lang="en-US" dirty="0"/>
        </a:p>
      </dgm:t>
    </dgm:pt>
    <dgm:pt modelId="{4A24C8A2-2C43-480B-8F61-CD3AA9BD21EF}" type="parTrans" cxnId="{59DC304C-5CB3-4F2C-91D7-AF341839DCE9}">
      <dgm:prSet/>
      <dgm:spPr/>
      <dgm:t>
        <a:bodyPr/>
        <a:lstStyle/>
        <a:p>
          <a:endParaRPr lang="en-US"/>
        </a:p>
      </dgm:t>
    </dgm:pt>
    <dgm:pt modelId="{4C54E9F7-3F8E-4D77-B02E-424BA79AE782}" type="sibTrans" cxnId="{59DC304C-5CB3-4F2C-91D7-AF341839DCE9}">
      <dgm:prSet/>
      <dgm:spPr/>
      <dgm:t>
        <a:bodyPr/>
        <a:lstStyle/>
        <a:p>
          <a:endParaRPr lang="en-US"/>
        </a:p>
      </dgm:t>
    </dgm:pt>
    <dgm:pt modelId="{BCD08B15-39B6-4B6A-9A29-6E0023965AEA}">
      <dgm:prSet phldrT="[Text]"/>
      <dgm:spPr/>
      <dgm:t>
        <a:bodyPr/>
        <a:lstStyle/>
        <a:p>
          <a:r>
            <a:rPr lang="en-US" dirty="0" smtClean="0"/>
            <a:t>Group8</a:t>
          </a:r>
          <a:endParaRPr lang="en-US" dirty="0"/>
        </a:p>
      </dgm:t>
    </dgm:pt>
    <dgm:pt modelId="{E4E0EBDB-9E1D-4E73-A8FA-5BE9ECE35E16}" type="parTrans" cxnId="{4F94B2E9-C845-4215-A68B-23FFCE25D353}">
      <dgm:prSet/>
      <dgm:spPr/>
      <dgm:t>
        <a:bodyPr/>
        <a:lstStyle/>
        <a:p>
          <a:endParaRPr lang="en-US"/>
        </a:p>
      </dgm:t>
    </dgm:pt>
    <dgm:pt modelId="{552C6C61-3E04-46D8-B494-FC61650B9F3C}" type="sibTrans" cxnId="{4F94B2E9-C845-4215-A68B-23FFCE25D353}">
      <dgm:prSet/>
      <dgm:spPr/>
      <dgm:t>
        <a:bodyPr/>
        <a:lstStyle/>
        <a:p>
          <a:endParaRPr lang="en-US"/>
        </a:p>
      </dgm:t>
    </dgm:pt>
    <dgm:pt modelId="{8A797F95-FE8E-4664-AF82-044C61C09760}">
      <dgm:prSet phldrT="[Text]"/>
      <dgm:spPr/>
      <dgm:t>
        <a:bodyPr/>
        <a:lstStyle/>
        <a:p>
          <a:r>
            <a:rPr lang="en-US" dirty="0" smtClean="0"/>
            <a:t>Group9</a:t>
          </a:r>
          <a:endParaRPr lang="en-US" dirty="0"/>
        </a:p>
      </dgm:t>
    </dgm:pt>
    <dgm:pt modelId="{E4D3AD84-98AA-47E7-A10E-EDF35A02AE57}" type="parTrans" cxnId="{A9CB90D1-98B8-4CC4-9337-93937319FAD9}">
      <dgm:prSet/>
      <dgm:spPr/>
      <dgm:t>
        <a:bodyPr/>
        <a:lstStyle/>
        <a:p>
          <a:endParaRPr lang="en-US"/>
        </a:p>
      </dgm:t>
    </dgm:pt>
    <dgm:pt modelId="{DC8B683E-EFB2-415B-A079-66EB42200398}" type="sibTrans" cxnId="{A9CB90D1-98B8-4CC4-9337-93937319FAD9}">
      <dgm:prSet/>
      <dgm:spPr/>
      <dgm:t>
        <a:bodyPr/>
        <a:lstStyle/>
        <a:p>
          <a:endParaRPr lang="en-US"/>
        </a:p>
      </dgm:t>
    </dgm:pt>
    <dgm:pt modelId="{80FC0B6D-49A8-435A-BB28-409292372BCC}">
      <dgm:prSet phldrT="[Text]"/>
      <dgm:spPr/>
      <dgm:t>
        <a:bodyPr/>
        <a:lstStyle/>
        <a:p>
          <a:r>
            <a:rPr lang="en-US" dirty="0" smtClean="0"/>
            <a:t>Group10</a:t>
          </a:r>
          <a:endParaRPr lang="en-US" dirty="0"/>
        </a:p>
      </dgm:t>
    </dgm:pt>
    <dgm:pt modelId="{2DB6407B-843C-4CC9-9CC3-FEA2864E5E1B}" type="parTrans" cxnId="{8837C493-D1F1-4E40-A0ED-DBC41A4494B4}">
      <dgm:prSet/>
      <dgm:spPr/>
      <dgm:t>
        <a:bodyPr/>
        <a:lstStyle/>
        <a:p>
          <a:endParaRPr lang="en-US"/>
        </a:p>
      </dgm:t>
    </dgm:pt>
    <dgm:pt modelId="{72FFD877-6357-4819-8BB0-2F2F45FC7B52}" type="sibTrans" cxnId="{8837C493-D1F1-4E40-A0ED-DBC41A4494B4}">
      <dgm:prSet/>
      <dgm:spPr/>
      <dgm:t>
        <a:bodyPr/>
        <a:lstStyle/>
        <a:p>
          <a:endParaRPr lang="en-US"/>
        </a:p>
      </dgm:t>
    </dgm:pt>
    <dgm:pt modelId="{62460D7A-DA47-494F-811D-D4BBDF0792AF}">
      <dgm:prSet phldrT="[Text]"/>
      <dgm:spPr/>
      <dgm:t>
        <a:bodyPr/>
        <a:lstStyle/>
        <a:p>
          <a:r>
            <a:rPr lang="en-US" dirty="0" smtClean="0"/>
            <a:t>Group11</a:t>
          </a:r>
          <a:endParaRPr lang="en-US" dirty="0"/>
        </a:p>
      </dgm:t>
    </dgm:pt>
    <dgm:pt modelId="{F3FD37CB-A7F9-43B9-A61E-B549CF95FBEC}" type="parTrans" cxnId="{4E833544-5041-4277-96E7-490E4E95A5C3}">
      <dgm:prSet/>
      <dgm:spPr/>
      <dgm:t>
        <a:bodyPr/>
        <a:lstStyle/>
        <a:p>
          <a:endParaRPr lang="en-US"/>
        </a:p>
      </dgm:t>
    </dgm:pt>
    <dgm:pt modelId="{D57B41DE-86DE-4FE7-BF4C-283F100ADD7D}" type="sibTrans" cxnId="{4E833544-5041-4277-96E7-490E4E95A5C3}">
      <dgm:prSet/>
      <dgm:spPr/>
      <dgm:t>
        <a:bodyPr/>
        <a:lstStyle/>
        <a:p>
          <a:endParaRPr lang="en-US"/>
        </a:p>
      </dgm:t>
    </dgm:pt>
    <dgm:pt modelId="{581FD5D4-CD40-41EE-99C8-3775A7A39E44}">
      <dgm:prSet phldrT="[Text]"/>
      <dgm:spPr/>
      <dgm:t>
        <a:bodyPr/>
        <a:lstStyle/>
        <a:p>
          <a:r>
            <a:rPr lang="en-US" dirty="0" smtClean="0"/>
            <a:t>Group12</a:t>
          </a:r>
          <a:endParaRPr lang="en-US" dirty="0"/>
        </a:p>
      </dgm:t>
    </dgm:pt>
    <dgm:pt modelId="{AFA09801-959A-4FF8-82CA-906C456EC398}" type="parTrans" cxnId="{D9668D6F-6D3D-4D7F-BDE5-787493721B4B}">
      <dgm:prSet/>
      <dgm:spPr/>
      <dgm:t>
        <a:bodyPr/>
        <a:lstStyle/>
        <a:p>
          <a:endParaRPr lang="en-US"/>
        </a:p>
      </dgm:t>
    </dgm:pt>
    <dgm:pt modelId="{6B82B2EA-8181-44CA-B65C-24743C1A93AC}" type="sibTrans" cxnId="{D9668D6F-6D3D-4D7F-BDE5-787493721B4B}">
      <dgm:prSet/>
      <dgm:spPr/>
      <dgm:t>
        <a:bodyPr/>
        <a:lstStyle/>
        <a:p>
          <a:endParaRPr lang="en-US"/>
        </a:p>
      </dgm:t>
    </dgm:pt>
    <dgm:pt modelId="{A7C4B11C-AC43-4A9D-B20F-03407279539F}">
      <dgm:prSet phldrT="[Text]"/>
      <dgm:spPr/>
      <dgm:t>
        <a:bodyPr/>
        <a:lstStyle/>
        <a:p>
          <a:r>
            <a:rPr lang="en-US" dirty="0" smtClean="0"/>
            <a:t>Group13</a:t>
          </a:r>
          <a:endParaRPr lang="en-US" dirty="0"/>
        </a:p>
      </dgm:t>
    </dgm:pt>
    <dgm:pt modelId="{F15105DD-AF20-48E3-A8D5-5B0A937D96A0}" type="parTrans" cxnId="{FB746317-5891-4654-8CCA-B98EF6C6471C}">
      <dgm:prSet/>
      <dgm:spPr/>
      <dgm:t>
        <a:bodyPr/>
        <a:lstStyle/>
        <a:p>
          <a:endParaRPr lang="en-US"/>
        </a:p>
      </dgm:t>
    </dgm:pt>
    <dgm:pt modelId="{6C8547B6-AD1A-4508-BC2F-BFE11DA7EE44}" type="sibTrans" cxnId="{FB746317-5891-4654-8CCA-B98EF6C6471C}">
      <dgm:prSet/>
      <dgm:spPr/>
      <dgm:t>
        <a:bodyPr/>
        <a:lstStyle/>
        <a:p>
          <a:endParaRPr lang="en-US"/>
        </a:p>
      </dgm:t>
    </dgm:pt>
    <dgm:pt modelId="{CE634133-CD93-472E-960C-271A98CDE83D}">
      <dgm:prSet phldrT="[Text]"/>
      <dgm:spPr/>
      <dgm:t>
        <a:bodyPr/>
        <a:lstStyle/>
        <a:p>
          <a:r>
            <a:rPr lang="en-US" dirty="0" smtClean="0"/>
            <a:t>Group14</a:t>
          </a:r>
          <a:endParaRPr lang="en-US" dirty="0"/>
        </a:p>
      </dgm:t>
    </dgm:pt>
    <dgm:pt modelId="{F0E7B667-2D91-4601-9320-46DF4F39FE33}" type="parTrans" cxnId="{54D47582-7280-45C4-BAFD-26C53F3C9561}">
      <dgm:prSet/>
      <dgm:spPr/>
      <dgm:t>
        <a:bodyPr/>
        <a:lstStyle/>
        <a:p>
          <a:endParaRPr lang="en-US"/>
        </a:p>
      </dgm:t>
    </dgm:pt>
    <dgm:pt modelId="{AE73A717-86DE-4866-AB5A-6A2CB698A033}" type="sibTrans" cxnId="{54D47582-7280-45C4-BAFD-26C53F3C9561}">
      <dgm:prSet/>
      <dgm:spPr/>
      <dgm:t>
        <a:bodyPr/>
        <a:lstStyle/>
        <a:p>
          <a:endParaRPr lang="en-US"/>
        </a:p>
      </dgm:t>
    </dgm:pt>
    <dgm:pt modelId="{888D55D4-4F71-4B14-9652-EAEEFDD5FE50}">
      <dgm:prSet phldrT="[Text]"/>
      <dgm:spPr/>
      <dgm:t>
        <a:bodyPr/>
        <a:lstStyle/>
        <a:p>
          <a:r>
            <a:rPr lang="en-US" dirty="0" smtClean="0"/>
            <a:t>Group15</a:t>
          </a:r>
          <a:endParaRPr lang="en-US" dirty="0"/>
        </a:p>
      </dgm:t>
    </dgm:pt>
    <dgm:pt modelId="{F96E81B9-77CA-45F8-A94E-C1A57D737DA6}" type="parTrans" cxnId="{F532B491-1030-4384-8C0A-605EFB735AD8}">
      <dgm:prSet/>
      <dgm:spPr/>
      <dgm:t>
        <a:bodyPr/>
        <a:lstStyle/>
        <a:p>
          <a:endParaRPr lang="en-US"/>
        </a:p>
      </dgm:t>
    </dgm:pt>
    <dgm:pt modelId="{3FBA8171-8F72-4D31-85B8-154C0B335869}" type="sibTrans" cxnId="{F532B491-1030-4384-8C0A-605EFB735AD8}">
      <dgm:prSet/>
      <dgm:spPr/>
      <dgm:t>
        <a:bodyPr/>
        <a:lstStyle/>
        <a:p>
          <a:endParaRPr lang="en-US"/>
        </a:p>
      </dgm:t>
    </dgm:pt>
    <dgm:pt modelId="{409C815A-1DFA-4D11-9D5F-5AEABB54CE8C}">
      <dgm:prSet phldrT="[Text]"/>
      <dgm:spPr/>
      <dgm:t>
        <a:bodyPr/>
        <a:lstStyle/>
        <a:p>
          <a:r>
            <a:rPr lang="en-US" dirty="0" smtClean="0"/>
            <a:t>Group16</a:t>
          </a:r>
          <a:endParaRPr lang="en-US" dirty="0"/>
        </a:p>
      </dgm:t>
    </dgm:pt>
    <dgm:pt modelId="{8A056BBE-3DEE-4E03-A5EA-9EE3FFA34BC9}" type="parTrans" cxnId="{7635C172-826E-45D4-8F9B-22FD1D91ACC7}">
      <dgm:prSet/>
      <dgm:spPr/>
      <dgm:t>
        <a:bodyPr/>
        <a:lstStyle/>
        <a:p>
          <a:endParaRPr lang="en-US"/>
        </a:p>
      </dgm:t>
    </dgm:pt>
    <dgm:pt modelId="{8F61A65A-F7F7-4F5C-91FA-14F27BAC090E}" type="sibTrans" cxnId="{7635C172-826E-45D4-8F9B-22FD1D91ACC7}">
      <dgm:prSet/>
      <dgm:spPr/>
      <dgm:t>
        <a:bodyPr/>
        <a:lstStyle/>
        <a:p>
          <a:endParaRPr lang="en-US"/>
        </a:p>
      </dgm:t>
    </dgm:pt>
    <dgm:pt modelId="{796EF08B-E2B6-4DB8-9DD8-FF188927C4EB}">
      <dgm:prSet phldrT="[Text]"/>
      <dgm:spPr/>
      <dgm:t>
        <a:bodyPr/>
        <a:lstStyle/>
        <a:p>
          <a:r>
            <a:rPr lang="en-US" dirty="0" smtClean="0"/>
            <a:t>Group17</a:t>
          </a:r>
          <a:endParaRPr lang="en-US" dirty="0"/>
        </a:p>
      </dgm:t>
    </dgm:pt>
    <dgm:pt modelId="{EC0C6371-5595-4B77-B753-542B36E09A02}" type="parTrans" cxnId="{5D2A8493-B633-464F-9F01-EB8BA3B8BD0F}">
      <dgm:prSet/>
      <dgm:spPr/>
      <dgm:t>
        <a:bodyPr/>
        <a:lstStyle/>
        <a:p>
          <a:endParaRPr lang="en-US"/>
        </a:p>
      </dgm:t>
    </dgm:pt>
    <dgm:pt modelId="{E16ECD14-E1E6-43C2-A056-BC268ADADD60}" type="sibTrans" cxnId="{5D2A8493-B633-464F-9F01-EB8BA3B8BD0F}">
      <dgm:prSet/>
      <dgm:spPr/>
      <dgm:t>
        <a:bodyPr/>
        <a:lstStyle/>
        <a:p>
          <a:endParaRPr lang="en-US"/>
        </a:p>
      </dgm:t>
    </dgm:pt>
    <dgm:pt modelId="{9111B4F9-6FA0-43C6-AC95-410CFCF291A4}">
      <dgm:prSet phldrT="[Text]"/>
      <dgm:spPr/>
      <dgm:t>
        <a:bodyPr/>
        <a:lstStyle/>
        <a:p>
          <a:r>
            <a:rPr lang="en-US" dirty="0" smtClean="0"/>
            <a:t>Group18</a:t>
          </a:r>
          <a:endParaRPr lang="en-US" dirty="0"/>
        </a:p>
      </dgm:t>
    </dgm:pt>
    <dgm:pt modelId="{D5EE7763-71CE-4301-A143-108EB456A8FB}" type="parTrans" cxnId="{B08317EE-86B0-4153-A92C-B938E4339A18}">
      <dgm:prSet/>
      <dgm:spPr/>
      <dgm:t>
        <a:bodyPr/>
        <a:lstStyle/>
        <a:p>
          <a:endParaRPr lang="en-US"/>
        </a:p>
      </dgm:t>
    </dgm:pt>
    <dgm:pt modelId="{E36EB91D-B36F-45E0-9754-60C02165B5D6}" type="sibTrans" cxnId="{B08317EE-86B0-4153-A92C-B938E4339A18}">
      <dgm:prSet/>
      <dgm:spPr/>
      <dgm:t>
        <a:bodyPr/>
        <a:lstStyle/>
        <a:p>
          <a:endParaRPr lang="en-US"/>
        </a:p>
      </dgm:t>
    </dgm:pt>
    <dgm:pt modelId="{FA26A295-011A-499C-8BE4-FCB45FC37EFB}">
      <dgm:prSet phldrT="[Text]"/>
      <dgm:spPr/>
      <dgm:t>
        <a:bodyPr/>
        <a:lstStyle/>
        <a:p>
          <a:r>
            <a:rPr lang="en-US" dirty="0" smtClean="0"/>
            <a:t>Group19</a:t>
          </a:r>
          <a:endParaRPr lang="en-US" dirty="0"/>
        </a:p>
      </dgm:t>
    </dgm:pt>
    <dgm:pt modelId="{529199A5-AFBE-47BF-B909-ED4845FEBF07}" type="parTrans" cxnId="{C35FD9E4-5CD5-4C37-BCB6-E4B370044C17}">
      <dgm:prSet/>
      <dgm:spPr/>
      <dgm:t>
        <a:bodyPr/>
        <a:lstStyle/>
        <a:p>
          <a:endParaRPr lang="en-US"/>
        </a:p>
      </dgm:t>
    </dgm:pt>
    <dgm:pt modelId="{CEEACC01-1460-49BB-ADCF-0153B050C2D1}" type="sibTrans" cxnId="{C35FD9E4-5CD5-4C37-BCB6-E4B370044C17}">
      <dgm:prSet/>
      <dgm:spPr/>
      <dgm:t>
        <a:bodyPr/>
        <a:lstStyle/>
        <a:p>
          <a:endParaRPr lang="en-US"/>
        </a:p>
      </dgm:t>
    </dgm:pt>
    <dgm:pt modelId="{320B4B01-F65A-4948-8C47-0E834A0E9B71}">
      <dgm:prSet phldrT="[Text]"/>
      <dgm:spPr/>
      <dgm:t>
        <a:bodyPr/>
        <a:lstStyle/>
        <a:p>
          <a:r>
            <a:rPr lang="en-US" dirty="0" smtClean="0"/>
            <a:t>Group20</a:t>
          </a:r>
          <a:endParaRPr lang="en-US" dirty="0"/>
        </a:p>
      </dgm:t>
    </dgm:pt>
    <dgm:pt modelId="{FFC3421D-0FCB-42A1-A695-C905185C51CC}" type="parTrans" cxnId="{26C5F7DA-259A-4EBB-A570-EAEEC3B3C1CF}">
      <dgm:prSet/>
      <dgm:spPr/>
      <dgm:t>
        <a:bodyPr/>
        <a:lstStyle/>
        <a:p>
          <a:endParaRPr lang="en-US"/>
        </a:p>
      </dgm:t>
    </dgm:pt>
    <dgm:pt modelId="{A6BE82F8-EDBC-490D-B1D3-114C722600AB}" type="sibTrans" cxnId="{26C5F7DA-259A-4EBB-A570-EAEEC3B3C1CF}">
      <dgm:prSet/>
      <dgm:spPr/>
      <dgm:t>
        <a:bodyPr/>
        <a:lstStyle/>
        <a:p>
          <a:endParaRPr lang="en-US"/>
        </a:p>
      </dgm:t>
    </dgm:pt>
    <dgm:pt modelId="{6B614D43-C259-4F1E-A961-DCCA50245F32}">
      <dgm:prSet phldrT="[Text]"/>
      <dgm:spPr/>
      <dgm:t>
        <a:bodyPr/>
        <a:lstStyle/>
        <a:p>
          <a:r>
            <a:rPr lang="en-US" dirty="0" smtClean="0"/>
            <a:t>Group21</a:t>
          </a:r>
          <a:endParaRPr lang="en-US" dirty="0"/>
        </a:p>
      </dgm:t>
    </dgm:pt>
    <dgm:pt modelId="{37101B32-C791-4143-94E5-C9D794C45512}" type="parTrans" cxnId="{D84C5B7A-FE3F-4502-B4F2-41ECB7465834}">
      <dgm:prSet/>
      <dgm:spPr/>
      <dgm:t>
        <a:bodyPr/>
        <a:lstStyle/>
        <a:p>
          <a:endParaRPr lang="en-US"/>
        </a:p>
      </dgm:t>
    </dgm:pt>
    <dgm:pt modelId="{42B379FA-AB1F-4166-9749-DD9D47752AF1}" type="sibTrans" cxnId="{D84C5B7A-FE3F-4502-B4F2-41ECB7465834}">
      <dgm:prSet/>
      <dgm:spPr/>
      <dgm:t>
        <a:bodyPr/>
        <a:lstStyle/>
        <a:p>
          <a:endParaRPr lang="en-US"/>
        </a:p>
      </dgm:t>
    </dgm:pt>
    <dgm:pt modelId="{C7A240E3-FC63-4595-8B18-C257373E48A8}">
      <dgm:prSet phldrT="[Text]"/>
      <dgm:spPr/>
      <dgm:t>
        <a:bodyPr/>
        <a:lstStyle/>
        <a:p>
          <a:r>
            <a:rPr lang="en-US" dirty="0" smtClean="0"/>
            <a:t>Group22</a:t>
          </a:r>
          <a:endParaRPr lang="en-US" dirty="0"/>
        </a:p>
      </dgm:t>
    </dgm:pt>
    <dgm:pt modelId="{3226B2A0-C425-44FD-A0EF-38DC970D03A6}" type="parTrans" cxnId="{F752F8C5-09E6-4CDF-AF77-0EBB7C306561}">
      <dgm:prSet/>
      <dgm:spPr/>
      <dgm:t>
        <a:bodyPr/>
        <a:lstStyle/>
        <a:p>
          <a:endParaRPr lang="en-US"/>
        </a:p>
      </dgm:t>
    </dgm:pt>
    <dgm:pt modelId="{CC440629-B791-4D98-B6CE-BF59067A811D}" type="sibTrans" cxnId="{F752F8C5-09E6-4CDF-AF77-0EBB7C306561}">
      <dgm:prSet/>
      <dgm:spPr/>
      <dgm:t>
        <a:bodyPr/>
        <a:lstStyle/>
        <a:p>
          <a:endParaRPr lang="en-US"/>
        </a:p>
      </dgm:t>
    </dgm:pt>
    <dgm:pt modelId="{965A849E-2826-4EC6-BB0C-397242B29888}">
      <dgm:prSet phldrT="[Text]"/>
      <dgm:spPr/>
      <dgm:t>
        <a:bodyPr/>
        <a:lstStyle/>
        <a:p>
          <a:r>
            <a:rPr lang="en-US" dirty="0" smtClean="0"/>
            <a:t>Group23</a:t>
          </a:r>
          <a:endParaRPr lang="en-US" dirty="0"/>
        </a:p>
      </dgm:t>
    </dgm:pt>
    <dgm:pt modelId="{D83B0BBE-15A5-4739-B6C0-D8C4E42E25A0}" type="parTrans" cxnId="{81531205-E2B9-45A0-A740-7143B9AB7ACC}">
      <dgm:prSet/>
      <dgm:spPr/>
      <dgm:t>
        <a:bodyPr/>
        <a:lstStyle/>
        <a:p>
          <a:endParaRPr lang="en-US"/>
        </a:p>
      </dgm:t>
    </dgm:pt>
    <dgm:pt modelId="{3DAEB32C-2ED0-4548-8839-32044884D370}" type="sibTrans" cxnId="{81531205-E2B9-45A0-A740-7143B9AB7ACC}">
      <dgm:prSet/>
      <dgm:spPr/>
      <dgm:t>
        <a:bodyPr/>
        <a:lstStyle/>
        <a:p>
          <a:endParaRPr lang="en-US"/>
        </a:p>
      </dgm:t>
    </dgm:pt>
    <dgm:pt modelId="{3B8FD7FB-8F29-4043-8F57-405C2C3D1EBD}" type="pres">
      <dgm:prSet presAssocID="{0AEC67C1-B76D-4A8C-963E-A049C7AE35F1}" presName="cycle" presStyleCnt="0">
        <dgm:presLayoutVars>
          <dgm:dir/>
          <dgm:resizeHandles val="exact"/>
        </dgm:presLayoutVars>
      </dgm:prSet>
      <dgm:spPr/>
      <dgm:t>
        <a:bodyPr/>
        <a:lstStyle/>
        <a:p>
          <a:endParaRPr lang="en-US"/>
        </a:p>
      </dgm:t>
    </dgm:pt>
    <dgm:pt modelId="{3E7D9DE5-3A5A-4179-8403-46C1842F44D0}" type="pres">
      <dgm:prSet presAssocID="{1DB452C9-53A1-47A8-80ED-8A616FB1DA01}" presName="node" presStyleLbl="node1" presStyleIdx="0" presStyleCnt="23">
        <dgm:presLayoutVars>
          <dgm:bulletEnabled val="1"/>
        </dgm:presLayoutVars>
      </dgm:prSet>
      <dgm:spPr/>
      <dgm:t>
        <a:bodyPr/>
        <a:lstStyle/>
        <a:p>
          <a:endParaRPr lang="en-US"/>
        </a:p>
      </dgm:t>
    </dgm:pt>
    <dgm:pt modelId="{8CBA7289-D5A1-43BB-96EC-658B5A8D574E}" type="pres">
      <dgm:prSet presAssocID="{1DB452C9-53A1-47A8-80ED-8A616FB1DA01}" presName="spNode" presStyleCnt="0"/>
      <dgm:spPr/>
    </dgm:pt>
    <dgm:pt modelId="{50132201-75B3-4439-BC28-F604FC679866}" type="pres">
      <dgm:prSet presAssocID="{EE50B0E1-F909-47EE-873A-F88B824E8141}" presName="sibTrans" presStyleLbl="sibTrans1D1" presStyleIdx="0" presStyleCnt="23"/>
      <dgm:spPr/>
      <dgm:t>
        <a:bodyPr/>
        <a:lstStyle/>
        <a:p>
          <a:endParaRPr lang="en-US"/>
        </a:p>
      </dgm:t>
    </dgm:pt>
    <dgm:pt modelId="{CA21ED3F-92F2-4D34-9714-0B454F746502}" type="pres">
      <dgm:prSet presAssocID="{5867C861-02BD-4C01-90BD-0343917D3308}" presName="node" presStyleLbl="node1" presStyleIdx="1" presStyleCnt="23">
        <dgm:presLayoutVars>
          <dgm:bulletEnabled val="1"/>
        </dgm:presLayoutVars>
      </dgm:prSet>
      <dgm:spPr/>
      <dgm:t>
        <a:bodyPr/>
        <a:lstStyle/>
        <a:p>
          <a:endParaRPr lang="en-US"/>
        </a:p>
      </dgm:t>
    </dgm:pt>
    <dgm:pt modelId="{5F781483-9EF9-4B81-A115-6CEA6798947C}" type="pres">
      <dgm:prSet presAssocID="{5867C861-02BD-4C01-90BD-0343917D3308}" presName="spNode" presStyleCnt="0"/>
      <dgm:spPr/>
    </dgm:pt>
    <dgm:pt modelId="{7887C5DC-9913-4199-AEDF-77F5415CDAC1}" type="pres">
      <dgm:prSet presAssocID="{FE34ED0D-43CD-43A7-A289-B078595383AD}" presName="sibTrans" presStyleLbl="sibTrans1D1" presStyleIdx="1" presStyleCnt="23"/>
      <dgm:spPr/>
      <dgm:t>
        <a:bodyPr/>
        <a:lstStyle/>
        <a:p>
          <a:endParaRPr lang="en-US"/>
        </a:p>
      </dgm:t>
    </dgm:pt>
    <dgm:pt modelId="{EC9C80C8-4E98-45A3-9514-A60E0C9E910E}" type="pres">
      <dgm:prSet presAssocID="{60276E76-7D17-4AF0-B984-E05FDCE5EAF9}" presName="node" presStyleLbl="node1" presStyleIdx="2" presStyleCnt="23">
        <dgm:presLayoutVars>
          <dgm:bulletEnabled val="1"/>
        </dgm:presLayoutVars>
      </dgm:prSet>
      <dgm:spPr/>
      <dgm:t>
        <a:bodyPr/>
        <a:lstStyle/>
        <a:p>
          <a:endParaRPr lang="en-US"/>
        </a:p>
      </dgm:t>
    </dgm:pt>
    <dgm:pt modelId="{5AD582E6-518D-494A-8851-77BA54B1D179}" type="pres">
      <dgm:prSet presAssocID="{60276E76-7D17-4AF0-B984-E05FDCE5EAF9}" presName="spNode" presStyleCnt="0"/>
      <dgm:spPr/>
    </dgm:pt>
    <dgm:pt modelId="{A5DCE8F0-DAEE-4412-9FDF-F8E167449B5A}" type="pres">
      <dgm:prSet presAssocID="{3AD0382E-B7AE-4D1B-9EC6-A8E25FA295C7}" presName="sibTrans" presStyleLbl="sibTrans1D1" presStyleIdx="2" presStyleCnt="23"/>
      <dgm:spPr/>
      <dgm:t>
        <a:bodyPr/>
        <a:lstStyle/>
        <a:p>
          <a:endParaRPr lang="en-US"/>
        </a:p>
      </dgm:t>
    </dgm:pt>
    <dgm:pt modelId="{F197BEF7-5C18-4E85-994A-04EA396F59B4}" type="pres">
      <dgm:prSet presAssocID="{6D466157-66DB-4DD4-8023-13374872C4DF}" presName="node" presStyleLbl="node1" presStyleIdx="3" presStyleCnt="23">
        <dgm:presLayoutVars>
          <dgm:bulletEnabled val="1"/>
        </dgm:presLayoutVars>
      </dgm:prSet>
      <dgm:spPr/>
      <dgm:t>
        <a:bodyPr/>
        <a:lstStyle/>
        <a:p>
          <a:endParaRPr lang="en-US"/>
        </a:p>
      </dgm:t>
    </dgm:pt>
    <dgm:pt modelId="{3D33A478-76DE-4191-AC8B-701070C16837}" type="pres">
      <dgm:prSet presAssocID="{6D466157-66DB-4DD4-8023-13374872C4DF}" presName="spNode" presStyleCnt="0"/>
      <dgm:spPr/>
    </dgm:pt>
    <dgm:pt modelId="{1AEFC9EE-1FB7-425C-AB91-FFE5E99D0128}" type="pres">
      <dgm:prSet presAssocID="{2DD878C3-CA8D-4D97-BB11-63D44A3442AB}" presName="sibTrans" presStyleLbl="sibTrans1D1" presStyleIdx="3" presStyleCnt="23"/>
      <dgm:spPr/>
      <dgm:t>
        <a:bodyPr/>
        <a:lstStyle/>
        <a:p>
          <a:endParaRPr lang="en-US"/>
        </a:p>
      </dgm:t>
    </dgm:pt>
    <dgm:pt modelId="{9461DA25-8092-42E7-9892-8F4D48DF653E}" type="pres">
      <dgm:prSet presAssocID="{2C274BE5-B389-4078-8F78-286286D47B16}" presName="node" presStyleLbl="node1" presStyleIdx="4" presStyleCnt="23">
        <dgm:presLayoutVars>
          <dgm:bulletEnabled val="1"/>
        </dgm:presLayoutVars>
      </dgm:prSet>
      <dgm:spPr/>
      <dgm:t>
        <a:bodyPr/>
        <a:lstStyle/>
        <a:p>
          <a:endParaRPr lang="en-US"/>
        </a:p>
      </dgm:t>
    </dgm:pt>
    <dgm:pt modelId="{D10D355E-3C9E-41D7-A11D-38F7D09BFA74}" type="pres">
      <dgm:prSet presAssocID="{2C274BE5-B389-4078-8F78-286286D47B16}" presName="spNode" presStyleCnt="0"/>
      <dgm:spPr/>
    </dgm:pt>
    <dgm:pt modelId="{5FA3E78C-2AB0-449D-B0B4-EDD97A4024EB}" type="pres">
      <dgm:prSet presAssocID="{342C9B7B-B1FA-4D57-B3AE-19B4EAD28D26}" presName="sibTrans" presStyleLbl="sibTrans1D1" presStyleIdx="4" presStyleCnt="23"/>
      <dgm:spPr/>
      <dgm:t>
        <a:bodyPr/>
        <a:lstStyle/>
        <a:p>
          <a:endParaRPr lang="en-US"/>
        </a:p>
      </dgm:t>
    </dgm:pt>
    <dgm:pt modelId="{DA6F5FBB-AD73-4ADB-B796-536C610E3FBF}" type="pres">
      <dgm:prSet presAssocID="{A0D53082-E036-4E4C-8CDD-3DFDBDC0F8D0}" presName="node" presStyleLbl="node1" presStyleIdx="5" presStyleCnt="23">
        <dgm:presLayoutVars>
          <dgm:bulletEnabled val="1"/>
        </dgm:presLayoutVars>
      </dgm:prSet>
      <dgm:spPr/>
      <dgm:t>
        <a:bodyPr/>
        <a:lstStyle/>
        <a:p>
          <a:endParaRPr lang="en-US"/>
        </a:p>
      </dgm:t>
    </dgm:pt>
    <dgm:pt modelId="{1494556D-2096-4236-BEE3-E2CC5D821B2D}" type="pres">
      <dgm:prSet presAssocID="{A0D53082-E036-4E4C-8CDD-3DFDBDC0F8D0}" presName="spNode" presStyleCnt="0"/>
      <dgm:spPr/>
    </dgm:pt>
    <dgm:pt modelId="{4E633252-5117-484E-A260-8EA7D4E24332}" type="pres">
      <dgm:prSet presAssocID="{B192576A-F6EB-4568-A67B-8AF396F52E2A}" presName="sibTrans" presStyleLbl="sibTrans1D1" presStyleIdx="5" presStyleCnt="23"/>
      <dgm:spPr/>
      <dgm:t>
        <a:bodyPr/>
        <a:lstStyle/>
        <a:p>
          <a:endParaRPr lang="en-US"/>
        </a:p>
      </dgm:t>
    </dgm:pt>
    <dgm:pt modelId="{7DBDDD8B-BE1C-499F-8611-7311DA05BE0A}" type="pres">
      <dgm:prSet presAssocID="{D23EEA6B-19F0-4B1A-A0BD-A613D5DA1F97}" presName="node" presStyleLbl="node1" presStyleIdx="6" presStyleCnt="23">
        <dgm:presLayoutVars>
          <dgm:bulletEnabled val="1"/>
        </dgm:presLayoutVars>
      </dgm:prSet>
      <dgm:spPr/>
      <dgm:t>
        <a:bodyPr/>
        <a:lstStyle/>
        <a:p>
          <a:endParaRPr lang="en-US"/>
        </a:p>
      </dgm:t>
    </dgm:pt>
    <dgm:pt modelId="{C514EDBC-BC56-4203-8686-BC992201EF07}" type="pres">
      <dgm:prSet presAssocID="{D23EEA6B-19F0-4B1A-A0BD-A613D5DA1F97}" presName="spNode" presStyleCnt="0"/>
      <dgm:spPr/>
    </dgm:pt>
    <dgm:pt modelId="{2AFAAB34-6B6F-4CF6-A36C-4B516385AAC3}" type="pres">
      <dgm:prSet presAssocID="{4C54E9F7-3F8E-4D77-B02E-424BA79AE782}" presName="sibTrans" presStyleLbl="sibTrans1D1" presStyleIdx="6" presStyleCnt="23"/>
      <dgm:spPr/>
      <dgm:t>
        <a:bodyPr/>
        <a:lstStyle/>
        <a:p>
          <a:endParaRPr lang="en-US"/>
        </a:p>
      </dgm:t>
    </dgm:pt>
    <dgm:pt modelId="{87B323EC-6BE4-478A-AE3B-A66F1E83FC0E}" type="pres">
      <dgm:prSet presAssocID="{BCD08B15-39B6-4B6A-9A29-6E0023965AEA}" presName="node" presStyleLbl="node1" presStyleIdx="7" presStyleCnt="23">
        <dgm:presLayoutVars>
          <dgm:bulletEnabled val="1"/>
        </dgm:presLayoutVars>
      </dgm:prSet>
      <dgm:spPr/>
      <dgm:t>
        <a:bodyPr/>
        <a:lstStyle/>
        <a:p>
          <a:endParaRPr lang="en-US"/>
        </a:p>
      </dgm:t>
    </dgm:pt>
    <dgm:pt modelId="{8B116787-BB29-4C89-9C38-B47C413C38F5}" type="pres">
      <dgm:prSet presAssocID="{BCD08B15-39B6-4B6A-9A29-6E0023965AEA}" presName="spNode" presStyleCnt="0"/>
      <dgm:spPr/>
    </dgm:pt>
    <dgm:pt modelId="{EC3BB6B0-4C24-4E95-8F94-7729F63B81C1}" type="pres">
      <dgm:prSet presAssocID="{552C6C61-3E04-46D8-B494-FC61650B9F3C}" presName="sibTrans" presStyleLbl="sibTrans1D1" presStyleIdx="7" presStyleCnt="23"/>
      <dgm:spPr/>
      <dgm:t>
        <a:bodyPr/>
        <a:lstStyle/>
        <a:p>
          <a:endParaRPr lang="en-US"/>
        </a:p>
      </dgm:t>
    </dgm:pt>
    <dgm:pt modelId="{8BE4530F-E5E9-4202-AECC-EE9E7AB068EE}" type="pres">
      <dgm:prSet presAssocID="{8A797F95-FE8E-4664-AF82-044C61C09760}" presName="node" presStyleLbl="node1" presStyleIdx="8" presStyleCnt="23">
        <dgm:presLayoutVars>
          <dgm:bulletEnabled val="1"/>
        </dgm:presLayoutVars>
      </dgm:prSet>
      <dgm:spPr/>
      <dgm:t>
        <a:bodyPr/>
        <a:lstStyle/>
        <a:p>
          <a:endParaRPr lang="en-US"/>
        </a:p>
      </dgm:t>
    </dgm:pt>
    <dgm:pt modelId="{C5652CA4-1726-4564-9EA6-89EE3981068F}" type="pres">
      <dgm:prSet presAssocID="{8A797F95-FE8E-4664-AF82-044C61C09760}" presName="spNode" presStyleCnt="0"/>
      <dgm:spPr/>
    </dgm:pt>
    <dgm:pt modelId="{45F65882-A27E-4B75-B962-518A90BF48C7}" type="pres">
      <dgm:prSet presAssocID="{DC8B683E-EFB2-415B-A079-66EB42200398}" presName="sibTrans" presStyleLbl="sibTrans1D1" presStyleIdx="8" presStyleCnt="23"/>
      <dgm:spPr/>
      <dgm:t>
        <a:bodyPr/>
        <a:lstStyle/>
        <a:p>
          <a:endParaRPr lang="en-US"/>
        </a:p>
      </dgm:t>
    </dgm:pt>
    <dgm:pt modelId="{B6BF0FE1-88C7-483A-B29C-2EEA6B43C64E}" type="pres">
      <dgm:prSet presAssocID="{80FC0B6D-49A8-435A-BB28-409292372BCC}" presName="node" presStyleLbl="node1" presStyleIdx="9" presStyleCnt="23">
        <dgm:presLayoutVars>
          <dgm:bulletEnabled val="1"/>
        </dgm:presLayoutVars>
      </dgm:prSet>
      <dgm:spPr/>
      <dgm:t>
        <a:bodyPr/>
        <a:lstStyle/>
        <a:p>
          <a:endParaRPr lang="en-US"/>
        </a:p>
      </dgm:t>
    </dgm:pt>
    <dgm:pt modelId="{12752CAE-07FD-4FE7-B5B8-F2D5331DD0C3}" type="pres">
      <dgm:prSet presAssocID="{80FC0B6D-49A8-435A-BB28-409292372BCC}" presName="spNode" presStyleCnt="0"/>
      <dgm:spPr/>
    </dgm:pt>
    <dgm:pt modelId="{8327AD10-BC83-42AD-BBCC-73F4E3B18F95}" type="pres">
      <dgm:prSet presAssocID="{72FFD877-6357-4819-8BB0-2F2F45FC7B52}" presName="sibTrans" presStyleLbl="sibTrans1D1" presStyleIdx="9" presStyleCnt="23"/>
      <dgm:spPr/>
      <dgm:t>
        <a:bodyPr/>
        <a:lstStyle/>
        <a:p>
          <a:endParaRPr lang="en-US"/>
        </a:p>
      </dgm:t>
    </dgm:pt>
    <dgm:pt modelId="{438C6DCC-8FD8-4920-BDC9-4F647C1C05BD}" type="pres">
      <dgm:prSet presAssocID="{62460D7A-DA47-494F-811D-D4BBDF0792AF}" presName="node" presStyleLbl="node1" presStyleIdx="10" presStyleCnt="23">
        <dgm:presLayoutVars>
          <dgm:bulletEnabled val="1"/>
        </dgm:presLayoutVars>
      </dgm:prSet>
      <dgm:spPr/>
      <dgm:t>
        <a:bodyPr/>
        <a:lstStyle/>
        <a:p>
          <a:endParaRPr lang="en-US"/>
        </a:p>
      </dgm:t>
    </dgm:pt>
    <dgm:pt modelId="{E18B6BCF-E6CA-4416-878E-796E54C8211B}" type="pres">
      <dgm:prSet presAssocID="{62460D7A-DA47-494F-811D-D4BBDF0792AF}" presName="spNode" presStyleCnt="0"/>
      <dgm:spPr/>
    </dgm:pt>
    <dgm:pt modelId="{A51679DD-6035-4397-83B9-D6971D94A953}" type="pres">
      <dgm:prSet presAssocID="{D57B41DE-86DE-4FE7-BF4C-283F100ADD7D}" presName="sibTrans" presStyleLbl="sibTrans1D1" presStyleIdx="10" presStyleCnt="23"/>
      <dgm:spPr/>
      <dgm:t>
        <a:bodyPr/>
        <a:lstStyle/>
        <a:p>
          <a:endParaRPr lang="en-US"/>
        </a:p>
      </dgm:t>
    </dgm:pt>
    <dgm:pt modelId="{C187070A-5E4D-4C78-AF32-AC83CC867E95}" type="pres">
      <dgm:prSet presAssocID="{581FD5D4-CD40-41EE-99C8-3775A7A39E44}" presName="node" presStyleLbl="node1" presStyleIdx="11" presStyleCnt="23">
        <dgm:presLayoutVars>
          <dgm:bulletEnabled val="1"/>
        </dgm:presLayoutVars>
      </dgm:prSet>
      <dgm:spPr/>
      <dgm:t>
        <a:bodyPr/>
        <a:lstStyle/>
        <a:p>
          <a:endParaRPr lang="en-US"/>
        </a:p>
      </dgm:t>
    </dgm:pt>
    <dgm:pt modelId="{513C987D-64DB-4EFE-A0CB-1450E797DC03}" type="pres">
      <dgm:prSet presAssocID="{581FD5D4-CD40-41EE-99C8-3775A7A39E44}" presName="spNode" presStyleCnt="0"/>
      <dgm:spPr/>
    </dgm:pt>
    <dgm:pt modelId="{E9D604A0-67B2-4FA3-A234-FBCA3350BF49}" type="pres">
      <dgm:prSet presAssocID="{6B82B2EA-8181-44CA-B65C-24743C1A93AC}" presName="sibTrans" presStyleLbl="sibTrans1D1" presStyleIdx="11" presStyleCnt="23"/>
      <dgm:spPr/>
      <dgm:t>
        <a:bodyPr/>
        <a:lstStyle/>
        <a:p>
          <a:endParaRPr lang="en-US"/>
        </a:p>
      </dgm:t>
    </dgm:pt>
    <dgm:pt modelId="{B3F7042C-D71A-4976-87B8-30E82E99F4EC}" type="pres">
      <dgm:prSet presAssocID="{A7C4B11C-AC43-4A9D-B20F-03407279539F}" presName="node" presStyleLbl="node1" presStyleIdx="12" presStyleCnt="23">
        <dgm:presLayoutVars>
          <dgm:bulletEnabled val="1"/>
        </dgm:presLayoutVars>
      </dgm:prSet>
      <dgm:spPr/>
      <dgm:t>
        <a:bodyPr/>
        <a:lstStyle/>
        <a:p>
          <a:endParaRPr lang="en-US"/>
        </a:p>
      </dgm:t>
    </dgm:pt>
    <dgm:pt modelId="{0D503677-6BE4-4C03-9F6C-B0C86E10D93C}" type="pres">
      <dgm:prSet presAssocID="{A7C4B11C-AC43-4A9D-B20F-03407279539F}" presName="spNode" presStyleCnt="0"/>
      <dgm:spPr/>
    </dgm:pt>
    <dgm:pt modelId="{6D53C6B7-BB63-4AA9-AEE6-B8CC3BE1A99D}" type="pres">
      <dgm:prSet presAssocID="{6C8547B6-AD1A-4508-BC2F-BFE11DA7EE44}" presName="sibTrans" presStyleLbl="sibTrans1D1" presStyleIdx="12" presStyleCnt="23"/>
      <dgm:spPr/>
      <dgm:t>
        <a:bodyPr/>
        <a:lstStyle/>
        <a:p>
          <a:endParaRPr lang="en-US"/>
        </a:p>
      </dgm:t>
    </dgm:pt>
    <dgm:pt modelId="{9BCD8AD4-617C-4E13-8D3C-4C01B9001FD7}" type="pres">
      <dgm:prSet presAssocID="{CE634133-CD93-472E-960C-271A98CDE83D}" presName="node" presStyleLbl="node1" presStyleIdx="13" presStyleCnt="23">
        <dgm:presLayoutVars>
          <dgm:bulletEnabled val="1"/>
        </dgm:presLayoutVars>
      </dgm:prSet>
      <dgm:spPr/>
      <dgm:t>
        <a:bodyPr/>
        <a:lstStyle/>
        <a:p>
          <a:endParaRPr lang="en-US"/>
        </a:p>
      </dgm:t>
    </dgm:pt>
    <dgm:pt modelId="{1DD1E13D-5163-4921-801A-943161BCC589}" type="pres">
      <dgm:prSet presAssocID="{CE634133-CD93-472E-960C-271A98CDE83D}" presName="spNode" presStyleCnt="0"/>
      <dgm:spPr/>
    </dgm:pt>
    <dgm:pt modelId="{23EF2C38-F3C7-48D1-8F8E-12F1231C10CC}" type="pres">
      <dgm:prSet presAssocID="{AE73A717-86DE-4866-AB5A-6A2CB698A033}" presName="sibTrans" presStyleLbl="sibTrans1D1" presStyleIdx="13" presStyleCnt="23"/>
      <dgm:spPr/>
      <dgm:t>
        <a:bodyPr/>
        <a:lstStyle/>
        <a:p>
          <a:endParaRPr lang="en-US"/>
        </a:p>
      </dgm:t>
    </dgm:pt>
    <dgm:pt modelId="{40241D54-7F93-4390-B533-173AEA7E4D49}" type="pres">
      <dgm:prSet presAssocID="{888D55D4-4F71-4B14-9652-EAEEFDD5FE50}" presName="node" presStyleLbl="node1" presStyleIdx="14" presStyleCnt="23">
        <dgm:presLayoutVars>
          <dgm:bulletEnabled val="1"/>
        </dgm:presLayoutVars>
      </dgm:prSet>
      <dgm:spPr/>
      <dgm:t>
        <a:bodyPr/>
        <a:lstStyle/>
        <a:p>
          <a:endParaRPr lang="en-US"/>
        </a:p>
      </dgm:t>
    </dgm:pt>
    <dgm:pt modelId="{221AABFC-57A6-4982-BF10-9F902C0AECF9}" type="pres">
      <dgm:prSet presAssocID="{888D55D4-4F71-4B14-9652-EAEEFDD5FE50}" presName="spNode" presStyleCnt="0"/>
      <dgm:spPr/>
    </dgm:pt>
    <dgm:pt modelId="{328D56E0-37E9-4F36-A40A-0C71A9E9D8FB}" type="pres">
      <dgm:prSet presAssocID="{3FBA8171-8F72-4D31-85B8-154C0B335869}" presName="sibTrans" presStyleLbl="sibTrans1D1" presStyleIdx="14" presStyleCnt="23"/>
      <dgm:spPr/>
      <dgm:t>
        <a:bodyPr/>
        <a:lstStyle/>
        <a:p>
          <a:endParaRPr lang="en-US"/>
        </a:p>
      </dgm:t>
    </dgm:pt>
    <dgm:pt modelId="{A4719A59-8586-4D53-B9B4-6639B7D7F596}" type="pres">
      <dgm:prSet presAssocID="{409C815A-1DFA-4D11-9D5F-5AEABB54CE8C}" presName="node" presStyleLbl="node1" presStyleIdx="15" presStyleCnt="23">
        <dgm:presLayoutVars>
          <dgm:bulletEnabled val="1"/>
        </dgm:presLayoutVars>
      </dgm:prSet>
      <dgm:spPr/>
      <dgm:t>
        <a:bodyPr/>
        <a:lstStyle/>
        <a:p>
          <a:endParaRPr lang="en-US"/>
        </a:p>
      </dgm:t>
    </dgm:pt>
    <dgm:pt modelId="{FF73CFBB-42E3-49EB-87AF-EA990726005A}" type="pres">
      <dgm:prSet presAssocID="{409C815A-1DFA-4D11-9D5F-5AEABB54CE8C}" presName="spNode" presStyleCnt="0"/>
      <dgm:spPr/>
    </dgm:pt>
    <dgm:pt modelId="{666842F1-7C8E-4DE9-BB00-0D0E266AFCB7}" type="pres">
      <dgm:prSet presAssocID="{8F61A65A-F7F7-4F5C-91FA-14F27BAC090E}" presName="sibTrans" presStyleLbl="sibTrans1D1" presStyleIdx="15" presStyleCnt="23"/>
      <dgm:spPr/>
      <dgm:t>
        <a:bodyPr/>
        <a:lstStyle/>
        <a:p>
          <a:endParaRPr lang="en-US"/>
        </a:p>
      </dgm:t>
    </dgm:pt>
    <dgm:pt modelId="{739A0D2A-DD97-4AED-8C7F-ACBDD5FC9824}" type="pres">
      <dgm:prSet presAssocID="{796EF08B-E2B6-4DB8-9DD8-FF188927C4EB}" presName="node" presStyleLbl="node1" presStyleIdx="16" presStyleCnt="23">
        <dgm:presLayoutVars>
          <dgm:bulletEnabled val="1"/>
        </dgm:presLayoutVars>
      </dgm:prSet>
      <dgm:spPr/>
      <dgm:t>
        <a:bodyPr/>
        <a:lstStyle/>
        <a:p>
          <a:endParaRPr lang="en-US"/>
        </a:p>
      </dgm:t>
    </dgm:pt>
    <dgm:pt modelId="{3A372FCA-5404-4948-A646-7086F524AB67}" type="pres">
      <dgm:prSet presAssocID="{796EF08B-E2B6-4DB8-9DD8-FF188927C4EB}" presName="spNode" presStyleCnt="0"/>
      <dgm:spPr/>
    </dgm:pt>
    <dgm:pt modelId="{27A4ACA9-4906-420F-9CDC-E4E9F84AEDD0}" type="pres">
      <dgm:prSet presAssocID="{E16ECD14-E1E6-43C2-A056-BC268ADADD60}" presName="sibTrans" presStyleLbl="sibTrans1D1" presStyleIdx="16" presStyleCnt="23"/>
      <dgm:spPr/>
      <dgm:t>
        <a:bodyPr/>
        <a:lstStyle/>
        <a:p>
          <a:endParaRPr lang="en-US"/>
        </a:p>
      </dgm:t>
    </dgm:pt>
    <dgm:pt modelId="{8E270C5A-031F-4BF1-8E0B-89F8201DC1D4}" type="pres">
      <dgm:prSet presAssocID="{9111B4F9-6FA0-43C6-AC95-410CFCF291A4}" presName="node" presStyleLbl="node1" presStyleIdx="17" presStyleCnt="23">
        <dgm:presLayoutVars>
          <dgm:bulletEnabled val="1"/>
        </dgm:presLayoutVars>
      </dgm:prSet>
      <dgm:spPr/>
      <dgm:t>
        <a:bodyPr/>
        <a:lstStyle/>
        <a:p>
          <a:endParaRPr lang="en-US"/>
        </a:p>
      </dgm:t>
    </dgm:pt>
    <dgm:pt modelId="{27694AFE-B70A-427C-BE6E-1CCABBD20DEC}" type="pres">
      <dgm:prSet presAssocID="{9111B4F9-6FA0-43C6-AC95-410CFCF291A4}" presName="spNode" presStyleCnt="0"/>
      <dgm:spPr/>
    </dgm:pt>
    <dgm:pt modelId="{35818992-44D6-4EFC-AB25-8AA21C3F8347}" type="pres">
      <dgm:prSet presAssocID="{E36EB91D-B36F-45E0-9754-60C02165B5D6}" presName="sibTrans" presStyleLbl="sibTrans1D1" presStyleIdx="17" presStyleCnt="23"/>
      <dgm:spPr/>
      <dgm:t>
        <a:bodyPr/>
        <a:lstStyle/>
        <a:p>
          <a:endParaRPr lang="en-US"/>
        </a:p>
      </dgm:t>
    </dgm:pt>
    <dgm:pt modelId="{5DABD85D-CCE6-49F6-8A36-BCB6B2EFAA99}" type="pres">
      <dgm:prSet presAssocID="{FA26A295-011A-499C-8BE4-FCB45FC37EFB}" presName="node" presStyleLbl="node1" presStyleIdx="18" presStyleCnt="23">
        <dgm:presLayoutVars>
          <dgm:bulletEnabled val="1"/>
        </dgm:presLayoutVars>
      </dgm:prSet>
      <dgm:spPr/>
      <dgm:t>
        <a:bodyPr/>
        <a:lstStyle/>
        <a:p>
          <a:endParaRPr lang="en-US"/>
        </a:p>
      </dgm:t>
    </dgm:pt>
    <dgm:pt modelId="{78FB3943-01B4-4314-BC59-19CF7F53D258}" type="pres">
      <dgm:prSet presAssocID="{FA26A295-011A-499C-8BE4-FCB45FC37EFB}" presName="spNode" presStyleCnt="0"/>
      <dgm:spPr/>
    </dgm:pt>
    <dgm:pt modelId="{BE42E3C7-251B-41B5-B42C-09EC99014B4C}" type="pres">
      <dgm:prSet presAssocID="{CEEACC01-1460-49BB-ADCF-0153B050C2D1}" presName="sibTrans" presStyleLbl="sibTrans1D1" presStyleIdx="18" presStyleCnt="23"/>
      <dgm:spPr/>
      <dgm:t>
        <a:bodyPr/>
        <a:lstStyle/>
        <a:p>
          <a:endParaRPr lang="en-US"/>
        </a:p>
      </dgm:t>
    </dgm:pt>
    <dgm:pt modelId="{4BDD6F94-3638-435E-8447-FB92FC1D414F}" type="pres">
      <dgm:prSet presAssocID="{320B4B01-F65A-4948-8C47-0E834A0E9B71}" presName="node" presStyleLbl="node1" presStyleIdx="19" presStyleCnt="23">
        <dgm:presLayoutVars>
          <dgm:bulletEnabled val="1"/>
        </dgm:presLayoutVars>
      </dgm:prSet>
      <dgm:spPr/>
      <dgm:t>
        <a:bodyPr/>
        <a:lstStyle/>
        <a:p>
          <a:endParaRPr lang="en-US"/>
        </a:p>
      </dgm:t>
    </dgm:pt>
    <dgm:pt modelId="{1737EFE0-054D-4C4E-93EE-2649FCD17391}" type="pres">
      <dgm:prSet presAssocID="{320B4B01-F65A-4948-8C47-0E834A0E9B71}" presName="spNode" presStyleCnt="0"/>
      <dgm:spPr/>
    </dgm:pt>
    <dgm:pt modelId="{DE2B5A4C-CB18-40F0-8E5B-D4D288E674C9}" type="pres">
      <dgm:prSet presAssocID="{A6BE82F8-EDBC-490D-B1D3-114C722600AB}" presName="sibTrans" presStyleLbl="sibTrans1D1" presStyleIdx="19" presStyleCnt="23"/>
      <dgm:spPr/>
      <dgm:t>
        <a:bodyPr/>
        <a:lstStyle/>
        <a:p>
          <a:endParaRPr lang="en-US"/>
        </a:p>
      </dgm:t>
    </dgm:pt>
    <dgm:pt modelId="{FD10162F-4B67-49EA-A357-9BB47E8DBCED}" type="pres">
      <dgm:prSet presAssocID="{6B614D43-C259-4F1E-A961-DCCA50245F32}" presName="node" presStyleLbl="node1" presStyleIdx="20" presStyleCnt="23">
        <dgm:presLayoutVars>
          <dgm:bulletEnabled val="1"/>
        </dgm:presLayoutVars>
      </dgm:prSet>
      <dgm:spPr/>
      <dgm:t>
        <a:bodyPr/>
        <a:lstStyle/>
        <a:p>
          <a:endParaRPr lang="en-US"/>
        </a:p>
      </dgm:t>
    </dgm:pt>
    <dgm:pt modelId="{B4082797-0DF6-4528-AC97-1E4D6BDC7C2A}" type="pres">
      <dgm:prSet presAssocID="{6B614D43-C259-4F1E-A961-DCCA50245F32}" presName="spNode" presStyleCnt="0"/>
      <dgm:spPr/>
    </dgm:pt>
    <dgm:pt modelId="{8B098E89-6F0C-4020-AAFA-412F25434574}" type="pres">
      <dgm:prSet presAssocID="{42B379FA-AB1F-4166-9749-DD9D47752AF1}" presName="sibTrans" presStyleLbl="sibTrans1D1" presStyleIdx="20" presStyleCnt="23"/>
      <dgm:spPr/>
      <dgm:t>
        <a:bodyPr/>
        <a:lstStyle/>
        <a:p>
          <a:endParaRPr lang="en-US"/>
        </a:p>
      </dgm:t>
    </dgm:pt>
    <dgm:pt modelId="{5251AA44-A6C0-48F5-82BD-15AE1751E41B}" type="pres">
      <dgm:prSet presAssocID="{C7A240E3-FC63-4595-8B18-C257373E48A8}" presName="node" presStyleLbl="node1" presStyleIdx="21" presStyleCnt="23">
        <dgm:presLayoutVars>
          <dgm:bulletEnabled val="1"/>
        </dgm:presLayoutVars>
      </dgm:prSet>
      <dgm:spPr/>
      <dgm:t>
        <a:bodyPr/>
        <a:lstStyle/>
        <a:p>
          <a:endParaRPr lang="en-US"/>
        </a:p>
      </dgm:t>
    </dgm:pt>
    <dgm:pt modelId="{04C584F3-6050-47FA-AC79-490E876A1E06}" type="pres">
      <dgm:prSet presAssocID="{C7A240E3-FC63-4595-8B18-C257373E48A8}" presName="spNode" presStyleCnt="0"/>
      <dgm:spPr/>
    </dgm:pt>
    <dgm:pt modelId="{96698129-963B-4227-B693-BC3EACAB6500}" type="pres">
      <dgm:prSet presAssocID="{CC440629-B791-4D98-B6CE-BF59067A811D}" presName="sibTrans" presStyleLbl="sibTrans1D1" presStyleIdx="21" presStyleCnt="23"/>
      <dgm:spPr/>
      <dgm:t>
        <a:bodyPr/>
        <a:lstStyle/>
        <a:p>
          <a:endParaRPr lang="en-US"/>
        </a:p>
      </dgm:t>
    </dgm:pt>
    <dgm:pt modelId="{5370936A-911B-4A4B-8988-2468A7FFF388}" type="pres">
      <dgm:prSet presAssocID="{965A849E-2826-4EC6-BB0C-397242B29888}" presName="node" presStyleLbl="node1" presStyleIdx="22" presStyleCnt="23">
        <dgm:presLayoutVars>
          <dgm:bulletEnabled val="1"/>
        </dgm:presLayoutVars>
      </dgm:prSet>
      <dgm:spPr/>
      <dgm:t>
        <a:bodyPr/>
        <a:lstStyle/>
        <a:p>
          <a:endParaRPr lang="en-US"/>
        </a:p>
      </dgm:t>
    </dgm:pt>
    <dgm:pt modelId="{59E4AE9D-A4E0-4C70-9E54-A660ABFE8484}" type="pres">
      <dgm:prSet presAssocID="{965A849E-2826-4EC6-BB0C-397242B29888}" presName="spNode" presStyleCnt="0"/>
      <dgm:spPr/>
    </dgm:pt>
    <dgm:pt modelId="{E7236D2C-75E2-4632-A4E6-1140D5FAFAA1}" type="pres">
      <dgm:prSet presAssocID="{3DAEB32C-2ED0-4548-8839-32044884D370}" presName="sibTrans" presStyleLbl="sibTrans1D1" presStyleIdx="22" presStyleCnt="23"/>
      <dgm:spPr/>
      <dgm:t>
        <a:bodyPr/>
        <a:lstStyle/>
        <a:p>
          <a:endParaRPr lang="en-US"/>
        </a:p>
      </dgm:t>
    </dgm:pt>
  </dgm:ptLst>
  <dgm:cxnLst>
    <dgm:cxn modelId="{F752F8C5-09E6-4CDF-AF77-0EBB7C306561}" srcId="{0AEC67C1-B76D-4A8C-963E-A049C7AE35F1}" destId="{C7A240E3-FC63-4595-8B18-C257373E48A8}" srcOrd="21" destOrd="0" parTransId="{3226B2A0-C425-44FD-A0EF-38DC970D03A6}" sibTransId="{CC440629-B791-4D98-B6CE-BF59067A811D}"/>
    <dgm:cxn modelId="{F6321687-4C18-4CF2-978B-FC717957BB3C}" type="presOf" srcId="{A7C4B11C-AC43-4A9D-B20F-03407279539F}" destId="{B3F7042C-D71A-4976-87B8-30E82E99F4EC}" srcOrd="0" destOrd="0" presId="urn:microsoft.com/office/officeart/2005/8/layout/cycle6"/>
    <dgm:cxn modelId="{3AF5CC6D-8A84-462D-A9DC-4520997C26AE}" type="presOf" srcId="{60276E76-7D17-4AF0-B984-E05FDCE5EAF9}" destId="{EC9C80C8-4E98-45A3-9514-A60E0C9E910E}" srcOrd="0" destOrd="0" presId="urn:microsoft.com/office/officeart/2005/8/layout/cycle6"/>
    <dgm:cxn modelId="{0A577301-541B-4E17-8CA6-35AF5015D167}" srcId="{0AEC67C1-B76D-4A8C-963E-A049C7AE35F1}" destId="{60276E76-7D17-4AF0-B984-E05FDCE5EAF9}" srcOrd="2" destOrd="0" parTransId="{5CE50795-46F1-4FEE-9521-66D5E816D683}" sibTransId="{3AD0382E-B7AE-4D1B-9EC6-A8E25FA295C7}"/>
    <dgm:cxn modelId="{7401F90E-8875-4580-91CE-0A52A0B0D9B7}" type="presOf" srcId="{A6BE82F8-EDBC-490D-B1D3-114C722600AB}" destId="{DE2B5A4C-CB18-40F0-8E5B-D4D288E674C9}" srcOrd="0" destOrd="0" presId="urn:microsoft.com/office/officeart/2005/8/layout/cycle6"/>
    <dgm:cxn modelId="{8837C493-D1F1-4E40-A0ED-DBC41A4494B4}" srcId="{0AEC67C1-B76D-4A8C-963E-A049C7AE35F1}" destId="{80FC0B6D-49A8-435A-BB28-409292372BCC}" srcOrd="9" destOrd="0" parTransId="{2DB6407B-843C-4CC9-9CC3-FEA2864E5E1B}" sibTransId="{72FFD877-6357-4819-8BB0-2F2F45FC7B52}"/>
    <dgm:cxn modelId="{EBED0C93-B429-401D-A9F8-B5E6683D3F94}" type="presOf" srcId="{581FD5D4-CD40-41EE-99C8-3775A7A39E44}" destId="{C187070A-5E4D-4C78-AF32-AC83CC867E95}" srcOrd="0" destOrd="0" presId="urn:microsoft.com/office/officeart/2005/8/layout/cycle6"/>
    <dgm:cxn modelId="{A65ABCC2-F5F8-439A-80A2-17AE8D14B6A7}" type="presOf" srcId="{6B82B2EA-8181-44CA-B65C-24743C1A93AC}" destId="{E9D604A0-67B2-4FA3-A234-FBCA3350BF49}" srcOrd="0" destOrd="0" presId="urn:microsoft.com/office/officeart/2005/8/layout/cycle6"/>
    <dgm:cxn modelId="{2C8A137A-BCEB-498E-8FF6-5E929EDA530B}" type="presOf" srcId="{409C815A-1DFA-4D11-9D5F-5AEABB54CE8C}" destId="{A4719A59-8586-4D53-B9B4-6639B7D7F596}" srcOrd="0" destOrd="0" presId="urn:microsoft.com/office/officeart/2005/8/layout/cycle6"/>
    <dgm:cxn modelId="{A9CB90D1-98B8-4CC4-9337-93937319FAD9}" srcId="{0AEC67C1-B76D-4A8C-963E-A049C7AE35F1}" destId="{8A797F95-FE8E-4664-AF82-044C61C09760}" srcOrd="8" destOrd="0" parTransId="{E4D3AD84-98AA-47E7-A10E-EDF35A02AE57}" sibTransId="{DC8B683E-EFB2-415B-A079-66EB42200398}"/>
    <dgm:cxn modelId="{506E3DBA-26E3-4850-A299-40303BA30AC3}" type="presOf" srcId="{CEEACC01-1460-49BB-ADCF-0153B050C2D1}" destId="{BE42E3C7-251B-41B5-B42C-09EC99014B4C}" srcOrd="0" destOrd="0" presId="urn:microsoft.com/office/officeart/2005/8/layout/cycle6"/>
    <dgm:cxn modelId="{59DC304C-5CB3-4F2C-91D7-AF341839DCE9}" srcId="{0AEC67C1-B76D-4A8C-963E-A049C7AE35F1}" destId="{D23EEA6B-19F0-4B1A-A0BD-A613D5DA1F97}" srcOrd="6" destOrd="0" parTransId="{4A24C8A2-2C43-480B-8F61-CD3AA9BD21EF}" sibTransId="{4C54E9F7-3F8E-4D77-B02E-424BA79AE782}"/>
    <dgm:cxn modelId="{F7394D4A-E635-4E3D-AE73-A91AA0D26B30}" type="presOf" srcId="{342C9B7B-B1FA-4D57-B3AE-19B4EAD28D26}" destId="{5FA3E78C-2AB0-449D-B0B4-EDD97A4024EB}" srcOrd="0" destOrd="0" presId="urn:microsoft.com/office/officeart/2005/8/layout/cycle6"/>
    <dgm:cxn modelId="{26C5F7DA-259A-4EBB-A570-EAEEC3B3C1CF}" srcId="{0AEC67C1-B76D-4A8C-963E-A049C7AE35F1}" destId="{320B4B01-F65A-4948-8C47-0E834A0E9B71}" srcOrd="19" destOrd="0" parTransId="{FFC3421D-0FCB-42A1-A695-C905185C51CC}" sibTransId="{A6BE82F8-EDBC-490D-B1D3-114C722600AB}"/>
    <dgm:cxn modelId="{8EE8EFE6-CEB1-4595-9D9D-C475D844DD47}" type="presOf" srcId="{D57B41DE-86DE-4FE7-BF4C-283F100ADD7D}" destId="{A51679DD-6035-4397-83B9-D6971D94A953}" srcOrd="0" destOrd="0" presId="urn:microsoft.com/office/officeart/2005/8/layout/cycle6"/>
    <dgm:cxn modelId="{F2D3D318-EE82-4CEC-B6AE-C5FDFBA14F80}" type="presOf" srcId="{62460D7A-DA47-494F-811D-D4BBDF0792AF}" destId="{438C6DCC-8FD8-4920-BDC9-4F647C1C05BD}" srcOrd="0" destOrd="0" presId="urn:microsoft.com/office/officeart/2005/8/layout/cycle6"/>
    <dgm:cxn modelId="{2A30401B-DFD6-469D-9E08-95DD49501B84}" type="presOf" srcId="{B192576A-F6EB-4568-A67B-8AF396F52E2A}" destId="{4E633252-5117-484E-A260-8EA7D4E24332}" srcOrd="0" destOrd="0" presId="urn:microsoft.com/office/officeart/2005/8/layout/cycle6"/>
    <dgm:cxn modelId="{5E4F00B3-E642-4D72-A68F-39A6BC51841D}" srcId="{0AEC67C1-B76D-4A8C-963E-A049C7AE35F1}" destId="{1DB452C9-53A1-47A8-80ED-8A616FB1DA01}" srcOrd="0" destOrd="0" parTransId="{79D4B165-97DA-4996-9C50-472E44BC0BBF}" sibTransId="{EE50B0E1-F909-47EE-873A-F88B824E8141}"/>
    <dgm:cxn modelId="{0252699B-9C27-4E94-B7BE-CD68D63BABE8}" srcId="{0AEC67C1-B76D-4A8C-963E-A049C7AE35F1}" destId="{2C274BE5-B389-4078-8F78-286286D47B16}" srcOrd="4" destOrd="0" parTransId="{0165F449-0690-4EB0-BB3F-548931C6F56E}" sibTransId="{342C9B7B-B1FA-4D57-B3AE-19B4EAD28D26}"/>
    <dgm:cxn modelId="{7635C172-826E-45D4-8F9B-22FD1D91ACC7}" srcId="{0AEC67C1-B76D-4A8C-963E-A049C7AE35F1}" destId="{409C815A-1DFA-4D11-9D5F-5AEABB54CE8C}" srcOrd="15" destOrd="0" parTransId="{8A056BBE-3DEE-4E03-A5EA-9EE3FFA34BC9}" sibTransId="{8F61A65A-F7F7-4F5C-91FA-14F27BAC090E}"/>
    <dgm:cxn modelId="{7D1A0058-05E9-45BE-8212-FC60E6E762E0}" type="presOf" srcId="{E36EB91D-B36F-45E0-9754-60C02165B5D6}" destId="{35818992-44D6-4EFC-AB25-8AA21C3F8347}" srcOrd="0" destOrd="0" presId="urn:microsoft.com/office/officeart/2005/8/layout/cycle6"/>
    <dgm:cxn modelId="{FB125569-D55B-4B40-9E28-029BD67E5A79}" type="presOf" srcId="{965A849E-2826-4EC6-BB0C-397242B29888}" destId="{5370936A-911B-4A4B-8988-2468A7FFF388}" srcOrd="0" destOrd="0" presId="urn:microsoft.com/office/officeart/2005/8/layout/cycle6"/>
    <dgm:cxn modelId="{BD7FFB08-720D-437C-8D4F-24C5EF37D49E}" type="presOf" srcId="{FA26A295-011A-499C-8BE4-FCB45FC37EFB}" destId="{5DABD85D-CCE6-49F6-8A36-BCB6B2EFAA99}" srcOrd="0" destOrd="0" presId="urn:microsoft.com/office/officeart/2005/8/layout/cycle6"/>
    <dgm:cxn modelId="{3E7792AC-8931-4808-AB89-EFF4993F275E}" type="presOf" srcId="{6B614D43-C259-4F1E-A961-DCCA50245F32}" destId="{FD10162F-4B67-49EA-A357-9BB47E8DBCED}" srcOrd="0" destOrd="0" presId="urn:microsoft.com/office/officeart/2005/8/layout/cycle6"/>
    <dgm:cxn modelId="{5D2A8493-B633-464F-9F01-EB8BA3B8BD0F}" srcId="{0AEC67C1-B76D-4A8C-963E-A049C7AE35F1}" destId="{796EF08B-E2B6-4DB8-9DD8-FF188927C4EB}" srcOrd="16" destOrd="0" parTransId="{EC0C6371-5595-4B77-B753-542B36E09A02}" sibTransId="{E16ECD14-E1E6-43C2-A056-BC268ADADD60}"/>
    <dgm:cxn modelId="{81531205-E2B9-45A0-A740-7143B9AB7ACC}" srcId="{0AEC67C1-B76D-4A8C-963E-A049C7AE35F1}" destId="{965A849E-2826-4EC6-BB0C-397242B29888}" srcOrd="22" destOrd="0" parTransId="{D83B0BBE-15A5-4739-B6C0-D8C4E42E25A0}" sibTransId="{3DAEB32C-2ED0-4548-8839-32044884D370}"/>
    <dgm:cxn modelId="{74378EC1-5377-4679-9FB2-A5F34A532DF7}" type="presOf" srcId="{D23EEA6B-19F0-4B1A-A0BD-A613D5DA1F97}" destId="{7DBDDD8B-BE1C-499F-8611-7311DA05BE0A}" srcOrd="0" destOrd="0" presId="urn:microsoft.com/office/officeart/2005/8/layout/cycle6"/>
    <dgm:cxn modelId="{049DC416-0C48-4E7C-937F-7D5D49CD6426}" type="presOf" srcId="{888D55D4-4F71-4B14-9652-EAEEFDD5FE50}" destId="{40241D54-7F93-4390-B533-173AEA7E4D49}" srcOrd="0" destOrd="0" presId="urn:microsoft.com/office/officeart/2005/8/layout/cycle6"/>
    <dgm:cxn modelId="{41C36D43-A101-4305-A7AC-9EF343965116}" type="presOf" srcId="{C7A240E3-FC63-4595-8B18-C257373E48A8}" destId="{5251AA44-A6C0-48F5-82BD-15AE1751E41B}" srcOrd="0" destOrd="0" presId="urn:microsoft.com/office/officeart/2005/8/layout/cycle6"/>
    <dgm:cxn modelId="{38417006-A3E1-4C38-8D77-CF25DCBA5F67}" type="presOf" srcId="{80FC0B6D-49A8-435A-BB28-409292372BCC}" destId="{B6BF0FE1-88C7-483A-B29C-2EEA6B43C64E}" srcOrd="0" destOrd="0" presId="urn:microsoft.com/office/officeart/2005/8/layout/cycle6"/>
    <dgm:cxn modelId="{E2187621-8BAB-493F-BBEB-E8D9C3CF101A}" srcId="{0AEC67C1-B76D-4A8C-963E-A049C7AE35F1}" destId="{6D466157-66DB-4DD4-8023-13374872C4DF}" srcOrd="3" destOrd="0" parTransId="{FC35E924-2622-4DC4-842F-1AB74D5EA732}" sibTransId="{2DD878C3-CA8D-4D97-BB11-63D44A3442AB}"/>
    <dgm:cxn modelId="{D29EB5D9-0400-4A4A-9D2A-FA7ACC36FE06}" type="presOf" srcId="{2DD878C3-CA8D-4D97-BB11-63D44A3442AB}" destId="{1AEFC9EE-1FB7-425C-AB91-FFE5E99D0128}" srcOrd="0" destOrd="0" presId="urn:microsoft.com/office/officeart/2005/8/layout/cycle6"/>
    <dgm:cxn modelId="{6098CD48-2996-4778-8A30-5E10B20D1AA1}" type="presOf" srcId="{CC440629-B791-4D98-B6CE-BF59067A811D}" destId="{96698129-963B-4227-B693-BC3EACAB6500}" srcOrd="0" destOrd="0" presId="urn:microsoft.com/office/officeart/2005/8/layout/cycle6"/>
    <dgm:cxn modelId="{6B67627B-7D69-43A2-97CE-189FDA735195}" type="presOf" srcId="{552C6C61-3E04-46D8-B494-FC61650B9F3C}" destId="{EC3BB6B0-4C24-4E95-8F94-7729F63B81C1}" srcOrd="0" destOrd="0" presId="urn:microsoft.com/office/officeart/2005/8/layout/cycle6"/>
    <dgm:cxn modelId="{D9668D6F-6D3D-4D7F-BDE5-787493721B4B}" srcId="{0AEC67C1-B76D-4A8C-963E-A049C7AE35F1}" destId="{581FD5D4-CD40-41EE-99C8-3775A7A39E44}" srcOrd="11" destOrd="0" parTransId="{AFA09801-959A-4FF8-82CA-906C456EC398}" sibTransId="{6B82B2EA-8181-44CA-B65C-24743C1A93AC}"/>
    <dgm:cxn modelId="{F532B491-1030-4384-8C0A-605EFB735AD8}" srcId="{0AEC67C1-B76D-4A8C-963E-A049C7AE35F1}" destId="{888D55D4-4F71-4B14-9652-EAEEFDD5FE50}" srcOrd="14" destOrd="0" parTransId="{F96E81B9-77CA-45F8-A94E-C1A57D737DA6}" sibTransId="{3FBA8171-8F72-4D31-85B8-154C0B335869}"/>
    <dgm:cxn modelId="{39FFC52D-D76E-414E-BC78-BA1CA762C0F2}" type="presOf" srcId="{72FFD877-6357-4819-8BB0-2F2F45FC7B52}" destId="{8327AD10-BC83-42AD-BBCC-73F4E3B18F95}" srcOrd="0" destOrd="0" presId="urn:microsoft.com/office/officeart/2005/8/layout/cycle6"/>
    <dgm:cxn modelId="{DDA690D3-D313-4C71-91DD-1E4E53B3C8ED}" type="presOf" srcId="{3DAEB32C-2ED0-4548-8839-32044884D370}" destId="{E7236D2C-75E2-4632-A4E6-1140D5FAFAA1}" srcOrd="0" destOrd="0" presId="urn:microsoft.com/office/officeart/2005/8/layout/cycle6"/>
    <dgm:cxn modelId="{7FAFA3C9-2B43-41EA-A52A-58DFD49D02CD}" type="presOf" srcId="{6D466157-66DB-4DD4-8023-13374872C4DF}" destId="{F197BEF7-5C18-4E85-994A-04EA396F59B4}" srcOrd="0" destOrd="0" presId="urn:microsoft.com/office/officeart/2005/8/layout/cycle6"/>
    <dgm:cxn modelId="{74263F4C-CC0A-49B5-9AD4-03BD530AB874}" type="presOf" srcId="{8F61A65A-F7F7-4F5C-91FA-14F27BAC090E}" destId="{666842F1-7C8E-4DE9-BB00-0D0E266AFCB7}" srcOrd="0" destOrd="0" presId="urn:microsoft.com/office/officeart/2005/8/layout/cycle6"/>
    <dgm:cxn modelId="{C5FFC375-B924-4C2A-AC92-BCE9F76F8EE1}" type="presOf" srcId="{796EF08B-E2B6-4DB8-9DD8-FF188927C4EB}" destId="{739A0D2A-DD97-4AED-8C7F-ACBDD5FC9824}" srcOrd="0" destOrd="0" presId="urn:microsoft.com/office/officeart/2005/8/layout/cycle6"/>
    <dgm:cxn modelId="{F90C4BE6-98B5-4EB5-A8DE-E28A24FAD427}" type="presOf" srcId="{42B379FA-AB1F-4166-9749-DD9D47752AF1}" destId="{8B098E89-6F0C-4020-AAFA-412F25434574}" srcOrd="0" destOrd="0" presId="urn:microsoft.com/office/officeart/2005/8/layout/cycle6"/>
    <dgm:cxn modelId="{C35FD9E4-5CD5-4C37-BCB6-E4B370044C17}" srcId="{0AEC67C1-B76D-4A8C-963E-A049C7AE35F1}" destId="{FA26A295-011A-499C-8BE4-FCB45FC37EFB}" srcOrd="18" destOrd="0" parTransId="{529199A5-AFBE-47BF-B909-ED4845FEBF07}" sibTransId="{CEEACC01-1460-49BB-ADCF-0153B050C2D1}"/>
    <dgm:cxn modelId="{DA29CD3B-2D68-467F-8396-FE42740E391B}" type="presOf" srcId="{2C274BE5-B389-4078-8F78-286286D47B16}" destId="{9461DA25-8092-42E7-9892-8F4D48DF653E}" srcOrd="0" destOrd="0" presId="urn:microsoft.com/office/officeart/2005/8/layout/cycle6"/>
    <dgm:cxn modelId="{DE639453-EBD4-46D4-8506-BDABE11E46A8}" type="presOf" srcId="{E16ECD14-E1E6-43C2-A056-BC268ADADD60}" destId="{27A4ACA9-4906-420F-9CDC-E4E9F84AEDD0}" srcOrd="0" destOrd="0" presId="urn:microsoft.com/office/officeart/2005/8/layout/cycle6"/>
    <dgm:cxn modelId="{F2A8CF55-D1E2-43C2-8FB1-CC88229D38DD}" type="presOf" srcId="{3FBA8171-8F72-4D31-85B8-154C0B335869}" destId="{328D56E0-37E9-4F36-A40A-0C71A9E9D8FB}" srcOrd="0" destOrd="0" presId="urn:microsoft.com/office/officeart/2005/8/layout/cycle6"/>
    <dgm:cxn modelId="{6F524457-DD85-420C-8FA3-9EF399D3F4E8}" type="presOf" srcId="{320B4B01-F65A-4948-8C47-0E834A0E9B71}" destId="{4BDD6F94-3638-435E-8447-FB92FC1D414F}" srcOrd="0" destOrd="0" presId="urn:microsoft.com/office/officeart/2005/8/layout/cycle6"/>
    <dgm:cxn modelId="{64EC0C86-5220-4BE1-BBCD-3D8D35303FEE}" type="presOf" srcId="{0AEC67C1-B76D-4A8C-963E-A049C7AE35F1}" destId="{3B8FD7FB-8F29-4043-8F57-405C2C3D1EBD}" srcOrd="0" destOrd="0" presId="urn:microsoft.com/office/officeart/2005/8/layout/cycle6"/>
    <dgm:cxn modelId="{597B9F6B-4740-4616-98C8-74E9C86F7929}" type="presOf" srcId="{AE73A717-86DE-4866-AB5A-6A2CB698A033}" destId="{23EF2C38-F3C7-48D1-8F8E-12F1231C10CC}" srcOrd="0" destOrd="0" presId="urn:microsoft.com/office/officeart/2005/8/layout/cycle6"/>
    <dgm:cxn modelId="{F69380B5-9880-4581-98B8-6459F760569B}" srcId="{0AEC67C1-B76D-4A8C-963E-A049C7AE35F1}" destId="{5867C861-02BD-4C01-90BD-0343917D3308}" srcOrd="1" destOrd="0" parTransId="{6584B2CA-BFEA-4BC0-B816-F3CBD1D4102E}" sibTransId="{FE34ED0D-43CD-43A7-A289-B078595383AD}"/>
    <dgm:cxn modelId="{3145615E-41EA-42D6-BAD5-DBD686EFE5C4}" type="presOf" srcId="{CE634133-CD93-472E-960C-271A98CDE83D}" destId="{9BCD8AD4-617C-4E13-8D3C-4C01B9001FD7}" srcOrd="0" destOrd="0" presId="urn:microsoft.com/office/officeart/2005/8/layout/cycle6"/>
    <dgm:cxn modelId="{4E833544-5041-4277-96E7-490E4E95A5C3}" srcId="{0AEC67C1-B76D-4A8C-963E-A049C7AE35F1}" destId="{62460D7A-DA47-494F-811D-D4BBDF0792AF}" srcOrd="10" destOrd="0" parTransId="{F3FD37CB-A7F9-43B9-A61E-B549CF95FBEC}" sibTransId="{D57B41DE-86DE-4FE7-BF4C-283F100ADD7D}"/>
    <dgm:cxn modelId="{D84C5B7A-FE3F-4502-B4F2-41ECB7465834}" srcId="{0AEC67C1-B76D-4A8C-963E-A049C7AE35F1}" destId="{6B614D43-C259-4F1E-A961-DCCA50245F32}" srcOrd="20" destOrd="0" parTransId="{37101B32-C791-4143-94E5-C9D794C45512}" sibTransId="{42B379FA-AB1F-4166-9749-DD9D47752AF1}"/>
    <dgm:cxn modelId="{BCCACE1D-E8A6-40AC-BC8F-ECC92D621E72}" type="presOf" srcId="{DC8B683E-EFB2-415B-A079-66EB42200398}" destId="{45F65882-A27E-4B75-B962-518A90BF48C7}" srcOrd="0" destOrd="0" presId="urn:microsoft.com/office/officeart/2005/8/layout/cycle6"/>
    <dgm:cxn modelId="{B08317EE-86B0-4153-A92C-B938E4339A18}" srcId="{0AEC67C1-B76D-4A8C-963E-A049C7AE35F1}" destId="{9111B4F9-6FA0-43C6-AC95-410CFCF291A4}" srcOrd="17" destOrd="0" parTransId="{D5EE7763-71CE-4301-A143-108EB456A8FB}" sibTransId="{E36EB91D-B36F-45E0-9754-60C02165B5D6}"/>
    <dgm:cxn modelId="{A3498918-0881-4FAB-A0CE-6F4E72EB5521}" type="presOf" srcId="{3AD0382E-B7AE-4D1B-9EC6-A8E25FA295C7}" destId="{A5DCE8F0-DAEE-4412-9FDF-F8E167449B5A}" srcOrd="0" destOrd="0" presId="urn:microsoft.com/office/officeart/2005/8/layout/cycle6"/>
    <dgm:cxn modelId="{3F13B638-5E78-4CE1-B396-0F1941352080}" type="presOf" srcId="{A0D53082-E036-4E4C-8CDD-3DFDBDC0F8D0}" destId="{DA6F5FBB-AD73-4ADB-B796-536C610E3FBF}" srcOrd="0" destOrd="0" presId="urn:microsoft.com/office/officeart/2005/8/layout/cycle6"/>
    <dgm:cxn modelId="{2A76F0A2-2CC1-4E84-BF9D-94A2949267CD}" type="presOf" srcId="{FE34ED0D-43CD-43A7-A289-B078595383AD}" destId="{7887C5DC-9913-4199-AEDF-77F5415CDAC1}" srcOrd="0" destOrd="0" presId="urn:microsoft.com/office/officeart/2005/8/layout/cycle6"/>
    <dgm:cxn modelId="{4F94B2E9-C845-4215-A68B-23FFCE25D353}" srcId="{0AEC67C1-B76D-4A8C-963E-A049C7AE35F1}" destId="{BCD08B15-39B6-4B6A-9A29-6E0023965AEA}" srcOrd="7" destOrd="0" parTransId="{E4E0EBDB-9E1D-4E73-A8FA-5BE9ECE35E16}" sibTransId="{552C6C61-3E04-46D8-B494-FC61650B9F3C}"/>
    <dgm:cxn modelId="{54D47582-7280-45C4-BAFD-26C53F3C9561}" srcId="{0AEC67C1-B76D-4A8C-963E-A049C7AE35F1}" destId="{CE634133-CD93-472E-960C-271A98CDE83D}" srcOrd="13" destOrd="0" parTransId="{F0E7B667-2D91-4601-9320-46DF4F39FE33}" sibTransId="{AE73A717-86DE-4866-AB5A-6A2CB698A033}"/>
    <dgm:cxn modelId="{FB746317-5891-4654-8CCA-B98EF6C6471C}" srcId="{0AEC67C1-B76D-4A8C-963E-A049C7AE35F1}" destId="{A7C4B11C-AC43-4A9D-B20F-03407279539F}" srcOrd="12" destOrd="0" parTransId="{F15105DD-AF20-48E3-A8D5-5B0A937D96A0}" sibTransId="{6C8547B6-AD1A-4508-BC2F-BFE11DA7EE44}"/>
    <dgm:cxn modelId="{31205955-5404-44E6-B523-1710AFF92313}" srcId="{0AEC67C1-B76D-4A8C-963E-A049C7AE35F1}" destId="{A0D53082-E036-4E4C-8CDD-3DFDBDC0F8D0}" srcOrd="5" destOrd="0" parTransId="{445600EF-38EB-4D42-8838-581F42A4AF68}" sibTransId="{B192576A-F6EB-4568-A67B-8AF396F52E2A}"/>
    <dgm:cxn modelId="{407537BB-13B3-4204-B926-5E98553B11A0}" type="presOf" srcId="{EE50B0E1-F909-47EE-873A-F88B824E8141}" destId="{50132201-75B3-4439-BC28-F604FC679866}" srcOrd="0" destOrd="0" presId="urn:microsoft.com/office/officeart/2005/8/layout/cycle6"/>
    <dgm:cxn modelId="{D8D6605D-C0C7-409F-83FF-7B0E87CCBA6D}" type="presOf" srcId="{9111B4F9-6FA0-43C6-AC95-410CFCF291A4}" destId="{8E270C5A-031F-4BF1-8E0B-89F8201DC1D4}" srcOrd="0" destOrd="0" presId="urn:microsoft.com/office/officeart/2005/8/layout/cycle6"/>
    <dgm:cxn modelId="{3E971592-25AF-47F3-97F8-30A1DE4866BB}" type="presOf" srcId="{BCD08B15-39B6-4B6A-9A29-6E0023965AEA}" destId="{87B323EC-6BE4-478A-AE3B-A66F1E83FC0E}" srcOrd="0" destOrd="0" presId="urn:microsoft.com/office/officeart/2005/8/layout/cycle6"/>
    <dgm:cxn modelId="{5C0AB6FE-D9C0-491C-8034-5A2E89358A65}" type="presOf" srcId="{6C8547B6-AD1A-4508-BC2F-BFE11DA7EE44}" destId="{6D53C6B7-BB63-4AA9-AEE6-B8CC3BE1A99D}" srcOrd="0" destOrd="0" presId="urn:microsoft.com/office/officeart/2005/8/layout/cycle6"/>
    <dgm:cxn modelId="{5D8AEF50-8CDA-4715-886F-FE1260B606D2}" type="presOf" srcId="{5867C861-02BD-4C01-90BD-0343917D3308}" destId="{CA21ED3F-92F2-4D34-9714-0B454F746502}" srcOrd="0" destOrd="0" presId="urn:microsoft.com/office/officeart/2005/8/layout/cycle6"/>
    <dgm:cxn modelId="{A53950E3-2E6F-4FB0-9A82-B63CA44DCB44}" type="presOf" srcId="{8A797F95-FE8E-4664-AF82-044C61C09760}" destId="{8BE4530F-E5E9-4202-AECC-EE9E7AB068EE}" srcOrd="0" destOrd="0" presId="urn:microsoft.com/office/officeart/2005/8/layout/cycle6"/>
    <dgm:cxn modelId="{070AC830-1E9E-4B44-A8E6-20841DFBE5DB}" type="presOf" srcId="{4C54E9F7-3F8E-4D77-B02E-424BA79AE782}" destId="{2AFAAB34-6B6F-4CF6-A36C-4B516385AAC3}" srcOrd="0" destOrd="0" presId="urn:microsoft.com/office/officeart/2005/8/layout/cycle6"/>
    <dgm:cxn modelId="{19E975D3-F3ED-40E4-9383-372894945959}" type="presOf" srcId="{1DB452C9-53A1-47A8-80ED-8A616FB1DA01}" destId="{3E7D9DE5-3A5A-4179-8403-46C1842F44D0}" srcOrd="0" destOrd="0" presId="urn:microsoft.com/office/officeart/2005/8/layout/cycle6"/>
    <dgm:cxn modelId="{9C6638A3-38C8-4DB7-B680-81FFA8072AA3}" type="presParOf" srcId="{3B8FD7FB-8F29-4043-8F57-405C2C3D1EBD}" destId="{3E7D9DE5-3A5A-4179-8403-46C1842F44D0}" srcOrd="0" destOrd="0" presId="urn:microsoft.com/office/officeart/2005/8/layout/cycle6"/>
    <dgm:cxn modelId="{AE69C180-2305-480F-8662-D99E2780BBCB}" type="presParOf" srcId="{3B8FD7FB-8F29-4043-8F57-405C2C3D1EBD}" destId="{8CBA7289-D5A1-43BB-96EC-658B5A8D574E}" srcOrd="1" destOrd="0" presId="urn:microsoft.com/office/officeart/2005/8/layout/cycle6"/>
    <dgm:cxn modelId="{1ED7894B-7505-4881-AA87-A5D18C6A269A}" type="presParOf" srcId="{3B8FD7FB-8F29-4043-8F57-405C2C3D1EBD}" destId="{50132201-75B3-4439-BC28-F604FC679866}" srcOrd="2" destOrd="0" presId="urn:microsoft.com/office/officeart/2005/8/layout/cycle6"/>
    <dgm:cxn modelId="{DA8A95DF-B2D9-452D-A953-B108D00D53F3}" type="presParOf" srcId="{3B8FD7FB-8F29-4043-8F57-405C2C3D1EBD}" destId="{CA21ED3F-92F2-4D34-9714-0B454F746502}" srcOrd="3" destOrd="0" presId="urn:microsoft.com/office/officeart/2005/8/layout/cycle6"/>
    <dgm:cxn modelId="{71BC930D-02FB-4166-88DA-CE51CBCF005E}" type="presParOf" srcId="{3B8FD7FB-8F29-4043-8F57-405C2C3D1EBD}" destId="{5F781483-9EF9-4B81-A115-6CEA6798947C}" srcOrd="4" destOrd="0" presId="urn:microsoft.com/office/officeart/2005/8/layout/cycle6"/>
    <dgm:cxn modelId="{1A49697C-69C8-4D77-873A-85EB03C6220E}" type="presParOf" srcId="{3B8FD7FB-8F29-4043-8F57-405C2C3D1EBD}" destId="{7887C5DC-9913-4199-AEDF-77F5415CDAC1}" srcOrd="5" destOrd="0" presId="urn:microsoft.com/office/officeart/2005/8/layout/cycle6"/>
    <dgm:cxn modelId="{0CCE4BD5-41F5-4709-B470-9D74739F92F9}" type="presParOf" srcId="{3B8FD7FB-8F29-4043-8F57-405C2C3D1EBD}" destId="{EC9C80C8-4E98-45A3-9514-A60E0C9E910E}" srcOrd="6" destOrd="0" presId="urn:microsoft.com/office/officeart/2005/8/layout/cycle6"/>
    <dgm:cxn modelId="{4D05F122-B07F-44BA-BAA5-A09D71D1A7E2}" type="presParOf" srcId="{3B8FD7FB-8F29-4043-8F57-405C2C3D1EBD}" destId="{5AD582E6-518D-494A-8851-77BA54B1D179}" srcOrd="7" destOrd="0" presId="urn:microsoft.com/office/officeart/2005/8/layout/cycle6"/>
    <dgm:cxn modelId="{A0D7AD60-8E89-4CFD-8F02-9C5813AACB69}" type="presParOf" srcId="{3B8FD7FB-8F29-4043-8F57-405C2C3D1EBD}" destId="{A5DCE8F0-DAEE-4412-9FDF-F8E167449B5A}" srcOrd="8" destOrd="0" presId="urn:microsoft.com/office/officeart/2005/8/layout/cycle6"/>
    <dgm:cxn modelId="{DDD81C19-B5ED-4D1D-97FB-312CA784B853}" type="presParOf" srcId="{3B8FD7FB-8F29-4043-8F57-405C2C3D1EBD}" destId="{F197BEF7-5C18-4E85-994A-04EA396F59B4}" srcOrd="9" destOrd="0" presId="urn:microsoft.com/office/officeart/2005/8/layout/cycle6"/>
    <dgm:cxn modelId="{F92CA32D-9AFC-45F1-8CD5-96D1105FBECD}" type="presParOf" srcId="{3B8FD7FB-8F29-4043-8F57-405C2C3D1EBD}" destId="{3D33A478-76DE-4191-AC8B-701070C16837}" srcOrd="10" destOrd="0" presId="urn:microsoft.com/office/officeart/2005/8/layout/cycle6"/>
    <dgm:cxn modelId="{9760BD13-C13F-4AF3-A596-BF1E658F9793}" type="presParOf" srcId="{3B8FD7FB-8F29-4043-8F57-405C2C3D1EBD}" destId="{1AEFC9EE-1FB7-425C-AB91-FFE5E99D0128}" srcOrd="11" destOrd="0" presId="urn:microsoft.com/office/officeart/2005/8/layout/cycle6"/>
    <dgm:cxn modelId="{0FF17F58-11C1-4429-9A8E-D6279B1D0B6E}" type="presParOf" srcId="{3B8FD7FB-8F29-4043-8F57-405C2C3D1EBD}" destId="{9461DA25-8092-42E7-9892-8F4D48DF653E}" srcOrd="12" destOrd="0" presId="urn:microsoft.com/office/officeart/2005/8/layout/cycle6"/>
    <dgm:cxn modelId="{85511989-DDCF-4C8A-8C79-8CDB599E47AC}" type="presParOf" srcId="{3B8FD7FB-8F29-4043-8F57-405C2C3D1EBD}" destId="{D10D355E-3C9E-41D7-A11D-38F7D09BFA74}" srcOrd="13" destOrd="0" presId="urn:microsoft.com/office/officeart/2005/8/layout/cycle6"/>
    <dgm:cxn modelId="{54316CFA-2C0D-43D9-A292-11011BA63F65}" type="presParOf" srcId="{3B8FD7FB-8F29-4043-8F57-405C2C3D1EBD}" destId="{5FA3E78C-2AB0-449D-B0B4-EDD97A4024EB}" srcOrd="14" destOrd="0" presId="urn:microsoft.com/office/officeart/2005/8/layout/cycle6"/>
    <dgm:cxn modelId="{9B8B5B6E-BE28-4439-9D65-05BCB9471E7D}" type="presParOf" srcId="{3B8FD7FB-8F29-4043-8F57-405C2C3D1EBD}" destId="{DA6F5FBB-AD73-4ADB-B796-536C610E3FBF}" srcOrd="15" destOrd="0" presId="urn:microsoft.com/office/officeart/2005/8/layout/cycle6"/>
    <dgm:cxn modelId="{540EEB28-BFDE-48E0-9E9D-BCCB7C8A08A3}" type="presParOf" srcId="{3B8FD7FB-8F29-4043-8F57-405C2C3D1EBD}" destId="{1494556D-2096-4236-BEE3-E2CC5D821B2D}" srcOrd="16" destOrd="0" presId="urn:microsoft.com/office/officeart/2005/8/layout/cycle6"/>
    <dgm:cxn modelId="{F6A6A239-D246-4DA3-A017-66B651556300}" type="presParOf" srcId="{3B8FD7FB-8F29-4043-8F57-405C2C3D1EBD}" destId="{4E633252-5117-484E-A260-8EA7D4E24332}" srcOrd="17" destOrd="0" presId="urn:microsoft.com/office/officeart/2005/8/layout/cycle6"/>
    <dgm:cxn modelId="{F56595D3-74C0-4B20-8D52-D84A06FE023F}" type="presParOf" srcId="{3B8FD7FB-8F29-4043-8F57-405C2C3D1EBD}" destId="{7DBDDD8B-BE1C-499F-8611-7311DA05BE0A}" srcOrd="18" destOrd="0" presId="urn:microsoft.com/office/officeart/2005/8/layout/cycle6"/>
    <dgm:cxn modelId="{2AADCD70-F53C-459B-9882-B4F95EC2BB20}" type="presParOf" srcId="{3B8FD7FB-8F29-4043-8F57-405C2C3D1EBD}" destId="{C514EDBC-BC56-4203-8686-BC992201EF07}" srcOrd="19" destOrd="0" presId="urn:microsoft.com/office/officeart/2005/8/layout/cycle6"/>
    <dgm:cxn modelId="{02A0B2DF-FDAD-4E36-B2EE-EACF1D18C66A}" type="presParOf" srcId="{3B8FD7FB-8F29-4043-8F57-405C2C3D1EBD}" destId="{2AFAAB34-6B6F-4CF6-A36C-4B516385AAC3}" srcOrd="20" destOrd="0" presId="urn:microsoft.com/office/officeart/2005/8/layout/cycle6"/>
    <dgm:cxn modelId="{B80263F7-C309-4E93-94D4-25A12ED92EAB}" type="presParOf" srcId="{3B8FD7FB-8F29-4043-8F57-405C2C3D1EBD}" destId="{87B323EC-6BE4-478A-AE3B-A66F1E83FC0E}" srcOrd="21" destOrd="0" presId="urn:microsoft.com/office/officeart/2005/8/layout/cycle6"/>
    <dgm:cxn modelId="{AA4414AA-4315-4DC5-9D87-E0D4FEF9A356}" type="presParOf" srcId="{3B8FD7FB-8F29-4043-8F57-405C2C3D1EBD}" destId="{8B116787-BB29-4C89-9C38-B47C413C38F5}" srcOrd="22" destOrd="0" presId="urn:microsoft.com/office/officeart/2005/8/layout/cycle6"/>
    <dgm:cxn modelId="{1EB93751-5D32-4E9D-8D83-E32AC1BE53E5}" type="presParOf" srcId="{3B8FD7FB-8F29-4043-8F57-405C2C3D1EBD}" destId="{EC3BB6B0-4C24-4E95-8F94-7729F63B81C1}" srcOrd="23" destOrd="0" presId="urn:microsoft.com/office/officeart/2005/8/layout/cycle6"/>
    <dgm:cxn modelId="{6FD3F269-1673-4599-A856-EC441EE062DD}" type="presParOf" srcId="{3B8FD7FB-8F29-4043-8F57-405C2C3D1EBD}" destId="{8BE4530F-E5E9-4202-AECC-EE9E7AB068EE}" srcOrd="24" destOrd="0" presId="urn:microsoft.com/office/officeart/2005/8/layout/cycle6"/>
    <dgm:cxn modelId="{3C3AD83A-3D77-43D1-9802-C10A73CB7DDE}" type="presParOf" srcId="{3B8FD7FB-8F29-4043-8F57-405C2C3D1EBD}" destId="{C5652CA4-1726-4564-9EA6-89EE3981068F}" srcOrd="25" destOrd="0" presId="urn:microsoft.com/office/officeart/2005/8/layout/cycle6"/>
    <dgm:cxn modelId="{82EF0219-C7F9-4618-B999-E2166B3C8FF1}" type="presParOf" srcId="{3B8FD7FB-8F29-4043-8F57-405C2C3D1EBD}" destId="{45F65882-A27E-4B75-B962-518A90BF48C7}" srcOrd="26" destOrd="0" presId="urn:microsoft.com/office/officeart/2005/8/layout/cycle6"/>
    <dgm:cxn modelId="{E141FEF7-C47D-4924-8A62-D0E61731D0D8}" type="presParOf" srcId="{3B8FD7FB-8F29-4043-8F57-405C2C3D1EBD}" destId="{B6BF0FE1-88C7-483A-B29C-2EEA6B43C64E}" srcOrd="27" destOrd="0" presId="urn:microsoft.com/office/officeart/2005/8/layout/cycle6"/>
    <dgm:cxn modelId="{28818550-C876-4DA7-8661-18917DEAAC19}" type="presParOf" srcId="{3B8FD7FB-8F29-4043-8F57-405C2C3D1EBD}" destId="{12752CAE-07FD-4FE7-B5B8-F2D5331DD0C3}" srcOrd="28" destOrd="0" presId="urn:microsoft.com/office/officeart/2005/8/layout/cycle6"/>
    <dgm:cxn modelId="{8CA623D8-D643-4E4E-BAA0-F0C6903704EA}" type="presParOf" srcId="{3B8FD7FB-8F29-4043-8F57-405C2C3D1EBD}" destId="{8327AD10-BC83-42AD-BBCC-73F4E3B18F95}" srcOrd="29" destOrd="0" presId="urn:microsoft.com/office/officeart/2005/8/layout/cycle6"/>
    <dgm:cxn modelId="{553DC353-4E68-49ED-945F-6C2F949EE867}" type="presParOf" srcId="{3B8FD7FB-8F29-4043-8F57-405C2C3D1EBD}" destId="{438C6DCC-8FD8-4920-BDC9-4F647C1C05BD}" srcOrd="30" destOrd="0" presId="urn:microsoft.com/office/officeart/2005/8/layout/cycle6"/>
    <dgm:cxn modelId="{C1B6876B-FF0C-422E-9371-E76858BEDDB3}" type="presParOf" srcId="{3B8FD7FB-8F29-4043-8F57-405C2C3D1EBD}" destId="{E18B6BCF-E6CA-4416-878E-796E54C8211B}" srcOrd="31" destOrd="0" presId="urn:microsoft.com/office/officeart/2005/8/layout/cycle6"/>
    <dgm:cxn modelId="{1CA44C53-C49D-4A13-A2C4-96BDEDED35B0}" type="presParOf" srcId="{3B8FD7FB-8F29-4043-8F57-405C2C3D1EBD}" destId="{A51679DD-6035-4397-83B9-D6971D94A953}" srcOrd="32" destOrd="0" presId="urn:microsoft.com/office/officeart/2005/8/layout/cycle6"/>
    <dgm:cxn modelId="{2BF65BA1-7EB0-4CD8-B2C4-DE11F990FCD9}" type="presParOf" srcId="{3B8FD7FB-8F29-4043-8F57-405C2C3D1EBD}" destId="{C187070A-5E4D-4C78-AF32-AC83CC867E95}" srcOrd="33" destOrd="0" presId="urn:microsoft.com/office/officeart/2005/8/layout/cycle6"/>
    <dgm:cxn modelId="{DFC70C35-DAC1-4090-9487-8DAA3C70E544}" type="presParOf" srcId="{3B8FD7FB-8F29-4043-8F57-405C2C3D1EBD}" destId="{513C987D-64DB-4EFE-A0CB-1450E797DC03}" srcOrd="34" destOrd="0" presId="urn:microsoft.com/office/officeart/2005/8/layout/cycle6"/>
    <dgm:cxn modelId="{DCF67E86-17A6-44D8-948C-8D5EED5A49AC}" type="presParOf" srcId="{3B8FD7FB-8F29-4043-8F57-405C2C3D1EBD}" destId="{E9D604A0-67B2-4FA3-A234-FBCA3350BF49}" srcOrd="35" destOrd="0" presId="urn:microsoft.com/office/officeart/2005/8/layout/cycle6"/>
    <dgm:cxn modelId="{9F2532DB-8E6C-4B09-9D73-0DBF1104F0D5}" type="presParOf" srcId="{3B8FD7FB-8F29-4043-8F57-405C2C3D1EBD}" destId="{B3F7042C-D71A-4976-87B8-30E82E99F4EC}" srcOrd="36" destOrd="0" presId="urn:microsoft.com/office/officeart/2005/8/layout/cycle6"/>
    <dgm:cxn modelId="{8E2AA3A9-827D-4BB0-8256-91DAEB3EE4D3}" type="presParOf" srcId="{3B8FD7FB-8F29-4043-8F57-405C2C3D1EBD}" destId="{0D503677-6BE4-4C03-9F6C-B0C86E10D93C}" srcOrd="37" destOrd="0" presId="urn:microsoft.com/office/officeart/2005/8/layout/cycle6"/>
    <dgm:cxn modelId="{806BDC49-16D9-4B66-B4C3-AA8086BD9970}" type="presParOf" srcId="{3B8FD7FB-8F29-4043-8F57-405C2C3D1EBD}" destId="{6D53C6B7-BB63-4AA9-AEE6-B8CC3BE1A99D}" srcOrd="38" destOrd="0" presId="urn:microsoft.com/office/officeart/2005/8/layout/cycle6"/>
    <dgm:cxn modelId="{5AC6A527-6686-4239-85BD-42043B1FD85C}" type="presParOf" srcId="{3B8FD7FB-8F29-4043-8F57-405C2C3D1EBD}" destId="{9BCD8AD4-617C-4E13-8D3C-4C01B9001FD7}" srcOrd="39" destOrd="0" presId="urn:microsoft.com/office/officeart/2005/8/layout/cycle6"/>
    <dgm:cxn modelId="{5A853447-F1E4-4971-9060-7A1F83A234E8}" type="presParOf" srcId="{3B8FD7FB-8F29-4043-8F57-405C2C3D1EBD}" destId="{1DD1E13D-5163-4921-801A-943161BCC589}" srcOrd="40" destOrd="0" presId="urn:microsoft.com/office/officeart/2005/8/layout/cycle6"/>
    <dgm:cxn modelId="{10AE65FF-6EB9-48F5-8AFE-D523F23819FC}" type="presParOf" srcId="{3B8FD7FB-8F29-4043-8F57-405C2C3D1EBD}" destId="{23EF2C38-F3C7-48D1-8F8E-12F1231C10CC}" srcOrd="41" destOrd="0" presId="urn:microsoft.com/office/officeart/2005/8/layout/cycle6"/>
    <dgm:cxn modelId="{9135A17A-3082-4439-B962-CD1D479F20F0}" type="presParOf" srcId="{3B8FD7FB-8F29-4043-8F57-405C2C3D1EBD}" destId="{40241D54-7F93-4390-B533-173AEA7E4D49}" srcOrd="42" destOrd="0" presId="urn:microsoft.com/office/officeart/2005/8/layout/cycle6"/>
    <dgm:cxn modelId="{CF5CBC42-758C-4CDA-BFE5-C16B676B8120}" type="presParOf" srcId="{3B8FD7FB-8F29-4043-8F57-405C2C3D1EBD}" destId="{221AABFC-57A6-4982-BF10-9F902C0AECF9}" srcOrd="43" destOrd="0" presId="urn:microsoft.com/office/officeart/2005/8/layout/cycle6"/>
    <dgm:cxn modelId="{AF1A6803-F69C-493B-9F15-06C24B921BCF}" type="presParOf" srcId="{3B8FD7FB-8F29-4043-8F57-405C2C3D1EBD}" destId="{328D56E0-37E9-4F36-A40A-0C71A9E9D8FB}" srcOrd="44" destOrd="0" presId="urn:microsoft.com/office/officeart/2005/8/layout/cycle6"/>
    <dgm:cxn modelId="{A872D044-FF84-43D9-8C92-6D60657986EB}" type="presParOf" srcId="{3B8FD7FB-8F29-4043-8F57-405C2C3D1EBD}" destId="{A4719A59-8586-4D53-B9B4-6639B7D7F596}" srcOrd="45" destOrd="0" presId="urn:microsoft.com/office/officeart/2005/8/layout/cycle6"/>
    <dgm:cxn modelId="{18136673-7CB1-4A80-BAB7-22521D5117B1}" type="presParOf" srcId="{3B8FD7FB-8F29-4043-8F57-405C2C3D1EBD}" destId="{FF73CFBB-42E3-49EB-87AF-EA990726005A}" srcOrd="46" destOrd="0" presId="urn:microsoft.com/office/officeart/2005/8/layout/cycle6"/>
    <dgm:cxn modelId="{F193CCEE-1E18-4BA3-BE7D-EFA6CC08648E}" type="presParOf" srcId="{3B8FD7FB-8F29-4043-8F57-405C2C3D1EBD}" destId="{666842F1-7C8E-4DE9-BB00-0D0E266AFCB7}" srcOrd="47" destOrd="0" presId="urn:microsoft.com/office/officeart/2005/8/layout/cycle6"/>
    <dgm:cxn modelId="{894D5938-38AB-4F7A-9661-8B910FD834F4}" type="presParOf" srcId="{3B8FD7FB-8F29-4043-8F57-405C2C3D1EBD}" destId="{739A0D2A-DD97-4AED-8C7F-ACBDD5FC9824}" srcOrd="48" destOrd="0" presId="urn:microsoft.com/office/officeart/2005/8/layout/cycle6"/>
    <dgm:cxn modelId="{FC1305C5-CD9A-493F-A1C7-A7232A9817C1}" type="presParOf" srcId="{3B8FD7FB-8F29-4043-8F57-405C2C3D1EBD}" destId="{3A372FCA-5404-4948-A646-7086F524AB67}" srcOrd="49" destOrd="0" presId="urn:microsoft.com/office/officeart/2005/8/layout/cycle6"/>
    <dgm:cxn modelId="{0F98E968-E4B8-4274-B1B4-A7AB3F06899C}" type="presParOf" srcId="{3B8FD7FB-8F29-4043-8F57-405C2C3D1EBD}" destId="{27A4ACA9-4906-420F-9CDC-E4E9F84AEDD0}" srcOrd="50" destOrd="0" presId="urn:microsoft.com/office/officeart/2005/8/layout/cycle6"/>
    <dgm:cxn modelId="{4C05F203-9877-49BA-9996-07DE5829AF62}" type="presParOf" srcId="{3B8FD7FB-8F29-4043-8F57-405C2C3D1EBD}" destId="{8E270C5A-031F-4BF1-8E0B-89F8201DC1D4}" srcOrd="51" destOrd="0" presId="urn:microsoft.com/office/officeart/2005/8/layout/cycle6"/>
    <dgm:cxn modelId="{06A7D33E-C3D0-4B67-B563-80D477B118AF}" type="presParOf" srcId="{3B8FD7FB-8F29-4043-8F57-405C2C3D1EBD}" destId="{27694AFE-B70A-427C-BE6E-1CCABBD20DEC}" srcOrd="52" destOrd="0" presId="urn:microsoft.com/office/officeart/2005/8/layout/cycle6"/>
    <dgm:cxn modelId="{A02A6C4A-30A3-4B34-A824-5D516500A9B2}" type="presParOf" srcId="{3B8FD7FB-8F29-4043-8F57-405C2C3D1EBD}" destId="{35818992-44D6-4EFC-AB25-8AA21C3F8347}" srcOrd="53" destOrd="0" presId="urn:microsoft.com/office/officeart/2005/8/layout/cycle6"/>
    <dgm:cxn modelId="{763442F3-FED9-413B-BAA9-8397C87CCA58}" type="presParOf" srcId="{3B8FD7FB-8F29-4043-8F57-405C2C3D1EBD}" destId="{5DABD85D-CCE6-49F6-8A36-BCB6B2EFAA99}" srcOrd="54" destOrd="0" presId="urn:microsoft.com/office/officeart/2005/8/layout/cycle6"/>
    <dgm:cxn modelId="{9792DDA9-4CFE-495A-99ED-637055C7C36D}" type="presParOf" srcId="{3B8FD7FB-8F29-4043-8F57-405C2C3D1EBD}" destId="{78FB3943-01B4-4314-BC59-19CF7F53D258}" srcOrd="55" destOrd="0" presId="urn:microsoft.com/office/officeart/2005/8/layout/cycle6"/>
    <dgm:cxn modelId="{517B6BBE-496D-4DE5-9080-E7ECC6FD3313}" type="presParOf" srcId="{3B8FD7FB-8F29-4043-8F57-405C2C3D1EBD}" destId="{BE42E3C7-251B-41B5-B42C-09EC99014B4C}" srcOrd="56" destOrd="0" presId="urn:microsoft.com/office/officeart/2005/8/layout/cycle6"/>
    <dgm:cxn modelId="{9475B3FE-EB58-466C-9E43-F7CA5A7B5504}" type="presParOf" srcId="{3B8FD7FB-8F29-4043-8F57-405C2C3D1EBD}" destId="{4BDD6F94-3638-435E-8447-FB92FC1D414F}" srcOrd="57" destOrd="0" presId="urn:microsoft.com/office/officeart/2005/8/layout/cycle6"/>
    <dgm:cxn modelId="{DB5B77EE-8D59-486A-BD64-4CD708256BCE}" type="presParOf" srcId="{3B8FD7FB-8F29-4043-8F57-405C2C3D1EBD}" destId="{1737EFE0-054D-4C4E-93EE-2649FCD17391}" srcOrd="58" destOrd="0" presId="urn:microsoft.com/office/officeart/2005/8/layout/cycle6"/>
    <dgm:cxn modelId="{B2FA8293-DDD1-44E2-B761-A6EA4C7BFC25}" type="presParOf" srcId="{3B8FD7FB-8F29-4043-8F57-405C2C3D1EBD}" destId="{DE2B5A4C-CB18-40F0-8E5B-D4D288E674C9}" srcOrd="59" destOrd="0" presId="urn:microsoft.com/office/officeart/2005/8/layout/cycle6"/>
    <dgm:cxn modelId="{37F3B956-B810-4DD9-9CA5-DF266D463E26}" type="presParOf" srcId="{3B8FD7FB-8F29-4043-8F57-405C2C3D1EBD}" destId="{FD10162F-4B67-49EA-A357-9BB47E8DBCED}" srcOrd="60" destOrd="0" presId="urn:microsoft.com/office/officeart/2005/8/layout/cycle6"/>
    <dgm:cxn modelId="{3C4B8B5C-950D-4E72-AF5D-B84E0459B2F4}" type="presParOf" srcId="{3B8FD7FB-8F29-4043-8F57-405C2C3D1EBD}" destId="{B4082797-0DF6-4528-AC97-1E4D6BDC7C2A}" srcOrd="61" destOrd="0" presId="urn:microsoft.com/office/officeart/2005/8/layout/cycle6"/>
    <dgm:cxn modelId="{C4EFE3FA-8135-4A0A-B40B-9AB8DDCD3CD6}" type="presParOf" srcId="{3B8FD7FB-8F29-4043-8F57-405C2C3D1EBD}" destId="{8B098E89-6F0C-4020-AAFA-412F25434574}" srcOrd="62" destOrd="0" presId="urn:microsoft.com/office/officeart/2005/8/layout/cycle6"/>
    <dgm:cxn modelId="{48C761C4-D93F-46DE-9D78-C064BC3E29A9}" type="presParOf" srcId="{3B8FD7FB-8F29-4043-8F57-405C2C3D1EBD}" destId="{5251AA44-A6C0-48F5-82BD-15AE1751E41B}" srcOrd="63" destOrd="0" presId="urn:microsoft.com/office/officeart/2005/8/layout/cycle6"/>
    <dgm:cxn modelId="{C0B4BD0C-641A-48C1-B599-98609A85D0CB}" type="presParOf" srcId="{3B8FD7FB-8F29-4043-8F57-405C2C3D1EBD}" destId="{04C584F3-6050-47FA-AC79-490E876A1E06}" srcOrd="64" destOrd="0" presId="urn:microsoft.com/office/officeart/2005/8/layout/cycle6"/>
    <dgm:cxn modelId="{B0796689-DB69-4F8B-8AF8-0A9D90DEFD27}" type="presParOf" srcId="{3B8FD7FB-8F29-4043-8F57-405C2C3D1EBD}" destId="{96698129-963B-4227-B693-BC3EACAB6500}" srcOrd="65" destOrd="0" presId="urn:microsoft.com/office/officeart/2005/8/layout/cycle6"/>
    <dgm:cxn modelId="{CD92CAD2-215E-4BAB-82C9-E098F5CAD526}" type="presParOf" srcId="{3B8FD7FB-8F29-4043-8F57-405C2C3D1EBD}" destId="{5370936A-911B-4A4B-8988-2468A7FFF388}" srcOrd="66" destOrd="0" presId="urn:microsoft.com/office/officeart/2005/8/layout/cycle6"/>
    <dgm:cxn modelId="{5D75D7DA-E2A4-424E-9468-DCC10A896F63}" type="presParOf" srcId="{3B8FD7FB-8F29-4043-8F57-405C2C3D1EBD}" destId="{59E4AE9D-A4E0-4C70-9E54-A660ABFE8484}" srcOrd="67" destOrd="0" presId="urn:microsoft.com/office/officeart/2005/8/layout/cycle6"/>
    <dgm:cxn modelId="{FF846F02-15D8-43B2-B826-2E4244EF7A18}" type="presParOf" srcId="{3B8FD7FB-8F29-4043-8F57-405C2C3D1EBD}" destId="{E7236D2C-75E2-4632-A4E6-1140D5FAFAA1}" srcOrd="6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EC67C1-B76D-4A8C-963E-A049C7AE35F1}"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1DB452C9-53A1-47A8-80ED-8A616FB1DA01}">
      <dgm:prSet phldrT="[Text]"/>
      <dgm:spPr>
        <a:solidFill>
          <a:srgbClr val="00B0F0"/>
        </a:solidFill>
      </dgm:spPr>
      <dgm:t>
        <a:bodyPr/>
        <a:lstStyle/>
        <a:p>
          <a:r>
            <a:rPr lang="en-US" b="0" dirty="0" smtClean="0">
              <a:solidFill>
                <a:schemeClr val="bg1"/>
              </a:solidFill>
            </a:rPr>
            <a:t>Group1</a:t>
          </a:r>
          <a:endParaRPr lang="en-US" b="0" dirty="0">
            <a:solidFill>
              <a:schemeClr val="bg1"/>
            </a:solidFill>
          </a:endParaRPr>
        </a:p>
      </dgm:t>
    </dgm:pt>
    <dgm:pt modelId="{79D4B165-97DA-4996-9C50-472E44BC0BBF}" type="parTrans" cxnId="{5E4F00B3-E642-4D72-A68F-39A6BC51841D}">
      <dgm:prSet/>
      <dgm:spPr/>
      <dgm:t>
        <a:bodyPr/>
        <a:lstStyle/>
        <a:p>
          <a:endParaRPr lang="en-US"/>
        </a:p>
      </dgm:t>
    </dgm:pt>
    <dgm:pt modelId="{EE50B0E1-F909-47EE-873A-F88B824E8141}" type="sibTrans" cxnId="{5E4F00B3-E642-4D72-A68F-39A6BC51841D}">
      <dgm:prSet/>
      <dgm:spPr/>
      <dgm:t>
        <a:bodyPr/>
        <a:lstStyle/>
        <a:p>
          <a:endParaRPr lang="en-US"/>
        </a:p>
      </dgm:t>
    </dgm:pt>
    <dgm:pt modelId="{5867C861-02BD-4C01-90BD-0343917D3308}">
      <dgm:prSet phldrT="[Text]"/>
      <dgm:spPr>
        <a:solidFill>
          <a:srgbClr val="1CADE4"/>
        </a:solidFill>
      </dgm:spPr>
      <dgm:t>
        <a:bodyPr/>
        <a:lstStyle/>
        <a:p>
          <a:r>
            <a:rPr lang="en-US" b="0" dirty="0" smtClean="0">
              <a:solidFill>
                <a:schemeClr val="bg1"/>
              </a:solidFill>
            </a:rPr>
            <a:t>Group2</a:t>
          </a:r>
          <a:endParaRPr lang="en-US" b="0" dirty="0">
            <a:solidFill>
              <a:schemeClr val="bg1"/>
            </a:solidFill>
          </a:endParaRPr>
        </a:p>
      </dgm:t>
    </dgm:pt>
    <dgm:pt modelId="{6584B2CA-BFEA-4BC0-B816-F3CBD1D4102E}" type="parTrans" cxnId="{F69380B5-9880-4581-98B8-6459F760569B}">
      <dgm:prSet/>
      <dgm:spPr/>
      <dgm:t>
        <a:bodyPr/>
        <a:lstStyle/>
        <a:p>
          <a:endParaRPr lang="en-US"/>
        </a:p>
      </dgm:t>
    </dgm:pt>
    <dgm:pt modelId="{FE34ED0D-43CD-43A7-A289-B078595383AD}" type="sibTrans" cxnId="{F69380B5-9880-4581-98B8-6459F760569B}">
      <dgm:prSet/>
      <dgm:spPr/>
      <dgm:t>
        <a:bodyPr/>
        <a:lstStyle/>
        <a:p>
          <a:endParaRPr lang="en-US"/>
        </a:p>
      </dgm:t>
    </dgm:pt>
    <dgm:pt modelId="{60276E76-7D17-4AF0-B984-E05FDCE5EAF9}">
      <dgm:prSet phldrT="[Text]"/>
      <dgm:spPr>
        <a:solidFill>
          <a:srgbClr val="FF9999"/>
        </a:solidFill>
      </dgm:spPr>
      <dgm:t>
        <a:bodyPr/>
        <a:lstStyle/>
        <a:p>
          <a:r>
            <a:rPr lang="en-US" b="1" dirty="0" smtClean="0">
              <a:solidFill>
                <a:schemeClr val="tx1"/>
              </a:solidFill>
            </a:rPr>
            <a:t>Group3</a:t>
          </a:r>
          <a:endParaRPr lang="en-US" b="1" dirty="0">
            <a:solidFill>
              <a:schemeClr val="tx1"/>
            </a:solidFill>
          </a:endParaRPr>
        </a:p>
      </dgm:t>
    </dgm:pt>
    <dgm:pt modelId="{5CE50795-46F1-4FEE-9521-66D5E816D683}" type="parTrans" cxnId="{0A577301-541B-4E17-8CA6-35AF5015D167}">
      <dgm:prSet/>
      <dgm:spPr/>
      <dgm:t>
        <a:bodyPr/>
        <a:lstStyle/>
        <a:p>
          <a:endParaRPr lang="en-US"/>
        </a:p>
      </dgm:t>
    </dgm:pt>
    <dgm:pt modelId="{3AD0382E-B7AE-4D1B-9EC6-A8E25FA295C7}" type="sibTrans" cxnId="{0A577301-541B-4E17-8CA6-35AF5015D167}">
      <dgm:prSet/>
      <dgm:spPr/>
      <dgm:t>
        <a:bodyPr/>
        <a:lstStyle/>
        <a:p>
          <a:endParaRPr lang="en-US"/>
        </a:p>
      </dgm:t>
    </dgm:pt>
    <dgm:pt modelId="{6D466157-66DB-4DD4-8023-13374872C4DF}">
      <dgm:prSet phldrT="[Text]"/>
      <dgm:spPr/>
      <dgm:t>
        <a:bodyPr/>
        <a:lstStyle/>
        <a:p>
          <a:r>
            <a:rPr lang="en-US" dirty="0" smtClean="0"/>
            <a:t>Group4</a:t>
          </a:r>
          <a:endParaRPr lang="en-US" dirty="0"/>
        </a:p>
      </dgm:t>
    </dgm:pt>
    <dgm:pt modelId="{FC35E924-2622-4DC4-842F-1AB74D5EA732}" type="parTrans" cxnId="{E2187621-8BAB-493F-BBEB-E8D9C3CF101A}">
      <dgm:prSet/>
      <dgm:spPr/>
      <dgm:t>
        <a:bodyPr/>
        <a:lstStyle/>
        <a:p>
          <a:endParaRPr lang="en-US"/>
        </a:p>
      </dgm:t>
    </dgm:pt>
    <dgm:pt modelId="{2DD878C3-CA8D-4D97-BB11-63D44A3442AB}" type="sibTrans" cxnId="{E2187621-8BAB-493F-BBEB-E8D9C3CF101A}">
      <dgm:prSet/>
      <dgm:spPr/>
      <dgm:t>
        <a:bodyPr/>
        <a:lstStyle/>
        <a:p>
          <a:endParaRPr lang="en-US"/>
        </a:p>
      </dgm:t>
    </dgm:pt>
    <dgm:pt modelId="{2C274BE5-B389-4078-8F78-286286D47B16}">
      <dgm:prSet phldrT="[Text]"/>
      <dgm:spPr/>
      <dgm:t>
        <a:bodyPr/>
        <a:lstStyle/>
        <a:p>
          <a:r>
            <a:rPr lang="en-US" dirty="0" smtClean="0"/>
            <a:t>Group5</a:t>
          </a:r>
          <a:endParaRPr lang="en-US" dirty="0"/>
        </a:p>
      </dgm:t>
    </dgm:pt>
    <dgm:pt modelId="{0165F449-0690-4EB0-BB3F-548931C6F56E}" type="parTrans" cxnId="{0252699B-9C27-4E94-B7BE-CD68D63BABE8}">
      <dgm:prSet/>
      <dgm:spPr/>
      <dgm:t>
        <a:bodyPr/>
        <a:lstStyle/>
        <a:p>
          <a:endParaRPr lang="en-US"/>
        </a:p>
      </dgm:t>
    </dgm:pt>
    <dgm:pt modelId="{342C9B7B-B1FA-4D57-B3AE-19B4EAD28D26}" type="sibTrans" cxnId="{0252699B-9C27-4E94-B7BE-CD68D63BABE8}">
      <dgm:prSet/>
      <dgm:spPr/>
      <dgm:t>
        <a:bodyPr/>
        <a:lstStyle/>
        <a:p>
          <a:endParaRPr lang="en-US"/>
        </a:p>
      </dgm:t>
    </dgm:pt>
    <dgm:pt modelId="{A0D53082-E036-4E4C-8CDD-3DFDBDC0F8D0}">
      <dgm:prSet phldrT="[Text]"/>
      <dgm:spPr/>
      <dgm:t>
        <a:bodyPr/>
        <a:lstStyle/>
        <a:p>
          <a:r>
            <a:rPr lang="en-US" dirty="0" smtClean="0"/>
            <a:t>Group6</a:t>
          </a:r>
          <a:endParaRPr lang="en-US" dirty="0"/>
        </a:p>
      </dgm:t>
    </dgm:pt>
    <dgm:pt modelId="{445600EF-38EB-4D42-8838-581F42A4AF68}" type="parTrans" cxnId="{31205955-5404-44E6-B523-1710AFF92313}">
      <dgm:prSet/>
      <dgm:spPr/>
      <dgm:t>
        <a:bodyPr/>
        <a:lstStyle/>
        <a:p>
          <a:endParaRPr lang="en-US"/>
        </a:p>
      </dgm:t>
    </dgm:pt>
    <dgm:pt modelId="{B192576A-F6EB-4568-A67B-8AF396F52E2A}" type="sibTrans" cxnId="{31205955-5404-44E6-B523-1710AFF92313}">
      <dgm:prSet/>
      <dgm:spPr/>
      <dgm:t>
        <a:bodyPr/>
        <a:lstStyle/>
        <a:p>
          <a:endParaRPr lang="en-US"/>
        </a:p>
      </dgm:t>
    </dgm:pt>
    <dgm:pt modelId="{D23EEA6B-19F0-4B1A-A0BD-A613D5DA1F97}">
      <dgm:prSet phldrT="[Text]"/>
      <dgm:spPr/>
      <dgm:t>
        <a:bodyPr/>
        <a:lstStyle/>
        <a:p>
          <a:r>
            <a:rPr lang="en-US" dirty="0" smtClean="0"/>
            <a:t>Group7</a:t>
          </a:r>
          <a:endParaRPr lang="en-US" dirty="0"/>
        </a:p>
      </dgm:t>
    </dgm:pt>
    <dgm:pt modelId="{4A24C8A2-2C43-480B-8F61-CD3AA9BD21EF}" type="parTrans" cxnId="{59DC304C-5CB3-4F2C-91D7-AF341839DCE9}">
      <dgm:prSet/>
      <dgm:spPr/>
      <dgm:t>
        <a:bodyPr/>
        <a:lstStyle/>
        <a:p>
          <a:endParaRPr lang="en-US"/>
        </a:p>
      </dgm:t>
    </dgm:pt>
    <dgm:pt modelId="{4C54E9F7-3F8E-4D77-B02E-424BA79AE782}" type="sibTrans" cxnId="{59DC304C-5CB3-4F2C-91D7-AF341839DCE9}">
      <dgm:prSet/>
      <dgm:spPr/>
      <dgm:t>
        <a:bodyPr/>
        <a:lstStyle/>
        <a:p>
          <a:endParaRPr lang="en-US"/>
        </a:p>
      </dgm:t>
    </dgm:pt>
    <dgm:pt modelId="{BCD08B15-39B6-4B6A-9A29-6E0023965AEA}">
      <dgm:prSet phldrT="[Text]"/>
      <dgm:spPr/>
      <dgm:t>
        <a:bodyPr/>
        <a:lstStyle/>
        <a:p>
          <a:r>
            <a:rPr lang="en-US" dirty="0" smtClean="0"/>
            <a:t>Group8</a:t>
          </a:r>
          <a:endParaRPr lang="en-US" dirty="0"/>
        </a:p>
      </dgm:t>
    </dgm:pt>
    <dgm:pt modelId="{E4E0EBDB-9E1D-4E73-A8FA-5BE9ECE35E16}" type="parTrans" cxnId="{4F94B2E9-C845-4215-A68B-23FFCE25D353}">
      <dgm:prSet/>
      <dgm:spPr/>
      <dgm:t>
        <a:bodyPr/>
        <a:lstStyle/>
        <a:p>
          <a:endParaRPr lang="en-US"/>
        </a:p>
      </dgm:t>
    </dgm:pt>
    <dgm:pt modelId="{552C6C61-3E04-46D8-B494-FC61650B9F3C}" type="sibTrans" cxnId="{4F94B2E9-C845-4215-A68B-23FFCE25D353}">
      <dgm:prSet/>
      <dgm:spPr/>
      <dgm:t>
        <a:bodyPr/>
        <a:lstStyle/>
        <a:p>
          <a:endParaRPr lang="en-US"/>
        </a:p>
      </dgm:t>
    </dgm:pt>
    <dgm:pt modelId="{8A797F95-FE8E-4664-AF82-044C61C09760}">
      <dgm:prSet phldrT="[Text]"/>
      <dgm:spPr/>
      <dgm:t>
        <a:bodyPr/>
        <a:lstStyle/>
        <a:p>
          <a:r>
            <a:rPr lang="en-US" dirty="0" smtClean="0"/>
            <a:t>Group9</a:t>
          </a:r>
          <a:endParaRPr lang="en-US" dirty="0"/>
        </a:p>
      </dgm:t>
    </dgm:pt>
    <dgm:pt modelId="{E4D3AD84-98AA-47E7-A10E-EDF35A02AE57}" type="parTrans" cxnId="{A9CB90D1-98B8-4CC4-9337-93937319FAD9}">
      <dgm:prSet/>
      <dgm:spPr/>
      <dgm:t>
        <a:bodyPr/>
        <a:lstStyle/>
        <a:p>
          <a:endParaRPr lang="en-US"/>
        </a:p>
      </dgm:t>
    </dgm:pt>
    <dgm:pt modelId="{DC8B683E-EFB2-415B-A079-66EB42200398}" type="sibTrans" cxnId="{A9CB90D1-98B8-4CC4-9337-93937319FAD9}">
      <dgm:prSet/>
      <dgm:spPr/>
      <dgm:t>
        <a:bodyPr/>
        <a:lstStyle/>
        <a:p>
          <a:endParaRPr lang="en-US"/>
        </a:p>
      </dgm:t>
    </dgm:pt>
    <dgm:pt modelId="{80FC0B6D-49A8-435A-BB28-409292372BCC}">
      <dgm:prSet phldrT="[Text]"/>
      <dgm:spPr/>
      <dgm:t>
        <a:bodyPr/>
        <a:lstStyle/>
        <a:p>
          <a:r>
            <a:rPr lang="en-US" dirty="0" smtClean="0"/>
            <a:t>Group10</a:t>
          </a:r>
          <a:endParaRPr lang="en-US" dirty="0"/>
        </a:p>
      </dgm:t>
    </dgm:pt>
    <dgm:pt modelId="{2DB6407B-843C-4CC9-9CC3-FEA2864E5E1B}" type="parTrans" cxnId="{8837C493-D1F1-4E40-A0ED-DBC41A4494B4}">
      <dgm:prSet/>
      <dgm:spPr/>
      <dgm:t>
        <a:bodyPr/>
        <a:lstStyle/>
        <a:p>
          <a:endParaRPr lang="en-US"/>
        </a:p>
      </dgm:t>
    </dgm:pt>
    <dgm:pt modelId="{72FFD877-6357-4819-8BB0-2F2F45FC7B52}" type="sibTrans" cxnId="{8837C493-D1F1-4E40-A0ED-DBC41A4494B4}">
      <dgm:prSet/>
      <dgm:spPr/>
      <dgm:t>
        <a:bodyPr/>
        <a:lstStyle/>
        <a:p>
          <a:endParaRPr lang="en-US"/>
        </a:p>
      </dgm:t>
    </dgm:pt>
    <dgm:pt modelId="{62460D7A-DA47-494F-811D-D4BBDF0792AF}">
      <dgm:prSet phldrT="[Text]"/>
      <dgm:spPr/>
      <dgm:t>
        <a:bodyPr/>
        <a:lstStyle/>
        <a:p>
          <a:r>
            <a:rPr lang="en-US" dirty="0" smtClean="0"/>
            <a:t>Group11</a:t>
          </a:r>
          <a:endParaRPr lang="en-US" dirty="0"/>
        </a:p>
      </dgm:t>
    </dgm:pt>
    <dgm:pt modelId="{F3FD37CB-A7F9-43B9-A61E-B549CF95FBEC}" type="parTrans" cxnId="{4E833544-5041-4277-96E7-490E4E95A5C3}">
      <dgm:prSet/>
      <dgm:spPr/>
      <dgm:t>
        <a:bodyPr/>
        <a:lstStyle/>
        <a:p>
          <a:endParaRPr lang="en-US"/>
        </a:p>
      </dgm:t>
    </dgm:pt>
    <dgm:pt modelId="{D57B41DE-86DE-4FE7-BF4C-283F100ADD7D}" type="sibTrans" cxnId="{4E833544-5041-4277-96E7-490E4E95A5C3}">
      <dgm:prSet/>
      <dgm:spPr/>
      <dgm:t>
        <a:bodyPr/>
        <a:lstStyle/>
        <a:p>
          <a:endParaRPr lang="en-US"/>
        </a:p>
      </dgm:t>
    </dgm:pt>
    <dgm:pt modelId="{581FD5D4-CD40-41EE-99C8-3775A7A39E44}">
      <dgm:prSet phldrT="[Text]"/>
      <dgm:spPr/>
      <dgm:t>
        <a:bodyPr/>
        <a:lstStyle/>
        <a:p>
          <a:r>
            <a:rPr lang="en-US" dirty="0" smtClean="0"/>
            <a:t>Group12</a:t>
          </a:r>
          <a:endParaRPr lang="en-US" dirty="0"/>
        </a:p>
      </dgm:t>
    </dgm:pt>
    <dgm:pt modelId="{AFA09801-959A-4FF8-82CA-906C456EC398}" type="parTrans" cxnId="{D9668D6F-6D3D-4D7F-BDE5-787493721B4B}">
      <dgm:prSet/>
      <dgm:spPr/>
      <dgm:t>
        <a:bodyPr/>
        <a:lstStyle/>
        <a:p>
          <a:endParaRPr lang="en-US"/>
        </a:p>
      </dgm:t>
    </dgm:pt>
    <dgm:pt modelId="{6B82B2EA-8181-44CA-B65C-24743C1A93AC}" type="sibTrans" cxnId="{D9668D6F-6D3D-4D7F-BDE5-787493721B4B}">
      <dgm:prSet/>
      <dgm:spPr/>
      <dgm:t>
        <a:bodyPr/>
        <a:lstStyle/>
        <a:p>
          <a:endParaRPr lang="en-US"/>
        </a:p>
      </dgm:t>
    </dgm:pt>
    <dgm:pt modelId="{A7C4B11C-AC43-4A9D-B20F-03407279539F}">
      <dgm:prSet phldrT="[Text]"/>
      <dgm:spPr/>
      <dgm:t>
        <a:bodyPr/>
        <a:lstStyle/>
        <a:p>
          <a:r>
            <a:rPr lang="en-US" dirty="0" smtClean="0"/>
            <a:t>Group13</a:t>
          </a:r>
          <a:endParaRPr lang="en-US" dirty="0"/>
        </a:p>
      </dgm:t>
    </dgm:pt>
    <dgm:pt modelId="{F15105DD-AF20-48E3-A8D5-5B0A937D96A0}" type="parTrans" cxnId="{FB746317-5891-4654-8CCA-B98EF6C6471C}">
      <dgm:prSet/>
      <dgm:spPr/>
      <dgm:t>
        <a:bodyPr/>
        <a:lstStyle/>
        <a:p>
          <a:endParaRPr lang="en-US"/>
        </a:p>
      </dgm:t>
    </dgm:pt>
    <dgm:pt modelId="{6C8547B6-AD1A-4508-BC2F-BFE11DA7EE44}" type="sibTrans" cxnId="{FB746317-5891-4654-8CCA-B98EF6C6471C}">
      <dgm:prSet/>
      <dgm:spPr/>
      <dgm:t>
        <a:bodyPr/>
        <a:lstStyle/>
        <a:p>
          <a:endParaRPr lang="en-US"/>
        </a:p>
      </dgm:t>
    </dgm:pt>
    <dgm:pt modelId="{CE634133-CD93-472E-960C-271A98CDE83D}">
      <dgm:prSet phldrT="[Text]"/>
      <dgm:spPr/>
      <dgm:t>
        <a:bodyPr/>
        <a:lstStyle/>
        <a:p>
          <a:r>
            <a:rPr lang="en-US" dirty="0" smtClean="0"/>
            <a:t>Group14</a:t>
          </a:r>
          <a:endParaRPr lang="en-US" dirty="0"/>
        </a:p>
      </dgm:t>
    </dgm:pt>
    <dgm:pt modelId="{F0E7B667-2D91-4601-9320-46DF4F39FE33}" type="parTrans" cxnId="{54D47582-7280-45C4-BAFD-26C53F3C9561}">
      <dgm:prSet/>
      <dgm:spPr/>
      <dgm:t>
        <a:bodyPr/>
        <a:lstStyle/>
        <a:p>
          <a:endParaRPr lang="en-US"/>
        </a:p>
      </dgm:t>
    </dgm:pt>
    <dgm:pt modelId="{AE73A717-86DE-4866-AB5A-6A2CB698A033}" type="sibTrans" cxnId="{54D47582-7280-45C4-BAFD-26C53F3C9561}">
      <dgm:prSet/>
      <dgm:spPr/>
      <dgm:t>
        <a:bodyPr/>
        <a:lstStyle/>
        <a:p>
          <a:endParaRPr lang="en-US"/>
        </a:p>
      </dgm:t>
    </dgm:pt>
    <dgm:pt modelId="{888D55D4-4F71-4B14-9652-EAEEFDD5FE50}">
      <dgm:prSet phldrT="[Text]"/>
      <dgm:spPr/>
      <dgm:t>
        <a:bodyPr/>
        <a:lstStyle/>
        <a:p>
          <a:r>
            <a:rPr lang="en-US" dirty="0" smtClean="0"/>
            <a:t>Group15</a:t>
          </a:r>
          <a:endParaRPr lang="en-US" dirty="0"/>
        </a:p>
      </dgm:t>
    </dgm:pt>
    <dgm:pt modelId="{F96E81B9-77CA-45F8-A94E-C1A57D737DA6}" type="parTrans" cxnId="{F532B491-1030-4384-8C0A-605EFB735AD8}">
      <dgm:prSet/>
      <dgm:spPr/>
      <dgm:t>
        <a:bodyPr/>
        <a:lstStyle/>
        <a:p>
          <a:endParaRPr lang="en-US"/>
        </a:p>
      </dgm:t>
    </dgm:pt>
    <dgm:pt modelId="{3FBA8171-8F72-4D31-85B8-154C0B335869}" type="sibTrans" cxnId="{F532B491-1030-4384-8C0A-605EFB735AD8}">
      <dgm:prSet/>
      <dgm:spPr/>
      <dgm:t>
        <a:bodyPr/>
        <a:lstStyle/>
        <a:p>
          <a:endParaRPr lang="en-US"/>
        </a:p>
      </dgm:t>
    </dgm:pt>
    <dgm:pt modelId="{409C815A-1DFA-4D11-9D5F-5AEABB54CE8C}">
      <dgm:prSet phldrT="[Text]"/>
      <dgm:spPr/>
      <dgm:t>
        <a:bodyPr/>
        <a:lstStyle/>
        <a:p>
          <a:r>
            <a:rPr lang="en-US" dirty="0" smtClean="0"/>
            <a:t>Group16</a:t>
          </a:r>
          <a:endParaRPr lang="en-US" dirty="0"/>
        </a:p>
      </dgm:t>
    </dgm:pt>
    <dgm:pt modelId="{8A056BBE-3DEE-4E03-A5EA-9EE3FFA34BC9}" type="parTrans" cxnId="{7635C172-826E-45D4-8F9B-22FD1D91ACC7}">
      <dgm:prSet/>
      <dgm:spPr/>
      <dgm:t>
        <a:bodyPr/>
        <a:lstStyle/>
        <a:p>
          <a:endParaRPr lang="en-US"/>
        </a:p>
      </dgm:t>
    </dgm:pt>
    <dgm:pt modelId="{8F61A65A-F7F7-4F5C-91FA-14F27BAC090E}" type="sibTrans" cxnId="{7635C172-826E-45D4-8F9B-22FD1D91ACC7}">
      <dgm:prSet/>
      <dgm:spPr/>
      <dgm:t>
        <a:bodyPr/>
        <a:lstStyle/>
        <a:p>
          <a:endParaRPr lang="en-US"/>
        </a:p>
      </dgm:t>
    </dgm:pt>
    <dgm:pt modelId="{796EF08B-E2B6-4DB8-9DD8-FF188927C4EB}">
      <dgm:prSet phldrT="[Text]"/>
      <dgm:spPr/>
      <dgm:t>
        <a:bodyPr/>
        <a:lstStyle/>
        <a:p>
          <a:r>
            <a:rPr lang="en-US" dirty="0" smtClean="0"/>
            <a:t>Group17</a:t>
          </a:r>
          <a:endParaRPr lang="en-US" dirty="0"/>
        </a:p>
      </dgm:t>
    </dgm:pt>
    <dgm:pt modelId="{EC0C6371-5595-4B77-B753-542B36E09A02}" type="parTrans" cxnId="{5D2A8493-B633-464F-9F01-EB8BA3B8BD0F}">
      <dgm:prSet/>
      <dgm:spPr/>
      <dgm:t>
        <a:bodyPr/>
        <a:lstStyle/>
        <a:p>
          <a:endParaRPr lang="en-US"/>
        </a:p>
      </dgm:t>
    </dgm:pt>
    <dgm:pt modelId="{E16ECD14-E1E6-43C2-A056-BC268ADADD60}" type="sibTrans" cxnId="{5D2A8493-B633-464F-9F01-EB8BA3B8BD0F}">
      <dgm:prSet/>
      <dgm:spPr/>
      <dgm:t>
        <a:bodyPr/>
        <a:lstStyle/>
        <a:p>
          <a:endParaRPr lang="en-US"/>
        </a:p>
      </dgm:t>
    </dgm:pt>
    <dgm:pt modelId="{9111B4F9-6FA0-43C6-AC95-410CFCF291A4}">
      <dgm:prSet phldrT="[Text]"/>
      <dgm:spPr/>
      <dgm:t>
        <a:bodyPr/>
        <a:lstStyle/>
        <a:p>
          <a:r>
            <a:rPr lang="en-US" dirty="0" smtClean="0"/>
            <a:t>Group18</a:t>
          </a:r>
          <a:endParaRPr lang="en-US" dirty="0"/>
        </a:p>
      </dgm:t>
    </dgm:pt>
    <dgm:pt modelId="{D5EE7763-71CE-4301-A143-108EB456A8FB}" type="parTrans" cxnId="{B08317EE-86B0-4153-A92C-B938E4339A18}">
      <dgm:prSet/>
      <dgm:spPr/>
      <dgm:t>
        <a:bodyPr/>
        <a:lstStyle/>
        <a:p>
          <a:endParaRPr lang="en-US"/>
        </a:p>
      </dgm:t>
    </dgm:pt>
    <dgm:pt modelId="{E36EB91D-B36F-45E0-9754-60C02165B5D6}" type="sibTrans" cxnId="{B08317EE-86B0-4153-A92C-B938E4339A18}">
      <dgm:prSet/>
      <dgm:spPr/>
      <dgm:t>
        <a:bodyPr/>
        <a:lstStyle/>
        <a:p>
          <a:endParaRPr lang="en-US"/>
        </a:p>
      </dgm:t>
    </dgm:pt>
    <dgm:pt modelId="{FA26A295-011A-499C-8BE4-FCB45FC37EFB}">
      <dgm:prSet phldrT="[Text]"/>
      <dgm:spPr/>
      <dgm:t>
        <a:bodyPr/>
        <a:lstStyle/>
        <a:p>
          <a:r>
            <a:rPr lang="en-US" dirty="0" smtClean="0"/>
            <a:t>Group19</a:t>
          </a:r>
          <a:endParaRPr lang="en-US" dirty="0"/>
        </a:p>
      </dgm:t>
    </dgm:pt>
    <dgm:pt modelId="{529199A5-AFBE-47BF-B909-ED4845FEBF07}" type="parTrans" cxnId="{C35FD9E4-5CD5-4C37-BCB6-E4B370044C17}">
      <dgm:prSet/>
      <dgm:spPr/>
      <dgm:t>
        <a:bodyPr/>
        <a:lstStyle/>
        <a:p>
          <a:endParaRPr lang="en-US"/>
        </a:p>
      </dgm:t>
    </dgm:pt>
    <dgm:pt modelId="{CEEACC01-1460-49BB-ADCF-0153B050C2D1}" type="sibTrans" cxnId="{C35FD9E4-5CD5-4C37-BCB6-E4B370044C17}">
      <dgm:prSet/>
      <dgm:spPr/>
      <dgm:t>
        <a:bodyPr/>
        <a:lstStyle/>
        <a:p>
          <a:endParaRPr lang="en-US"/>
        </a:p>
      </dgm:t>
    </dgm:pt>
    <dgm:pt modelId="{320B4B01-F65A-4948-8C47-0E834A0E9B71}">
      <dgm:prSet phldrT="[Text]"/>
      <dgm:spPr/>
      <dgm:t>
        <a:bodyPr/>
        <a:lstStyle/>
        <a:p>
          <a:r>
            <a:rPr lang="en-US" dirty="0" smtClean="0"/>
            <a:t>Group20</a:t>
          </a:r>
          <a:endParaRPr lang="en-US" dirty="0"/>
        </a:p>
      </dgm:t>
    </dgm:pt>
    <dgm:pt modelId="{FFC3421D-0FCB-42A1-A695-C905185C51CC}" type="parTrans" cxnId="{26C5F7DA-259A-4EBB-A570-EAEEC3B3C1CF}">
      <dgm:prSet/>
      <dgm:spPr/>
      <dgm:t>
        <a:bodyPr/>
        <a:lstStyle/>
        <a:p>
          <a:endParaRPr lang="en-US"/>
        </a:p>
      </dgm:t>
    </dgm:pt>
    <dgm:pt modelId="{A6BE82F8-EDBC-490D-B1D3-114C722600AB}" type="sibTrans" cxnId="{26C5F7DA-259A-4EBB-A570-EAEEC3B3C1CF}">
      <dgm:prSet/>
      <dgm:spPr/>
      <dgm:t>
        <a:bodyPr/>
        <a:lstStyle/>
        <a:p>
          <a:endParaRPr lang="en-US"/>
        </a:p>
      </dgm:t>
    </dgm:pt>
    <dgm:pt modelId="{6B614D43-C259-4F1E-A961-DCCA50245F32}">
      <dgm:prSet phldrT="[Text]"/>
      <dgm:spPr/>
      <dgm:t>
        <a:bodyPr/>
        <a:lstStyle/>
        <a:p>
          <a:r>
            <a:rPr lang="en-US" dirty="0" smtClean="0"/>
            <a:t>Group21</a:t>
          </a:r>
          <a:endParaRPr lang="en-US" dirty="0"/>
        </a:p>
      </dgm:t>
    </dgm:pt>
    <dgm:pt modelId="{37101B32-C791-4143-94E5-C9D794C45512}" type="parTrans" cxnId="{D84C5B7A-FE3F-4502-B4F2-41ECB7465834}">
      <dgm:prSet/>
      <dgm:spPr/>
      <dgm:t>
        <a:bodyPr/>
        <a:lstStyle/>
        <a:p>
          <a:endParaRPr lang="en-US"/>
        </a:p>
      </dgm:t>
    </dgm:pt>
    <dgm:pt modelId="{42B379FA-AB1F-4166-9749-DD9D47752AF1}" type="sibTrans" cxnId="{D84C5B7A-FE3F-4502-B4F2-41ECB7465834}">
      <dgm:prSet/>
      <dgm:spPr/>
      <dgm:t>
        <a:bodyPr/>
        <a:lstStyle/>
        <a:p>
          <a:endParaRPr lang="en-US"/>
        </a:p>
      </dgm:t>
    </dgm:pt>
    <dgm:pt modelId="{C7A240E3-FC63-4595-8B18-C257373E48A8}">
      <dgm:prSet phldrT="[Text]"/>
      <dgm:spPr/>
      <dgm:t>
        <a:bodyPr/>
        <a:lstStyle/>
        <a:p>
          <a:r>
            <a:rPr lang="en-US" dirty="0" smtClean="0"/>
            <a:t>Group22</a:t>
          </a:r>
          <a:endParaRPr lang="en-US" dirty="0"/>
        </a:p>
      </dgm:t>
    </dgm:pt>
    <dgm:pt modelId="{3226B2A0-C425-44FD-A0EF-38DC970D03A6}" type="parTrans" cxnId="{F752F8C5-09E6-4CDF-AF77-0EBB7C306561}">
      <dgm:prSet/>
      <dgm:spPr/>
      <dgm:t>
        <a:bodyPr/>
        <a:lstStyle/>
        <a:p>
          <a:endParaRPr lang="en-US"/>
        </a:p>
      </dgm:t>
    </dgm:pt>
    <dgm:pt modelId="{CC440629-B791-4D98-B6CE-BF59067A811D}" type="sibTrans" cxnId="{F752F8C5-09E6-4CDF-AF77-0EBB7C306561}">
      <dgm:prSet/>
      <dgm:spPr/>
      <dgm:t>
        <a:bodyPr/>
        <a:lstStyle/>
        <a:p>
          <a:endParaRPr lang="en-US"/>
        </a:p>
      </dgm:t>
    </dgm:pt>
    <dgm:pt modelId="{965A849E-2826-4EC6-BB0C-397242B29888}">
      <dgm:prSet phldrT="[Text]"/>
      <dgm:spPr/>
      <dgm:t>
        <a:bodyPr/>
        <a:lstStyle/>
        <a:p>
          <a:r>
            <a:rPr lang="en-US" dirty="0" smtClean="0"/>
            <a:t>Group23</a:t>
          </a:r>
          <a:endParaRPr lang="en-US" dirty="0"/>
        </a:p>
      </dgm:t>
    </dgm:pt>
    <dgm:pt modelId="{D83B0BBE-15A5-4739-B6C0-D8C4E42E25A0}" type="parTrans" cxnId="{81531205-E2B9-45A0-A740-7143B9AB7ACC}">
      <dgm:prSet/>
      <dgm:spPr/>
      <dgm:t>
        <a:bodyPr/>
        <a:lstStyle/>
        <a:p>
          <a:endParaRPr lang="en-US"/>
        </a:p>
      </dgm:t>
    </dgm:pt>
    <dgm:pt modelId="{3DAEB32C-2ED0-4548-8839-32044884D370}" type="sibTrans" cxnId="{81531205-E2B9-45A0-A740-7143B9AB7ACC}">
      <dgm:prSet/>
      <dgm:spPr/>
      <dgm:t>
        <a:bodyPr/>
        <a:lstStyle/>
        <a:p>
          <a:endParaRPr lang="en-US"/>
        </a:p>
      </dgm:t>
    </dgm:pt>
    <dgm:pt modelId="{3B8FD7FB-8F29-4043-8F57-405C2C3D1EBD}" type="pres">
      <dgm:prSet presAssocID="{0AEC67C1-B76D-4A8C-963E-A049C7AE35F1}" presName="cycle" presStyleCnt="0">
        <dgm:presLayoutVars>
          <dgm:dir/>
          <dgm:resizeHandles val="exact"/>
        </dgm:presLayoutVars>
      </dgm:prSet>
      <dgm:spPr/>
      <dgm:t>
        <a:bodyPr/>
        <a:lstStyle/>
        <a:p>
          <a:endParaRPr lang="en-US"/>
        </a:p>
      </dgm:t>
    </dgm:pt>
    <dgm:pt modelId="{3E7D9DE5-3A5A-4179-8403-46C1842F44D0}" type="pres">
      <dgm:prSet presAssocID="{1DB452C9-53A1-47A8-80ED-8A616FB1DA01}" presName="node" presStyleLbl="node1" presStyleIdx="0" presStyleCnt="23">
        <dgm:presLayoutVars>
          <dgm:bulletEnabled val="1"/>
        </dgm:presLayoutVars>
      </dgm:prSet>
      <dgm:spPr/>
      <dgm:t>
        <a:bodyPr/>
        <a:lstStyle/>
        <a:p>
          <a:endParaRPr lang="en-US"/>
        </a:p>
      </dgm:t>
    </dgm:pt>
    <dgm:pt modelId="{8CBA7289-D5A1-43BB-96EC-658B5A8D574E}" type="pres">
      <dgm:prSet presAssocID="{1DB452C9-53A1-47A8-80ED-8A616FB1DA01}" presName="spNode" presStyleCnt="0"/>
      <dgm:spPr/>
    </dgm:pt>
    <dgm:pt modelId="{50132201-75B3-4439-BC28-F604FC679866}" type="pres">
      <dgm:prSet presAssocID="{EE50B0E1-F909-47EE-873A-F88B824E8141}" presName="sibTrans" presStyleLbl="sibTrans1D1" presStyleIdx="0" presStyleCnt="23"/>
      <dgm:spPr/>
      <dgm:t>
        <a:bodyPr/>
        <a:lstStyle/>
        <a:p>
          <a:endParaRPr lang="en-US"/>
        </a:p>
      </dgm:t>
    </dgm:pt>
    <dgm:pt modelId="{CA21ED3F-92F2-4D34-9714-0B454F746502}" type="pres">
      <dgm:prSet presAssocID="{5867C861-02BD-4C01-90BD-0343917D3308}" presName="node" presStyleLbl="node1" presStyleIdx="1" presStyleCnt="23">
        <dgm:presLayoutVars>
          <dgm:bulletEnabled val="1"/>
        </dgm:presLayoutVars>
      </dgm:prSet>
      <dgm:spPr/>
      <dgm:t>
        <a:bodyPr/>
        <a:lstStyle/>
        <a:p>
          <a:endParaRPr lang="en-US"/>
        </a:p>
      </dgm:t>
    </dgm:pt>
    <dgm:pt modelId="{5F781483-9EF9-4B81-A115-6CEA6798947C}" type="pres">
      <dgm:prSet presAssocID="{5867C861-02BD-4C01-90BD-0343917D3308}" presName="spNode" presStyleCnt="0"/>
      <dgm:spPr/>
    </dgm:pt>
    <dgm:pt modelId="{7887C5DC-9913-4199-AEDF-77F5415CDAC1}" type="pres">
      <dgm:prSet presAssocID="{FE34ED0D-43CD-43A7-A289-B078595383AD}" presName="sibTrans" presStyleLbl="sibTrans1D1" presStyleIdx="1" presStyleCnt="23"/>
      <dgm:spPr/>
      <dgm:t>
        <a:bodyPr/>
        <a:lstStyle/>
        <a:p>
          <a:endParaRPr lang="en-US"/>
        </a:p>
      </dgm:t>
    </dgm:pt>
    <dgm:pt modelId="{EC9C80C8-4E98-45A3-9514-A60E0C9E910E}" type="pres">
      <dgm:prSet presAssocID="{60276E76-7D17-4AF0-B984-E05FDCE5EAF9}" presName="node" presStyleLbl="node1" presStyleIdx="2" presStyleCnt="23">
        <dgm:presLayoutVars>
          <dgm:bulletEnabled val="1"/>
        </dgm:presLayoutVars>
      </dgm:prSet>
      <dgm:spPr/>
      <dgm:t>
        <a:bodyPr/>
        <a:lstStyle/>
        <a:p>
          <a:endParaRPr lang="en-US"/>
        </a:p>
      </dgm:t>
    </dgm:pt>
    <dgm:pt modelId="{5AD582E6-518D-494A-8851-77BA54B1D179}" type="pres">
      <dgm:prSet presAssocID="{60276E76-7D17-4AF0-B984-E05FDCE5EAF9}" presName="spNode" presStyleCnt="0"/>
      <dgm:spPr/>
    </dgm:pt>
    <dgm:pt modelId="{A5DCE8F0-DAEE-4412-9FDF-F8E167449B5A}" type="pres">
      <dgm:prSet presAssocID="{3AD0382E-B7AE-4D1B-9EC6-A8E25FA295C7}" presName="sibTrans" presStyleLbl="sibTrans1D1" presStyleIdx="2" presStyleCnt="23"/>
      <dgm:spPr/>
      <dgm:t>
        <a:bodyPr/>
        <a:lstStyle/>
        <a:p>
          <a:endParaRPr lang="en-US"/>
        </a:p>
      </dgm:t>
    </dgm:pt>
    <dgm:pt modelId="{F197BEF7-5C18-4E85-994A-04EA396F59B4}" type="pres">
      <dgm:prSet presAssocID="{6D466157-66DB-4DD4-8023-13374872C4DF}" presName="node" presStyleLbl="node1" presStyleIdx="3" presStyleCnt="23">
        <dgm:presLayoutVars>
          <dgm:bulletEnabled val="1"/>
        </dgm:presLayoutVars>
      </dgm:prSet>
      <dgm:spPr/>
      <dgm:t>
        <a:bodyPr/>
        <a:lstStyle/>
        <a:p>
          <a:endParaRPr lang="en-US"/>
        </a:p>
      </dgm:t>
    </dgm:pt>
    <dgm:pt modelId="{3D33A478-76DE-4191-AC8B-701070C16837}" type="pres">
      <dgm:prSet presAssocID="{6D466157-66DB-4DD4-8023-13374872C4DF}" presName="spNode" presStyleCnt="0"/>
      <dgm:spPr/>
    </dgm:pt>
    <dgm:pt modelId="{1AEFC9EE-1FB7-425C-AB91-FFE5E99D0128}" type="pres">
      <dgm:prSet presAssocID="{2DD878C3-CA8D-4D97-BB11-63D44A3442AB}" presName="sibTrans" presStyleLbl="sibTrans1D1" presStyleIdx="3" presStyleCnt="23"/>
      <dgm:spPr/>
      <dgm:t>
        <a:bodyPr/>
        <a:lstStyle/>
        <a:p>
          <a:endParaRPr lang="en-US"/>
        </a:p>
      </dgm:t>
    </dgm:pt>
    <dgm:pt modelId="{9461DA25-8092-42E7-9892-8F4D48DF653E}" type="pres">
      <dgm:prSet presAssocID="{2C274BE5-B389-4078-8F78-286286D47B16}" presName="node" presStyleLbl="node1" presStyleIdx="4" presStyleCnt="23">
        <dgm:presLayoutVars>
          <dgm:bulletEnabled val="1"/>
        </dgm:presLayoutVars>
      </dgm:prSet>
      <dgm:spPr/>
      <dgm:t>
        <a:bodyPr/>
        <a:lstStyle/>
        <a:p>
          <a:endParaRPr lang="en-US"/>
        </a:p>
      </dgm:t>
    </dgm:pt>
    <dgm:pt modelId="{D10D355E-3C9E-41D7-A11D-38F7D09BFA74}" type="pres">
      <dgm:prSet presAssocID="{2C274BE5-B389-4078-8F78-286286D47B16}" presName="spNode" presStyleCnt="0"/>
      <dgm:spPr/>
    </dgm:pt>
    <dgm:pt modelId="{5FA3E78C-2AB0-449D-B0B4-EDD97A4024EB}" type="pres">
      <dgm:prSet presAssocID="{342C9B7B-B1FA-4D57-B3AE-19B4EAD28D26}" presName="sibTrans" presStyleLbl="sibTrans1D1" presStyleIdx="4" presStyleCnt="23"/>
      <dgm:spPr/>
      <dgm:t>
        <a:bodyPr/>
        <a:lstStyle/>
        <a:p>
          <a:endParaRPr lang="en-US"/>
        </a:p>
      </dgm:t>
    </dgm:pt>
    <dgm:pt modelId="{DA6F5FBB-AD73-4ADB-B796-536C610E3FBF}" type="pres">
      <dgm:prSet presAssocID="{A0D53082-E036-4E4C-8CDD-3DFDBDC0F8D0}" presName="node" presStyleLbl="node1" presStyleIdx="5" presStyleCnt="23">
        <dgm:presLayoutVars>
          <dgm:bulletEnabled val="1"/>
        </dgm:presLayoutVars>
      </dgm:prSet>
      <dgm:spPr/>
      <dgm:t>
        <a:bodyPr/>
        <a:lstStyle/>
        <a:p>
          <a:endParaRPr lang="en-US"/>
        </a:p>
      </dgm:t>
    </dgm:pt>
    <dgm:pt modelId="{1494556D-2096-4236-BEE3-E2CC5D821B2D}" type="pres">
      <dgm:prSet presAssocID="{A0D53082-E036-4E4C-8CDD-3DFDBDC0F8D0}" presName="spNode" presStyleCnt="0"/>
      <dgm:spPr/>
    </dgm:pt>
    <dgm:pt modelId="{4E633252-5117-484E-A260-8EA7D4E24332}" type="pres">
      <dgm:prSet presAssocID="{B192576A-F6EB-4568-A67B-8AF396F52E2A}" presName="sibTrans" presStyleLbl="sibTrans1D1" presStyleIdx="5" presStyleCnt="23"/>
      <dgm:spPr/>
      <dgm:t>
        <a:bodyPr/>
        <a:lstStyle/>
        <a:p>
          <a:endParaRPr lang="en-US"/>
        </a:p>
      </dgm:t>
    </dgm:pt>
    <dgm:pt modelId="{7DBDDD8B-BE1C-499F-8611-7311DA05BE0A}" type="pres">
      <dgm:prSet presAssocID="{D23EEA6B-19F0-4B1A-A0BD-A613D5DA1F97}" presName="node" presStyleLbl="node1" presStyleIdx="6" presStyleCnt="23">
        <dgm:presLayoutVars>
          <dgm:bulletEnabled val="1"/>
        </dgm:presLayoutVars>
      </dgm:prSet>
      <dgm:spPr/>
      <dgm:t>
        <a:bodyPr/>
        <a:lstStyle/>
        <a:p>
          <a:endParaRPr lang="en-US"/>
        </a:p>
      </dgm:t>
    </dgm:pt>
    <dgm:pt modelId="{C514EDBC-BC56-4203-8686-BC992201EF07}" type="pres">
      <dgm:prSet presAssocID="{D23EEA6B-19F0-4B1A-A0BD-A613D5DA1F97}" presName="spNode" presStyleCnt="0"/>
      <dgm:spPr/>
    </dgm:pt>
    <dgm:pt modelId="{2AFAAB34-6B6F-4CF6-A36C-4B516385AAC3}" type="pres">
      <dgm:prSet presAssocID="{4C54E9F7-3F8E-4D77-B02E-424BA79AE782}" presName="sibTrans" presStyleLbl="sibTrans1D1" presStyleIdx="6" presStyleCnt="23"/>
      <dgm:spPr/>
      <dgm:t>
        <a:bodyPr/>
        <a:lstStyle/>
        <a:p>
          <a:endParaRPr lang="en-US"/>
        </a:p>
      </dgm:t>
    </dgm:pt>
    <dgm:pt modelId="{87B323EC-6BE4-478A-AE3B-A66F1E83FC0E}" type="pres">
      <dgm:prSet presAssocID="{BCD08B15-39B6-4B6A-9A29-6E0023965AEA}" presName="node" presStyleLbl="node1" presStyleIdx="7" presStyleCnt="23">
        <dgm:presLayoutVars>
          <dgm:bulletEnabled val="1"/>
        </dgm:presLayoutVars>
      </dgm:prSet>
      <dgm:spPr/>
      <dgm:t>
        <a:bodyPr/>
        <a:lstStyle/>
        <a:p>
          <a:endParaRPr lang="en-US"/>
        </a:p>
      </dgm:t>
    </dgm:pt>
    <dgm:pt modelId="{8B116787-BB29-4C89-9C38-B47C413C38F5}" type="pres">
      <dgm:prSet presAssocID="{BCD08B15-39B6-4B6A-9A29-6E0023965AEA}" presName="spNode" presStyleCnt="0"/>
      <dgm:spPr/>
    </dgm:pt>
    <dgm:pt modelId="{EC3BB6B0-4C24-4E95-8F94-7729F63B81C1}" type="pres">
      <dgm:prSet presAssocID="{552C6C61-3E04-46D8-B494-FC61650B9F3C}" presName="sibTrans" presStyleLbl="sibTrans1D1" presStyleIdx="7" presStyleCnt="23"/>
      <dgm:spPr/>
      <dgm:t>
        <a:bodyPr/>
        <a:lstStyle/>
        <a:p>
          <a:endParaRPr lang="en-US"/>
        </a:p>
      </dgm:t>
    </dgm:pt>
    <dgm:pt modelId="{8BE4530F-E5E9-4202-AECC-EE9E7AB068EE}" type="pres">
      <dgm:prSet presAssocID="{8A797F95-FE8E-4664-AF82-044C61C09760}" presName="node" presStyleLbl="node1" presStyleIdx="8" presStyleCnt="23">
        <dgm:presLayoutVars>
          <dgm:bulletEnabled val="1"/>
        </dgm:presLayoutVars>
      </dgm:prSet>
      <dgm:spPr/>
      <dgm:t>
        <a:bodyPr/>
        <a:lstStyle/>
        <a:p>
          <a:endParaRPr lang="en-US"/>
        </a:p>
      </dgm:t>
    </dgm:pt>
    <dgm:pt modelId="{C5652CA4-1726-4564-9EA6-89EE3981068F}" type="pres">
      <dgm:prSet presAssocID="{8A797F95-FE8E-4664-AF82-044C61C09760}" presName="spNode" presStyleCnt="0"/>
      <dgm:spPr/>
    </dgm:pt>
    <dgm:pt modelId="{45F65882-A27E-4B75-B962-518A90BF48C7}" type="pres">
      <dgm:prSet presAssocID="{DC8B683E-EFB2-415B-A079-66EB42200398}" presName="sibTrans" presStyleLbl="sibTrans1D1" presStyleIdx="8" presStyleCnt="23"/>
      <dgm:spPr/>
      <dgm:t>
        <a:bodyPr/>
        <a:lstStyle/>
        <a:p>
          <a:endParaRPr lang="en-US"/>
        </a:p>
      </dgm:t>
    </dgm:pt>
    <dgm:pt modelId="{B6BF0FE1-88C7-483A-B29C-2EEA6B43C64E}" type="pres">
      <dgm:prSet presAssocID="{80FC0B6D-49A8-435A-BB28-409292372BCC}" presName="node" presStyleLbl="node1" presStyleIdx="9" presStyleCnt="23">
        <dgm:presLayoutVars>
          <dgm:bulletEnabled val="1"/>
        </dgm:presLayoutVars>
      </dgm:prSet>
      <dgm:spPr/>
      <dgm:t>
        <a:bodyPr/>
        <a:lstStyle/>
        <a:p>
          <a:endParaRPr lang="en-US"/>
        </a:p>
      </dgm:t>
    </dgm:pt>
    <dgm:pt modelId="{12752CAE-07FD-4FE7-B5B8-F2D5331DD0C3}" type="pres">
      <dgm:prSet presAssocID="{80FC0B6D-49A8-435A-BB28-409292372BCC}" presName="spNode" presStyleCnt="0"/>
      <dgm:spPr/>
    </dgm:pt>
    <dgm:pt modelId="{8327AD10-BC83-42AD-BBCC-73F4E3B18F95}" type="pres">
      <dgm:prSet presAssocID="{72FFD877-6357-4819-8BB0-2F2F45FC7B52}" presName="sibTrans" presStyleLbl="sibTrans1D1" presStyleIdx="9" presStyleCnt="23"/>
      <dgm:spPr/>
      <dgm:t>
        <a:bodyPr/>
        <a:lstStyle/>
        <a:p>
          <a:endParaRPr lang="en-US"/>
        </a:p>
      </dgm:t>
    </dgm:pt>
    <dgm:pt modelId="{438C6DCC-8FD8-4920-BDC9-4F647C1C05BD}" type="pres">
      <dgm:prSet presAssocID="{62460D7A-DA47-494F-811D-D4BBDF0792AF}" presName="node" presStyleLbl="node1" presStyleIdx="10" presStyleCnt="23">
        <dgm:presLayoutVars>
          <dgm:bulletEnabled val="1"/>
        </dgm:presLayoutVars>
      </dgm:prSet>
      <dgm:spPr/>
      <dgm:t>
        <a:bodyPr/>
        <a:lstStyle/>
        <a:p>
          <a:endParaRPr lang="en-US"/>
        </a:p>
      </dgm:t>
    </dgm:pt>
    <dgm:pt modelId="{E18B6BCF-E6CA-4416-878E-796E54C8211B}" type="pres">
      <dgm:prSet presAssocID="{62460D7A-DA47-494F-811D-D4BBDF0792AF}" presName="spNode" presStyleCnt="0"/>
      <dgm:spPr/>
    </dgm:pt>
    <dgm:pt modelId="{A51679DD-6035-4397-83B9-D6971D94A953}" type="pres">
      <dgm:prSet presAssocID="{D57B41DE-86DE-4FE7-BF4C-283F100ADD7D}" presName="sibTrans" presStyleLbl="sibTrans1D1" presStyleIdx="10" presStyleCnt="23"/>
      <dgm:spPr/>
      <dgm:t>
        <a:bodyPr/>
        <a:lstStyle/>
        <a:p>
          <a:endParaRPr lang="en-US"/>
        </a:p>
      </dgm:t>
    </dgm:pt>
    <dgm:pt modelId="{C187070A-5E4D-4C78-AF32-AC83CC867E95}" type="pres">
      <dgm:prSet presAssocID="{581FD5D4-CD40-41EE-99C8-3775A7A39E44}" presName="node" presStyleLbl="node1" presStyleIdx="11" presStyleCnt="23">
        <dgm:presLayoutVars>
          <dgm:bulletEnabled val="1"/>
        </dgm:presLayoutVars>
      </dgm:prSet>
      <dgm:spPr/>
      <dgm:t>
        <a:bodyPr/>
        <a:lstStyle/>
        <a:p>
          <a:endParaRPr lang="en-US"/>
        </a:p>
      </dgm:t>
    </dgm:pt>
    <dgm:pt modelId="{513C987D-64DB-4EFE-A0CB-1450E797DC03}" type="pres">
      <dgm:prSet presAssocID="{581FD5D4-CD40-41EE-99C8-3775A7A39E44}" presName="spNode" presStyleCnt="0"/>
      <dgm:spPr/>
    </dgm:pt>
    <dgm:pt modelId="{E9D604A0-67B2-4FA3-A234-FBCA3350BF49}" type="pres">
      <dgm:prSet presAssocID="{6B82B2EA-8181-44CA-B65C-24743C1A93AC}" presName="sibTrans" presStyleLbl="sibTrans1D1" presStyleIdx="11" presStyleCnt="23"/>
      <dgm:spPr/>
      <dgm:t>
        <a:bodyPr/>
        <a:lstStyle/>
        <a:p>
          <a:endParaRPr lang="en-US"/>
        </a:p>
      </dgm:t>
    </dgm:pt>
    <dgm:pt modelId="{B3F7042C-D71A-4976-87B8-30E82E99F4EC}" type="pres">
      <dgm:prSet presAssocID="{A7C4B11C-AC43-4A9D-B20F-03407279539F}" presName="node" presStyleLbl="node1" presStyleIdx="12" presStyleCnt="23">
        <dgm:presLayoutVars>
          <dgm:bulletEnabled val="1"/>
        </dgm:presLayoutVars>
      </dgm:prSet>
      <dgm:spPr/>
      <dgm:t>
        <a:bodyPr/>
        <a:lstStyle/>
        <a:p>
          <a:endParaRPr lang="en-US"/>
        </a:p>
      </dgm:t>
    </dgm:pt>
    <dgm:pt modelId="{0D503677-6BE4-4C03-9F6C-B0C86E10D93C}" type="pres">
      <dgm:prSet presAssocID="{A7C4B11C-AC43-4A9D-B20F-03407279539F}" presName="spNode" presStyleCnt="0"/>
      <dgm:spPr/>
    </dgm:pt>
    <dgm:pt modelId="{6D53C6B7-BB63-4AA9-AEE6-B8CC3BE1A99D}" type="pres">
      <dgm:prSet presAssocID="{6C8547B6-AD1A-4508-BC2F-BFE11DA7EE44}" presName="sibTrans" presStyleLbl="sibTrans1D1" presStyleIdx="12" presStyleCnt="23"/>
      <dgm:spPr/>
      <dgm:t>
        <a:bodyPr/>
        <a:lstStyle/>
        <a:p>
          <a:endParaRPr lang="en-US"/>
        </a:p>
      </dgm:t>
    </dgm:pt>
    <dgm:pt modelId="{9BCD8AD4-617C-4E13-8D3C-4C01B9001FD7}" type="pres">
      <dgm:prSet presAssocID="{CE634133-CD93-472E-960C-271A98CDE83D}" presName="node" presStyleLbl="node1" presStyleIdx="13" presStyleCnt="23">
        <dgm:presLayoutVars>
          <dgm:bulletEnabled val="1"/>
        </dgm:presLayoutVars>
      </dgm:prSet>
      <dgm:spPr/>
      <dgm:t>
        <a:bodyPr/>
        <a:lstStyle/>
        <a:p>
          <a:endParaRPr lang="en-US"/>
        </a:p>
      </dgm:t>
    </dgm:pt>
    <dgm:pt modelId="{1DD1E13D-5163-4921-801A-943161BCC589}" type="pres">
      <dgm:prSet presAssocID="{CE634133-CD93-472E-960C-271A98CDE83D}" presName="spNode" presStyleCnt="0"/>
      <dgm:spPr/>
    </dgm:pt>
    <dgm:pt modelId="{23EF2C38-F3C7-48D1-8F8E-12F1231C10CC}" type="pres">
      <dgm:prSet presAssocID="{AE73A717-86DE-4866-AB5A-6A2CB698A033}" presName="sibTrans" presStyleLbl="sibTrans1D1" presStyleIdx="13" presStyleCnt="23"/>
      <dgm:spPr/>
      <dgm:t>
        <a:bodyPr/>
        <a:lstStyle/>
        <a:p>
          <a:endParaRPr lang="en-US"/>
        </a:p>
      </dgm:t>
    </dgm:pt>
    <dgm:pt modelId="{40241D54-7F93-4390-B533-173AEA7E4D49}" type="pres">
      <dgm:prSet presAssocID="{888D55D4-4F71-4B14-9652-EAEEFDD5FE50}" presName="node" presStyleLbl="node1" presStyleIdx="14" presStyleCnt="23">
        <dgm:presLayoutVars>
          <dgm:bulletEnabled val="1"/>
        </dgm:presLayoutVars>
      </dgm:prSet>
      <dgm:spPr/>
      <dgm:t>
        <a:bodyPr/>
        <a:lstStyle/>
        <a:p>
          <a:endParaRPr lang="en-US"/>
        </a:p>
      </dgm:t>
    </dgm:pt>
    <dgm:pt modelId="{221AABFC-57A6-4982-BF10-9F902C0AECF9}" type="pres">
      <dgm:prSet presAssocID="{888D55D4-4F71-4B14-9652-EAEEFDD5FE50}" presName="spNode" presStyleCnt="0"/>
      <dgm:spPr/>
    </dgm:pt>
    <dgm:pt modelId="{328D56E0-37E9-4F36-A40A-0C71A9E9D8FB}" type="pres">
      <dgm:prSet presAssocID="{3FBA8171-8F72-4D31-85B8-154C0B335869}" presName="sibTrans" presStyleLbl="sibTrans1D1" presStyleIdx="14" presStyleCnt="23"/>
      <dgm:spPr/>
      <dgm:t>
        <a:bodyPr/>
        <a:lstStyle/>
        <a:p>
          <a:endParaRPr lang="en-US"/>
        </a:p>
      </dgm:t>
    </dgm:pt>
    <dgm:pt modelId="{A4719A59-8586-4D53-B9B4-6639B7D7F596}" type="pres">
      <dgm:prSet presAssocID="{409C815A-1DFA-4D11-9D5F-5AEABB54CE8C}" presName="node" presStyleLbl="node1" presStyleIdx="15" presStyleCnt="23">
        <dgm:presLayoutVars>
          <dgm:bulletEnabled val="1"/>
        </dgm:presLayoutVars>
      </dgm:prSet>
      <dgm:spPr/>
      <dgm:t>
        <a:bodyPr/>
        <a:lstStyle/>
        <a:p>
          <a:endParaRPr lang="en-US"/>
        </a:p>
      </dgm:t>
    </dgm:pt>
    <dgm:pt modelId="{FF73CFBB-42E3-49EB-87AF-EA990726005A}" type="pres">
      <dgm:prSet presAssocID="{409C815A-1DFA-4D11-9D5F-5AEABB54CE8C}" presName="spNode" presStyleCnt="0"/>
      <dgm:spPr/>
    </dgm:pt>
    <dgm:pt modelId="{666842F1-7C8E-4DE9-BB00-0D0E266AFCB7}" type="pres">
      <dgm:prSet presAssocID="{8F61A65A-F7F7-4F5C-91FA-14F27BAC090E}" presName="sibTrans" presStyleLbl="sibTrans1D1" presStyleIdx="15" presStyleCnt="23"/>
      <dgm:spPr/>
      <dgm:t>
        <a:bodyPr/>
        <a:lstStyle/>
        <a:p>
          <a:endParaRPr lang="en-US"/>
        </a:p>
      </dgm:t>
    </dgm:pt>
    <dgm:pt modelId="{739A0D2A-DD97-4AED-8C7F-ACBDD5FC9824}" type="pres">
      <dgm:prSet presAssocID="{796EF08B-E2B6-4DB8-9DD8-FF188927C4EB}" presName="node" presStyleLbl="node1" presStyleIdx="16" presStyleCnt="23">
        <dgm:presLayoutVars>
          <dgm:bulletEnabled val="1"/>
        </dgm:presLayoutVars>
      </dgm:prSet>
      <dgm:spPr/>
      <dgm:t>
        <a:bodyPr/>
        <a:lstStyle/>
        <a:p>
          <a:endParaRPr lang="en-US"/>
        </a:p>
      </dgm:t>
    </dgm:pt>
    <dgm:pt modelId="{3A372FCA-5404-4948-A646-7086F524AB67}" type="pres">
      <dgm:prSet presAssocID="{796EF08B-E2B6-4DB8-9DD8-FF188927C4EB}" presName="spNode" presStyleCnt="0"/>
      <dgm:spPr/>
    </dgm:pt>
    <dgm:pt modelId="{27A4ACA9-4906-420F-9CDC-E4E9F84AEDD0}" type="pres">
      <dgm:prSet presAssocID="{E16ECD14-E1E6-43C2-A056-BC268ADADD60}" presName="sibTrans" presStyleLbl="sibTrans1D1" presStyleIdx="16" presStyleCnt="23"/>
      <dgm:spPr/>
      <dgm:t>
        <a:bodyPr/>
        <a:lstStyle/>
        <a:p>
          <a:endParaRPr lang="en-US"/>
        </a:p>
      </dgm:t>
    </dgm:pt>
    <dgm:pt modelId="{8E270C5A-031F-4BF1-8E0B-89F8201DC1D4}" type="pres">
      <dgm:prSet presAssocID="{9111B4F9-6FA0-43C6-AC95-410CFCF291A4}" presName="node" presStyleLbl="node1" presStyleIdx="17" presStyleCnt="23">
        <dgm:presLayoutVars>
          <dgm:bulletEnabled val="1"/>
        </dgm:presLayoutVars>
      </dgm:prSet>
      <dgm:spPr/>
      <dgm:t>
        <a:bodyPr/>
        <a:lstStyle/>
        <a:p>
          <a:endParaRPr lang="en-US"/>
        </a:p>
      </dgm:t>
    </dgm:pt>
    <dgm:pt modelId="{27694AFE-B70A-427C-BE6E-1CCABBD20DEC}" type="pres">
      <dgm:prSet presAssocID="{9111B4F9-6FA0-43C6-AC95-410CFCF291A4}" presName="spNode" presStyleCnt="0"/>
      <dgm:spPr/>
    </dgm:pt>
    <dgm:pt modelId="{35818992-44D6-4EFC-AB25-8AA21C3F8347}" type="pres">
      <dgm:prSet presAssocID="{E36EB91D-B36F-45E0-9754-60C02165B5D6}" presName="sibTrans" presStyleLbl="sibTrans1D1" presStyleIdx="17" presStyleCnt="23"/>
      <dgm:spPr/>
      <dgm:t>
        <a:bodyPr/>
        <a:lstStyle/>
        <a:p>
          <a:endParaRPr lang="en-US"/>
        </a:p>
      </dgm:t>
    </dgm:pt>
    <dgm:pt modelId="{5DABD85D-CCE6-49F6-8A36-BCB6B2EFAA99}" type="pres">
      <dgm:prSet presAssocID="{FA26A295-011A-499C-8BE4-FCB45FC37EFB}" presName="node" presStyleLbl="node1" presStyleIdx="18" presStyleCnt="23">
        <dgm:presLayoutVars>
          <dgm:bulletEnabled val="1"/>
        </dgm:presLayoutVars>
      </dgm:prSet>
      <dgm:spPr/>
      <dgm:t>
        <a:bodyPr/>
        <a:lstStyle/>
        <a:p>
          <a:endParaRPr lang="en-US"/>
        </a:p>
      </dgm:t>
    </dgm:pt>
    <dgm:pt modelId="{78FB3943-01B4-4314-BC59-19CF7F53D258}" type="pres">
      <dgm:prSet presAssocID="{FA26A295-011A-499C-8BE4-FCB45FC37EFB}" presName="spNode" presStyleCnt="0"/>
      <dgm:spPr/>
    </dgm:pt>
    <dgm:pt modelId="{BE42E3C7-251B-41B5-B42C-09EC99014B4C}" type="pres">
      <dgm:prSet presAssocID="{CEEACC01-1460-49BB-ADCF-0153B050C2D1}" presName="sibTrans" presStyleLbl="sibTrans1D1" presStyleIdx="18" presStyleCnt="23"/>
      <dgm:spPr/>
      <dgm:t>
        <a:bodyPr/>
        <a:lstStyle/>
        <a:p>
          <a:endParaRPr lang="en-US"/>
        </a:p>
      </dgm:t>
    </dgm:pt>
    <dgm:pt modelId="{4BDD6F94-3638-435E-8447-FB92FC1D414F}" type="pres">
      <dgm:prSet presAssocID="{320B4B01-F65A-4948-8C47-0E834A0E9B71}" presName="node" presStyleLbl="node1" presStyleIdx="19" presStyleCnt="23">
        <dgm:presLayoutVars>
          <dgm:bulletEnabled val="1"/>
        </dgm:presLayoutVars>
      </dgm:prSet>
      <dgm:spPr/>
      <dgm:t>
        <a:bodyPr/>
        <a:lstStyle/>
        <a:p>
          <a:endParaRPr lang="en-US"/>
        </a:p>
      </dgm:t>
    </dgm:pt>
    <dgm:pt modelId="{1737EFE0-054D-4C4E-93EE-2649FCD17391}" type="pres">
      <dgm:prSet presAssocID="{320B4B01-F65A-4948-8C47-0E834A0E9B71}" presName="spNode" presStyleCnt="0"/>
      <dgm:spPr/>
    </dgm:pt>
    <dgm:pt modelId="{DE2B5A4C-CB18-40F0-8E5B-D4D288E674C9}" type="pres">
      <dgm:prSet presAssocID="{A6BE82F8-EDBC-490D-B1D3-114C722600AB}" presName="sibTrans" presStyleLbl="sibTrans1D1" presStyleIdx="19" presStyleCnt="23"/>
      <dgm:spPr/>
      <dgm:t>
        <a:bodyPr/>
        <a:lstStyle/>
        <a:p>
          <a:endParaRPr lang="en-US"/>
        </a:p>
      </dgm:t>
    </dgm:pt>
    <dgm:pt modelId="{FD10162F-4B67-49EA-A357-9BB47E8DBCED}" type="pres">
      <dgm:prSet presAssocID="{6B614D43-C259-4F1E-A961-DCCA50245F32}" presName="node" presStyleLbl="node1" presStyleIdx="20" presStyleCnt="23">
        <dgm:presLayoutVars>
          <dgm:bulletEnabled val="1"/>
        </dgm:presLayoutVars>
      </dgm:prSet>
      <dgm:spPr/>
      <dgm:t>
        <a:bodyPr/>
        <a:lstStyle/>
        <a:p>
          <a:endParaRPr lang="en-US"/>
        </a:p>
      </dgm:t>
    </dgm:pt>
    <dgm:pt modelId="{B4082797-0DF6-4528-AC97-1E4D6BDC7C2A}" type="pres">
      <dgm:prSet presAssocID="{6B614D43-C259-4F1E-A961-DCCA50245F32}" presName="spNode" presStyleCnt="0"/>
      <dgm:spPr/>
    </dgm:pt>
    <dgm:pt modelId="{8B098E89-6F0C-4020-AAFA-412F25434574}" type="pres">
      <dgm:prSet presAssocID="{42B379FA-AB1F-4166-9749-DD9D47752AF1}" presName="sibTrans" presStyleLbl="sibTrans1D1" presStyleIdx="20" presStyleCnt="23"/>
      <dgm:spPr/>
      <dgm:t>
        <a:bodyPr/>
        <a:lstStyle/>
        <a:p>
          <a:endParaRPr lang="en-US"/>
        </a:p>
      </dgm:t>
    </dgm:pt>
    <dgm:pt modelId="{5251AA44-A6C0-48F5-82BD-15AE1751E41B}" type="pres">
      <dgm:prSet presAssocID="{C7A240E3-FC63-4595-8B18-C257373E48A8}" presName="node" presStyleLbl="node1" presStyleIdx="21" presStyleCnt="23">
        <dgm:presLayoutVars>
          <dgm:bulletEnabled val="1"/>
        </dgm:presLayoutVars>
      </dgm:prSet>
      <dgm:spPr/>
      <dgm:t>
        <a:bodyPr/>
        <a:lstStyle/>
        <a:p>
          <a:endParaRPr lang="en-US"/>
        </a:p>
      </dgm:t>
    </dgm:pt>
    <dgm:pt modelId="{04C584F3-6050-47FA-AC79-490E876A1E06}" type="pres">
      <dgm:prSet presAssocID="{C7A240E3-FC63-4595-8B18-C257373E48A8}" presName="spNode" presStyleCnt="0"/>
      <dgm:spPr/>
    </dgm:pt>
    <dgm:pt modelId="{96698129-963B-4227-B693-BC3EACAB6500}" type="pres">
      <dgm:prSet presAssocID="{CC440629-B791-4D98-B6CE-BF59067A811D}" presName="sibTrans" presStyleLbl="sibTrans1D1" presStyleIdx="21" presStyleCnt="23"/>
      <dgm:spPr/>
      <dgm:t>
        <a:bodyPr/>
        <a:lstStyle/>
        <a:p>
          <a:endParaRPr lang="en-US"/>
        </a:p>
      </dgm:t>
    </dgm:pt>
    <dgm:pt modelId="{5370936A-911B-4A4B-8988-2468A7FFF388}" type="pres">
      <dgm:prSet presAssocID="{965A849E-2826-4EC6-BB0C-397242B29888}" presName="node" presStyleLbl="node1" presStyleIdx="22" presStyleCnt="23">
        <dgm:presLayoutVars>
          <dgm:bulletEnabled val="1"/>
        </dgm:presLayoutVars>
      </dgm:prSet>
      <dgm:spPr/>
      <dgm:t>
        <a:bodyPr/>
        <a:lstStyle/>
        <a:p>
          <a:endParaRPr lang="en-US"/>
        </a:p>
      </dgm:t>
    </dgm:pt>
    <dgm:pt modelId="{59E4AE9D-A4E0-4C70-9E54-A660ABFE8484}" type="pres">
      <dgm:prSet presAssocID="{965A849E-2826-4EC6-BB0C-397242B29888}" presName="spNode" presStyleCnt="0"/>
      <dgm:spPr/>
    </dgm:pt>
    <dgm:pt modelId="{E7236D2C-75E2-4632-A4E6-1140D5FAFAA1}" type="pres">
      <dgm:prSet presAssocID="{3DAEB32C-2ED0-4548-8839-32044884D370}" presName="sibTrans" presStyleLbl="sibTrans1D1" presStyleIdx="22" presStyleCnt="23"/>
      <dgm:spPr/>
      <dgm:t>
        <a:bodyPr/>
        <a:lstStyle/>
        <a:p>
          <a:endParaRPr lang="en-US"/>
        </a:p>
      </dgm:t>
    </dgm:pt>
  </dgm:ptLst>
  <dgm:cxnLst>
    <dgm:cxn modelId="{F752F8C5-09E6-4CDF-AF77-0EBB7C306561}" srcId="{0AEC67C1-B76D-4A8C-963E-A049C7AE35F1}" destId="{C7A240E3-FC63-4595-8B18-C257373E48A8}" srcOrd="21" destOrd="0" parTransId="{3226B2A0-C425-44FD-A0EF-38DC970D03A6}" sibTransId="{CC440629-B791-4D98-B6CE-BF59067A811D}"/>
    <dgm:cxn modelId="{F6321687-4C18-4CF2-978B-FC717957BB3C}" type="presOf" srcId="{A7C4B11C-AC43-4A9D-B20F-03407279539F}" destId="{B3F7042C-D71A-4976-87B8-30E82E99F4EC}" srcOrd="0" destOrd="0" presId="urn:microsoft.com/office/officeart/2005/8/layout/cycle6"/>
    <dgm:cxn modelId="{3AF5CC6D-8A84-462D-A9DC-4520997C26AE}" type="presOf" srcId="{60276E76-7D17-4AF0-B984-E05FDCE5EAF9}" destId="{EC9C80C8-4E98-45A3-9514-A60E0C9E910E}" srcOrd="0" destOrd="0" presId="urn:microsoft.com/office/officeart/2005/8/layout/cycle6"/>
    <dgm:cxn modelId="{0A577301-541B-4E17-8CA6-35AF5015D167}" srcId="{0AEC67C1-B76D-4A8C-963E-A049C7AE35F1}" destId="{60276E76-7D17-4AF0-B984-E05FDCE5EAF9}" srcOrd="2" destOrd="0" parTransId="{5CE50795-46F1-4FEE-9521-66D5E816D683}" sibTransId="{3AD0382E-B7AE-4D1B-9EC6-A8E25FA295C7}"/>
    <dgm:cxn modelId="{7401F90E-8875-4580-91CE-0A52A0B0D9B7}" type="presOf" srcId="{A6BE82F8-EDBC-490D-B1D3-114C722600AB}" destId="{DE2B5A4C-CB18-40F0-8E5B-D4D288E674C9}" srcOrd="0" destOrd="0" presId="urn:microsoft.com/office/officeart/2005/8/layout/cycle6"/>
    <dgm:cxn modelId="{8837C493-D1F1-4E40-A0ED-DBC41A4494B4}" srcId="{0AEC67C1-B76D-4A8C-963E-A049C7AE35F1}" destId="{80FC0B6D-49A8-435A-BB28-409292372BCC}" srcOrd="9" destOrd="0" parTransId="{2DB6407B-843C-4CC9-9CC3-FEA2864E5E1B}" sibTransId="{72FFD877-6357-4819-8BB0-2F2F45FC7B52}"/>
    <dgm:cxn modelId="{EBED0C93-B429-401D-A9F8-B5E6683D3F94}" type="presOf" srcId="{581FD5D4-CD40-41EE-99C8-3775A7A39E44}" destId="{C187070A-5E4D-4C78-AF32-AC83CC867E95}" srcOrd="0" destOrd="0" presId="urn:microsoft.com/office/officeart/2005/8/layout/cycle6"/>
    <dgm:cxn modelId="{A65ABCC2-F5F8-439A-80A2-17AE8D14B6A7}" type="presOf" srcId="{6B82B2EA-8181-44CA-B65C-24743C1A93AC}" destId="{E9D604A0-67B2-4FA3-A234-FBCA3350BF49}" srcOrd="0" destOrd="0" presId="urn:microsoft.com/office/officeart/2005/8/layout/cycle6"/>
    <dgm:cxn modelId="{2C8A137A-BCEB-498E-8FF6-5E929EDA530B}" type="presOf" srcId="{409C815A-1DFA-4D11-9D5F-5AEABB54CE8C}" destId="{A4719A59-8586-4D53-B9B4-6639B7D7F596}" srcOrd="0" destOrd="0" presId="urn:microsoft.com/office/officeart/2005/8/layout/cycle6"/>
    <dgm:cxn modelId="{A9CB90D1-98B8-4CC4-9337-93937319FAD9}" srcId="{0AEC67C1-B76D-4A8C-963E-A049C7AE35F1}" destId="{8A797F95-FE8E-4664-AF82-044C61C09760}" srcOrd="8" destOrd="0" parTransId="{E4D3AD84-98AA-47E7-A10E-EDF35A02AE57}" sibTransId="{DC8B683E-EFB2-415B-A079-66EB42200398}"/>
    <dgm:cxn modelId="{506E3DBA-26E3-4850-A299-40303BA30AC3}" type="presOf" srcId="{CEEACC01-1460-49BB-ADCF-0153B050C2D1}" destId="{BE42E3C7-251B-41B5-B42C-09EC99014B4C}" srcOrd="0" destOrd="0" presId="urn:microsoft.com/office/officeart/2005/8/layout/cycle6"/>
    <dgm:cxn modelId="{59DC304C-5CB3-4F2C-91D7-AF341839DCE9}" srcId="{0AEC67C1-B76D-4A8C-963E-A049C7AE35F1}" destId="{D23EEA6B-19F0-4B1A-A0BD-A613D5DA1F97}" srcOrd="6" destOrd="0" parTransId="{4A24C8A2-2C43-480B-8F61-CD3AA9BD21EF}" sibTransId="{4C54E9F7-3F8E-4D77-B02E-424BA79AE782}"/>
    <dgm:cxn modelId="{F7394D4A-E635-4E3D-AE73-A91AA0D26B30}" type="presOf" srcId="{342C9B7B-B1FA-4D57-B3AE-19B4EAD28D26}" destId="{5FA3E78C-2AB0-449D-B0B4-EDD97A4024EB}" srcOrd="0" destOrd="0" presId="urn:microsoft.com/office/officeart/2005/8/layout/cycle6"/>
    <dgm:cxn modelId="{26C5F7DA-259A-4EBB-A570-EAEEC3B3C1CF}" srcId="{0AEC67C1-B76D-4A8C-963E-A049C7AE35F1}" destId="{320B4B01-F65A-4948-8C47-0E834A0E9B71}" srcOrd="19" destOrd="0" parTransId="{FFC3421D-0FCB-42A1-A695-C905185C51CC}" sibTransId="{A6BE82F8-EDBC-490D-B1D3-114C722600AB}"/>
    <dgm:cxn modelId="{8EE8EFE6-CEB1-4595-9D9D-C475D844DD47}" type="presOf" srcId="{D57B41DE-86DE-4FE7-BF4C-283F100ADD7D}" destId="{A51679DD-6035-4397-83B9-D6971D94A953}" srcOrd="0" destOrd="0" presId="urn:microsoft.com/office/officeart/2005/8/layout/cycle6"/>
    <dgm:cxn modelId="{F2D3D318-EE82-4CEC-B6AE-C5FDFBA14F80}" type="presOf" srcId="{62460D7A-DA47-494F-811D-D4BBDF0792AF}" destId="{438C6DCC-8FD8-4920-BDC9-4F647C1C05BD}" srcOrd="0" destOrd="0" presId="urn:microsoft.com/office/officeart/2005/8/layout/cycle6"/>
    <dgm:cxn modelId="{2A30401B-DFD6-469D-9E08-95DD49501B84}" type="presOf" srcId="{B192576A-F6EB-4568-A67B-8AF396F52E2A}" destId="{4E633252-5117-484E-A260-8EA7D4E24332}" srcOrd="0" destOrd="0" presId="urn:microsoft.com/office/officeart/2005/8/layout/cycle6"/>
    <dgm:cxn modelId="{5E4F00B3-E642-4D72-A68F-39A6BC51841D}" srcId="{0AEC67C1-B76D-4A8C-963E-A049C7AE35F1}" destId="{1DB452C9-53A1-47A8-80ED-8A616FB1DA01}" srcOrd="0" destOrd="0" parTransId="{79D4B165-97DA-4996-9C50-472E44BC0BBF}" sibTransId="{EE50B0E1-F909-47EE-873A-F88B824E8141}"/>
    <dgm:cxn modelId="{0252699B-9C27-4E94-B7BE-CD68D63BABE8}" srcId="{0AEC67C1-B76D-4A8C-963E-A049C7AE35F1}" destId="{2C274BE5-B389-4078-8F78-286286D47B16}" srcOrd="4" destOrd="0" parTransId="{0165F449-0690-4EB0-BB3F-548931C6F56E}" sibTransId="{342C9B7B-B1FA-4D57-B3AE-19B4EAD28D26}"/>
    <dgm:cxn modelId="{7635C172-826E-45D4-8F9B-22FD1D91ACC7}" srcId="{0AEC67C1-B76D-4A8C-963E-A049C7AE35F1}" destId="{409C815A-1DFA-4D11-9D5F-5AEABB54CE8C}" srcOrd="15" destOrd="0" parTransId="{8A056BBE-3DEE-4E03-A5EA-9EE3FFA34BC9}" sibTransId="{8F61A65A-F7F7-4F5C-91FA-14F27BAC090E}"/>
    <dgm:cxn modelId="{7D1A0058-05E9-45BE-8212-FC60E6E762E0}" type="presOf" srcId="{E36EB91D-B36F-45E0-9754-60C02165B5D6}" destId="{35818992-44D6-4EFC-AB25-8AA21C3F8347}" srcOrd="0" destOrd="0" presId="urn:microsoft.com/office/officeart/2005/8/layout/cycle6"/>
    <dgm:cxn modelId="{FB125569-D55B-4B40-9E28-029BD67E5A79}" type="presOf" srcId="{965A849E-2826-4EC6-BB0C-397242B29888}" destId="{5370936A-911B-4A4B-8988-2468A7FFF388}" srcOrd="0" destOrd="0" presId="urn:microsoft.com/office/officeart/2005/8/layout/cycle6"/>
    <dgm:cxn modelId="{BD7FFB08-720D-437C-8D4F-24C5EF37D49E}" type="presOf" srcId="{FA26A295-011A-499C-8BE4-FCB45FC37EFB}" destId="{5DABD85D-CCE6-49F6-8A36-BCB6B2EFAA99}" srcOrd="0" destOrd="0" presId="urn:microsoft.com/office/officeart/2005/8/layout/cycle6"/>
    <dgm:cxn modelId="{3E7792AC-8931-4808-AB89-EFF4993F275E}" type="presOf" srcId="{6B614D43-C259-4F1E-A961-DCCA50245F32}" destId="{FD10162F-4B67-49EA-A357-9BB47E8DBCED}" srcOrd="0" destOrd="0" presId="urn:microsoft.com/office/officeart/2005/8/layout/cycle6"/>
    <dgm:cxn modelId="{5D2A8493-B633-464F-9F01-EB8BA3B8BD0F}" srcId="{0AEC67C1-B76D-4A8C-963E-A049C7AE35F1}" destId="{796EF08B-E2B6-4DB8-9DD8-FF188927C4EB}" srcOrd="16" destOrd="0" parTransId="{EC0C6371-5595-4B77-B753-542B36E09A02}" sibTransId="{E16ECD14-E1E6-43C2-A056-BC268ADADD60}"/>
    <dgm:cxn modelId="{81531205-E2B9-45A0-A740-7143B9AB7ACC}" srcId="{0AEC67C1-B76D-4A8C-963E-A049C7AE35F1}" destId="{965A849E-2826-4EC6-BB0C-397242B29888}" srcOrd="22" destOrd="0" parTransId="{D83B0BBE-15A5-4739-B6C0-D8C4E42E25A0}" sibTransId="{3DAEB32C-2ED0-4548-8839-32044884D370}"/>
    <dgm:cxn modelId="{74378EC1-5377-4679-9FB2-A5F34A532DF7}" type="presOf" srcId="{D23EEA6B-19F0-4B1A-A0BD-A613D5DA1F97}" destId="{7DBDDD8B-BE1C-499F-8611-7311DA05BE0A}" srcOrd="0" destOrd="0" presId="urn:microsoft.com/office/officeart/2005/8/layout/cycle6"/>
    <dgm:cxn modelId="{049DC416-0C48-4E7C-937F-7D5D49CD6426}" type="presOf" srcId="{888D55D4-4F71-4B14-9652-EAEEFDD5FE50}" destId="{40241D54-7F93-4390-B533-173AEA7E4D49}" srcOrd="0" destOrd="0" presId="urn:microsoft.com/office/officeart/2005/8/layout/cycle6"/>
    <dgm:cxn modelId="{41C36D43-A101-4305-A7AC-9EF343965116}" type="presOf" srcId="{C7A240E3-FC63-4595-8B18-C257373E48A8}" destId="{5251AA44-A6C0-48F5-82BD-15AE1751E41B}" srcOrd="0" destOrd="0" presId="urn:microsoft.com/office/officeart/2005/8/layout/cycle6"/>
    <dgm:cxn modelId="{38417006-A3E1-4C38-8D77-CF25DCBA5F67}" type="presOf" srcId="{80FC0B6D-49A8-435A-BB28-409292372BCC}" destId="{B6BF0FE1-88C7-483A-B29C-2EEA6B43C64E}" srcOrd="0" destOrd="0" presId="urn:microsoft.com/office/officeart/2005/8/layout/cycle6"/>
    <dgm:cxn modelId="{E2187621-8BAB-493F-BBEB-E8D9C3CF101A}" srcId="{0AEC67C1-B76D-4A8C-963E-A049C7AE35F1}" destId="{6D466157-66DB-4DD4-8023-13374872C4DF}" srcOrd="3" destOrd="0" parTransId="{FC35E924-2622-4DC4-842F-1AB74D5EA732}" sibTransId="{2DD878C3-CA8D-4D97-BB11-63D44A3442AB}"/>
    <dgm:cxn modelId="{D29EB5D9-0400-4A4A-9D2A-FA7ACC36FE06}" type="presOf" srcId="{2DD878C3-CA8D-4D97-BB11-63D44A3442AB}" destId="{1AEFC9EE-1FB7-425C-AB91-FFE5E99D0128}" srcOrd="0" destOrd="0" presId="urn:microsoft.com/office/officeart/2005/8/layout/cycle6"/>
    <dgm:cxn modelId="{6098CD48-2996-4778-8A30-5E10B20D1AA1}" type="presOf" srcId="{CC440629-B791-4D98-B6CE-BF59067A811D}" destId="{96698129-963B-4227-B693-BC3EACAB6500}" srcOrd="0" destOrd="0" presId="urn:microsoft.com/office/officeart/2005/8/layout/cycle6"/>
    <dgm:cxn modelId="{6B67627B-7D69-43A2-97CE-189FDA735195}" type="presOf" srcId="{552C6C61-3E04-46D8-B494-FC61650B9F3C}" destId="{EC3BB6B0-4C24-4E95-8F94-7729F63B81C1}" srcOrd="0" destOrd="0" presId="urn:microsoft.com/office/officeart/2005/8/layout/cycle6"/>
    <dgm:cxn modelId="{D9668D6F-6D3D-4D7F-BDE5-787493721B4B}" srcId="{0AEC67C1-B76D-4A8C-963E-A049C7AE35F1}" destId="{581FD5D4-CD40-41EE-99C8-3775A7A39E44}" srcOrd="11" destOrd="0" parTransId="{AFA09801-959A-4FF8-82CA-906C456EC398}" sibTransId="{6B82B2EA-8181-44CA-B65C-24743C1A93AC}"/>
    <dgm:cxn modelId="{F532B491-1030-4384-8C0A-605EFB735AD8}" srcId="{0AEC67C1-B76D-4A8C-963E-A049C7AE35F1}" destId="{888D55D4-4F71-4B14-9652-EAEEFDD5FE50}" srcOrd="14" destOrd="0" parTransId="{F96E81B9-77CA-45F8-A94E-C1A57D737DA6}" sibTransId="{3FBA8171-8F72-4D31-85B8-154C0B335869}"/>
    <dgm:cxn modelId="{39FFC52D-D76E-414E-BC78-BA1CA762C0F2}" type="presOf" srcId="{72FFD877-6357-4819-8BB0-2F2F45FC7B52}" destId="{8327AD10-BC83-42AD-BBCC-73F4E3B18F95}" srcOrd="0" destOrd="0" presId="urn:microsoft.com/office/officeart/2005/8/layout/cycle6"/>
    <dgm:cxn modelId="{DDA690D3-D313-4C71-91DD-1E4E53B3C8ED}" type="presOf" srcId="{3DAEB32C-2ED0-4548-8839-32044884D370}" destId="{E7236D2C-75E2-4632-A4E6-1140D5FAFAA1}" srcOrd="0" destOrd="0" presId="urn:microsoft.com/office/officeart/2005/8/layout/cycle6"/>
    <dgm:cxn modelId="{7FAFA3C9-2B43-41EA-A52A-58DFD49D02CD}" type="presOf" srcId="{6D466157-66DB-4DD4-8023-13374872C4DF}" destId="{F197BEF7-5C18-4E85-994A-04EA396F59B4}" srcOrd="0" destOrd="0" presId="urn:microsoft.com/office/officeart/2005/8/layout/cycle6"/>
    <dgm:cxn modelId="{74263F4C-CC0A-49B5-9AD4-03BD530AB874}" type="presOf" srcId="{8F61A65A-F7F7-4F5C-91FA-14F27BAC090E}" destId="{666842F1-7C8E-4DE9-BB00-0D0E266AFCB7}" srcOrd="0" destOrd="0" presId="urn:microsoft.com/office/officeart/2005/8/layout/cycle6"/>
    <dgm:cxn modelId="{C5FFC375-B924-4C2A-AC92-BCE9F76F8EE1}" type="presOf" srcId="{796EF08B-E2B6-4DB8-9DD8-FF188927C4EB}" destId="{739A0D2A-DD97-4AED-8C7F-ACBDD5FC9824}" srcOrd="0" destOrd="0" presId="urn:microsoft.com/office/officeart/2005/8/layout/cycle6"/>
    <dgm:cxn modelId="{F90C4BE6-98B5-4EB5-A8DE-E28A24FAD427}" type="presOf" srcId="{42B379FA-AB1F-4166-9749-DD9D47752AF1}" destId="{8B098E89-6F0C-4020-AAFA-412F25434574}" srcOrd="0" destOrd="0" presId="urn:microsoft.com/office/officeart/2005/8/layout/cycle6"/>
    <dgm:cxn modelId="{C35FD9E4-5CD5-4C37-BCB6-E4B370044C17}" srcId="{0AEC67C1-B76D-4A8C-963E-A049C7AE35F1}" destId="{FA26A295-011A-499C-8BE4-FCB45FC37EFB}" srcOrd="18" destOrd="0" parTransId="{529199A5-AFBE-47BF-B909-ED4845FEBF07}" sibTransId="{CEEACC01-1460-49BB-ADCF-0153B050C2D1}"/>
    <dgm:cxn modelId="{DA29CD3B-2D68-467F-8396-FE42740E391B}" type="presOf" srcId="{2C274BE5-B389-4078-8F78-286286D47B16}" destId="{9461DA25-8092-42E7-9892-8F4D48DF653E}" srcOrd="0" destOrd="0" presId="urn:microsoft.com/office/officeart/2005/8/layout/cycle6"/>
    <dgm:cxn modelId="{DE639453-EBD4-46D4-8506-BDABE11E46A8}" type="presOf" srcId="{E16ECD14-E1E6-43C2-A056-BC268ADADD60}" destId="{27A4ACA9-4906-420F-9CDC-E4E9F84AEDD0}" srcOrd="0" destOrd="0" presId="urn:microsoft.com/office/officeart/2005/8/layout/cycle6"/>
    <dgm:cxn modelId="{F2A8CF55-D1E2-43C2-8FB1-CC88229D38DD}" type="presOf" srcId="{3FBA8171-8F72-4D31-85B8-154C0B335869}" destId="{328D56E0-37E9-4F36-A40A-0C71A9E9D8FB}" srcOrd="0" destOrd="0" presId="urn:microsoft.com/office/officeart/2005/8/layout/cycle6"/>
    <dgm:cxn modelId="{6F524457-DD85-420C-8FA3-9EF399D3F4E8}" type="presOf" srcId="{320B4B01-F65A-4948-8C47-0E834A0E9B71}" destId="{4BDD6F94-3638-435E-8447-FB92FC1D414F}" srcOrd="0" destOrd="0" presId="urn:microsoft.com/office/officeart/2005/8/layout/cycle6"/>
    <dgm:cxn modelId="{64EC0C86-5220-4BE1-BBCD-3D8D35303FEE}" type="presOf" srcId="{0AEC67C1-B76D-4A8C-963E-A049C7AE35F1}" destId="{3B8FD7FB-8F29-4043-8F57-405C2C3D1EBD}" srcOrd="0" destOrd="0" presId="urn:microsoft.com/office/officeart/2005/8/layout/cycle6"/>
    <dgm:cxn modelId="{597B9F6B-4740-4616-98C8-74E9C86F7929}" type="presOf" srcId="{AE73A717-86DE-4866-AB5A-6A2CB698A033}" destId="{23EF2C38-F3C7-48D1-8F8E-12F1231C10CC}" srcOrd="0" destOrd="0" presId="urn:microsoft.com/office/officeart/2005/8/layout/cycle6"/>
    <dgm:cxn modelId="{F69380B5-9880-4581-98B8-6459F760569B}" srcId="{0AEC67C1-B76D-4A8C-963E-A049C7AE35F1}" destId="{5867C861-02BD-4C01-90BD-0343917D3308}" srcOrd="1" destOrd="0" parTransId="{6584B2CA-BFEA-4BC0-B816-F3CBD1D4102E}" sibTransId="{FE34ED0D-43CD-43A7-A289-B078595383AD}"/>
    <dgm:cxn modelId="{3145615E-41EA-42D6-BAD5-DBD686EFE5C4}" type="presOf" srcId="{CE634133-CD93-472E-960C-271A98CDE83D}" destId="{9BCD8AD4-617C-4E13-8D3C-4C01B9001FD7}" srcOrd="0" destOrd="0" presId="urn:microsoft.com/office/officeart/2005/8/layout/cycle6"/>
    <dgm:cxn modelId="{4E833544-5041-4277-96E7-490E4E95A5C3}" srcId="{0AEC67C1-B76D-4A8C-963E-A049C7AE35F1}" destId="{62460D7A-DA47-494F-811D-D4BBDF0792AF}" srcOrd="10" destOrd="0" parTransId="{F3FD37CB-A7F9-43B9-A61E-B549CF95FBEC}" sibTransId="{D57B41DE-86DE-4FE7-BF4C-283F100ADD7D}"/>
    <dgm:cxn modelId="{D84C5B7A-FE3F-4502-B4F2-41ECB7465834}" srcId="{0AEC67C1-B76D-4A8C-963E-A049C7AE35F1}" destId="{6B614D43-C259-4F1E-A961-DCCA50245F32}" srcOrd="20" destOrd="0" parTransId="{37101B32-C791-4143-94E5-C9D794C45512}" sibTransId="{42B379FA-AB1F-4166-9749-DD9D47752AF1}"/>
    <dgm:cxn modelId="{BCCACE1D-E8A6-40AC-BC8F-ECC92D621E72}" type="presOf" srcId="{DC8B683E-EFB2-415B-A079-66EB42200398}" destId="{45F65882-A27E-4B75-B962-518A90BF48C7}" srcOrd="0" destOrd="0" presId="urn:microsoft.com/office/officeart/2005/8/layout/cycle6"/>
    <dgm:cxn modelId="{B08317EE-86B0-4153-A92C-B938E4339A18}" srcId="{0AEC67C1-B76D-4A8C-963E-A049C7AE35F1}" destId="{9111B4F9-6FA0-43C6-AC95-410CFCF291A4}" srcOrd="17" destOrd="0" parTransId="{D5EE7763-71CE-4301-A143-108EB456A8FB}" sibTransId="{E36EB91D-B36F-45E0-9754-60C02165B5D6}"/>
    <dgm:cxn modelId="{A3498918-0881-4FAB-A0CE-6F4E72EB5521}" type="presOf" srcId="{3AD0382E-B7AE-4D1B-9EC6-A8E25FA295C7}" destId="{A5DCE8F0-DAEE-4412-9FDF-F8E167449B5A}" srcOrd="0" destOrd="0" presId="urn:microsoft.com/office/officeart/2005/8/layout/cycle6"/>
    <dgm:cxn modelId="{3F13B638-5E78-4CE1-B396-0F1941352080}" type="presOf" srcId="{A0D53082-E036-4E4C-8CDD-3DFDBDC0F8D0}" destId="{DA6F5FBB-AD73-4ADB-B796-536C610E3FBF}" srcOrd="0" destOrd="0" presId="urn:microsoft.com/office/officeart/2005/8/layout/cycle6"/>
    <dgm:cxn modelId="{2A76F0A2-2CC1-4E84-BF9D-94A2949267CD}" type="presOf" srcId="{FE34ED0D-43CD-43A7-A289-B078595383AD}" destId="{7887C5DC-9913-4199-AEDF-77F5415CDAC1}" srcOrd="0" destOrd="0" presId="urn:microsoft.com/office/officeart/2005/8/layout/cycle6"/>
    <dgm:cxn modelId="{4F94B2E9-C845-4215-A68B-23FFCE25D353}" srcId="{0AEC67C1-B76D-4A8C-963E-A049C7AE35F1}" destId="{BCD08B15-39B6-4B6A-9A29-6E0023965AEA}" srcOrd="7" destOrd="0" parTransId="{E4E0EBDB-9E1D-4E73-A8FA-5BE9ECE35E16}" sibTransId="{552C6C61-3E04-46D8-B494-FC61650B9F3C}"/>
    <dgm:cxn modelId="{54D47582-7280-45C4-BAFD-26C53F3C9561}" srcId="{0AEC67C1-B76D-4A8C-963E-A049C7AE35F1}" destId="{CE634133-CD93-472E-960C-271A98CDE83D}" srcOrd="13" destOrd="0" parTransId="{F0E7B667-2D91-4601-9320-46DF4F39FE33}" sibTransId="{AE73A717-86DE-4866-AB5A-6A2CB698A033}"/>
    <dgm:cxn modelId="{FB746317-5891-4654-8CCA-B98EF6C6471C}" srcId="{0AEC67C1-B76D-4A8C-963E-A049C7AE35F1}" destId="{A7C4B11C-AC43-4A9D-B20F-03407279539F}" srcOrd="12" destOrd="0" parTransId="{F15105DD-AF20-48E3-A8D5-5B0A937D96A0}" sibTransId="{6C8547B6-AD1A-4508-BC2F-BFE11DA7EE44}"/>
    <dgm:cxn modelId="{31205955-5404-44E6-B523-1710AFF92313}" srcId="{0AEC67C1-B76D-4A8C-963E-A049C7AE35F1}" destId="{A0D53082-E036-4E4C-8CDD-3DFDBDC0F8D0}" srcOrd="5" destOrd="0" parTransId="{445600EF-38EB-4D42-8838-581F42A4AF68}" sibTransId="{B192576A-F6EB-4568-A67B-8AF396F52E2A}"/>
    <dgm:cxn modelId="{407537BB-13B3-4204-B926-5E98553B11A0}" type="presOf" srcId="{EE50B0E1-F909-47EE-873A-F88B824E8141}" destId="{50132201-75B3-4439-BC28-F604FC679866}" srcOrd="0" destOrd="0" presId="urn:microsoft.com/office/officeart/2005/8/layout/cycle6"/>
    <dgm:cxn modelId="{D8D6605D-C0C7-409F-83FF-7B0E87CCBA6D}" type="presOf" srcId="{9111B4F9-6FA0-43C6-AC95-410CFCF291A4}" destId="{8E270C5A-031F-4BF1-8E0B-89F8201DC1D4}" srcOrd="0" destOrd="0" presId="urn:microsoft.com/office/officeart/2005/8/layout/cycle6"/>
    <dgm:cxn modelId="{3E971592-25AF-47F3-97F8-30A1DE4866BB}" type="presOf" srcId="{BCD08B15-39B6-4B6A-9A29-6E0023965AEA}" destId="{87B323EC-6BE4-478A-AE3B-A66F1E83FC0E}" srcOrd="0" destOrd="0" presId="urn:microsoft.com/office/officeart/2005/8/layout/cycle6"/>
    <dgm:cxn modelId="{5C0AB6FE-D9C0-491C-8034-5A2E89358A65}" type="presOf" srcId="{6C8547B6-AD1A-4508-BC2F-BFE11DA7EE44}" destId="{6D53C6B7-BB63-4AA9-AEE6-B8CC3BE1A99D}" srcOrd="0" destOrd="0" presId="urn:microsoft.com/office/officeart/2005/8/layout/cycle6"/>
    <dgm:cxn modelId="{5D8AEF50-8CDA-4715-886F-FE1260B606D2}" type="presOf" srcId="{5867C861-02BD-4C01-90BD-0343917D3308}" destId="{CA21ED3F-92F2-4D34-9714-0B454F746502}" srcOrd="0" destOrd="0" presId="urn:microsoft.com/office/officeart/2005/8/layout/cycle6"/>
    <dgm:cxn modelId="{A53950E3-2E6F-4FB0-9A82-B63CA44DCB44}" type="presOf" srcId="{8A797F95-FE8E-4664-AF82-044C61C09760}" destId="{8BE4530F-E5E9-4202-AECC-EE9E7AB068EE}" srcOrd="0" destOrd="0" presId="urn:microsoft.com/office/officeart/2005/8/layout/cycle6"/>
    <dgm:cxn modelId="{070AC830-1E9E-4B44-A8E6-20841DFBE5DB}" type="presOf" srcId="{4C54E9F7-3F8E-4D77-B02E-424BA79AE782}" destId="{2AFAAB34-6B6F-4CF6-A36C-4B516385AAC3}" srcOrd="0" destOrd="0" presId="urn:microsoft.com/office/officeart/2005/8/layout/cycle6"/>
    <dgm:cxn modelId="{19E975D3-F3ED-40E4-9383-372894945959}" type="presOf" srcId="{1DB452C9-53A1-47A8-80ED-8A616FB1DA01}" destId="{3E7D9DE5-3A5A-4179-8403-46C1842F44D0}" srcOrd="0" destOrd="0" presId="urn:microsoft.com/office/officeart/2005/8/layout/cycle6"/>
    <dgm:cxn modelId="{9C6638A3-38C8-4DB7-B680-81FFA8072AA3}" type="presParOf" srcId="{3B8FD7FB-8F29-4043-8F57-405C2C3D1EBD}" destId="{3E7D9DE5-3A5A-4179-8403-46C1842F44D0}" srcOrd="0" destOrd="0" presId="urn:microsoft.com/office/officeart/2005/8/layout/cycle6"/>
    <dgm:cxn modelId="{AE69C180-2305-480F-8662-D99E2780BBCB}" type="presParOf" srcId="{3B8FD7FB-8F29-4043-8F57-405C2C3D1EBD}" destId="{8CBA7289-D5A1-43BB-96EC-658B5A8D574E}" srcOrd="1" destOrd="0" presId="urn:microsoft.com/office/officeart/2005/8/layout/cycle6"/>
    <dgm:cxn modelId="{1ED7894B-7505-4881-AA87-A5D18C6A269A}" type="presParOf" srcId="{3B8FD7FB-8F29-4043-8F57-405C2C3D1EBD}" destId="{50132201-75B3-4439-BC28-F604FC679866}" srcOrd="2" destOrd="0" presId="urn:microsoft.com/office/officeart/2005/8/layout/cycle6"/>
    <dgm:cxn modelId="{DA8A95DF-B2D9-452D-A953-B108D00D53F3}" type="presParOf" srcId="{3B8FD7FB-8F29-4043-8F57-405C2C3D1EBD}" destId="{CA21ED3F-92F2-4D34-9714-0B454F746502}" srcOrd="3" destOrd="0" presId="urn:microsoft.com/office/officeart/2005/8/layout/cycle6"/>
    <dgm:cxn modelId="{71BC930D-02FB-4166-88DA-CE51CBCF005E}" type="presParOf" srcId="{3B8FD7FB-8F29-4043-8F57-405C2C3D1EBD}" destId="{5F781483-9EF9-4B81-A115-6CEA6798947C}" srcOrd="4" destOrd="0" presId="urn:microsoft.com/office/officeart/2005/8/layout/cycle6"/>
    <dgm:cxn modelId="{1A49697C-69C8-4D77-873A-85EB03C6220E}" type="presParOf" srcId="{3B8FD7FB-8F29-4043-8F57-405C2C3D1EBD}" destId="{7887C5DC-9913-4199-AEDF-77F5415CDAC1}" srcOrd="5" destOrd="0" presId="urn:microsoft.com/office/officeart/2005/8/layout/cycle6"/>
    <dgm:cxn modelId="{0CCE4BD5-41F5-4709-B470-9D74739F92F9}" type="presParOf" srcId="{3B8FD7FB-8F29-4043-8F57-405C2C3D1EBD}" destId="{EC9C80C8-4E98-45A3-9514-A60E0C9E910E}" srcOrd="6" destOrd="0" presId="urn:microsoft.com/office/officeart/2005/8/layout/cycle6"/>
    <dgm:cxn modelId="{4D05F122-B07F-44BA-BAA5-A09D71D1A7E2}" type="presParOf" srcId="{3B8FD7FB-8F29-4043-8F57-405C2C3D1EBD}" destId="{5AD582E6-518D-494A-8851-77BA54B1D179}" srcOrd="7" destOrd="0" presId="urn:microsoft.com/office/officeart/2005/8/layout/cycle6"/>
    <dgm:cxn modelId="{A0D7AD60-8E89-4CFD-8F02-9C5813AACB69}" type="presParOf" srcId="{3B8FD7FB-8F29-4043-8F57-405C2C3D1EBD}" destId="{A5DCE8F0-DAEE-4412-9FDF-F8E167449B5A}" srcOrd="8" destOrd="0" presId="urn:microsoft.com/office/officeart/2005/8/layout/cycle6"/>
    <dgm:cxn modelId="{DDD81C19-B5ED-4D1D-97FB-312CA784B853}" type="presParOf" srcId="{3B8FD7FB-8F29-4043-8F57-405C2C3D1EBD}" destId="{F197BEF7-5C18-4E85-994A-04EA396F59B4}" srcOrd="9" destOrd="0" presId="urn:microsoft.com/office/officeart/2005/8/layout/cycle6"/>
    <dgm:cxn modelId="{F92CA32D-9AFC-45F1-8CD5-96D1105FBECD}" type="presParOf" srcId="{3B8FD7FB-8F29-4043-8F57-405C2C3D1EBD}" destId="{3D33A478-76DE-4191-AC8B-701070C16837}" srcOrd="10" destOrd="0" presId="urn:microsoft.com/office/officeart/2005/8/layout/cycle6"/>
    <dgm:cxn modelId="{9760BD13-C13F-4AF3-A596-BF1E658F9793}" type="presParOf" srcId="{3B8FD7FB-8F29-4043-8F57-405C2C3D1EBD}" destId="{1AEFC9EE-1FB7-425C-AB91-FFE5E99D0128}" srcOrd="11" destOrd="0" presId="urn:microsoft.com/office/officeart/2005/8/layout/cycle6"/>
    <dgm:cxn modelId="{0FF17F58-11C1-4429-9A8E-D6279B1D0B6E}" type="presParOf" srcId="{3B8FD7FB-8F29-4043-8F57-405C2C3D1EBD}" destId="{9461DA25-8092-42E7-9892-8F4D48DF653E}" srcOrd="12" destOrd="0" presId="urn:microsoft.com/office/officeart/2005/8/layout/cycle6"/>
    <dgm:cxn modelId="{85511989-DDCF-4C8A-8C79-8CDB599E47AC}" type="presParOf" srcId="{3B8FD7FB-8F29-4043-8F57-405C2C3D1EBD}" destId="{D10D355E-3C9E-41D7-A11D-38F7D09BFA74}" srcOrd="13" destOrd="0" presId="urn:microsoft.com/office/officeart/2005/8/layout/cycle6"/>
    <dgm:cxn modelId="{54316CFA-2C0D-43D9-A292-11011BA63F65}" type="presParOf" srcId="{3B8FD7FB-8F29-4043-8F57-405C2C3D1EBD}" destId="{5FA3E78C-2AB0-449D-B0B4-EDD97A4024EB}" srcOrd="14" destOrd="0" presId="urn:microsoft.com/office/officeart/2005/8/layout/cycle6"/>
    <dgm:cxn modelId="{9B8B5B6E-BE28-4439-9D65-05BCB9471E7D}" type="presParOf" srcId="{3B8FD7FB-8F29-4043-8F57-405C2C3D1EBD}" destId="{DA6F5FBB-AD73-4ADB-B796-536C610E3FBF}" srcOrd="15" destOrd="0" presId="urn:microsoft.com/office/officeart/2005/8/layout/cycle6"/>
    <dgm:cxn modelId="{540EEB28-BFDE-48E0-9E9D-BCCB7C8A08A3}" type="presParOf" srcId="{3B8FD7FB-8F29-4043-8F57-405C2C3D1EBD}" destId="{1494556D-2096-4236-BEE3-E2CC5D821B2D}" srcOrd="16" destOrd="0" presId="urn:microsoft.com/office/officeart/2005/8/layout/cycle6"/>
    <dgm:cxn modelId="{F6A6A239-D246-4DA3-A017-66B651556300}" type="presParOf" srcId="{3B8FD7FB-8F29-4043-8F57-405C2C3D1EBD}" destId="{4E633252-5117-484E-A260-8EA7D4E24332}" srcOrd="17" destOrd="0" presId="urn:microsoft.com/office/officeart/2005/8/layout/cycle6"/>
    <dgm:cxn modelId="{F56595D3-74C0-4B20-8D52-D84A06FE023F}" type="presParOf" srcId="{3B8FD7FB-8F29-4043-8F57-405C2C3D1EBD}" destId="{7DBDDD8B-BE1C-499F-8611-7311DA05BE0A}" srcOrd="18" destOrd="0" presId="urn:microsoft.com/office/officeart/2005/8/layout/cycle6"/>
    <dgm:cxn modelId="{2AADCD70-F53C-459B-9882-B4F95EC2BB20}" type="presParOf" srcId="{3B8FD7FB-8F29-4043-8F57-405C2C3D1EBD}" destId="{C514EDBC-BC56-4203-8686-BC992201EF07}" srcOrd="19" destOrd="0" presId="urn:microsoft.com/office/officeart/2005/8/layout/cycle6"/>
    <dgm:cxn modelId="{02A0B2DF-FDAD-4E36-B2EE-EACF1D18C66A}" type="presParOf" srcId="{3B8FD7FB-8F29-4043-8F57-405C2C3D1EBD}" destId="{2AFAAB34-6B6F-4CF6-A36C-4B516385AAC3}" srcOrd="20" destOrd="0" presId="urn:microsoft.com/office/officeart/2005/8/layout/cycle6"/>
    <dgm:cxn modelId="{B80263F7-C309-4E93-94D4-25A12ED92EAB}" type="presParOf" srcId="{3B8FD7FB-8F29-4043-8F57-405C2C3D1EBD}" destId="{87B323EC-6BE4-478A-AE3B-A66F1E83FC0E}" srcOrd="21" destOrd="0" presId="urn:microsoft.com/office/officeart/2005/8/layout/cycle6"/>
    <dgm:cxn modelId="{AA4414AA-4315-4DC5-9D87-E0D4FEF9A356}" type="presParOf" srcId="{3B8FD7FB-8F29-4043-8F57-405C2C3D1EBD}" destId="{8B116787-BB29-4C89-9C38-B47C413C38F5}" srcOrd="22" destOrd="0" presId="urn:microsoft.com/office/officeart/2005/8/layout/cycle6"/>
    <dgm:cxn modelId="{1EB93751-5D32-4E9D-8D83-E32AC1BE53E5}" type="presParOf" srcId="{3B8FD7FB-8F29-4043-8F57-405C2C3D1EBD}" destId="{EC3BB6B0-4C24-4E95-8F94-7729F63B81C1}" srcOrd="23" destOrd="0" presId="urn:microsoft.com/office/officeart/2005/8/layout/cycle6"/>
    <dgm:cxn modelId="{6FD3F269-1673-4599-A856-EC441EE062DD}" type="presParOf" srcId="{3B8FD7FB-8F29-4043-8F57-405C2C3D1EBD}" destId="{8BE4530F-E5E9-4202-AECC-EE9E7AB068EE}" srcOrd="24" destOrd="0" presId="urn:microsoft.com/office/officeart/2005/8/layout/cycle6"/>
    <dgm:cxn modelId="{3C3AD83A-3D77-43D1-9802-C10A73CB7DDE}" type="presParOf" srcId="{3B8FD7FB-8F29-4043-8F57-405C2C3D1EBD}" destId="{C5652CA4-1726-4564-9EA6-89EE3981068F}" srcOrd="25" destOrd="0" presId="urn:microsoft.com/office/officeart/2005/8/layout/cycle6"/>
    <dgm:cxn modelId="{82EF0219-C7F9-4618-B999-E2166B3C8FF1}" type="presParOf" srcId="{3B8FD7FB-8F29-4043-8F57-405C2C3D1EBD}" destId="{45F65882-A27E-4B75-B962-518A90BF48C7}" srcOrd="26" destOrd="0" presId="urn:microsoft.com/office/officeart/2005/8/layout/cycle6"/>
    <dgm:cxn modelId="{E141FEF7-C47D-4924-8A62-D0E61731D0D8}" type="presParOf" srcId="{3B8FD7FB-8F29-4043-8F57-405C2C3D1EBD}" destId="{B6BF0FE1-88C7-483A-B29C-2EEA6B43C64E}" srcOrd="27" destOrd="0" presId="urn:microsoft.com/office/officeart/2005/8/layout/cycle6"/>
    <dgm:cxn modelId="{28818550-C876-4DA7-8661-18917DEAAC19}" type="presParOf" srcId="{3B8FD7FB-8F29-4043-8F57-405C2C3D1EBD}" destId="{12752CAE-07FD-4FE7-B5B8-F2D5331DD0C3}" srcOrd="28" destOrd="0" presId="urn:microsoft.com/office/officeart/2005/8/layout/cycle6"/>
    <dgm:cxn modelId="{8CA623D8-D643-4E4E-BAA0-F0C6903704EA}" type="presParOf" srcId="{3B8FD7FB-8F29-4043-8F57-405C2C3D1EBD}" destId="{8327AD10-BC83-42AD-BBCC-73F4E3B18F95}" srcOrd="29" destOrd="0" presId="urn:microsoft.com/office/officeart/2005/8/layout/cycle6"/>
    <dgm:cxn modelId="{553DC353-4E68-49ED-945F-6C2F949EE867}" type="presParOf" srcId="{3B8FD7FB-8F29-4043-8F57-405C2C3D1EBD}" destId="{438C6DCC-8FD8-4920-BDC9-4F647C1C05BD}" srcOrd="30" destOrd="0" presId="urn:microsoft.com/office/officeart/2005/8/layout/cycle6"/>
    <dgm:cxn modelId="{C1B6876B-FF0C-422E-9371-E76858BEDDB3}" type="presParOf" srcId="{3B8FD7FB-8F29-4043-8F57-405C2C3D1EBD}" destId="{E18B6BCF-E6CA-4416-878E-796E54C8211B}" srcOrd="31" destOrd="0" presId="urn:microsoft.com/office/officeart/2005/8/layout/cycle6"/>
    <dgm:cxn modelId="{1CA44C53-C49D-4A13-A2C4-96BDEDED35B0}" type="presParOf" srcId="{3B8FD7FB-8F29-4043-8F57-405C2C3D1EBD}" destId="{A51679DD-6035-4397-83B9-D6971D94A953}" srcOrd="32" destOrd="0" presId="urn:microsoft.com/office/officeart/2005/8/layout/cycle6"/>
    <dgm:cxn modelId="{2BF65BA1-7EB0-4CD8-B2C4-DE11F990FCD9}" type="presParOf" srcId="{3B8FD7FB-8F29-4043-8F57-405C2C3D1EBD}" destId="{C187070A-5E4D-4C78-AF32-AC83CC867E95}" srcOrd="33" destOrd="0" presId="urn:microsoft.com/office/officeart/2005/8/layout/cycle6"/>
    <dgm:cxn modelId="{DFC70C35-DAC1-4090-9487-8DAA3C70E544}" type="presParOf" srcId="{3B8FD7FB-8F29-4043-8F57-405C2C3D1EBD}" destId="{513C987D-64DB-4EFE-A0CB-1450E797DC03}" srcOrd="34" destOrd="0" presId="urn:microsoft.com/office/officeart/2005/8/layout/cycle6"/>
    <dgm:cxn modelId="{DCF67E86-17A6-44D8-948C-8D5EED5A49AC}" type="presParOf" srcId="{3B8FD7FB-8F29-4043-8F57-405C2C3D1EBD}" destId="{E9D604A0-67B2-4FA3-A234-FBCA3350BF49}" srcOrd="35" destOrd="0" presId="urn:microsoft.com/office/officeart/2005/8/layout/cycle6"/>
    <dgm:cxn modelId="{9F2532DB-8E6C-4B09-9D73-0DBF1104F0D5}" type="presParOf" srcId="{3B8FD7FB-8F29-4043-8F57-405C2C3D1EBD}" destId="{B3F7042C-D71A-4976-87B8-30E82E99F4EC}" srcOrd="36" destOrd="0" presId="urn:microsoft.com/office/officeart/2005/8/layout/cycle6"/>
    <dgm:cxn modelId="{8E2AA3A9-827D-4BB0-8256-91DAEB3EE4D3}" type="presParOf" srcId="{3B8FD7FB-8F29-4043-8F57-405C2C3D1EBD}" destId="{0D503677-6BE4-4C03-9F6C-B0C86E10D93C}" srcOrd="37" destOrd="0" presId="urn:microsoft.com/office/officeart/2005/8/layout/cycle6"/>
    <dgm:cxn modelId="{806BDC49-16D9-4B66-B4C3-AA8086BD9970}" type="presParOf" srcId="{3B8FD7FB-8F29-4043-8F57-405C2C3D1EBD}" destId="{6D53C6B7-BB63-4AA9-AEE6-B8CC3BE1A99D}" srcOrd="38" destOrd="0" presId="urn:microsoft.com/office/officeart/2005/8/layout/cycle6"/>
    <dgm:cxn modelId="{5AC6A527-6686-4239-85BD-42043B1FD85C}" type="presParOf" srcId="{3B8FD7FB-8F29-4043-8F57-405C2C3D1EBD}" destId="{9BCD8AD4-617C-4E13-8D3C-4C01B9001FD7}" srcOrd="39" destOrd="0" presId="urn:microsoft.com/office/officeart/2005/8/layout/cycle6"/>
    <dgm:cxn modelId="{5A853447-F1E4-4971-9060-7A1F83A234E8}" type="presParOf" srcId="{3B8FD7FB-8F29-4043-8F57-405C2C3D1EBD}" destId="{1DD1E13D-5163-4921-801A-943161BCC589}" srcOrd="40" destOrd="0" presId="urn:microsoft.com/office/officeart/2005/8/layout/cycle6"/>
    <dgm:cxn modelId="{10AE65FF-6EB9-48F5-8AFE-D523F23819FC}" type="presParOf" srcId="{3B8FD7FB-8F29-4043-8F57-405C2C3D1EBD}" destId="{23EF2C38-F3C7-48D1-8F8E-12F1231C10CC}" srcOrd="41" destOrd="0" presId="urn:microsoft.com/office/officeart/2005/8/layout/cycle6"/>
    <dgm:cxn modelId="{9135A17A-3082-4439-B962-CD1D479F20F0}" type="presParOf" srcId="{3B8FD7FB-8F29-4043-8F57-405C2C3D1EBD}" destId="{40241D54-7F93-4390-B533-173AEA7E4D49}" srcOrd="42" destOrd="0" presId="urn:microsoft.com/office/officeart/2005/8/layout/cycle6"/>
    <dgm:cxn modelId="{CF5CBC42-758C-4CDA-BFE5-C16B676B8120}" type="presParOf" srcId="{3B8FD7FB-8F29-4043-8F57-405C2C3D1EBD}" destId="{221AABFC-57A6-4982-BF10-9F902C0AECF9}" srcOrd="43" destOrd="0" presId="urn:microsoft.com/office/officeart/2005/8/layout/cycle6"/>
    <dgm:cxn modelId="{AF1A6803-F69C-493B-9F15-06C24B921BCF}" type="presParOf" srcId="{3B8FD7FB-8F29-4043-8F57-405C2C3D1EBD}" destId="{328D56E0-37E9-4F36-A40A-0C71A9E9D8FB}" srcOrd="44" destOrd="0" presId="urn:microsoft.com/office/officeart/2005/8/layout/cycle6"/>
    <dgm:cxn modelId="{A872D044-FF84-43D9-8C92-6D60657986EB}" type="presParOf" srcId="{3B8FD7FB-8F29-4043-8F57-405C2C3D1EBD}" destId="{A4719A59-8586-4D53-B9B4-6639B7D7F596}" srcOrd="45" destOrd="0" presId="urn:microsoft.com/office/officeart/2005/8/layout/cycle6"/>
    <dgm:cxn modelId="{18136673-7CB1-4A80-BAB7-22521D5117B1}" type="presParOf" srcId="{3B8FD7FB-8F29-4043-8F57-405C2C3D1EBD}" destId="{FF73CFBB-42E3-49EB-87AF-EA990726005A}" srcOrd="46" destOrd="0" presId="urn:microsoft.com/office/officeart/2005/8/layout/cycle6"/>
    <dgm:cxn modelId="{F193CCEE-1E18-4BA3-BE7D-EFA6CC08648E}" type="presParOf" srcId="{3B8FD7FB-8F29-4043-8F57-405C2C3D1EBD}" destId="{666842F1-7C8E-4DE9-BB00-0D0E266AFCB7}" srcOrd="47" destOrd="0" presId="urn:microsoft.com/office/officeart/2005/8/layout/cycle6"/>
    <dgm:cxn modelId="{894D5938-38AB-4F7A-9661-8B910FD834F4}" type="presParOf" srcId="{3B8FD7FB-8F29-4043-8F57-405C2C3D1EBD}" destId="{739A0D2A-DD97-4AED-8C7F-ACBDD5FC9824}" srcOrd="48" destOrd="0" presId="urn:microsoft.com/office/officeart/2005/8/layout/cycle6"/>
    <dgm:cxn modelId="{FC1305C5-CD9A-493F-A1C7-A7232A9817C1}" type="presParOf" srcId="{3B8FD7FB-8F29-4043-8F57-405C2C3D1EBD}" destId="{3A372FCA-5404-4948-A646-7086F524AB67}" srcOrd="49" destOrd="0" presId="urn:microsoft.com/office/officeart/2005/8/layout/cycle6"/>
    <dgm:cxn modelId="{0F98E968-E4B8-4274-B1B4-A7AB3F06899C}" type="presParOf" srcId="{3B8FD7FB-8F29-4043-8F57-405C2C3D1EBD}" destId="{27A4ACA9-4906-420F-9CDC-E4E9F84AEDD0}" srcOrd="50" destOrd="0" presId="urn:microsoft.com/office/officeart/2005/8/layout/cycle6"/>
    <dgm:cxn modelId="{4C05F203-9877-49BA-9996-07DE5829AF62}" type="presParOf" srcId="{3B8FD7FB-8F29-4043-8F57-405C2C3D1EBD}" destId="{8E270C5A-031F-4BF1-8E0B-89F8201DC1D4}" srcOrd="51" destOrd="0" presId="urn:microsoft.com/office/officeart/2005/8/layout/cycle6"/>
    <dgm:cxn modelId="{06A7D33E-C3D0-4B67-B563-80D477B118AF}" type="presParOf" srcId="{3B8FD7FB-8F29-4043-8F57-405C2C3D1EBD}" destId="{27694AFE-B70A-427C-BE6E-1CCABBD20DEC}" srcOrd="52" destOrd="0" presId="urn:microsoft.com/office/officeart/2005/8/layout/cycle6"/>
    <dgm:cxn modelId="{A02A6C4A-30A3-4B34-A824-5D516500A9B2}" type="presParOf" srcId="{3B8FD7FB-8F29-4043-8F57-405C2C3D1EBD}" destId="{35818992-44D6-4EFC-AB25-8AA21C3F8347}" srcOrd="53" destOrd="0" presId="urn:microsoft.com/office/officeart/2005/8/layout/cycle6"/>
    <dgm:cxn modelId="{763442F3-FED9-413B-BAA9-8397C87CCA58}" type="presParOf" srcId="{3B8FD7FB-8F29-4043-8F57-405C2C3D1EBD}" destId="{5DABD85D-CCE6-49F6-8A36-BCB6B2EFAA99}" srcOrd="54" destOrd="0" presId="urn:microsoft.com/office/officeart/2005/8/layout/cycle6"/>
    <dgm:cxn modelId="{9792DDA9-4CFE-495A-99ED-637055C7C36D}" type="presParOf" srcId="{3B8FD7FB-8F29-4043-8F57-405C2C3D1EBD}" destId="{78FB3943-01B4-4314-BC59-19CF7F53D258}" srcOrd="55" destOrd="0" presId="urn:microsoft.com/office/officeart/2005/8/layout/cycle6"/>
    <dgm:cxn modelId="{517B6BBE-496D-4DE5-9080-E7ECC6FD3313}" type="presParOf" srcId="{3B8FD7FB-8F29-4043-8F57-405C2C3D1EBD}" destId="{BE42E3C7-251B-41B5-B42C-09EC99014B4C}" srcOrd="56" destOrd="0" presId="urn:microsoft.com/office/officeart/2005/8/layout/cycle6"/>
    <dgm:cxn modelId="{9475B3FE-EB58-466C-9E43-F7CA5A7B5504}" type="presParOf" srcId="{3B8FD7FB-8F29-4043-8F57-405C2C3D1EBD}" destId="{4BDD6F94-3638-435E-8447-FB92FC1D414F}" srcOrd="57" destOrd="0" presId="urn:microsoft.com/office/officeart/2005/8/layout/cycle6"/>
    <dgm:cxn modelId="{DB5B77EE-8D59-486A-BD64-4CD708256BCE}" type="presParOf" srcId="{3B8FD7FB-8F29-4043-8F57-405C2C3D1EBD}" destId="{1737EFE0-054D-4C4E-93EE-2649FCD17391}" srcOrd="58" destOrd="0" presId="urn:microsoft.com/office/officeart/2005/8/layout/cycle6"/>
    <dgm:cxn modelId="{B2FA8293-DDD1-44E2-B761-A6EA4C7BFC25}" type="presParOf" srcId="{3B8FD7FB-8F29-4043-8F57-405C2C3D1EBD}" destId="{DE2B5A4C-CB18-40F0-8E5B-D4D288E674C9}" srcOrd="59" destOrd="0" presId="urn:microsoft.com/office/officeart/2005/8/layout/cycle6"/>
    <dgm:cxn modelId="{37F3B956-B810-4DD9-9CA5-DF266D463E26}" type="presParOf" srcId="{3B8FD7FB-8F29-4043-8F57-405C2C3D1EBD}" destId="{FD10162F-4B67-49EA-A357-9BB47E8DBCED}" srcOrd="60" destOrd="0" presId="urn:microsoft.com/office/officeart/2005/8/layout/cycle6"/>
    <dgm:cxn modelId="{3C4B8B5C-950D-4E72-AF5D-B84E0459B2F4}" type="presParOf" srcId="{3B8FD7FB-8F29-4043-8F57-405C2C3D1EBD}" destId="{B4082797-0DF6-4528-AC97-1E4D6BDC7C2A}" srcOrd="61" destOrd="0" presId="urn:microsoft.com/office/officeart/2005/8/layout/cycle6"/>
    <dgm:cxn modelId="{C4EFE3FA-8135-4A0A-B40B-9AB8DDCD3CD6}" type="presParOf" srcId="{3B8FD7FB-8F29-4043-8F57-405C2C3D1EBD}" destId="{8B098E89-6F0C-4020-AAFA-412F25434574}" srcOrd="62" destOrd="0" presId="urn:microsoft.com/office/officeart/2005/8/layout/cycle6"/>
    <dgm:cxn modelId="{48C761C4-D93F-46DE-9D78-C064BC3E29A9}" type="presParOf" srcId="{3B8FD7FB-8F29-4043-8F57-405C2C3D1EBD}" destId="{5251AA44-A6C0-48F5-82BD-15AE1751E41B}" srcOrd="63" destOrd="0" presId="urn:microsoft.com/office/officeart/2005/8/layout/cycle6"/>
    <dgm:cxn modelId="{C0B4BD0C-641A-48C1-B599-98609A85D0CB}" type="presParOf" srcId="{3B8FD7FB-8F29-4043-8F57-405C2C3D1EBD}" destId="{04C584F3-6050-47FA-AC79-490E876A1E06}" srcOrd="64" destOrd="0" presId="urn:microsoft.com/office/officeart/2005/8/layout/cycle6"/>
    <dgm:cxn modelId="{B0796689-DB69-4F8B-8AF8-0A9D90DEFD27}" type="presParOf" srcId="{3B8FD7FB-8F29-4043-8F57-405C2C3D1EBD}" destId="{96698129-963B-4227-B693-BC3EACAB6500}" srcOrd="65" destOrd="0" presId="urn:microsoft.com/office/officeart/2005/8/layout/cycle6"/>
    <dgm:cxn modelId="{CD92CAD2-215E-4BAB-82C9-E098F5CAD526}" type="presParOf" srcId="{3B8FD7FB-8F29-4043-8F57-405C2C3D1EBD}" destId="{5370936A-911B-4A4B-8988-2468A7FFF388}" srcOrd="66" destOrd="0" presId="urn:microsoft.com/office/officeart/2005/8/layout/cycle6"/>
    <dgm:cxn modelId="{5D75D7DA-E2A4-424E-9468-DCC10A896F63}" type="presParOf" srcId="{3B8FD7FB-8F29-4043-8F57-405C2C3D1EBD}" destId="{59E4AE9D-A4E0-4C70-9E54-A660ABFE8484}" srcOrd="67" destOrd="0" presId="urn:microsoft.com/office/officeart/2005/8/layout/cycle6"/>
    <dgm:cxn modelId="{FF846F02-15D8-43B2-B826-2E4244EF7A18}" type="presParOf" srcId="{3B8FD7FB-8F29-4043-8F57-405C2C3D1EBD}" destId="{E7236D2C-75E2-4632-A4E6-1140D5FAFAA1}" srcOrd="6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AEC67C1-B76D-4A8C-963E-A049C7AE35F1}"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1DB452C9-53A1-47A8-80ED-8A616FB1DA01}">
      <dgm:prSet phldrT="[Text]"/>
      <dgm:spPr>
        <a:solidFill>
          <a:srgbClr val="00B0F0"/>
        </a:solidFill>
      </dgm:spPr>
      <dgm:t>
        <a:bodyPr/>
        <a:lstStyle/>
        <a:p>
          <a:r>
            <a:rPr lang="en-US" b="0" dirty="0" smtClean="0">
              <a:solidFill>
                <a:schemeClr val="bg1"/>
              </a:solidFill>
            </a:rPr>
            <a:t>Group1</a:t>
          </a:r>
          <a:endParaRPr lang="en-US" b="0" dirty="0">
            <a:solidFill>
              <a:schemeClr val="bg1"/>
            </a:solidFill>
          </a:endParaRPr>
        </a:p>
      </dgm:t>
    </dgm:pt>
    <dgm:pt modelId="{79D4B165-97DA-4996-9C50-472E44BC0BBF}" type="parTrans" cxnId="{5E4F00B3-E642-4D72-A68F-39A6BC51841D}">
      <dgm:prSet/>
      <dgm:spPr/>
      <dgm:t>
        <a:bodyPr/>
        <a:lstStyle/>
        <a:p>
          <a:endParaRPr lang="en-US"/>
        </a:p>
      </dgm:t>
    </dgm:pt>
    <dgm:pt modelId="{EE50B0E1-F909-47EE-873A-F88B824E8141}" type="sibTrans" cxnId="{5E4F00B3-E642-4D72-A68F-39A6BC51841D}">
      <dgm:prSet/>
      <dgm:spPr/>
      <dgm:t>
        <a:bodyPr/>
        <a:lstStyle/>
        <a:p>
          <a:endParaRPr lang="en-US"/>
        </a:p>
      </dgm:t>
    </dgm:pt>
    <dgm:pt modelId="{5867C861-02BD-4C01-90BD-0343917D3308}">
      <dgm:prSet phldrT="[Text]"/>
      <dgm:spPr>
        <a:solidFill>
          <a:srgbClr val="1CADE4"/>
        </a:solidFill>
      </dgm:spPr>
      <dgm:t>
        <a:bodyPr/>
        <a:lstStyle/>
        <a:p>
          <a:r>
            <a:rPr lang="en-US" b="0" dirty="0" smtClean="0">
              <a:solidFill>
                <a:schemeClr val="bg1"/>
              </a:solidFill>
            </a:rPr>
            <a:t>Group2</a:t>
          </a:r>
          <a:endParaRPr lang="en-US" b="0" dirty="0">
            <a:solidFill>
              <a:schemeClr val="bg1"/>
            </a:solidFill>
          </a:endParaRPr>
        </a:p>
      </dgm:t>
    </dgm:pt>
    <dgm:pt modelId="{6584B2CA-BFEA-4BC0-B816-F3CBD1D4102E}" type="parTrans" cxnId="{F69380B5-9880-4581-98B8-6459F760569B}">
      <dgm:prSet/>
      <dgm:spPr/>
      <dgm:t>
        <a:bodyPr/>
        <a:lstStyle/>
        <a:p>
          <a:endParaRPr lang="en-US"/>
        </a:p>
      </dgm:t>
    </dgm:pt>
    <dgm:pt modelId="{FE34ED0D-43CD-43A7-A289-B078595383AD}" type="sibTrans" cxnId="{F69380B5-9880-4581-98B8-6459F760569B}">
      <dgm:prSet/>
      <dgm:spPr/>
      <dgm:t>
        <a:bodyPr/>
        <a:lstStyle/>
        <a:p>
          <a:endParaRPr lang="en-US"/>
        </a:p>
      </dgm:t>
    </dgm:pt>
    <dgm:pt modelId="{60276E76-7D17-4AF0-B984-E05FDCE5EAF9}">
      <dgm:prSet phldrT="[Text]"/>
      <dgm:spPr>
        <a:solidFill>
          <a:srgbClr val="1CADE4"/>
        </a:solidFill>
      </dgm:spPr>
      <dgm:t>
        <a:bodyPr/>
        <a:lstStyle/>
        <a:p>
          <a:r>
            <a:rPr lang="en-US" b="0" dirty="0" smtClean="0">
              <a:solidFill>
                <a:schemeClr val="bg1"/>
              </a:solidFill>
            </a:rPr>
            <a:t>Group3</a:t>
          </a:r>
          <a:endParaRPr lang="en-US" b="0" dirty="0">
            <a:solidFill>
              <a:schemeClr val="bg1"/>
            </a:solidFill>
          </a:endParaRPr>
        </a:p>
      </dgm:t>
    </dgm:pt>
    <dgm:pt modelId="{5CE50795-46F1-4FEE-9521-66D5E816D683}" type="parTrans" cxnId="{0A577301-541B-4E17-8CA6-35AF5015D167}">
      <dgm:prSet/>
      <dgm:spPr/>
      <dgm:t>
        <a:bodyPr/>
        <a:lstStyle/>
        <a:p>
          <a:endParaRPr lang="en-US"/>
        </a:p>
      </dgm:t>
    </dgm:pt>
    <dgm:pt modelId="{3AD0382E-B7AE-4D1B-9EC6-A8E25FA295C7}" type="sibTrans" cxnId="{0A577301-541B-4E17-8CA6-35AF5015D167}">
      <dgm:prSet/>
      <dgm:spPr/>
      <dgm:t>
        <a:bodyPr/>
        <a:lstStyle/>
        <a:p>
          <a:endParaRPr lang="en-US"/>
        </a:p>
      </dgm:t>
    </dgm:pt>
    <dgm:pt modelId="{6D466157-66DB-4DD4-8023-13374872C4DF}">
      <dgm:prSet phldrT="[Text]"/>
      <dgm:spPr/>
      <dgm:t>
        <a:bodyPr/>
        <a:lstStyle/>
        <a:p>
          <a:r>
            <a:rPr lang="en-US" dirty="0" smtClean="0"/>
            <a:t>Group4</a:t>
          </a:r>
          <a:endParaRPr lang="en-US" dirty="0"/>
        </a:p>
      </dgm:t>
    </dgm:pt>
    <dgm:pt modelId="{FC35E924-2622-4DC4-842F-1AB74D5EA732}" type="parTrans" cxnId="{E2187621-8BAB-493F-BBEB-E8D9C3CF101A}">
      <dgm:prSet/>
      <dgm:spPr/>
      <dgm:t>
        <a:bodyPr/>
        <a:lstStyle/>
        <a:p>
          <a:endParaRPr lang="en-US"/>
        </a:p>
      </dgm:t>
    </dgm:pt>
    <dgm:pt modelId="{2DD878C3-CA8D-4D97-BB11-63D44A3442AB}" type="sibTrans" cxnId="{E2187621-8BAB-493F-BBEB-E8D9C3CF101A}">
      <dgm:prSet/>
      <dgm:spPr/>
      <dgm:t>
        <a:bodyPr/>
        <a:lstStyle/>
        <a:p>
          <a:endParaRPr lang="en-US"/>
        </a:p>
      </dgm:t>
    </dgm:pt>
    <dgm:pt modelId="{2C274BE5-B389-4078-8F78-286286D47B16}">
      <dgm:prSet phldrT="[Text]"/>
      <dgm:spPr/>
      <dgm:t>
        <a:bodyPr/>
        <a:lstStyle/>
        <a:p>
          <a:r>
            <a:rPr lang="en-US" dirty="0" smtClean="0"/>
            <a:t>Group5</a:t>
          </a:r>
          <a:endParaRPr lang="en-US" dirty="0"/>
        </a:p>
      </dgm:t>
    </dgm:pt>
    <dgm:pt modelId="{0165F449-0690-4EB0-BB3F-548931C6F56E}" type="parTrans" cxnId="{0252699B-9C27-4E94-B7BE-CD68D63BABE8}">
      <dgm:prSet/>
      <dgm:spPr/>
      <dgm:t>
        <a:bodyPr/>
        <a:lstStyle/>
        <a:p>
          <a:endParaRPr lang="en-US"/>
        </a:p>
      </dgm:t>
    </dgm:pt>
    <dgm:pt modelId="{342C9B7B-B1FA-4D57-B3AE-19B4EAD28D26}" type="sibTrans" cxnId="{0252699B-9C27-4E94-B7BE-CD68D63BABE8}">
      <dgm:prSet/>
      <dgm:spPr/>
      <dgm:t>
        <a:bodyPr/>
        <a:lstStyle/>
        <a:p>
          <a:endParaRPr lang="en-US"/>
        </a:p>
      </dgm:t>
    </dgm:pt>
    <dgm:pt modelId="{A0D53082-E036-4E4C-8CDD-3DFDBDC0F8D0}">
      <dgm:prSet phldrT="[Text]"/>
      <dgm:spPr/>
      <dgm:t>
        <a:bodyPr/>
        <a:lstStyle/>
        <a:p>
          <a:r>
            <a:rPr lang="en-US" dirty="0" smtClean="0"/>
            <a:t>Group6</a:t>
          </a:r>
          <a:endParaRPr lang="en-US" dirty="0"/>
        </a:p>
      </dgm:t>
    </dgm:pt>
    <dgm:pt modelId="{445600EF-38EB-4D42-8838-581F42A4AF68}" type="parTrans" cxnId="{31205955-5404-44E6-B523-1710AFF92313}">
      <dgm:prSet/>
      <dgm:spPr/>
      <dgm:t>
        <a:bodyPr/>
        <a:lstStyle/>
        <a:p>
          <a:endParaRPr lang="en-US"/>
        </a:p>
      </dgm:t>
    </dgm:pt>
    <dgm:pt modelId="{B192576A-F6EB-4568-A67B-8AF396F52E2A}" type="sibTrans" cxnId="{31205955-5404-44E6-B523-1710AFF92313}">
      <dgm:prSet/>
      <dgm:spPr/>
      <dgm:t>
        <a:bodyPr/>
        <a:lstStyle/>
        <a:p>
          <a:endParaRPr lang="en-US"/>
        </a:p>
      </dgm:t>
    </dgm:pt>
    <dgm:pt modelId="{D23EEA6B-19F0-4B1A-A0BD-A613D5DA1F97}">
      <dgm:prSet phldrT="[Text]"/>
      <dgm:spPr/>
      <dgm:t>
        <a:bodyPr/>
        <a:lstStyle/>
        <a:p>
          <a:r>
            <a:rPr lang="en-US" dirty="0" smtClean="0"/>
            <a:t>Group7</a:t>
          </a:r>
          <a:endParaRPr lang="en-US" dirty="0"/>
        </a:p>
      </dgm:t>
    </dgm:pt>
    <dgm:pt modelId="{4A24C8A2-2C43-480B-8F61-CD3AA9BD21EF}" type="parTrans" cxnId="{59DC304C-5CB3-4F2C-91D7-AF341839DCE9}">
      <dgm:prSet/>
      <dgm:spPr/>
      <dgm:t>
        <a:bodyPr/>
        <a:lstStyle/>
        <a:p>
          <a:endParaRPr lang="en-US"/>
        </a:p>
      </dgm:t>
    </dgm:pt>
    <dgm:pt modelId="{4C54E9F7-3F8E-4D77-B02E-424BA79AE782}" type="sibTrans" cxnId="{59DC304C-5CB3-4F2C-91D7-AF341839DCE9}">
      <dgm:prSet/>
      <dgm:spPr/>
      <dgm:t>
        <a:bodyPr/>
        <a:lstStyle/>
        <a:p>
          <a:endParaRPr lang="en-US"/>
        </a:p>
      </dgm:t>
    </dgm:pt>
    <dgm:pt modelId="{BCD08B15-39B6-4B6A-9A29-6E0023965AEA}">
      <dgm:prSet phldrT="[Text]"/>
      <dgm:spPr/>
      <dgm:t>
        <a:bodyPr/>
        <a:lstStyle/>
        <a:p>
          <a:r>
            <a:rPr lang="en-US" dirty="0" smtClean="0"/>
            <a:t>Group8</a:t>
          </a:r>
          <a:endParaRPr lang="en-US" dirty="0"/>
        </a:p>
      </dgm:t>
    </dgm:pt>
    <dgm:pt modelId="{E4E0EBDB-9E1D-4E73-A8FA-5BE9ECE35E16}" type="parTrans" cxnId="{4F94B2E9-C845-4215-A68B-23FFCE25D353}">
      <dgm:prSet/>
      <dgm:spPr/>
      <dgm:t>
        <a:bodyPr/>
        <a:lstStyle/>
        <a:p>
          <a:endParaRPr lang="en-US"/>
        </a:p>
      </dgm:t>
    </dgm:pt>
    <dgm:pt modelId="{552C6C61-3E04-46D8-B494-FC61650B9F3C}" type="sibTrans" cxnId="{4F94B2E9-C845-4215-A68B-23FFCE25D353}">
      <dgm:prSet/>
      <dgm:spPr/>
      <dgm:t>
        <a:bodyPr/>
        <a:lstStyle/>
        <a:p>
          <a:endParaRPr lang="en-US"/>
        </a:p>
      </dgm:t>
    </dgm:pt>
    <dgm:pt modelId="{8A797F95-FE8E-4664-AF82-044C61C09760}">
      <dgm:prSet phldrT="[Text]"/>
      <dgm:spPr/>
      <dgm:t>
        <a:bodyPr/>
        <a:lstStyle/>
        <a:p>
          <a:r>
            <a:rPr lang="en-US" dirty="0" smtClean="0"/>
            <a:t>Group9</a:t>
          </a:r>
          <a:endParaRPr lang="en-US" dirty="0"/>
        </a:p>
      </dgm:t>
    </dgm:pt>
    <dgm:pt modelId="{E4D3AD84-98AA-47E7-A10E-EDF35A02AE57}" type="parTrans" cxnId="{A9CB90D1-98B8-4CC4-9337-93937319FAD9}">
      <dgm:prSet/>
      <dgm:spPr/>
      <dgm:t>
        <a:bodyPr/>
        <a:lstStyle/>
        <a:p>
          <a:endParaRPr lang="en-US"/>
        </a:p>
      </dgm:t>
    </dgm:pt>
    <dgm:pt modelId="{DC8B683E-EFB2-415B-A079-66EB42200398}" type="sibTrans" cxnId="{A9CB90D1-98B8-4CC4-9337-93937319FAD9}">
      <dgm:prSet/>
      <dgm:spPr/>
      <dgm:t>
        <a:bodyPr/>
        <a:lstStyle/>
        <a:p>
          <a:endParaRPr lang="en-US"/>
        </a:p>
      </dgm:t>
    </dgm:pt>
    <dgm:pt modelId="{80FC0B6D-49A8-435A-BB28-409292372BCC}">
      <dgm:prSet phldrT="[Text]"/>
      <dgm:spPr/>
      <dgm:t>
        <a:bodyPr/>
        <a:lstStyle/>
        <a:p>
          <a:r>
            <a:rPr lang="en-US" dirty="0" smtClean="0"/>
            <a:t>Group10</a:t>
          </a:r>
          <a:endParaRPr lang="en-US" dirty="0"/>
        </a:p>
      </dgm:t>
    </dgm:pt>
    <dgm:pt modelId="{2DB6407B-843C-4CC9-9CC3-FEA2864E5E1B}" type="parTrans" cxnId="{8837C493-D1F1-4E40-A0ED-DBC41A4494B4}">
      <dgm:prSet/>
      <dgm:spPr/>
      <dgm:t>
        <a:bodyPr/>
        <a:lstStyle/>
        <a:p>
          <a:endParaRPr lang="en-US"/>
        </a:p>
      </dgm:t>
    </dgm:pt>
    <dgm:pt modelId="{72FFD877-6357-4819-8BB0-2F2F45FC7B52}" type="sibTrans" cxnId="{8837C493-D1F1-4E40-A0ED-DBC41A4494B4}">
      <dgm:prSet/>
      <dgm:spPr/>
      <dgm:t>
        <a:bodyPr/>
        <a:lstStyle/>
        <a:p>
          <a:endParaRPr lang="en-US"/>
        </a:p>
      </dgm:t>
    </dgm:pt>
    <dgm:pt modelId="{62460D7A-DA47-494F-811D-D4BBDF0792AF}">
      <dgm:prSet phldrT="[Text]"/>
      <dgm:spPr/>
      <dgm:t>
        <a:bodyPr/>
        <a:lstStyle/>
        <a:p>
          <a:r>
            <a:rPr lang="en-US" dirty="0" smtClean="0"/>
            <a:t>Group11</a:t>
          </a:r>
          <a:endParaRPr lang="en-US" dirty="0"/>
        </a:p>
      </dgm:t>
    </dgm:pt>
    <dgm:pt modelId="{F3FD37CB-A7F9-43B9-A61E-B549CF95FBEC}" type="parTrans" cxnId="{4E833544-5041-4277-96E7-490E4E95A5C3}">
      <dgm:prSet/>
      <dgm:spPr/>
      <dgm:t>
        <a:bodyPr/>
        <a:lstStyle/>
        <a:p>
          <a:endParaRPr lang="en-US"/>
        </a:p>
      </dgm:t>
    </dgm:pt>
    <dgm:pt modelId="{D57B41DE-86DE-4FE7-BF4C-283F100ADD7D}" type="sibTrans" cxnId="{4E833544-5041-4277-96E7-490E4E95A5C3}">
      <dgm:prSet/>
      <dgm:spPr/>
      <dgm:t>
        <a:bodyPr/>
        <a:lstStyle/>
        <a:p>
          <a:endParaRPr lang="en-US"/>
        </a:p>
      </dgm:t>
    </dgm:pt>
    <dgm:pt modelId="{581FD5D4-CD40-41EE-99C8-3775A7A39E44}">
      <dgm:prSet phldrT="[Text]"/>
      <dgm:spPr/>
      <dgm:t>
        <a:bodyPr/>
        <a:lstStyle/>
        <a:p>
          <a:r>
            <a:rPr lang="en-US" dirty="0" smtClean="0"/>
            <a:t>Group12</a:t>
          </a:r>
          <a:endParaRPr lang="en-US" dirty="0"/>
        </a:p>
      </dgm:t>
    </dgm:pt>
    <dgm:pt modelId="{AFA09801-959A-4FF8-82CA-906C456EC398}" type="parTrans" cxnId="{D9668D6F-6D3D-4D7F-BDE5-787493721B4B}">
      <dgm:prSet/>
      <dgm:spPr/>
      <dgm:t>
        <a:bodyPr/>
        <a:lstStyle/>
        <a:p>
          <a:endParaRPr lang="en-US"/>
        </a:p>
      </dgm:t>
    </dgm:pt>
    <dgm:pt modelId="{6B82B2EA-8181-44CA-B65C-24743C1A93AC}" type="sibTrans" cxnId="{D9668D6F-6D3D-4D7F-BDE5-787493721B4B}">
      <dgm:prSet/>
      <dgm:spPr/>
      <dgm:t>
        <a:bodyPr/>
        <a:lstStyle/>
        <a:p>
          <a:endParaRPr lang="en-US"/>
        </a:p>
      </dgm:t>
    </dgm:pt>
    <dgm:pt modelId="{A7C4B11C-AC43-4A9D-B20F-03407279539F}">
      <dgm:prSet phldrT="[Text]"/>
      <dgm:spPr>
        <a:solidFill>
          <a:srgbClr val="FF9999"/>
        </a:solidFill>
      </dgm:spPr>
      <dgm:t>
        <a:bodyPr/>
        <a:lstStyle/>
        <a:p>
          <a:r>
            <a:rPr lang="en-US" b="1" dirty="0" smtClean="0">
              <a:solidFill>
                <a:schemeClr val="tx1"/>
              </a:solidFill>
            </a:rPr>
            <a:t>Group13</a:t>
          </a:r>
          <a:endParaRPr lang="en-US" b="1" dirty="0">
            <a:solidFill>
              <a:schemeClr val="tx1"/>
            </a:solidFill>
          </a:endParaRPr>
        </a:p>
      </dgm:t>
    </dgm:pt>
    <dgm:pt modelId="{F15105DD-AF20-48E3-A8D5-5B0A937D96A0}" type="parTrans" cxnId="{FB746317-5891-4654-8CCA-B98EF6C6471C}">
      <dgm:prSet/>
      <dgm:spPr/>
      <dgm:t>
        <a:bodyPr/>
        <a:lstStyle/>
        <a:p>
          <a:endParaRPr lang="en-US"/>
        </a:p>
      </dgm:t>
    </dgm:pt>
    <dgm:pt modelId="{6C8547B6-AD1A-4508-BC2F-BFE11DA7EE44}" type="sibTrans" cxnId="{FB746317-5891-4654-8CCA-B98EF6C6471C}">
      <dgm:prSet/>
      <dgm:spPr/>
      <dgm:t>
        <a:bodyPr/>
        <a:lstStyle/>
        <a:p>
          <a:endParaRPr lang="en-US"/>
        </a:p>
      </dgm:t>
    </dgm:pt>
    <dgm:pt modelId="{CE634133-CD93-472E-960C-271A98CDE83D}">
      <dgm:prSet phldrT="[Text]"/>
      <dgm:spPr/>
      <dgm:t>
        <a:bodyPr/>
        <a:lstStyle/>
        <a:p>
          <a:r>
            <a:rPr lang="en-US" dirty="0" smtClean="0"/>
            <a:t>Group14</a:t>
          </a:r>
          <a:endParaRPr lang="en-US" dirty="0"/>
        </a:p>
      </dgm:t>
    </dgm:pt>
    <dgm:pt modelId="{F0E7B667-2D91-4601-9320-46DF4F39FE33}" type="parTrans" cxnId="{54D47582-7280-45C4-BAFD-26C53F3C9561}">
      <dgm:prSet/>
      <dgm:spPr/>
      <dgm:t>
        <a:bodyPr/>
        <a:lstStyle/>
        <a:p>
          <a:endParaRPr lang="en-US"/>
        </a:p>
      </dgm:t>
    </dgm:pt>
    <dgm:pt modelId="{AE73A717-86DE-4866-AB5A-6A2CB698A033}" type="sibTrans" cxnId="{54D47582-7280-45C4-BAFD-26C53F3C9561}">
      <dgm:prSet/>
      <dgm:spPr/>
      <dgm:t>
        <a:bodyPr/>
        <a:lstStyle/>
        <a:p>
          <a:endParaRPr lang="en-US"/>
        </a:p>
      </dgm:t>
    </dgm:pt>
    <dgm:pt modelId="{888D55D4-4F71-4B14-9652-EAEEFDD5FE50}">
      <dgm:prSet phldrT="[Text]"/>
      <dgm:spPr/>
      <dgm:t>
        <a:bodyPr/>
        <a:lstStyle/>
        <a:p>
          <a:r>
            <a:rPr lang="en-US" dirty="0" smtClean="0"/>
            <a:t>Group15</a:t>
          </a:r>
          <a:endParaRPr lang="en-US" dirty="0"/>
        </a:p>
      </dgm:t>
    </dgm:pt>
    <dgm:pt modelId="{F96E81B9-77CA-45F8-A94E-C1A57D737DA6}" type="parTrans" cxnId="{F532B491-1030-4384-8C0A-605EFB735AD8}">
      <dgm:prSet/>
      <dgm:spPr/>
      <dgm:t>
        <a:bodyPr/>
        <a:lstStyle/>
        <a:p>
          <a:endParaRPr lang="en-US"/>
        </a:p>
      </dgm:t>
    </dgm:pt>
    <dgm:pt modelId="{3FBA8171-8F72-4D31-85B8-154C0B335869}" type="sibTrans" cxnId="{F532B491-1030-4384-8C0A-605EFB735AD8}">
      <dgm:prSet/>
      <dgm:spPr/>
      <dgm:t>
        <a:bodyPr/>
        <a:lstStyle/>
        <a:p>
          <a:endParaRPr lang="en-US"/>
        </a:p>
      </dgm:t>
    </dgm:pt>
    <dgm:pt modelId="{409C815A-1DFA-4D11-9D5F-5AEABB54CE8C}">
      <dgm:prSet phldrT="[Text]"/>
      <dgm:spPr/>
      <dgm:t>
        <a:bodyPr/>
        <a:lstStyle/>
        <a:p>
          <a:r>
            <a:rPr lang="en-US" dirty="0" smtClean="0"/>
            <a:t>Group16</a:t>
          </a:r>
          <a:endParaRPr lang="en-US" dirty="0"/>
        </a:p>
      </dgm:t>
    </dgm:pt>
    <dgm:pt modelId="{8A056BBE-3DEE-4E03-A5EA-9EE3FFA34BC9}" type="parTrans" cxnId="{7635C172-826E-45D4-8F9B-22FD1D91ACC7}">
      <dgm:prSet/>
      <dgm:spPr/>
      <dgm:t>
        <a:bodyPr/>
        <a:lstStyle/>
        <a:p>
          <a:endParaRPr lang="en-US"/>
        </a:p>
      </dgm:t>
    </dgm:pt>
    <dgm:pt modelId="{8F61A65A-F7F7-4F5C-91FA-14F27BAC090E}" type="sibTrans" cxnId="{7635C172-826E-45D4-8F9B-22FD1D91ACC7}">
      <dgm:prSet/>
      <dgm:spPr/>
      <dgm:t>
        <a:bodyPr/>
        <a:lstStyle/>
        <a:p>
          <a:endParaRPr lang="en-US"/>
        </a:p>
      </dgm:t>
    </dgm:pt>
    <dgm:pt modelId="{796EF08B-E2B6-4DB8-9DD8-FF188927C4EB}">
      <dgm:prSet phldrT="[Text]"/>
      <dgm:spPr/>
      <dgm:t>
        <a:bodyPr/>
        <a:lstStyle/>
        <a:p>
          <a:r>
            <a:rPr lang="en-US" dirty="0" smtClean="0"/>
            <a:t>Group17</a:t>
          </a:r>
          <a:endParaRPr lang="en-US" dirty="0"/>
        </a:p>
      </dgm:t>
    </dgm:pt>
    <dgm:pt modelId="{EC0C6371-5595-4B77-B753-542B36E09A02}" type="parTrans" cxnId="{5D2A8493-B633-464F-9F01-EB8BA3B8BD0F}">
      <dgm:prSet/>
      <dgm:spPr/>
      <dgm:t>
        <a:bodyPr/>
        <a:lstStyle/>
        <a:p>
          <a:endParaRPr lang="en-US"/>
        </a:p>
      </dgm:t>
    </dgm:pt>
    <dgm:pt modelId="{E16ECD14-E1E6-43C2-A056-BC268ADADD60}" type="sibTrans" cxnId="{5D2A8493-B633-464F-9F01-EB8BA3B8BD0F}">
      <dgm:prSet/>
      <dgm:spPr/>
      <dgm:t>
        <a:bodyPr/>
        <a:lstStyle/>
        <a:p>
          <a:endParaRPr lang="en-US"/>
        </a:p>
      </dgm:t>
    </dgm:pt>
    <dgm:pt modelId="{9111B4F9-6FA0-43C6-AC95-410CFCF291A4}">
      <dgm:prSet phldrT="[Text]"/>
      <dgm:spPr/>
      <dgm:t>
        <a:bodyPr/>
        <a:lstStyle/>
        <a:p>
          <a:r>
            <a:rPr lang="en-US" dirty="0" smtClean="0"/>
            <a:t>Group18</a:t>
          </a:r>
          <a:endParaRPr lang="en-US" dirty="0"/>
        </a:p>
      </dgm:t>
    </dgm:pt>
    <dgm:pt modelId="{D5EE7763-71CE-4301-A143-108EB456A8FB}" type="parTrans" cxnId="{B08317EE-86B0-4153-A92C-B938E4339A18}">
      <dgm:prSet/>
      <dgm:spPr/>
      <dgm:t>
        <a:bodyPr/>
        <a:lstStyle/>
        <a:p>
          <a:endParaRPr lang="en-US"/>
        </a:p>
      </dgm:t>
    </dgm:pt>
    <dgm:pt modelId="{E36EB91D-B36F-45E0-9754-60C02165B5D6}" type="sibTrans" cxnId="{B08317EE-86B0-4153-A92C-B938E4339A18}">
      <dgm:prSet/>
      <dgm:spPr/>
      <dgm:t>
        <a:bodyPr/>
        <a:lstStyle/>
        <a:p>
          <a:endParaRPr lang="en-US"/>
        </a:p>
      </dgm:t>
    </dgm:pt>
    <dgm:pt modelId="{FA26A295-011A-499C-8BE4-FCB45FC37EFB}">
      <dgm:prSet phldrT="[Text]"/>
      <dgm:spPr/>
      <dgm:t>
        <a:bodyPr/>
        <a:lstStyle/>
        <a:p>
          <a:r>
            <a:rPr lang="en-US" dirty="0" smtClean="0"/>
            <a:t>Group19</a:t>
          </a:r>
          <a:endParaRPr lang="en-US" dirty="0"/>
        </a:p>
      </dgm:t>
    </dgm:pt>
    <dgm:pt modelId="{529199A5-AFBE-47BF-B909-ED4845FEBF07}" type="parTrans" cxnId="{C35FD9E4-5CD5-4C37-BCB6-E4B370044C17}">
      <dgm:prSet/>
      <dgm:spPr/>
      <dgm:t>
        <a:bodyPr/>
        <a:lstStyle/>
        <a:p>
          <a:endParaRPr lang="en-US"/>
        </a:p>
      </dgm:t>
    </dgm:pt>
    <dgm:pt modelId="{CEEACC01-1460-49BB-ADCF-0153B050C2D1}" type="sibTrans" cxnId="{C35FD9E4-5CD5-4C37-BCB6-E4B370044C17}">
      <dgm:prSet/>
      <dgm:spPr/>
      <dgm:t>
        <a:bodyPr/>
        <a:lstStyle/>
        <a:p>
          <a:endParaRPr lang="en-US"/>
        </a:p>
      </dgm:t>
    </dgm:pt>
    <dgm:pt modelId="{320B4B01-F65A-4948-8C47-0E834A0E9B71}">
      <dgm:prSet phldrT="[Text]"/>
      <dgm:spPr/>
      <dgm:t>
        <a:bodyPr/>
        <a:lstStyle/>
        <a:p>
          <a:r>
            <a:rPr lang="en-US" dirty="0" smtClean="0"/>
            <a:t>Group20</a:t>
          </a:r>
          <a:endParaRPr lang="en-US" dirty="0"/>
        </a:p>
      </dgm:t>
    </dgm:pt>
    <dgm:pt modelId="{FFC3421D-0FCB-42A1-A695-C905185C51CC}" type="parTrans" cxnId="{26C5F7DA-259A-4EBB-A570-EAEEC3B3C1CF}">
      <dgm:prSet/>
      <dgm:spPr/>
      <dgm:t>
        <a:bodyPr/>
        <a:lstStyle/>
        <a:p>
          <a:endParaRPr lang="en-US"/>
        </a:p>
      </dgm:t>
    </dgm:pt>
    <dgm:pt modelId="{A6BE82F8-EDBC-490D-B1D3-114C722600AB}" type="sibTrans" cxnId="{26C5F7DA-259A-4EBB-A570-EAEEC3B3C1CF}">
      <dgm:prSet/>
      <dgm:spPr/>
      <dgm:t>
        <a:bodyPr/>
        <a:lstStyle/>
        <a:p>
          <a:endParaRPr lang="en-US"/>
        </a:p>
      </dgm:t>
    </dgm:pt>
    <dgm:pt modelId="{6B614D43-C259-4F1E-A961-DCCA50245F32}">
      <dgm:prSet phldrT="[Text]"/>
      <dgm:spPr/>
      <dgm:t>
        <a:bodyPr/>
        <a:lstStyle/>
        <a:p>
          <a:r>
            <a:rPr lang="en-US" dirty="0" smtClean="0"/>
            <a:t>Group21</a:t>
          </a:r>
          <a:endParaRPr lang="en-US" dirty="0"/>
        </a:p>
      </dgm:t>
    </dgm:pt>
    <dgm:pt modelId="{37101B32-C791-4143-94E5-C9D794C45512}" type="parTrans" cxnId="{D84C5B7A-FE3F-4502-B4F2-41ECB7465834}">
      <dgm:prSet/>
      <dgm:spPr/>
      <dgm:t>
        <a:bodyPr/>
        <a:lstStyle/>
        <a:p>
          <a:endParaRPr lang="en-US"/>
        </a:p>
      </dgm:t>
    </dgm:pt>
    <dgm:pt modelId="{42B379FA-AB1F-4166-9749-DD9D47752AF1}" type="sibTrans" cxnId="{D84C5B7A-FE3F-4502-B4F2-41ECB7465834}">
      <dgm:prSet/>
      <dgm:spPr/>
      <dgm:t>
        <a:bodyPr/>
        <a:lstStyle/>
        <a:p>
          <a:endParaRPr lang="en-US"/>
        </a:p>
      </dgm:t>
    </dgm:pt>
    <dgm:pt modelId="{C7A240E3-FC63-4595-8B18-C257373E48A8}">
      <dgm:prSet phldrT="[Text]"/>
      <dgm:spPr/>
      <dgm:t>
        <a:bodyPr/>
        <a:lstStyle/>
        <a:p>
          <a:r>
            <a:rPr lang="en-US" dirty="0" smtClean="0"/>
            <a:t>Group22</a:t>
          </a:r>
          <a:endParaRPr lang="en-US" dirty="0"/>
        </a:p>
      </dgm:t>
    </dgm:pt>
    <dgm:pt modelId="{3226B2A0-C425-44FD-A0EF-38DC970D03A6}" type="parTrans" cxnId="{F752F8C5-09E6-4CDF-AF77-0EBB7C306561}">
      <dgm:prSet/>
      <dgm:spPr/>
      <dgm:t>
        <a:bodyPr/>
        <a:lstStyle/>
        <a:p>
          <a:endParaRPr lang="en-US"/>
        </a:p>
      </dgm:t>
    </dgm:pt>
    <dgm:pt modelId="{CC440629-B791-4D98-B6CE-BF59067A811D}" type="sibTrans" cxnId="{F752F8C5-09E6-4CDF-AF77-0EBB7C306561}">
      <dgm:prSet/>
      <dgm:spPr/>
      <dgm:t>
        <a:bodyPr/>
        <a:lstStyle/>
        <a:p>
          <a:endParaRPr lang="en-US"/>
        </a:p>
      </dgm:t>
    </dgm:pt>
    <dgm:pt modelId="{965A849E-2826-4EC6-BB0C-397242B29888}">
      <dgm:prSet phldrT="[Text]"/>
      <dgm:spPr/>
      <dgm:t>
        <a:bodyPr/>
        <a:lstStyle/>
        <a:p>
          <a:r>
            <a:rPr lang="en-US" dirty="0" smtClean="0"/>
            <a:t>Group23</a:t>
          </a:r>
          <a:endParaRPr lang="en-US" dirty="0"/>
        </a:p>
      </dgm:t>
    </dgm:pt>
    <dgm:pt modelId="{D83B0BBE-15A5-4739-B6C0-D8C4E42E25A0}" type="parTrans" cxnId="{81531205-E2B9-45A0-A740-7143B9AB7ACC}">
      <dgm:prSet/>
      <dgm:spPr/>
      <dgm:t>
        <a:bodyPr/>
        <a:lstStyle/>
        <a:p>
          <a:endParaRPr lang="en-US"/>
        </a:p>
      </dgm:t>
    </dgm:pt>
    <dgm:pt modelId="{3DAEB32C-2ED0-4548-8839-32044884D370}" type="sibTrans" cxnId="{81531205-E2B9-45A0-A740-7143B9AB7ACC}">
      <dgm:prSet/>
      <dgm:spPr/>
      <dgm:t>
        <a:bodyPr/>
        <a:lstStyle/>
        <a:p>
          <a:endParaRPr lang="en-US"/>
        </a:p>
      </dgm:t>
    </dgm:pt>
    <dgm:pt modelId="{3B8FD7FB-8F29-4043-8F57-405C2C3D1EBD}" type="pres">
      <dgm:prSet presAssocID="{0AEC67C1-B76D-4A8C-963E-A049C7AE35F1}" presName="cycle" presStyleCnt="0">
        <dgm:presLayoutVars>
          <dgm:dir/>
          <dgm:resizeHandles val="exact"/>
        </dgm:presLayoutVars>
      </dgm:prSet>
      <dgm:spPr/>
      <dgm:t>
        <a:bodyPr/>
        <a:lstStyle/>
        <a:p>
          <a:endParaRPr lang="en-US"/>
        </a:p>
      </dgm:t>
    </dgm:pt>
    <dgm:pt modelId="{3E7D9DE5-3A5A-4179-8403-46C1842F44D0}" type="pres">
      <dgm:prSet presAssocID="{1DB452C9-53A1-47A8-80ED-8A616FB1DA01}" presName="node" presStyleLbl="node1" presStyleIdx="0" presStyleCnt="23">
        <dgm:presLayoutVars>
          <dgm:bulletEnabled val="1"/>
        </dgm:presLayoutVars>
      </dgm:prSet>
      <dgm:spPr/>
      <dgm:t>
        <a:bodyPr/>
        <a:lstStyle/>
        <a:p>
          <a:endParaRPr lang="en-US"/>
        </a:p>
      </dgm:t>
    </dgm:pt>
    <dgm:pt modelId="{8CBA7289-D5A1-43BB-96EC-658B5A8D574E}" type="pres">
      <dgm:prSet presAssocID="{1DB452C9-53A1-47A8-80ED-8A616FB1DA01}" presName="spNode" presStyleCnt="0"/>
      <dgm:spPr/>
    </dgm:pt>
    <dgm:pt modelId="{50132201-75B3-4439-BC28-F604FC679866}" type="pres">
      <dgm:prSet presAssocID="{EE50B0E1-F909-47EE-873A-F88B824E8141}" presName="sibTrans" presStyleLbl="sibTrans1D1" presStyleIdx="0" presStyleCnt="23"/>
      <dgm:spPr/>
      <dgm:t>
        <a:bodyPr/>
        <a:lstStyle/>
        <a:p>
          <a:endParaRPr lang="en-US"/>
        </a:p>
      </dgm:t>
    </dgm:pt>
    <dgm:pt modelId="{CA21ED3F-92F2-4D34-9714-0B454F746502}" type="pres">
      <dgm:prSet presAssocID="{5867C861-02BD-4C01-90BD-0343917D3308}" presName="node" presStyleLbl="node1" presStyleIdx="1" presStyleCnt="23">
        <dgm:presLayoutVars>
          <dgm:bulletEnabled val="1"/>
        </dgm:presLayoutVars>
      </dgm:prSet>
      <dgm:spPr/>
      <dgm:t>
        <a:bodyPr/>
        <a:lstStyle/>
        <a:p>
          <a:endParaRPr lang="en-US"/>
        </a:p>
      </dgm:t>
    </dgm:pt>
    <dgm:pt modelId="{5F781483-9EF9-4B81-A115-6CEA6798947C}" type="pres">
      <dgm:prSet presAssocID="{5867C861-02BD-4C01-90BD-0343917D3308}" presName="spNode" presStyleCnt="0"/>
      <dgm:spPr/>
    </dgm:pt>
    <dgm:pt modelId="{7887C5DC-9913-4199-AEDF-77F5415CDAC1}" type="pres">
      <dgm:prSet presAssocID="{FE34ED0D-43CD-43A7-A289-B078595383AD}" presName="sibTrans" presStyleLbl="sibTrans1D1" presStyleIdx="1" presStyleCnt="23"/>
      <dgm:spPr/>
      <dgm:t>
        <a:bodyPr/>
        <a:lstStyle/>
        <a:p>
          <a:endParaRPr lang="en-US"/>
        </a:p>
      </dgm:t>
    </dgm:pt>
    <dgm:pt modelId="{EC9C80C8-4E98-45A3-9514-A60E0C9E910E}" type="pres">
      <dgm:prSet presAssocID="{60276E76-7D17-4AF0-B984-E05FDCE5EAF9}" presName="node" presStyleLbl="node1" presStyleIdx="2" presStyleCnt="23">
        <dgm:presLayoutVars>
          <dgm:bulletEnabled val="1"/>
        </dgm:presLayoutVars>
      </dgm:prSet>
      <dgm:spPr/>
      <dgm:t>
        <a:bodyPr/>
        <a:lstStyle/>
        <a:p>
          <a:endParaRPr lang="en-US"/>
        </a:p>
      </dgm:t>
    </dgm:pt>
    <dgm:pt modelId="{5AD582E6-518D-494A-8851-77BA54B1D179}" type="pres">
      <dgm:prSet presAssocID="{60276E76-7D17-4AF0-B984-E05FDCE5EAF9}" presName="spNode" presStyleCnt="0"/>
      <dgm:spPr/>
    </dgm:pt>
    <dgm:pt modelId="{A5DCE8F0-DAEE-4412-9FDF-F8E167449B5A}" type="pres">
      <dgm:prSet presAssocID="{3AD0382E-B7AE-4D1B-9EC6-A8E25FA295C7}" presName="sibTrans" presStyleLbl="sibTrans1D1" presStyleIdx="2" presStyleCnt="23"/>
      <dgm:spPr/>
      <dgm:t>
        <a:bodyPr/>
        <a:lstStyle/>
        <a:p>
          <a:endParaRPr lang="en-US"/>
        </a:p>
      </dgm:t>
    </dgm:pt>
    <dgm:pt modelId="{F197BEF7-5C18-4E85-994A-04EA396F59B4}" type="pres">
      <dgm:prSet presAssocID="{6D466157-66DB-4DD4-8023-13374872C4DF}" presName="node" presStyleLbl="node1" presStyleIdx="3" presStyleCnt="23">
        <dgm:presLayoutVars>
          <dgm:bulletEnabled val="1"/>
        </dgm:presLayoutVars>
      </dgm:prSet>
      <dgm:spPr/>
      <dgm:t>
        <a:bodyPr/>
        <a:lstStyle/>
        <a:p>
          <a:endParaRPr lang="en-US"/>
        </a:p>
      </dgm:t>
    </dgm:pt>
    <dgm:pt modelId="{3D33A478-76DE-4191-AC8B-701070C16837}" type="pres">
      <dgm:prSet presAssocID="{6D466157-66DB-4DD4-8023-13374872C4DF}" presName="spNode" presStyleCnt="0"/>
      <dgm:spPr/>
    </dgm:pt>
    <dgm:pt modelId="{1AEFC9EE-1FB7-425C-AB91-FFE5E99D0128}" type="pres">
      <dgm:prSet presAssocID="{2DD878C3-CA8D-4D97-BB11-63D44A3442AB}" presName="sibTrans" presStyleLbl="sibTrans1D1" presStyleIdx="3" presStyleCnt="23"/>
      <dgm:spPr/>
      <dgm:t>
        <a:bodyPr/>
        <a:lstStyle/>
        <a:p>
          <a:endParaRPr lang="en-US"/>
        </a:p>
      </dgm:t>
    </dgm:pt>
    <dgm:pt modelId="{9461DA25-8092-42E7-9892-8F4D48DF653E}" type="pres">
      <dgm:prSet presAssocID="{2C274BE5-B389-4078-8F78-286286D47B16}" presName="node" presStyleLbl="node1" presStyleIdx="4" presStyleCnt="23">
        <dgm:presLayoutVars>
          <dgm:bulletEnabled val="1"/>
        </dgm:presLayoutVars>
      </dgm:prSet>
      <dgm:spPr/>
      <dgm:t>
        <a:bodyPr/>
        <a:lstStyle/>
        <a:p>
          <a:endParaRPr lang="en-US"/>
        </a:p>
      </dgm:t>
    </dgm:pt>
    <dgm:pt modelId="{D10D355E-3C9E-41D7-A11D-38F7D09BFA74}" type="pres">
      <dgm:prSet presAssocID="{2C274BE5-B389-4078-8F78-286286D47B16}" presName="spNode" presStyleCnt="0"/>
      <dgm:spPr/>
    </dgm:pt>
    <dgm:pt modelId="{5FA3E78C-2AB0-449D-B0B4-EDD97A4024EB}" type="pres">
      <dgm:prSet presAssocID="{342C9B7B-B1FA-4D57-B3AE-19B4EAD28D26}" presName="sibTrans" presStyleLbl="sibTrans1D1" presStyleIdx="4" presStyleCnt="23"/>
      <dgm:spPr/>
      <dgm:t>
        <a:bodyPr/>
        <a:lstStyle/>
        <a:p>
          <a:endParaRPr lang="en-US"/>
        </a:p>
      </dgm:t>
    </dgm:pt>
    <dgm:pt modelId="{DA6F5FBB-AD73-4ADB-B796-536C610E3FBF}" type="pres">
      <dgm:prSet presAssocID="{A0D53082-E036-4E4C-8CDD-3DFDBDC0F8D0}" presName="node" presStyleLbl="node1" presStyleIdx="5" presStyleCnt="23">
        <dgm:presLayoutVars>
          <dgm:bulletEnabled val="1"/>
        </dgm:presLayoutVars>
      </dgm:prSet>
      <dgm:spPr/>
      <dgm:t>
        <a:bodyPr/>
        <a:lstStyle/>
        <a:p>
          <a:endParaRPr lang="en-US"/>
        </a:p>
      </dgm:t>
    </dgm:pt>
    <dgm:pt modelId="{1494556D-2096-4236-BEE3-E2CC5D821B2D}" type="pres">
      <dgm:prSet presAssocID="{A0D53082-E036-4E4C-8CDD-3DFDBDC0F8D0}" presName="spNode" presStyleCnt="0"/>
      <dgm:spPr/>
    </dgm:pt>
    <dgm:pt modelId="{4E633252-5117-484E-A260-8EA7D4E24332}" type="pres">
      <dgm:prSet presAssocID="{B192576A-F6EB-4568-A67B-8AF396F52E2A}" presName="sibTrans" presStyleLbl="sibTrans1D1" presStyleIdx="5" presStyleCnt="23"/>
      <dgm:spPr/>
      <dgm:t>
        <a:bodyPr/>
        <a:lstStyle/>
        <a:p>
          <a:endParaRPr lang="en-US"/>
        </a:p>
      </dgm:t>
    </dgm:pt>
    <dgm:pt modelId="{7DBDDD8B-BE1C-499F-8611-7311DA05BE0A}" type="pres">
      <dgm:prSet presAssocID="{D23EEA6B-19F0-4B1A-A0BD-A613D5DA1F97}" presName="node" presStyleLbl="node1" presStyleIdx="6" presStyleCnt="23">
        <dgm:presLayoutVars>
          <dgm:bulletEnabled val="1"/>
        </dgm:presLayoutVars>
      </dgm:prSet>
      <dgm:spPr/>
      <dgm:t>
        <a:bodyPr/>
        <a:lstStyle/>
        <a:p>
          <a:endParaRPr lang="en-US"/>
        </a:p>
      </dgm:t>
    </dgm:pt>
    <dgm:pt modelId="{C514EDBC-BC56-4203-8686-BC992201EF07}" type="pres">
      <dgm:prSet presAssocID="{D23EEA6B-19F0-4B1A-A0BD-A613D5DA1F97}" presName="spNode" presStyleCnt="0"/>
      <dgm:spPr/>
    </dgm:pt>
    <dgm:pt modelId="{2AFAAB34-6B6F-4CF6-A36C-4B516385AAC3}" type="pres">
      <dgm:prSet presAssocID="{4C54E9F7-3F8E-4D77-B02E-424BA79AE782}" presName="sibTrans" presStyleLbl="sibTrans1D1" presStyleIdx="6" presStyleCnt="23"/>
      <dgm:spPr/>
      <dgm:t>
        <a:bodyPr/>
        <a:lstStyle/>
        <a:p>
          <a:endParaRPr lang="en-US"/>
        </a:p>
      </dgm:t>
    </dgm:pt>
    <dgm:pt modelId="{87B323EC-6BE4-478A-AE3B-A66F1E83FC0E}" type="pres">
      <dgm:prSet presAssocID="{BCD08B15-39B6-4B6A-9A29-6E0023965AEA}" presName="node" presStyleLbl="node1" presStyleIdx="7" presStyleCnt="23">
        <dgm:presLayoutVars>
          <dgm:bulletEnabled val="1"/>
        </dgm:presLayoutVars>
      </dgm:prSet>
      <dgm:spPr/>
      <dgm:t>
        <a:bodyPr/>
        <a:lstStyle/>
        <a:p>
          <a:endParaRPr lang="en-US"/>
        </a:p>
      </dgm:t>
    </dgm:pt>
    <dgm:pt modelId="{8B116787-BB29-4C89-9C38-B47C413C38F5}" type="pres">
      <dgm:prSet presAssocID="{BCD08B15-39B6-4B6A-9A29-6E0023965AEA}" presName="spNode" presStyleCnt="0"/>
      <dgm:spPr/>
    </dgm:pt>
    <dgm:pt modelId="{EC3BB6B0-4C24-4E95-8F94-7729F63B81C1}" type="pres">
      <dgm:prSet presAssocID="{552C6C61-3E04-46D8-B494-FC61650B9F3C}" presName="sibTrans" presStyleLbl="sibTrans1D1" presStyleIdx="7" presStyleCnt="23"/>
      <dgm:spPr/>
      <dgm:t>
        <a:bodyPr/>
        <a:lstStyle/>
        <a:p>
          <a:endParaRPr lang="en-US"/>
        </a:p>
      </dgm:t>
    </dgm:pt>
    <dgm:pt modelId="{8BE4530F-E5E9-4202-AECC-EE9E7AB068EE}" type="pres">
      <dgm:prSet presAssocID="{8A797F95-FE8E-4664-AF82-044C61C09760}" presName="node" presStyleLbl="node1" presStyleIdx="8" presStyleCnt="23">
        <dgm:presLayoutVars>
          <dgm:bulletEnabled val="1"/>
        </dgm:presLayoutVars>
      </dgm:prSet>
      <dgm:spPr/>
      <dgm:t>
        <a:bodyPr/>
        <a:lstStyle/>
        <a:p>
          <a:endParaRPr lang="en-US"/>
        </a:p>
      </dgm:t>
    </dgm:pt>
    <dgm:pt modelId="{C5652CA4-1726-4564-9EA6-89EE3981068F}" type="pres">
      <dgm:prSet presAssocID="{8A797F95-FE8E-4664-AF82-044C61C09760}" presName="spNode" presStyleCnt="0"/>
      <dgm:spPr/>
    </dgm:pt>
    <dgm:pt modelId="{45F65882-A27E-4B75-B962-518A90BF48C7}" type="pres">
      <dgm:prSet presAssocID="{DC8B683E-EFB2-415B-A079-66EB42200398}" presName="sibTrans" presStyleLbl="sibTrans1D1" presStyleIdx="8" presStyleCnt="23"/>
      <dgm:spPr/>
      <dgm:t>
        <a:bodyPr/>
        <a:lstStyle/>
        <a:p>
          <a:endParaRPr lang="en-US"/>
        </a:p>
      </dgm:t>
    </dgm:pt>
    <dgm:pt modelId="{B6BF0FE1-88C7-483A-B29C-2EEA6B43C64E}" type="pres">
      <dgm:prSet presAssocID="{80FC0B6D-49A8-435A-BB28-409292372BCC}" presName="node" presStyleLbl="node1" presStyleIdx="9" presStyleCnt="23">
        <dgm:presLayoutVars>
          <dgm:bulletEnabled val="1"/>
        </dgm:presLayoutVars>
      </dgm:prSet>
      <dgm:spPr/>
      <dgm:t>
        <a:bodyPr/>
        <a:lstStyle/>
        <a:p>
          <a:endParaRPr lang="en-US"/>
        </a:p>
      </dgm:t>
    </dgm:pt>
    <dgm:pt modelId="{12752CAE-07FD-4FE7-B5B8-F2D5331DD0C3}" type="pres">
      <dgm:prSet presAssocID="{80FC0B6D-49A8-435A-BB28-409292372BCC}" presName="spNode" presStyleCnt="0"/>
      <dgm:spPr/>
    </dgm:pt>
    <dgm:pt modelId="{8327AD10-BC83-42AD-BBCC-73F4E3B18F95}" type="pres">
      <dgm:prSet presAssocID="{72FFD877-6357-4819-8BB0-2F2F45FC7B52}" presName="sibTrans" presStyleLbl="sibTrans1D1" presStyleIdx="9" presStyleCnt="23"/>
      <dgm:spPr/>
      <dgm:t>
        <a:bodyPr/>
        <a:lstStyle/>
        <a:p>
          <a:endParaRPr lang="en-US"/>
        </a:p>
      </dgm:t>
    </dgm:pt>
    <dgm:pt modelId="{438C6DCC-8FD8-4920-BDC9-4F647C1C05BD}" type="pres">
      <dgm:prSet presAssocID="{62460D7A-DA47-494F-811D-D4BBDF0792AF}" presName="node" presStyleLbl="node1" presStyleIdx="10" presStyleCnt="23">
        <dgm:presLayoutVars>
          <dgm:bulletEnabled val="1"/>
        </dgm:presLayoutVars>
      </dgm:prSet>
      <dgm:spPr/>
      <dgm:t>
        <a:bodyPr/>
        <a:lstStyle/>
        <a:p>
          <a:endParaRPr lang="en-US"/>
        </a:p>
      </dgm:t>
    </dgm:pt>
    <dgm:pt modelId="{E18B6BCF-E6CA-4416-878E-796E54C8211B}" type="pres">
      <dgm:prSet presAssocID="{62460D7A-DA47-494F-811D-D4BBDF0792AF}" presName="spNode" presStyleCnt="0"/>
      <dgm:spPr/>
    </dgm:pt>
    <dgm:pt modelId="{A51679DD-6035-4397-83B9-D6971D94A953}" type="pres">
      <dgm:prSet presAssocID="{D57B41DE-86DE-4FE7-BF4C-283F100ADD7D}" presName="sibTrans" presStyleLbl="sibTrans1D1" presStyleIdx="10" presStyleCnt="23"/>
      <dgm:spPr/>
      <dgm:t>
        <a:bodyPr/>
        <a:lstStyle/>
        <a:p>
          <a:endParaRPr lang="en-US"/>
        </a:p>
      </dgm:t>
    </dgm:pt>
    <dgm:pt modelId="{C187070A-5E4D-4C78-AF32-AC83CC867E95}" type="pres">
      <dgm:prSet presAssocID="{581FD5D4-CD40-41EE-99C8-3775A7A39E44}" presName="node" presStyleLbl="node1" presStyleIdx="11" presStyleCnt="23">
        <dgm:presLayoutVars>
          <dgm:bulletEnabled val="1"/>
        </dgm:presLayoutVars>
      </dgm:prSet>
      <dgm:spPr/>
      <dgm:t>
        <a:bodyPr/>
        <a:lstStyle/>
        <a:p>
          <a:endParaRPr lang="en-US"/>
        </a:p>
      </dgm:t>
    </dgm:pt>
    <dgm:pt modelId="{513C987D-64DB-4EFE-A0CB-1450E797DC03}" type="pres">
      <dgm:prSet presAssocID="{581FD5D4-CD40-41EE-99C8-3775A7A39E44}" presName="spNode" presStyleCnt="0"/>
      <dgm:spPr/>
    </dgm:pt>
    <dgm:pt modelId="{E9D604A0-67B2-4FA3-A234-FBCA3350BF49}" type="pres">
      <dgm:prSet presAssocID="{6B82B2EA-8181-44CA-B65C-24743C1A93AC}" presName="sibTrans" presStyleLbl="sibTrans1D1" presStyleIdx="11" presStyleCnt="23"/>
      <dgm:spPr/>
      <dgm:t>
        <a:bodyPr/>
        <a:lstStyle/>
        <a:p>
          <a:endParaRPr lang="en-US"/>
        </a:p>
      </dgm:t>
    </dgm:pt>
    <dgm:pt modelId="{B3F7042C-D71A-4976-87B8-30E82E99F4EC}" type="pres">
      <dgm:prSet presAssocID="{A7C4B11C-AC43-4A9D-B20F-03407279539F}" presName="node" presStyleLbl="node1" presStyleIdx="12" presStyleCnt="23">
        <dgm:presLayoutVars>
          <dgm:bulletEnabled val="1"/>
        </dgm:presLayoutVars>
      </dgm:prSet>
      <dgm:spPr/>
      <dgm:t>
        <a:bodyPr/>
        <a:lstStyle/>
        <a:p>
          <a:endParaRPr lang="en-US"/>
        </a:p>
      </dgm:t>
    </dgm:pt>
    <dgm:pt modelId="{0D503677-6BE4-4C03-9F6C-B0C86E10D93C}" type="pres">
      <dgm:prSet presAssocID="{A7C4B11C-AC43-4A9D-B20F-03407279539F}" presName="spNode" presStyleCnt="0"/>
      <dgm:spPr/>
    </dgm:pt>
    <dgm:pt modelId="{6D53C6B7-BB63-4AA9-AEE6-B8CC3BE1A99D}" type="pres">
      <dgm:prSet presAssocID="{6C8547B6-AD1A-4508-BC2F-BFE11DA7EE44}" presName="sibTrans" presStyleLbl="sibTrans1D1" presStyleIdx="12" presStyleCnt="23"/>
      <dgm:spPr/>
      <dgm:t>
        <a:bodyPr/>
        <a:lstStyle/>
        <a:p>
          <a:endParaRPr lang="en-US"/>
        </a:p>
      </dgm:t>
    </dgm:pt>
    <dgm:pt modelId="{9BCD8AD4-617C-4E13-8D3C-4C01B9001FD7}" type="pres">
      <dgm:prSet presAssocID="{CE634133-CD93-472E-960C-271A98CDE83D}" presName="node" presStyleLbl="node1" presStyleIdx="13" presStyleCnt="23">
        <dgm:presLayoutVars>
          <dgm:bulletEnabled val="1"/>
        </dgm:presLayoutVars>
      </dgm:prSet>
      <dgm:spPr/>
      <dgm:t>
        <a:bodyPr/>
        <a:lstStyle/>
        <a:p>
          <a:endParaRPr lang="en-US"/>
        </a:p>
      </dgm:t>
    </dgm:pt>
    <dgm:pt modelId="{1DD1E13D-5163-4921-801A-943161BCC589}" type="pres">
      <dgm:prSet presAssocID="{CE634133-CD93-472E-960C-271A98CDE83D}" presName="spNode" presStyleCnt="0"/>
      <dgm:spPr/>
    </dgm:pt>
    <dgm:pt modelId="{23EF2C38-F3C7-48D1-8F8E-12F1231C10CC}" type="pres">
      <dgm:prSet presAssocID="{AE73A717-86DE-4866-AB5A-6A2CB698A033}" presName="sibTrans" presStyleLbl="sibTrans1D1" presStyleIdx="13" presStyleCnt="23"/>
      <dgm:spPr/>
      <dgm:t>
        <a:bodyPr/>
        <a:lstStyle/>
        <a:p>
          <a:endParaRPr lang="en-US"/>
        </a:p>
      </dgm:t>
    </dgm:pt>
    <dgm:pt modelId="{40241D54-7F93-4390-B533-173AEA7E4D49}" type="pres">
      <dgm:prSet presAssocID="{888D55D4-4F71-4B14-9652-EAEEFDD5FE50}" presName="node" presStyleLbl="node1" presStyleIdx="14" presStyleCnt="23">
        <dgm:presLayoutVars>
          <dgm:bulletEnabled val="1"/>
        </dgm:presLayoutVars>
      </dgm:prSet>
      <dgm:spPr/>
      <dgm:t>
        <a:bodyPr/>
        <a:lstStyle/>
        <a:p>
          <a:endParaRPr lang="en-US"/>
        </a:p>
      </dgm:t>
    </dgm:pt>
    <dgm:pt modelId="{221AABFC-57A6-4982-BF10-9F902C0AECF9}" type="pres">
      <dgm:prSet presAssocID="{888D55D4-4F71-4B14-9652-EAEEFDD5FE50}" presName="spNode" presStyleCnt="0"/>
      <dgm:spPr/>
    </dgm:pt>
    <dgm:pt modelId="{328D56E0-37E9-4F36-A40A-0C71A9E9D8FB}" type="pres">
      <dgm:prSet presAssocID="{3FBA8171-8F72-4D31-85B8-154C0B335869}" presName="sibTrans" presStyleLbl="sibTrans1D1" presStyleIdx="14" presStyleCnt="23"/>
      <dgm:spPr/>
      <dgm:t>
        <a:bodyPr/>
        <a:lstStyle/>
        <a:p>
          <a:endParaRPr lang="en-US"/>
        </a:p>
      </dgm:t>
    </dgm:pt>
    <dgm:pt modelId="{A4719A59-8586-4D53-B9B4-6639B7D7F596}" type="pres">
      <dgm:prSet presAssocID="{409C815A-1DFA-4D11-9D5F-5AEABB54CE8C}" presName="node" presStyleLbl="node1" presStyleIdx="15" presStyleCnt="23">
        <dgm:presLayoutVars>
          <dgm:bulletEnabled val="1"/>
        </dgm:presLayoutVars>
      </dgm:prSet>
      <dgm:spPr/>
      <dgm:t>
        <a:bodyPr/>
        <a:lstStyle/>
        <a:p>
          <a:endParaRPr lang="en-US"/>
        </a:p>
      </dgm:t>
    </dgm:pt>
    <dgm:pt modelId="{FF73CFBB-42E3-49EB-87AF-EA990726005A}" type="pres">
      <dgm:prSet presAssocID="{409C815A-1DFA-4D11-9D5F-5AEABB54CE8C}" presName="spNode" presStyleCnt="0"/>
      <dgm:spPr/>
    </dgm:pt>
    <dgm:pt modelId="{666842F1-7C8E-4DE9-BB00-0D0E266AFCB7}" type="pres">
      <dgm:prSet presAssocID="{8F61A65A-F7F7-4F5C-91FA-14F27BAC090E}" presName="sibTrans" presStyleLbl="sibTrans1D1" presStyleIdx="15" presStyleCnt="23"/>
      <dgm:spPr/>
      <dgm:t>
        <a:bodyPr/>
        <a:lstStyle/>
        <a:p>
          <a:endParaRPr lang="en-US"/>
        </a:p>
      </dgm:t>
    </dgm:pt>
    <dgm:pt modelId="{739A0D2A-DD97-4AED-8C7F-ACBDD5FC9824}" type="pres">
      <dgm:prSet presAssocID="{796EF08B-E2B6-4DB8-9DD8-FF188927C4EB}" presName="node" presStyleLbl="node1" presStyleIdx="16" presStyleCnt="23">
        <dgm:presLayoutVars>
          <dgm:bulletEnabled val="1"/>
        </dgm:presLayoutVars>
      </dgm:prSet>
      <dgm:spPr/>
      <dgm:t>
        <a:bodyPr/>
        <a:lstStyle/>
        <a:p>
          <a:endParaRPr lang="en-US"/>
        </a:p>
      </dgm:t>
    </dgm:pt>
    <dgm:pt modelId="{3A372FCA-5404-4948-A646-7086F524AB67}" type="pres">
      <dgm:prSet presAssocID="{796EF08B-E2B6-4DB8-9DD8-FF188927C4EB}" presName="spNode" presStyleCnt="0"/>
      <dgm:spPr/>
    </dgm:pt>
    <dgm:pt modelId="{27A4ACA9-4906-420F-9CDC-E4E9F84AEDD0}" type="pres">
      <dgm:prSet presAssocID="{E16ECD14-E1E6-43C2-A056-BC268ADADD60}" presName="sibTrans" presStyleLbl="sibTrans1D1" presStyleIdx="16" presStyleCnt="23"/>
      <dgm:spPr/>
      <dgm:t>
        <a:bodyPr/>
        <a:lstStyle/>
        <a:p>
          <a:endParaRPr lang="en-US"/>
        </a:p>
      </dgm:t>
    </dgm:pt>
    <dgm:pt modelId="{8E270C5A-031F-4BF1-8E0B-89F8201DC1D4}" type="pres">
      <dgm:prSet presAssocID="{9111B4F9-6FA0-43C6-AC95-410CFCF291A4}" presName="node" presStyleLbl="node1" presStyleIdx="17" presStyleCnt="23">
        <dgm:presLayoutVars>
          <dgm:bulletEnabled val="1"/>
        </dgm:presLayoutVars>
      </dgm:prSet>
      <dgm:spPr/>
      <dgm:t>
        <a:bodyPr/>
        <a:lstStyle/>
        <a:p>
          <a:endParaRPr lang="en-US"/>
        </a:p>
      </dgm:t>
    </dgm:pt>
    <dgm:pt modelId="{27694AFE-B70A-427C-BE6E-1CCABBD20DEC}" type="pres">
      <dgm:prSet presAssocID="{9111B4F9-6FA0-43C6-AC95-410CFCF291A4}" presName="spNode" presStyleCnt="0"/>
      <dgm:spPr/>
    </dgm:pt>
    <dgm:pt modelId="{35818992-44D6-4EFC-AB25-8AA21C3F8347}" type="pres">
      <dgm:prSet presAssocID="{E36EB91D-B36F-45E0-9754-60C02165B5D6}" presName="sibTrans" presStyleLbl="sibTrans1D1" presStyleIdx="17" presStyleCnt="23"/>
      <dgm:spPr/>
      <dgm:t>
        <a:bodyPr/>
        <a:lstStyle/>
        <a:p>
          <a:endParaRPr lang="en-US"/>
        </a:p>
      </dgm:t>
    </dgm:pt>
    <dgm:pt modelId="{5DABD85D-CCE6-49F6-8A36-BCB6B2EFAA99}" type="pres">
      <dgm:prSet presAssocID="{FA26A295-011A-499C-8BE4-FCB45FC37EFB}" presName="node" presStyleLbl="node1" presStyleIdx="18" presStyleCnt="23">
        <dgm:presLayoutVars>
          <dgm:bulletEnabled val="1"/>
        </dgm:presLayoutVars>
      </dgm:prSet>
      <dgm:spPr/>
      <dgm:t>
        <a:bodyPr/>
        <a:lstStyle/>
        <a:p>
          <a:endParaRPr lang="en-US"/>
        </a:p>
      </dgm:t>
    </dgm:pt>
    <dgm:pt modelId="{78FB3943-01B4-4314-BC59-19CF7F53D258}" type="pres">
      <dgm:prSet presAssocID="{FA26A295-011A-499C-8BE4-FCB45FC37EFB}" presName="spNode" presStyleCnt="0"/>
      <dgm:spPr/>
    </dgm:pt>
    <dgm:pt modelId="{BE42E3C7-251B-41B5-B42C-09EC99014B4C}" type="pres">
      <dgm:prSet presAssocID="{CEEACC01-1460-49BB-ADCF-0153B050C2D1}" presName="sibTrans" presStyleLbl="sibTrans1D1" presStyleIdx="18" presStyleCnt="23"/>
      <dgm:spPr/>
      <dgm:t>
        <a:bodyPr/>
        <a:lstStyle/>
        <a:p>
          <a:endParaRPr lang="en-US"/>
        </a:p>
      </dgm:t>
    </dgm:pt>
    <dgm:pt modelId="{4BDD6F94-3638-435E-8447-FB92FC1D414F}" type="pres">
      <dgm:prSet presAssocID="{320B4B01-F65A-4948-8C47-0E834A0E9B71}" presName="node" presStyleLbl="node1" presStyleIdx="19" presStyleCnt="23">
        <dgm:presLayoutVars>
          <dgm:bulletEnabled val="1"/>
        </dgm:presLayoutVars>
      </dgm:prSet>
      <dgm:spPr/>
      <dgm:t>
        <a:bodyPr/>
        <a:lstStyle/>
        <a:p>
          <a:endParaRPr lang="en-US"/>
        </a:p>
      </dgm:t>
    </dgm:pt>
    <dgm:pt modelId="{1737EFE0-054D-4C4E-93EE-2649FCD17391}" type="pres">
      <dgm:prSet presAssocID="{320B4B01-F65A-4948-8C47-0E834A0E9B71}" presName="spNode" presStyleCnt="0"/>
      <dgm:spPr/>
    </dgm:pt>
    <dgm:pt modelId="{DE2B5A4C-CB18-40F0-8E5B-D4D288E674C9}" type="pres">
      <dgm:prSet presAssocID="{A6BE82F8-EDBC-490D-B1D3-114C722600AB}" presName="sibTrans" presStyleLbl="sibTrans1D1" presStyleIdx="19" presStyleCnt="23"/>
      <dgm:spPr/>
      <dgm:t>
        <a:bodyPr/>
        <a:lstStyle/>
        <a:p>
          <a:endParaRPr lang="en-US"/>
        </a:p>
      </dgm:t>
    </dgm:pt>
    <dgm:pt modelId="{FD10162F-4B67-49EA-A357-9BB47E8DBCED}" type="pres">
      <dgm:prSet presAssocID="{6B614D43-C259-4F1E-A961-DCCA50245F32}" presName="node" presStyleLbl="node1" presStyleIdx="20" presStyleCnt="23">
        <dgm:presLayoutVars>
          <dgm:bulletEnabled val="1"/>
        </dgm:presLayoutVars>
      </dgm:prSet>
      <dgm:spPr/>
      <dgm:t>
        <a:bodyPr/>
        <a:lstStyle/>
        <a:p>
          <a:endParaRPr lang="en-US"/>
        </a:p>
      </dgm:t>
    </dgm:pt>
    <dgm:pt modelId="{B4082797-0DF6-4528-AC97-1E4D6BDC7C2A}" type="pres">
      <dgm:prSet presAssocID="{6B614D43-C259-4F1E-A961-DCCA50245F32}" presName="spNode" presStyleCnt="0"/>
      <dgm:spPr/>
    </dgm:pt>
    <dgm:pt modelId="{8B098E89-6F0C-4020-AAFA-412F25434574}" type="pres">
      <dgm:prSet presAssocID="{42B379FA-AB1F-4166-9749-DD9D47752AF1}" presName="sibTrans" presStyleLbl="sibTrans1D1" presStyleIdx="20" presStyleCnt="23"/>
      <dgm:spPr/>
      <dgm:t>
        <a:bodyPr/>
        <a:lstStyle/>
        <a:p>
          <a:endParaRPr lang="en-US"/>
        </a:p>
      </dgm:t>
    </dgm:pt>
    <dgm:pt modelId="{5251AA44-A6C0-48F5-82BD-15AE1751E41B}" type="pres">
      <dgm:prSet presAssocID="{C7A240E3-FC63-4595-8B18-C257373E48A8}" presName="node" presStyleLbl="node1" presStyleIdx="21" presStyleCnt="23">
        <dgm:presLayoutVars>
          <dgm:bulletEnabled val="1"/>
        </dgm:presLayoutVars>
      </dgm:prSet>
      <dgm:spPr/>
      <dgm:t>
        <a:bodyPr/>
        <a:lstStyle/>
        <a:p>
          <a:endParaRPr lang="en-US"/>
        </a:p>
      </dgm:t>
    </dgm:pt>
    <dgm:pt modelId="{04C584F3-6050-47FA-AC79-490E876A1E06}" type="pres">
      <dgm:prSet presAssocID="{C7A240E3-FC63-4595-8B18-C257373E48A8}" presName="spNode" presStyleCnt="0"/>
      <dgm:spPr/>
    </dgm:pt>
    <dgm:pt modelId="{96698129-963B-4227-B693-BC3EACAB6500}" type="pres">
      <dgm:prSet presAssocID="{CC440629-B791-4D98-B6CE-BF59067A811D}" presName="sibTrans" presStyleLbl="sibTrans1D1" presStyleIdx="21" presStyleCnt="23"/>
      <dgm:spPr/>
      <dgm:t>
        <a:bodyPr/>
        <a:lstStyle/>
        <a:p>
          <a:endParaRPr lang="en-US"/>
        </a:p>
      </dgm:t>
    </dgm:pt>
    <dgm:pt modelId="{5370936A-911B-4A4B-8988-2468A7FFF388}" type="pres">
      <dgm:prSet presAssocID="{965A849E-2826-4EC6-BB0C-397242B29888}" presName="node" presStyleLbl="node1" presStyleIdx="22" presStyleCnt="23">
        <dgm:presLayoutVars>
          <dgm:bulletEnabled val="1"/>
        </dgm:presLayoutVars>
      </dgm:prSet>
      <dgm:spPr/>
      <dgm:t>
        <a:bodyPr/>
        <a:lstStyle/>
        <a:p>
          <a:endParaRPr lang="en-US"/>
        </a:p>
      </dgm:t>
    </dgm:pt>
    <dgm:pt modelId="{59E4AE9D-A4E0-4C70-9E54-A660ABFE8484}" type="pres">
      <dgm:prSet presAssocID="{965A849E-2826-4EC6-BB0C-397242B29888}" presName="spNode" presStyleCnt="0"/>
      <dgm:spPr/>
    </dgm:pt>
    <dgm:pt modelId="{E7236D2C-75E2-4632-A4E6-1140D5FAFAA1}" type="pres">
      <dgm:prSet presAssocID="{3DAEB32C-2ED0-4548-8839-32044884D370}" presName="sibTrans" presStyleLbl="sibTrans1D1" presStyleIdx="22" presStyleCnt="23"/>
      <dgm:spPr/>
      <dgm:t>
        <a:bodyPr/>
        <a:lstStyle/>
        <a:p>
          <a:endParaRPr lang="en-US"/>
        </a:p>
      </dgm:t>
    </dgm:pt>
  </dgm:ptLst>
  <dgm:cxnLst>
    <dgm:cxn modelId="{F752F8C5-09E6-4CDF-AF77-0EBB7C306561}" srcId="{0AEC67C1-B76D-4A8C-963E-A049C7AE35F1}" destId="{C7A240E3-FC63-4595-8B18-C257373E48A8}" srcOrd="21" destOrd="0" parTransId="{3226B2A0-C425-44FD-A0EF-38DC970D03A6}" sibTransId="{CC440629-B791-4D98-B6CE-BF59067A811D}"/>
    <dgm:cxn modelId="{F6321687-4C18-4CF2-978B-FC717957BB3C}" type="presOf" srcId="{A7C4B11C-AC43-4A9D-B20F-03407279539F}" destId="{B3F7042C-D71A-4976-87B8-30E82E99F4EC}" srcOrd="0" destOrd="0" presId="urn:microsoft.com/office/officeart/2005/8/layout/cycle6"/>
    <dgm:cxn modelId="{3AF5CC6D-8A84-462D-A9DC-4520997C26AE}" type="presOf" srcId="{60276E76-7D17-4AF0-B984-E05FDCE5EAF9}" destId="{EC9C80C8-4E98-45A3-9514-A60E0C9E910E}" srcOrd="0" destOrd="0" presId="urn:microsoft.com/office/officeart/2005/8/layout/cycle6"/>
    <dgm:cxn modelId="{0A577301-541B-4E17-8CA6-35AF5015D167}" srcId="{0AEC67C1-B76D-4A8C-963E-A049C7AE35F1}" destId="{60276E76-7D17-4AF0-B984-E05FDCE5EAF9}" srcOrd="2" destOrd="0" parTransId="{5CE50795-46F1-4FEE-9521-66D5E816D683}" sibTransId="{3AD0382E-B7AE-4D1B-9EC6-A8E25FA295C7}"/>
    <dgm:cxn modelId="{7401F90E-8875-4580-91CE-0A52A0B0D9B7}" type="presOf" srcId="{A6BE82F8-EDBC-490D-B1D3-114C722600AB}" destId="{DE2B5A4C-CB18-40F0-8E5B-D4D288E674C9}" srcOrd="0" destOrd="0" presId="urn:microsoft.com/office/officeart/2005/8/layout/cycle6"/>
    <dgm:cxn modelId="{8837C493-D1F1-4E40-A0ED-DBC41A4494B4}" srcId="{0AEC67C1-B76D-4A8C-963E-A049C7AE35F1}" destId="{80FC0B6D-49A8-435A-BB28-409292372BCC}" srcOrd="9" destOrd="0" parTransId="{2DB6407B-843C-4CC9-9CC3-FEA2864E5E1B}" sibTransId="{72FFD877-6357-4819-8BB0-2F2F45FC7B52}"/>
    <dgm:cxn modelId="{EBED0C93-B429-401D-A9F8-B5E6683D3F94}" type="presOf" srcId="{581FD5D4-CD40-41EE-99C8-3775A7A39E44}" destId="{C187070A-5E4D-4C78-AF32-AC83CC867E95}" srcOrd="0" destOrd="0" presId="urn:microsoft.com/office/officeart/2005/8/layout/cycle6"/>
    <dgm:cxn modelId="{A65ABCC2-F5F8-439A-80A2-17AE8D14B6A7}" type="presOf" srcId="{6B82B2EA-8181-44CA-B65C-24743C1A93AC}" destId="{E9D604A0-67B2-4FA3-A234-FBCA3350BF49}" srcOrd="0" destOrd="0" presId="urn:microsoft.com/office/officeart/2005/8/layout/cycle6"/>
    <dgm:cxn modelId="{2C8A137A-BCEB-498E-8FF6-5E929EDA530B}" type="presOf" srcId="{409C815A-1DFA-4D11-9D5F-5AEABB54CE8C}" destId="{A4719A59-8586-4D53-B9B4-6639B7D7F596}" srcOrd="0" destOrd="0" presId="urn:microsoft.com/office/officeart/2005/8/layout/cycle6"/>
    <dgm:cxn modelId="{A9CB90D1-98B8-4CC4-9337-93937319FAD9}" srcId="{0AEC67C1-B76D-4A8C-963E-A049C7AE35F1}" destId="{8A797F95-FE8E-4664-AF82-044C61C09760}" srcOrd="8" destOrd="0" parTransId="{E4D3AD84-98AA-47E7-A10E-EDF35A02AE57}" sibTransId="{DC8B683E-EFB2-415B-A079-66EB42200398}"/>
    <dgm:cxn modelId="{506E3DBA-26E3-4850-A299-40303BA30AC3}" type="presOf" srcId="{CEEACC01-1460-49BB-ADCF-0153B050C2D1}" destId="{BE42E3C7-251B-41B5-B42C-09EC99014B4C}" srcOrd="0" destOrd="0" presId="urn:microsoft.com/office/officeart/2005/8/layout/cycle6"/>
    <dgm:cxn modelId="{59DC304C-5CB3-4F2C-91D7-AF341839DCE9}" srcId="{0AEC67C1-B76D-4A8C-963E-A049C7AE35F1}" destId="{D23EEA6B-19F0-4B1A-A0BD-A613D5DA1F97}" srcOrd="6" destOrd="0" parTransId="{4A24C8A2-2C43-480B-8F61-CD3AA9BD21EF}" sibTransId="{4C54E9F7-3F8E-4D77-B02E-424BA79AE782}"/>
    <dgm:cxn modelId="{F7394D4A-E635-4E3D-AE73-A91AA0D26B30}" type="presOf" srcId="{342C9B7B-B1FA-4D57-B3AE-19B4EAD28D26}" destId="{5FA3E78C-2AB0-449D-B0B4-EDD97A4024EB}" srcOrd="0" destOrd="0" presId="urn:microsoft.com/office/officeart/2005/8/layout/cycle6"/>
    <dgm:cxn modelId="{26C5F7DA-259A-4EBB-A570-EAEEC3B3C1CF}" srcId="{0AEC67C1-B76D-4A8C-963E-A049C7AE35F1}" destId="{320B4B01-F65A-4948-8C47-0E834A0E9B71}" srcOrd="19" destOrd="0" parTransId="{FFC3421D-0FCB-42A1-A695-C905185C51CC}" sibTransId="{A6BE82F8-EDBC-490D-B1D3-114C722600AB}"/>
    <dgm:cxn modelId="{8EE8EFE6-CEB1-4595-9D9D-C475D844DD47}" type="presOf" srcId="{D57B41DE-86DE-4FE7-BF4C-283F100ADD7D}" destId="{A51679DD-6035-4397-83B9-D6971D94A953}" srcOrd="0" destOrd="0" presId="urn:microsoft.com/office/officeart/2005/8/layout/cycle6"/>
    <dgm:cxn modelId="{F2D3D318-EE82-4CEC-B6AE-C5FDFBA14F80}" type="presOf" srcId="{62460D7A-DA47-494F-811D-D4BBDF0792AF}" destId="{438C6DCC-8FD8-4920-BDC9-4F647C1C05BD}" srcOrd="0" destOrd="0" presId="urn:microsoft.com/office/officeart/2005/8/layout/cycle6"/>
    <dgm:cxn modelId="{2A30401B-DFD6-469D-9E08-95DD49501B84}" type="presOf" srcId="{B192576A-F6EB-4568-A67B-8AF396F52E2A}" destId="{4E633252-5117-484E-A260-8EA7D4E24332}" srcOrd="0" destOrd="0" presId="urn:microsoft.com/office/officeart/2005/8/layout/cycle6"/>
    <dgm:cxn modelId="{5E4F00B3-E642-4D72-A68F-39A6BC51841D}" srcId="{0AEC67C1-B76D-4A8C-963E-A049C7AE35F1}" destId="{1DB452C9-53A1-47A8-80ED-8A616FB1DA01}" srcOrd="0" destOrd="0" parTransId="{79D4B165-97DA-4996-9C50-472E44BC0BBF}" sibTransId="{EE50B0E1-F909-47EE-873A-F88B824E8141}"/>
    <dgm:cxn modelId="{0252699B-9C27-4E94-B7BE-CD68D63BABE8}" srcId="{0AEC67C1-B76D-4A8C-963E-A049C7AE35F1}" destId="{2C274BE5-B389-4078-8F78-286286D47B16}" srcOrd="4" destOrd="0" parTransId="{0165F449-0690-4EB0-BB3F-548931C6F56E}" sibTransId="{342C9B7B-B1FA-4D57-B3AE-19B4EAD28D26}"/>
    <dgm:cxn modelId="{7635C172-826E-45D4-8F9B-22FD1D91ACC7}" srcId="{0AEC67C1-B76D-4A8C-963E-A049C7AE35F1}" destId="{409C815A-1DFA-4D11-9D5F-5AEABB54CE8C}" srcOrd="15" destOrd="0" parTransId="{8A056BBE-3DEE-4E03-A5EA-9EE3FFA34BC9}" sibTransId="{8F61A65A-F7F7-4F5C-91FA-14F27BAC090E}"/>
    <dgm:cxn modelId="{7D1A0058-05E9-45BE-8212-FC60E6E762E0}" type="presOf" srcId="{E36EB91D-B36F-45E0-9754-60C02165B5D6}" destId="{35818992-44D6-4EFC-AB25-8AA21C3F8347}" srcOrd="0" destOrd="0" presId="urn:microsoft.com/office/officeart/2005/8/layout/cycle6"/>
    <dgm:cxn modelId="{FB125569-D55B-4B40-9E28-029BD67E5A79}" type="presOf" srcId="{965A849E-2826-4EC6-BB0C-397242B29888}" destId="{5370936A-911B-4A4B-8988-2468A7FFF388}" srcOrd="0" destOrd="0" presId="urn:microsoft.com/office/officeart/2005/8/layout/cycle6"/>
    <dgm:cxn modelId="{BD7FFB08-720D-437C-8D4F-24C5EF37D49E}" type="presOf" srcId="{FA26A295-011A-499C-8BE4-FCB45FC37EFB}" destId="{5DABD85D-CCE6-49F6-8A36-BCB6B2EFAA99}" srcOrd="0" destOrd="0" presId="urn:microsoft.com/office/officeart/2005/8/layout/cycle6"/>
    <dgm:cxn modelId="{3E7792AC-8931-4808-AB89-EFF4993F275E}" type="presOf" srcId="{6B614D43-C259-4F1E-A961-DCCA50245F32}" destId="{FD10162F-4B67-49EA-A357-9BB47E8DBCED}" srcOrd="0" destOrd="0" presId="urn:microsoft.com/office/officeart/2005/8/layout/cycle6"/>
    <dgm:cxn modelId="{5D2A8493-B633-464F-9F01-EB8BA3B8BD0F}" srcId="{0AEC67C1-B76D-4A8C-963E-A049C7AE35F1}" destId="{796EF08B-E2B6-4DB8-9DD8-FF188927C4EB}" srcOrd="16" destOrd="0" parTransId="{EC0C6371-5595-4B77-B753-542B36E09A02}" sibTransId="{E16ECD14-E1E6-43C2-A056-BC268ADADD60}"/>
    <dgm:cxn modelId="{81531205-E2B9-45A0-A740-7143B9AB7ACC}" srcId="{0AEC67C1-B76D-4A8C-963E-A049C7AE35F1}" destId="{965A849E-2826-4EC6-BB0C-397242B29888}" srcOrd="22" destOrd="0" parTransId="{D83B0BBE-15A5-4739-B6C0-D8C4E42E25A0}" sibTransId="{3DAEB32C-2ED0-4548-8839-32044884D370}"/>
    <dgm:cxn modelId="{74378EC1-5377-4679-9FB2-A5F34A532DF7}" type="presOf" srcId="{D23EEA6B-19F0-4B1A-A0BD-A613D5DA1F97}" destId="{7DBDDD8B-BE1C-499F-8611-7311DA05BE0A}" srcOrd="0" destOrd="0" presId="urn:microsoft.com/office/officeart/2005/8/layout/cycle6"/>
    <dgm:cxn modelId="{049DC416-0C48-4E7C-937F-7D5D49CD6426}" type="presOf" srcId="{888D55D4-4F71-4B14-9652-EAEEFDD5FE50}" destId="{40241D54-7F93-4390-B533-173AEA7E4D49}" srcOrd="0" destOrd="0" presId="urn:microsoft.com/office/officeart/2005/8/layout/cycle6"/>
    <dgm:cxn modelId="{41C36D43-A101-4305-A7AC-9EF343965116}" type="presOf" srcId="{C7A240E3-FC63-4595-8B18-C257373E48A8}" destId="{5251AA44-A6C0-48F5-82BD-15AE1751E41B}" srcOrd="0" destOrd="0" presId="urn:microsoft.com/office/officeart/2005/8/layout/cycle6"/>
    <dgm:cxn modelId="{38417006-A3E1-4C38-8D77-CF25DCBA5F67}" type="presOf" srcId="{80FC0B6D-49A8-435A-BB28-409292372BCC}" destId="{B6BF0FE1-88C7-483A-B29C-2EEA6B43C64E}" srcOrd="0" destOrd="0" presId="urn:microsoft.com/office/officeart/2005/8/layout/cycle6"/>
    <dgm:cxn modelId="{E2187621-8BAB-493F-BBEB-E8D9C3CF101A}" srcId="{0AEC67C1-B76D-4A8C-963E-A049C7AE35F1}" destId="{6D466157-66DB-4DD4-8023-13374872C4DF}" srcOrd="3" destOrd="0" parTransId="{FC35E924-2622-4DC4-842F-1AB74D5EA732}" sibTransId="{2DD878C3-CA8D-4D97-BB11-63D44A3442AB}"/>
    <dgm:cxn modelId="{D29EB5D9-0400-4A4A-9D2A-FA7ACC36FE06}" type="presOf" srcId="{2DD878C3-CA8D-4D97-BB11-63D44A3442AB}" destId="{1AEFC9EE-1FB7-425C-AB91-FFE5E99D0128}" srcOrd="0" destOrd="0" presId="urn:microsoft.com/office/officeart/2005/8/layout/cycle6"/>
    <dgm:cxn modelId="{6098CD48-2996-4778-8A30-5E10B20D1AA1}" type="presOf" srcId="{CC440629-B791-4D98-B6CE-BF59067A811D}" destId="{96698129-963B-4227-B693-BC3EACAB6500}" srcOrd="0" destOrd="0" presId="urn:microsoft.com/office/officeart/2005/8/layout/cycle6"/>
    <dgm:cxn modelId="{6B67627B-7D69-43A2-97CE-189FDA735195}" type="presOf" srcId="{552C6C61-3E04-46D8-B494-FC61650B9F3C}" destId="{EC3BB6B0-4C24-4E95-8F94-7729F63B81C1}" srcOrd="0" destOrd="0" presId="urn:microsoft.com/office/officeart/2005/8/layout/cycle6"/>
    <dgm:cxn modelId="{D9668D6F-6D3D-4D7F-BDE5-787493721B4B}" srcId="{0AEC67C1-B76D-4A8C-963E-A049C7AE35F1}" destId="{581FD5D4-CD40-41EE-99C8-3775A7A39E44}" srcOrd="11" destOrd="0" parTransId="{AFA09801-959A-4FF8-82CA-906C456EC398}" sibTransId="{6B82B2EA-8181-44CA-B65C-24743C1A93AC}"/>
    <dgm:cxn modelId="{F532B491-1030-4384-8C0A-605EFB735AD8}" srcId="{0AEC67C1-B76D-4A8C-963E-A049C7AE35F1}" destId="{888D55D4-4F71-4B14-9652-EAEEFDD5FE50}" srcOrd="14" destOrd="0" parTransId="{F96E81B9-77CA-45F8-A94E-C1A57D737DA6}" sibTransId="{3FBA8171-8F72-4D31-85B8-154C0B335869}"/>
    <dgm:cxn modelId="{39FFC52D-D76E-414E-BC78-BA1CA762C0F2}" type="presOf" srcId="{72FFD877-6357-4819-8BB0-2F2F45FC7B52}" destId="{8327AD10-BC83-42AD-BBCC-73F4E3B18F95}" srcOrd="0" destOrd="0" presId="urn:microsoft.com/office/officeart/2005/8/layout/cycle6"/>
    <dgm:cxn modelId="{DDA690D3-D313-4C71-91DD-1E4E53B3C8ED}" type="presOf" srcId="{3DAEB32C-2ED0-4548-8839-32044884D370}" destId="{E7236D2C-75E2-4632-A4E6-1140D5FAFAA1}" srcOrd="0" destOrd="0" presId="urn:microsoft.com/office/officeart/2005/8/layout/cycle6"/>
    <dgm:cxn modelId="{7FAFA3C9-2B43-41EA-A52A-58DFD49D02CD}" type="presOf" srcId="{6D466157-66DB-4DD4-8023-13374872C4DF}" destId="{F197BEF7-5C18-4E85-994A-04EA396F59B4}" srcOrd="0" destOrd="0" presId="urn:microsoft.com/office/officeart/2005/8/layout/cycle6"/>
    <dgm:cxn modelId="{74263F4C-CC0A-49B5-9AD4-03BD530AB874}" type="presOf" srcId="{8F61A65A-F7F7-4F5C-91FA-14F27BAC090E}" destId="{666842F1-7C8E-4DE9-BB00-0D0E266AFCB7}" srcOrd="0" destOrd="0" presId="urn:microsoft.com/office/officeart/2005/8/layout/cycle6"/>
    <dgm:cxn modelId="{C5FFC375-B924-4C2A-AC92-BCE9F76F8EE1}" type="presOf" srcId="{796EF08B-E2B6-4DB8-9DD8-FF188927C4EB}" destId="{739A0D2A-DD97-4AED-8C7F-ACBDD5FC9824}" srcOrd="0" destOrd="0" presId="urn:microsoft.com/office/officeart/2005/8/layout/cycle6"/>
    <dgm:cxn modelId="{F90C4BE6-98B5-4EB5-A8DE-E28A24FAD427}" type="presOf" srcId="{42B379FA-AB1F-4166-9749-DD9D47752AF1}" destId="{8B098E89-6F0C-4020-AAFA-412F25434574}" srcOrd="0" destOrd="0" presId="urn:microsoft.com/office/officeart/2005/8/layout/cycle6"/>
    <dgm:cxn modelId="{C35FD9E4-5CD5-4C37-BCB6-E4B370044C17}" srcId="{0AEC67C1-B76D-4A8C-963E-A049C7AE35F1}" destId="{FA26A295-011A-499C-8BE4-FCB45FC37EFB}" srcOrd="18" destOrd="0" parTransId="{529199A5-AFBE-47BF-B909-ED4845FEBF07}" sibTransId="{CEEACC01-1460-49BB-ADCF-0153B050C2D1}"/>
    <dgm:cxn modelId="{DA29CD3B-2D68-467F-8396-FE42740E391B}" type="presOf" srcId="{2C274BE5-B389-4078-8F78-286286D47B16}" destId="{9461DA25-8092-42E7-9892-8F4D48DF653E}" srcOrd="0" destOrd="0" presId="urn:microsoft.com/office/officeart/2005/8/layout/cycle6"/>
    <dgm:cxn modelId="{DE639453-EBD4-46D4-8506-BDABE11E46A8}" type="presOf" srcId="{E16ECD14-E1E6-43C2-A056-BC268ADADD60}" destId="{27A4ACA9-4906-420F-9CDC-E4E9F84AEDD0}" srcOrd="0" destOrd="0" presId="urn:microsoft.com/office/officeart/2005/8/layout/cycle6"/>
    <dgm:cxn modelId="{F2A8CF55-D1E2-43C2-8FB1-CC88229D38DD}" type="presOf" srcId="{3FBA8171-8F72-4D31-85B8-154C0B335869}" destId="{328D56E0-37E9-4F36-A40A-0C71A9E9D8FB}" srcOrd="0" destOrd="0" presId="urn:microsoft.com/office/officeart/2005/8/layout/cycle6"/>
    <dgm:cxn modelId="{6F524457-DD85-420C-8FA3-9EF399D3F4E8}" type="presOf" srcId="{320B4B01-F65A-4948-8C47-0E834A0E9B71}" destId="{4BDD6F94-3638-435E-8447-FB92FC1D414F}" srcOrd="0" destOrd="0" presId="urn:microsoft.com/office/officeart/2005/8/layout/cycle6"/>
    <dgm:cxn modelId="{64EC0C86-5220-4BE1-BBCD-3D8D35303FEE}" type="presOf" srcId="{0AEC67C1-B76D-4A8C-963E-A049C7AE35F1}" destId="{3B8FD7FB-8F29-4043-8F57-405C2C3D1EBD}" srcOrd="0" destOrd="0" presId="urn:microsoft.com/office/officeart/2005/8/layout/cycle6"/>
    <dgm:cxn modelId="{597B9F6B-4740-4616-98C8-74E9C86F7929}" type="presOf" srcId="{AE73A717-86DE-4866-AB5A-6A2CB698A033}" destId="{23EF2C38-F3C7-48D1-8F8E-12F1231C10CC}" srcOrd="0" destOrd="0" presId="urn:microsoft.com/office/officeart/2005/8/layout/cycle6"/>
    <dgm:cxn modelId="{F69380B5-9880-4581-98B8-6459F760569B}" srcId="{0AEC67C1-B76D-4A8C-963E-A049C7AE35F1}" destId="{5867C861-02BD-4C01-90BD-0343917D3308}" srcOrd="1" destOrd="0" parTransId="{6584B2CA-BFEA-4BC0-B816-F3CBD1D4102E}" sibTransId="{FE34ED0D-43CD-43A7-A289-B078595383AD}"/>
    <dgm:cxn modelId="{3145615E-41EA-42D6-BAD5-DBD686EFE5C4}" type="presOf" srcId="{CE634133-CD93-472E-960C-271A98CDE83D}" destId="{9BCD8AD4-617C-4E13-8D3C-4C01B9001FD7}" srcOrd="0" destOrd="0" presId="urn:microsoft.com/office/officeart/2005/8/layout/cycle6"/>
    <dgm:cxn modelId="{4E833544-5041-4277-96E7-490E4E95A5C3}" srcId="{0AEC67C1-B76D-4A8C-963E-A049C7AE35F1}" destId="{62460D7A-DA47-494F-811D-D4BBDF0792AF}" srcOrd="10" destOrd="0" parTransId="{F3FD37CB-A7F9-43B9-A61E-B549CF95FBEC}" sibTransId="{D57B41DE-86DE-4FE7-BF4C-283F100ADD7D}"/>
    <dgm:cxn modelId="{D84C5B7A-FE3F-4502-B4F2-41ECB7465834}" srcId="{0AEC67C1-B76D-4A8C-963E-A049C7AE35F1}" destId="{6B614D43-C259-4F1E-A961-DCCA50245F32}" srcOrd="20" destOrd="0" parTransId="{37101B32-C791-4143-94E5-C9D794C45512}" sibTransId="{42B379FA-AB1F-4166-9749-DD9D47752AF1}"/>
    <dgm:cxn modelId="{BCCACE1D-E8A6-40AC-BC8F-ECC92D621E72}" type="presOf" srcId="{DC8B683E-EFB2-415B-A079-66EB42200398}" destId="{45F65882-A27E-4B75-B962-518A90BF48C7}" srcOrd="0" destOrd="0" presId="urn:microsoft.com/office/officeart/2005/8/layout/cycle6"/>
    <dgm:cxn modelId="{B08317EE-86B0-4153-A92C-B938E4339A18}" srcId="{0AEC67C1-B76D-4A8C-963E-A049C7AE35F1}" destId="{9111B4F9-6FA0-43C6-AC95-410CFCF291A4}" srcOrd="17" destOrd="0" parTransId="{D5EE7763-71CE-4301-A143-108EB456A8FB}" sibTransId="{E36EB91D-B36F-45E0-9754-60C02165B5D6}"/>
    <dgm:cxn modelId="{A3498918-0881-4FAB-A0CE-6F4E72EB5521}" type="presOf" srcId="{3AD0382E-B7AE-4D1B-9EC6-A8E25FA295C7}" destId="{A5DCE8F0-DAEE-4412-9FDF-F8E167449B5A}" srcOrd="0" destOrd="0" presId="urn:microsoft.com/office/officeart/2005/8/layout/cycle6"/>
    <dgm:cxn modelId="{3F13B638-5E78-4CE1-B396-0F1941352080}" type="presOf" srcId="{A0D53082-E036-4E4C-8CDD-3DFDBDC0F8D0}" destId="{DA6F5FBB-AD73-4ADB-B796-536C610E3FBF}" srcOrd="0" destOrd="0" presId="urn:microsoft.com/office/officeart/2005/8/layout/cycle6"/>
    <dgm:cxn modelId="{2A76F0A2-2CC1-4E84-BF9D-94A2949267CD}" type="presOf" srcId="{FE34ED0D-43CD-43A7-A289-B078595383AD}" destId="{7887C5DC-9913-4199-AEDF-77F5415CDAC1}" srcOrd="0" destOrd="0" presId="urn:microsoft.com/office/officeart/2005/8/layout/cycle6"/>
    <dgm:cxn modelId="{4F94B2E9-C845-4215-A68B-23FFCE25D353}" srcId="{0AEC67C1-B76D-4A8C-963E-A049C7AE35F1}" destId="{BCD08B15-39B6-4B6A-9A29-6E0023965AEA}" srcOrd="7" destOrd="0" parTransId="{E4E0EBDB-9E1D-4E73-A8FA-5BE9ECE35E16}" sibTransId="{552C6C61-3E04-46D8-B494-FC61650B9F3C}"/>
    <dgm:cxn modelId="{54D47582-7280-45C4-BAFD-26C53F3C9561}" srcId="{0AEC67C1-B76D-4A8C-963E-A049C7AE35F1}" destId="{CE634133-CD93-472E-960C-271A98CDE83D}" srcOrd="13" destOrd="0" parTransId="{F0E7B667-2D91-4601-9320-46DF4F39FE33}" sibTransId="{AE73A717-86DE-4866-AB5A-6A2CB698A033}"/>
    <dgm:cxn modelId="{FB746317-5891-4654-8CCA-B98EF6C6471C}" srcId="{0AEC67C1-B76D-4A8C-963E-A049C7AE35F1}" destId="{A7C4B11C-AC43-4A9D-B20F-03407279539F}" srcOrd="12" destOrd="0" parTransId="{F15105DD-AF20-48E3-A8D5-5B0A937D96A0}" sibTransId="{6C8547B6-AD1A-4508-BC2F-BFE11DA7EE44}"/>
    <dgm:cxn modelId="{31205955-5404-44E6-B523-1710AFF92313}" srcId="{0AEC67C1-B76D-4A8C-963E-A049C7AE35F1}" destId="{A0D53082-E036-4E4C-8CDD-3DFDBDC0F8D0}" srcOrd="5" destOrd="0" parTransId="{445600EF-38EB-4D42-8838-581F42A4AF68}" sibTransId="{B192576A-F6EB-4568-A67B-8AF396F52E2A}"/>
    <dgm:cxn modelId="{407537BB-13B3-4204-B926-5E98553B11A0}" type="presOf" srcId="{EE50B0E1-F909-47EE-873A-F88B824E8141}" destId="{50132201-75B3-4439-BC28-F604FC679866}" srcOrd="0" destOrd="0" presId="urn:microsoft.com/office/officeart/2005/8/layout/cycle6"/>
    <dgm:cxn modelId="{D8D6605D-C0C7-409F-83FF-7B0E87CCBA6D}" type="presOf" srcId="{9111B4F9-6FA0-43C6-AC95-410CFCF291A4}" destId="{8E270C5A-031F-4BF1-8E0B-89F8201DC1D4}" srcOrd="0" destOrd="0" presId="urn:microsoft.com/office/officeart/2005/8/layout/cycle6"/>
    <dgm:cxn modelId="{3E971592-25AF-47F3-97F8-30A1DE4866BB}" type="presOf" srcId="{BCD08B15-39B6-4B6A-9A29-6E0023965AEA}" destId="{87B323EC-6BE4-478A-AE3B-A66F1E83FC0E}" srcOrd="0" destOrd="0" presId="urn:microsoft.com/office/officeart/2005/8/layout/cycle6"/>
    <dgm:cxn modelId="{5C0AB6FE-D9C0-491C-8034-5A2E89358A65}" type="presOf" srcId="{6C8547B6-AD1A-4508-BC2F-BFE11DA7EE44}" destId="{6D53C6B7-BB63-4AA9-AEE6-B8CC3BE1A99D}" srcOrd="0" destOrd="0" presId="urn:microsoft.com/office/officeart/2005/8/layout/cycle6"/>
    <dgm:cxn modelId="{5D8AEF50-8CDA-4715-886F-FE1260B606D2}" type="presOf" srcId="{5867C861-02BD-4C01-90BD-0343917D3308}" destId="{CA21ED3F-92F2-4D34-9714-0B454F746502}" srcOrd="0" destOrd="0" presId="urn:microsoft.com/office/officeart/2005/8/layout/cycle6"/>
    <dgm:cxn modelId="{A53950E3-2E6F-4FB0-9A82-B63CA44DCB44}" type="presOf" srcId="{8A797F95-FE8E-4664-AF82-044C61C09760}" destId="{8BE4530F-E5E9-4202-AECC-EE9E7AB068EE}" srcOrd="0" destOrd="0" presId="urn:microsoft.com/office/officeart/2005/8/layout/cycle6"/>
    <dgm:cxn modelId="{070AC830-1E9E-4B44-A8E6-20841DFBE5DB}" type="presOf" srcId="{4C54E9F7-3F8E-4D77-B02E-424BA79AE782}" destId="{2AFAAB34-6B6F-4CF6-A36C-4B516385AAC3}" srcOrd="0" destOrd="0" presId="urn:microsoft.com/office/officeart/2005/8/layout/cycle6"/>
    <dgm:cxn modelId="{19E975D3-F3ED-40E4-9383-372894945959}" type="presOf" srcId="{1DB452C9-53A1-47A8-80ED-8A616FB1DA01}" destId="{3E7D9DE5-3A5A-4179-8403-46C1842F44D0}" srcOrd="0" destOrd="0" presId="urn:microsoft.com/office/officeart/2005/8/layout/cycle6"/>
    <dgm:cxn modelId="{9C6638A3-38C8-4DB7-B680-81FFA8072AA3}" type="presParOf" srcId="{3B8FD7FB-8F29-4043-8F57-405C2C3D1EBD}" destId="{3E7D9DE5-3A5A-4179-8403-46C1842F44D0}" srcOrd="0" destOrd="0" presId="urn:microsoft.com/office/officeart/2005/8/layout/cycle6"/>
    <dgm:cxn modelId="{AE69C180-2305-480F-8662-D99E2780BBCB}" type="presParOf" srcId="{3B8FD7FB-8F29-4043-8F57-405C2C3D1EBD}" destId="{8CBA7289-D5A1-43BB-96EC-658B5A8D574E}" srcOrd="1" destOrd="0" presId="urn:microsoft.com/office/officeart/2005/8/layout/cycle6"/>
    <dgm:cxn modelId="{1ED7894B-7505-4881-AA87-A5D18C6A269A}" type="presParOf" srcId="{3B8FD7FB-8F29-4043-8F57-405C2C3D1EBD}" destId="{50132201-75B3-4439-BC28-F604FC679866}" srcOrd="2" destOrd="0" presId="urn:microsoft.com/office/officeart/2005/8/layout/cycle6"/>
    <dgm:cxn modelId="{DA8A95DF-B2D9-452D-A953-B108D00D53F3}" type="presParOf" srcId="{3B8FD7FB-8F29-4043-8F57-405C2C3D1EBD}" destId="{CA21ED3F-92F2-4D34-9714-0B454F746502}" srcOrd="3" destOrd="0" presId="urn:microsoft.com/office/officeart/2005/8/layout/cycle6"/>
    <dgm:cxn modelId="{71BC930D-02FB-4166-88DA-CE51CBCF005E}" type="presParOf" srcId="{3B8FD7FB-8F29-4043-8F57-405C2C3D1EBD}" destId="{5F781483-9EF9-4B81-A115-6CEA6798947C}" srcOrd="4" destOrd="0" presId="urn:microsoft.com/office/officeart/2005/8/layout/cycle6"/>
    <dgm:cxn modelId="{1A49697C-69C8-4D77-873A-85EB03C6220E}" type="presParOf" srcId="{3B8FD7FB-8F29-4043-8F57-405C2C3D1EBD}" destId="{7887C5DC-9913-4199-AEDF-77F5415CDAC1}" srcOrd="5" destOrd="0" presId="urn:microsoft.com/office/officeart/2005/8/layout/cycle6"/>
    <dgm:cxn modelId="{0CCE4BD5-41F5-4709-B470-9D74739F92F9}" type="presParOf" srcId="{3B8FD7FB-8F29-4043-8F57-405C2C3D1EBD}" destId="{EC9C80C8-4E98-45A3-9514-A60E0C9E910E}" srcOrd="6" destOrd="0" presId="urn:microsoft.com/office/officeart/2005/8/layout/cycle6"/>
    <dgm:cxn modelId="{4D05F122-B07F-44BA-BAA5-A09D71D1A7E2}" type="presParOf" srcId="{3B8FD7FB-8F29-4043-8F57-405C2C3D1EBD}" destId="{5AD582E6-518D-494A-8851-77BA54B1D179}" srcOrd="7" destOrd="0" presId="urn:microsoft.com/office/officeart/2005/8/layout/cycle6"/>
    <dgm:cxn modelId="{A0D7AD60-8E89-4CFD-8F02-9C5813AACB69}" type="presParOf" srcId="{3B8FD7FB-8F29-4043-8F57-405C2C3D1EBD}" destId="{A5DCE8F0-DAEE-4412-9FDF-F8E167449B5A}" srcOrd="8" destOrd="0" presId="urn:microsoft.com/office/officeart/2005/8/layout/cycle6"/>
    <dgm:cxn modelId="{DDD81C19-B5ED-4D1D-97FB-312CA784B853}" type="presParOf" srcId="{3B8FD7FB-8F29-4043-8F57-405C2C3D1EBD}" destId="{F197BEF7-5C18-4E85-994A-04EA396F59B4}" srcOrd="9" destOrd="0" presId="urn:microsoft.com/office/officeart/2005/8/layout/cycle6"/>
    <dgm:cxn modelId="{F92CA32D-9AFC-45F1-8CD5-96D1105FBECD}" type="presParOf" srcId="{3B8FD7FB-8F29-4043-8F57-405C2C3D1EBD}" destId="{3D33A478-76DE-4191-AC8B-701070C16837}" srcOrd="10" destOrd="0" presId="urn:microsoft.com/office/officeart/2005/8/layout/cycle6"/>
    <dgm:cxn modelId="{9760BD13-C13F-4AF3-A596-BF1E658F9793}" type="presParOf" srcId="{3B8FD7FB-8F29-4043-8F57-405C2C3D1EBD}" destId="{1AEFC9EE-1FB7-425C-AB91-FFE5E99D0128}" srcOrd="11" destOrd="0" presId="urn:microsoft.com/office/officeart/2005/8/layout/cycle6"/>
    <dgm:cxn modelId="{0FF17F58-11C1-4429-9A8E-D6279B1D0B6E}" type="presParOf" srcId="{3B8FD7FB-8F29-4043-8F57-405C2C3D1EBD}" destId="{9461DA25-8092-42E7-9892-8F4D48DF653E}" srcOrd="12" destOrd="0" presId="urn:microsoft.com/office/officeart/2005/8/layout/cycle6"/>
    <dgm:cxn modelId="{85511989-DDCF-4C8A-8C79-8CDB599E47AC}" type="presParOf" srcId="{3B8FD7FB-8F29-4043-8F57-405C2C3D1EBD}" destId="{D10D355E-3C9E-41D7-A11D-38F7D09BFA74}" srcOrd="13" destOrd="0" presId="urn:microsoft.com/office/officeart/2005/8/layout/cycle6"/>
    <dgm:cxn modelId="{54316CFA-2C0D-43D9-A292-11011BA63F65}" type="presParOf" srcId="{3B8FD7FB-8F29-4043-8F57-405C2C3D1EBD}" destId="{5FA3E78C-2AB0-449D-B0B4-EDD97A4024EB}" srcOrd="14" destOrd="0" presId="urn:microsoft.com/office/officeart/2005/8/layout/cycle6"/>
    <dgm:cxn modelId="{9B8B5B6E-BE28-4439-9D65-05BCB9471E7D}" type="presParOf" srcId="{3B8FD7FB-8F29-4043-8F57-405C2C3D1EBD}" destId="{DA6F5FBB-AD73-4ADB-B796-536C610E3FBF}" srcOrd="15" destOrd="0" presId="urn:microsoft.com/office/officeart/2005/8/layout/cycle6"/>
    <dgm:cxn modelId="{540EEB28-BFDE-48E0-9E9D-BCCB7C8A08A3}" type="presParOf" srcId="{3B8FD7FB-8F29-4043-8F57-405C2C3D1EBD}" destId="{1494556D-2096-4236-BEE3-E2CC5D821B2D}" srcOrd="16" destOrd="0" presId="urn:microsoft.com/office/officeart/2005/8/layout/cycle6"/>
    <dgm:cxn modelId="{F6A6A239-D246-4DA3-A017-66B651556300}" type="presParOf" srcId="{3B8FD7FB-8F29-4043-8F57-405C2C3D1EBD}" destId="{4E633252-5117-484E-A260-8EA7D4E24332}" srcOrd="17" destOrd="0" presId="urn:microsoft.com/office/officeart/2005/8/layout/cycle6"/>
    <dgm:cxn modelId="{F56595D3-74C0-4B20-8D52-D84A06FE023F}" type="presParOf" srcId="{3B8FD7FB-8F29-4043-8F57-405C2C3D1EBD}" destId="{7DBDDD8B-BE1C-499F-8611-7311DA05BE0A}" srcOrd="18" destOrd="0" presId="urn:microsoft.com/office/officeart/2005/8/layout/cycle6"/>
    <dgm:cxn modelId="{2AADCD70-F53C-459B-9882-B4F95EC2BB20}" type="presParOf" srcId="{3B8FD7FB-8F29-4043-8F57-405C2C3D1EBD}" destId="{C514EDBC-BC56-4203-8686-BC992201EF07}" srcOrd="19" destOrd="0" presId="urn:microsoft.com/office/officeart/2005/8/layout/cycle6"/>
    <dgm:cxn modelId="{02A0B2DF-FDAD-4E36-B2EE-EACF1D18C66A}" type="presParOf" srcId="{3B8FD7FB-8F29-4043-8F57-405C2C3D1EBD}" destId="{2AFAAB34-6B6F-4CF6-A36C-4B516385AAC3}" srcOrd="20" destOrd="0" presId="urn:microsoft.com/office/officeart/2005/8/layout/cycle6"/>
    <dgm:cxn modelId="{B80263F7-C309-4E93-94D4-25A12ED92EAB}" type="presParOf" srcId="{3B8FD7FB-8F29-4043-8F57-405C2C3D1EBD}" destId="{87B323EC-6BE4-478A-AE3B-A66F1E83FC0E}" srcOrd="21" destOrd="0" presId="urn:microsoft.com/office/officeart/2005/8/layout/cycle6"/>
    <dgm:cxn modelId="{AA4414AA-4315-4DC5-9D87-E0D4FEF9A356}" type="presParOf" srcId="{3B8FD7FB-8F29-4043-8F57-405C2C3D1EBD}" destId="{8B116787-BB29-4C89-9C38-B47C413C38F5}" srcOrd="22" destOrd="0" presId="urn:microsoft.com/office/officeart/2005/8/layout/cycle6"/>
    <dgm:cxn modelId="{1EB93751-5D32-4E9D-8D83-E32AC1BE53E5}" type="presParOf" srcId="{3B8FD7FB-8F29-4043-8F57-405C2C3D1EBD}" destId="{EC3BB6B0-4C24-4E95-8F94-7729F63B81C1}" srcOrd="23" destOrd="0" presId="urn:microsoft.com/office/officeart/2005/8/layout/cycle6"/>
    <dgm:cxn modelId="{6FD3F269-1673-4599-A856-EC441EE062DD}" type="presParOf" srcId="{3B8FD7FB-8F29-4043-8F57-405C2C3D1EBD}" destId="{8BE4530F-E5E9-4202-AECC-EE9E7AB068EE}" srcOrd="24" destOrd="0" presId="urn:microsoft.com/office/officeart/2005/8/layout/cycle6"/>
    <dgm:cxn modelId="{3C3AD83A-3D77-43D1-9802-C10A73CB7DDE}" type="presParOf" srcId="{3B8FD7FB-8F29-4043-8F57-405C2C3D1EBD}" destId="{C5652CA4-1726-4564-9EA6-89EE3981068F}" srcOrd="25" destOrd="0" presId="urn:microsoft.com/office/officeart/2005/8/layout/cycle6"/>
    <dgm:cxn modelId="{82EF0219-C7F9-4618-B999-E2166B3C8FF1}" type="presParOf" srcId="{3B8FD7FB-8F29-4043-8F57-405C2C3D1EBD}" destId="{45F65882-A27E-4B75-B962-518A90BF48C7}" srcOrd="26" destOrd="0" presId="urn:microsoft.com/office/officeart/2005/8/layout/cycle6"/>
    <dgm:cxn modelId="{E141FEF7-C47D-4924-8A62-D0E61731D0D8}" type="presParOf" srcId="{3B8FD7FB-8F29-4043-8F57-405C2C3D1EBD}" destId="{B6BF0FE1-88C7-483A-B29C-2EEA6B43C64E}" srcOrd="27" destOrd="0" presId="urn:microsoft.com/office/officeart/2005/8/layout/cycle6"/>
    <dgm:cxn modelId="{28818550-C876-4DA7-8661-18917DEAAC19}" type="presParOf" srcId="{3B8FD7FB-8F29-4043-8F57-405C2C3D1EBD}" destId="{12752CAE-07FD-4FE7-B5B8-F2D5331DD0C3}" srcOrd="28" destOrd="0" presId="urn:microsoft.com/office/officeart/2005/8/layout/cycle6"/>
    <dgm:cxn modelId="{8CA623D8-D643-4E4E-BAA0-F0C6903704EA}" type="presParOf" srcId="{3B8FD7FB-8F29-4043-8F57-405C2C3D1EBD}" destId="{8327AD10-BC83-42AD-BBCC-73F4E3B18F95}" srcOrd="29" destOrd="0" presId="urn:microsoft.com/office/officeart/2005/8/layout/cycle6"/>
    <dgm:cxn modelId="{553DC353-4E68-49ED-945F-6C2F949EE867}" type="presParOf" srcId="{3B8FD7FB-8F29-4043-8F57-405C2C3D1EBD}" destId="{438C6DCC-8FD8-4920-BDC9-4F647C1C05BD}" srcOrd="30" destOrd="0" presId="urn:microsoft.com/office/officeart/2005/8/layout/cycle6"/>
    <dgm:cxn modelId="{C1B6876B-FF0C-422E-9371-E76858BEDDB3}" type="presParOf" srcId="{3B8FD7FB-8F29-4043-8F57-405C2C3D1EBD}" destId="{E18B6BCF-E6CA-4416-878E-796E54C8211B}" srcOrd="31" destOrd="0" presId="urn:microsoft.com/office/officeart/2005/8/layout/cycle6"/>
    <dgm:cxn modelId="{1CA44C53-C49D-4A13-A2C4-96BDEDED35B0}" type="presParOf" srcId="{3B8FD7FB-8F29-4043-8F57-405C2C3D1EBD}" destId="{A51679DD-6035-4397-83B9-D6971D94A953}" srcOrd="32" destOrd="0" presId="urn:microsoft.com/office/officeart/2005/8/layout/cycle6"/>
    <dgm:cxn modelId="{2BF65BA1-7EB0-4CD8-B2C4-DE11F990FCD9}" type="presParOf" srcId="{3B8FD7FB-8F29-4043-8F57-405C2C3D1EBD}" destId="{C187070A-5E4D-4C78-AF32-AC83CC867E95}" srcOrd="33" destOrd="0" presId="urn:microsoft.com/office/officeart/2005/8/layout/cycle6"/>
    <dgm:cxn modelId="{DFC70C35-DAC1-4090-9487-8DAA3C70E544}" type="presParOf" srcId="{3B8FD7FB-8F29-4043-8F57-405C2C3D1EBD}" destId="{513C987D-64DB-4EFE-A0CB-1450E797DC03}" srcOrd="34" destOrd="0" presId="urn:microsoft.com/office/officeart/2005/8/layout/cycle6"/>
    <dgm:cxn modelId="{DCF67E86-17A6-44D8-948C-8D5EED5A49AC}" type="presParOf" srcId="{3B8FD7FB-8F29-4043-8F57-405C2C3D1EBD}" destId="{E9D604A0-67B2-4FA3-A234-FBCA3350BF49}" srcOrd="35" destOrd="0" presId="urn:microsoft.com/office/officeart/2005/8/layout/cycle6"/>
    <dgm:cxn modelId="{9F2532DB-8E6C-4B09-9D73-0DBF1104F0D5}" type="presParOf" srcId="{3B8FD7FB-8F29-4043-8F57-405C2C3D1EBD}" destId="{B3F7042C-D71A-4976-87B8-30E82E99F4EC}" srcOrd="36" destOrd="0" presId="urn:microsoft.com/office/officeart/2005/8/layout/cycle6"/>
    <dgm:cxn modelId="{8E2AA3A9-827D-4BB0-8256-91DAEB3EE4D3}" type="presParOf" srcId="{3B8FD7FB-8F29-4043-8F57-405C2C3D1EBD}" destId="{0D503677-6BE4-4C03-9F6C-B0C86E10D93C}" srcOrd="37" destOrd="0" presId="urn:microsoft.com/office/officeart/2005/8/layout/cycle6"/>
    <dgm:cxn modelId="{806BDC49-16D9-4B66-B4C3-AA8086BD9970}" type="presParOf" srcId="{3B8FD7FB-8F29-4043-8F57-405C2C3D1EBD}" destId="{6D53C6B7-BB63-4AA9-AEE6-B8CC3BE1A99D}" srcOrd="38" destOrd="0" presId="urn:microsoft.com/office/officeart/2005/8/layout/cycle6"/>
    <dgm:cxn modelId="{5AC6A527-6686-4239-85BD-42043B1FD85C}" type="presParOf" srcId="{3B8FD7FB-8F29-4043-8F57-405C2C3D1EBD}" destId="{9BCD8AD4-617C-4E13-8D3C-4C01B9001FD7}" srcOrd="39" destOrd="0" presId="urn:microsoft.com/office/officeart/2005/8/layout/cycle6"/>
    <dgm:cxn modelId="{5A853447-F1E4-4971-9060-7A1F83A234E8}" type="presParOf" srcId="{3B8FD7FB-8F29-4043-8F57-405C2C3D1EBD}" destId="{1DD1E13D-5163-4921-801A-943161BCC589}" srcOrd="40" destOrd="0" presId="urn:microsoft.com/office/officeart/2005/8/layout/cycle6"/>
    <dgm:cxn modelId="{10AE65FF-6EB9-48F5-8AFE-D523F23819FC}" type="presParOf" srcId="{3B8FD7FB-8F29-4043-8F57-405C2C3D1EBD}" destId="{23EF2C38-F3C7-48D1-8F8E-12F1231C10CC}" srcOrd="41" destOrd="0" presId="urn:microsoft.com/office/officeart/2005/8/layout/cycle6"/>
    <dgm:cxn modelId="{9135A17A-3082-4439-B962-CD1D479F20F0}" type="presParOf" srcId="{3B8FD7FB-8F29-4043-8F57-405C2C3D1EBD}" destId="{40241D54-7F93-4390-B533-173AEA7E4D49}" srcOrd="42" destOrd="0" presId="urn:microsoft.com/office/officeart/2005/8/layout/cycle6"/>
    <dgm:cxn modelId="{CF5CBC42-758C-4CDA-BFE5-C16B676B8120}" type="presParOf" srcId="{3B8FD7FB-8F29-4043-8F57-405C2C3D1EBD}" destId="{221AABFC-57A6-4982-BF10-9F902C0AECF9}" srcOrd="43" destOrd="0" presId="urn:microsoft.com/office/officeart/2005/8/layout/cycle6"/>
    <dgm:cxn modelId="{AF1A6803-F69C-493B-9F15-06C24B921BCF}" type="presParOf" srcId="{3B8FD7FB-8F29-4043-8F57-405C2C3D1EBD}" destId="{328D56E0-37E9-4F36-A40A-0C71A9E9D8FB}" srcOrd="44" destOrd="0" presId="urn:microsoft.com/office/officeart/2005/8/layout/cycle6"/>
    <dgm:cxn modelId="{A872D044-FF84-43D9-8C92-6D60657986EB}" type="presParOf" srcId="{3B8FD7FB-8F29-4043-8F57-405C2C3D1EBD}" destId="{A4719A59-8586-4D53-B9B4-6639B7D7F596}" srcOrd="45" destOrd="0" presId="urn:microsoft.com/office/officeart/2005/8/layout/cycle6"/>
    <dgm:cxn modelId="{18136673-7CB1-4A80-BAB7-22521D5117B1}" type="presParOf" srcId="{3B8FD7FB-8F29-4043-8F57-405C2C3D1EBD}" destId="{FF73CFBB-42E3-49EB-87AF-EA990726005A}" srcOrd="46" destOrd="0" presId="urn:microsoft.com/office/officeart/2005/8/layout/cycle6"/>
    <dgm:cxn modelId="{F193CCEE-1E18-4BA3-BE7D-EFA6CC08648E}" type="presParOf" srcId="{3B8FD7FB-8F29-4043-8F57-405C2C3D1EBD}" destId="{666842F1-7C8E-4DE9-BB00-0D0E266AFCB7}" srcOrd="47" destOrd="0" presId="urn:microsoft.com/office/officeart/2005/8/layout/cycle6"/>
    <dgm:cxn modelId="{894D5938-38AB-4F7A-9661-8B910FD834F4}" type="presParOf" srcId="{3B8FD7FB-8F29-4043-8F57-405C2C3D1EBD}" destId="{739A0D2A-DD97-4AED-8C7F-ACBDD5FC9824}" srcOrd="48" destOrd="0" presId="urn:microsoft.com/office/officeart/2005/8/layout/cycle6"/>
    <dgm:cxn modelId="{FC1305C5-CD9A-493F-A1C7-A7232A9817C1}" type="presParOf" srcId="{3B8FD7FB-8F29-4043-8F57-405C2C3D1EBD}" destId="{3A372FCA-5404-4948-A646-7086F524AB67}" srcOrd="49" destOrd="0" presId="urn:microsoft.com/office/officeart/2005/8/layout/cycle6"/>
    <dgm:cxn modelId="{0F98E968-E4B8-4274-B1B4-A7AB3F06899C}" type="presParOf" srcId="{3B8FD7FB-8F29-4043-8F57-405C2C3D1EBD}" destId="{27A4ACA9-4906-420F-9CDC-E4E9F84AEDD0}" srcOrd="50" destOrd="0" presId="urn:microsoft.com/office/officeart/2005/8/layout/cycle6"/>
    <dgm:cxn modelId="{4C05F203-9877-49BA-9996-07DE5829AF62}" type="presParOf" srcId="{3B8FD7FB-8F29-4043-8F57-405C2C3D1EBD}" destId="{8E270C5A-031F-4BF1-8E0B-89F8201DC1D4}" srcOrd="51" destOrd="0" presId="urn:microsoft.com/office/officeart/2005/8/layout/cycle6"/>
    <dgm:cxn modelId="{06A7D33E-C3D0-4B67-B563-80D477B118AF}" type="presParOf" srcId="{3B8FD7FB-8F29-4043-8F57-405C2C3D1EBD}" destId="{27694AFE-B70A-427C-BE6E-1CCABBD20DEC}" srcOrd="52" destOrd="0" presId="urn:microsoft.com/office/officeart/2005/8/layout/cycle6"/>
    <dgm:cxn modelId="{A02A6C4A-30A3-4B34-A824-5D516500A9B2}" type="presParOf" srcId="{3B8FD7FB-8F29-4043-8F57-405C2C3D1EBD}" destId="{35818992-44D6-4EFC-AB25-8AA21C3F8347}" srcOrd="53" destOrd="0" presId="urn:microsoft.com/office/officeart/2005/8/layout/cycle6"/>
    <dgm:cxn modelId="{763442F3-FED9-413B-BAA9-8397C87CCA58}" type="presParOf" srcId="{3B8FD7FB-8F29-4043-8F57-405C2C3D1EBD}" destId="{5DABD85D-CCE6-49F6-8A36-BCB6B2EFAA99}" srcOrd="54" destOrd="0" presId="urn:microsoft.com/office/officeart/2005/8/layout/cycle6"/>
    <dgm:cxn modelId="{9792DDA9-4CFE-495A-99ED-637055C7C36D}" type="presParOf" srcId="{3B8FD7FB-8F29-4043-8F57-405C2C3D1EBD}" destId="{78FB3943-01B4-4314-BC59-19CF7F53D258}" srcOrd="55" destOrd="0" presId="urn:microsoft.com/office/officeart/2005/8/layout/cycle6"/>
    <dgm:cxn modelId="{517B6BBE-496D-4DE5-9080-E7ECC6FD3313}" type="presParOf" srcId="{3B8FD7FB-8F29-4043-8F57-405C2C3D1EBD}" destId="{BE42E3C7-251B-41B5-B42C-09EC99014B4C}" srcOrd="56" destOrd="0" presId="urn:microsoft.com/office/officeart/2005/8/layout/cycle6"/>
    <dgm:cxn modelId="{9475B3FE-EB58-466C-9E43-F7CA5A7B5504}" type="presParOf" srcId="{3B8FD7FB-8F29-4043-8F57-405C2C3D1EBD}" destId="{4BDD6F94-3638-435E-8447-FB92FC1D414F}" srcOrd="57" destOrd="0" presId="urn:microsoft.com/office/officeart/2005/8/layout/cycle6"/>
    <dgm:cxn modelId="{DB5B77EE-8D59-486A-BD64-4CD708256BCE}" type="presParOf" srcId="{3B8FD7FB-8F29-4043-8F57-405C2C3D1EBD}" destId="{1737EFE0-054D-4C4E-93EE-2649FCD17391}" srcOrd="58" destOrd="0" presId="urn:microsoft.com/office/officeart/2005/8/layout/cycle6"/>
    <dgm:cxn modelId="{B2FA8293-DDD1-44E2-B761-A6EA4C7BFC25}" type="presParOf" srcId="{3B8FD7FB-8F29-4043-8F57-405C2C3D1EBD}" destId="{DE2B5A4C-CB18-40F0-8E5B-D4D288E674C9}" srcOrd="59" destOrd="0" presId="urn:microsoft.com/office/officeart/2005/8/layout/cycle6"/>
    <dgm:cxn modelId="{37F3B956-B810-4DD9-9CA5-DF266D463E26}" type="presParOf" srcId="{3B8FD7FB-8F29-4043-8F57-405C2C3D1EBD}" destId="{FD10162F-4B67-49EA-A357-9BB47E8DBCED}" srcOrd="60" destOrd="0" presId="urn:microsoft.com/office/officeart/2005/8/layout/cycle6"/>
    <dgm:cxn modelId="{3C4B8B5C-950D-4E72-AF5D-B84E0459B2F4}" type="presParOf" srcId="{3B8FD7FB-8F29-4043-8F57-405C2C3D1EBD}" destId="{B4082797-0DF6-4528-AC97-1E4D6BDC7C2A}" srcOrd="61" destOrd="0" presId="urn:microsoft.com/office/officeart/2005/8/layout/cycle6"/>
    <dgm:cxn modelId="{C4EFE3FA-8135-4A0A-B40B-9AB8DDCD3CD6}" type="presParOf" srcId="{3B8FD7FB-8F29-4043-8F57-405C2C3D1EBD}" destId="{8B098E89-6F0C-4020-AAFA-412F25434574}" srcOrd="62" destOrd="0" presId="urn:microsoft.com/office/officeart/2005/8/layout/cycle6"/>
    <dgm:cxn modelId="{48C761C4-D93F-46DE-9D78-C064BC3E29A9}" type="presParOf" srcId="{3B8FD7FB-8F29-4043-8F57-405C2C3D1EBD}" destId="{5251AA44-A6C0-48F5-82BD-15AE1751E41B}" srcOrd="63" destOrd="0" presId="urn:microsoft.com/office/officeart/2005/8/layout/cycle6"/>
    <dgm:cxn modelId="{C0B4BD0C-641A-48C1-B599-98609A85D0CB}" type="presParOf" srcId="{3B8FD7FB-8F29-4043-8F57-405C2C3D1EBD}" destId="{04C584F3-6050-47FA-AC79-490E876A1E06}" srcOrd="64" destOrd="0" presId="urn:microsoft.com/office/officeart/2005/8/layout/cycle6"/>
    <dgm:cxn modelId="{B0796689-DB69-4F8B-8AF8-0A9D90DEFD27}" type="presParOf" srcId="{3B8FD7FB-8F29-4043-8F57-405C2C3D1EBD}" destId="{96698129-963B-4227-B693-BC3EACAB6500}" srcOrd="65" destOrd="0" presId="urn:microsoft.com/office/officeart/2005/8/layout/cycle6"/>
    <dgm:cxn modelId="{CD92CAD2-215E-4BAB-82C9-E098F5CAD526}" type="presParOf" srcId="{3B8FD7FB-8F29-4043-8F57-405C2C3D1EBD}" destId="{5370936A-911B-4A4B-8988-2468A7FFF388}" srcOrd="66" destOrd="0" presId="urn:microsoft.com/office/officeart/2005/8/layout/cycle6"/>
    <dgm:cxn modelId="{5D75D7DA-E2A4-424E-9468-DCC10A896F63}" type="presParOf" srcId="{3B8FD7FB-8F29-4043-8F57-405C2C3D1EBD}" destId="{59E4AE9D-A4E0-4C70-9E54-A660ABFE8484}" srcOrd="67" destOrd="0" presId="urn:microsoft.com/office/officeart/2005/8/layout/cycle6"/>
    <dgm:cxn modelId="{FF846F02-15D8-43B2-B826-2E4244EF7A18}" type="presParOf" srcId="{3B8FD7FB-8F29-4043-8F57-405C2C3D1EBD}" destId="{E7236D2C-75E2-4632-A4E6-1140D5FAFAA1}" srcOrd="6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AEC67C1-B76D-4A8C-963E-A049C7AE35F1}"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1DB452C9-53A1-47A8-80ED-8A616FB1DA01}">
      <dgm:prSet phldrT="[Text]"/>
      <dgm:spPr>
        <a:solidFill>
          <a:srgbClr val="00B0F0"/>
        </a:solidFill>
      </dgm:spPr>
      <dgm:t>
        <a:bodyPr/>
        <a:lstStyle/>
        <a:p>
          <a:r>
            <a:rPr lang="en-US" b="0" dirty="0" smtClean="0">
              <a:solidFill>
                <a:schemeClr val="bg1"/>
              </a:solidFill>
            </a:rPr>
            <a:t>Group1</a:t>
          </a:r>
          <a:endParaRPr lang="en-US" b="0" dirty="0">
            <a:solidFill>
              <a:schemeClr val="bg1"/>
            </a:solidFill>
          </a:endParaRPr>
        </a:p>
      </dgm:t>
    </dgm:pt>
    <dgm:pt modelId="{79D4B165-97DA-4996-9C50-472E44BC0BBF}" type="parTrans" cxnId="{5E4F00B3-E642-4D72-A68F-39A6BC51841D}">
      <dgm:prSet/>
      <dgm:spPr/>
      <dgm:t>
        <a:bodyPr/>
        <a:lstStyle/>
        <a:p>
          <a:endParaRPr lang="en-US"/>
        </a:p>
      </dgm:t>
    </dgm:pt>
    <dgm:pt modelId="{EE50B0E1-F909-47EE-873A-F88B824E8141}" type="sibTrans" cxnId="{5E4F00B3-E642-4D72-A68F-39A6BC51841D}">
      <dgm:prSet/>
      <dgm:spPr/>
      <dgm:t>
        <a:bodyPr/>
        <a:lstStyle/>
        <a:p>
          <a:endParaRPr lang="en-US"/>
        </a:p>
      </dgm:t>
    </dgm:pt>
    <dgm:pt modelId="{5867C861-02BD-4C01-90BD-0343917D3308}">
      <dgm:prSet phldrT="[Text]"/>
      <dgm:spPr>
        <a:solidFill>
          <a:srgbClr val="1CADE4"/>
        </a:solidFill>
      </dgm:spPr>
      <dgm:t>
        <a:bodyPr/>
        <a:lstStyle/>
        <a:p>
          <a:r>
            <a:rPr lang="en-US" b="0" dirty="0" smtClean="0">
              <a:solidFill>
                <a:schemeClr val="bg1"/>
              </a:solidFill>
            </a:rPr>
            <a:t>Group2</a:t>
          </a:r>
          <a:endParaRPr lang="en-US" b="0" dirty="0">
            <a:solidFill>
              <a:schemeClr val="bg1"/>
            </a:solidFill>
          </a:endParaRPr>
        </a:p>
      </dgm:t>
    </dgm:pt>
    <dgm:pt modelId="{6584B2CA-BFEA-4BC0-B816-F3CBD1D4102E}" type="parTrans" cxnId="{F69380B5-9880-4581-98B8-6459F760569B}">
      <dgm:prSet/>
      <dgm:spPr/>
      <dgm:t>
        <a:bodyPr/>
        <a:lstStyle/>
        <a:p>
          <a:endParaRPr lang="en-US"/>
        </a:p>
      </dgm:t>
    </dgm:pt>
    <dgm:pt modelId="{FE34ED0D-43CD-43A7-A289-B078595383AD}" type="sibTrans" cxnId="{F69380B5-9880-4581-98B8-6459F760569B}">
      <dgm:prSet/>
      <dgm:spPr/>
      <dgm:t>
        <a:bodyPr/>
        <a:lstStyle/>
        <a:p>
          <a:endParaRPr lang="en-US"/>
        </a:p>
      </dgm:t>
    </dgm:pt>
    <dgm:pt modelId="{60276E76-7D17-4AF0-B984-E05FDCE5EAF9}">
      <dgm:prSet phldrT="[Text]"/>
      <dgm:spPr>
        <a:solidFill>
          <a:srgbClr val="1CADE4"/>
        </a:solidFill>
      </dgm:spPr>
      <dgm:t>
        <a:bodyPr/>
        <a:lstStyle/>
        <a:p>
          <a:r>
            <a:rPr lang="en-US" b="0" dirty="0" smtClean="0">
              <a:solidFill>
                <a:schemeClr val="bg1"/>
              </a:solidFill>
            </a:rPr>
            <a:t>Group3</a:t>
          </a:r>
          <a:endParaRPr lang="en-US" b="0" dirty="0">
            <a:solidFill>
              <a:schemeClr val="bg1"/>
            </a:solidFill>
          </a:endParaRPr>
        </a:p>
      </dgm:t>
    </dgm:pt>
    <dgm:pt modelId="{5CE50795-46F1-4FEE-9521-66D5E816D683}" type="parTrans" cxnId="{0A577301-541B-4E17-8CA6-35AF5015D167}">
      <dgm:prSet/>
      <dgm:spPr/>
      <dgm:t>
        <a:bodyPr/>
        <a:lstStyle/>
        <a:p>
          <a:endParaRPr lang="en-US"/>
        </a:p>
      </dgm:t>
    </dgm:pt>
    <dgm:pt modelId="{3AD0382E-B7AE-4D1B-9EC6-A8E25FA295C7}" type="sibTrans" cxnId="{0A577301-541B-4E17-8CA6-35AF5015D167}">
      <dgm:prSet/>
      <dgm:spPr/>
      <dgm:t>
        <a:bodyPr/>
        <a:lstStyle/>
        <a:p>
          <a:endParaRPr lang="en-US"/>
        </a:p>
      </dgm:t>
    </dgm:pt>
    <dgm:pt modelId="{6D466157-66DB-4DD4-8023-13374872C4DF}">
      <dgm:prSet phldrT="[Text]"/>
      <dgm:spPr/>
      <dgm:t>
        <a:bodyPr/>
        <a:lstStyle/>
        <a:p>
          <a:r>
            <a:rPr lang="en-US" dirty="0" smtClean="0"/>
            <a:t>Group4</a:t>
          </a:r>
          <a:endParaRPr lang="en-US" dirty="0"/>
        </a:p>
      </dgm:t>
    </dgm:pt>
    <dgm:pt modelId="{FC35E924-2622-4DC4-842F-1AB74D5EA732}" type="parTrans" cxnId="{E2187621-8BAB-493F-BBEB-E8D9C3CF101A}">
      <dgm:prSet/>
      <dgm:spPr/>
      <dgm:t>
        <a:bodyPr/>
        <a:lstStyle/>
        <a:p>
          <a:endParaRPr lang="en-US"/>
        </a:p>
      </dgm:t>
    </dgm:pt>
    <dgm:pt modelId="{2DD878C3-CA8D-4D97-BB11-63D44A3442AB}" type="sibTrans" cxnId="{E2187621-8BAB-493F-BBEB-E8D9C3CF101A}">
      <dgm:prSet/>
      <dgm:spPr/>
      <dgm:t>
        <a:bodyPr/>
        <a:lstStyle/>
        <a:p>
          <a:endParaRPr lang="en-US"/>
        </a:p>
      </dgm:t>
    </dgm:pt>
    <dgm:pt modelId="{2C274BE5-B389-4078-8F78-286286D47B16}">
      <dgm:prSet phldrT="[Text]"/>
      <dgm:spPr/>
      <dgm:t>
        <a:bodyPr/>
        <a:lstStyle/>
        <a:p>
          <a:r>
            <a:rPr lang="en-US" dirty="0" smtClean="0"/>
            <a:t>Group5</a:t>
          </a:r>
          <a:endParaRPr lang="en-US" dirty="0"/>
        </a:p>
      </dgm:t>
    </dgm:pt>
    <dgm:pt modelId="{0165F449-0690-4EB0-BB3F-548931C6F56E}" type="parTrans" cxnId="{0252699B-9C27-4E94-B7BE-CD68D63BABE8}">
      <dgm:prSet/>
      <dgm:spPr/>
      <dgm:t>
        <a:bodyPr/>
        <a:lstStyle/>
        <a:p>
          <a:endParaRPr lang="en-US"/>
        </a:p>
      </dgm:t>
    </dgm:pt>
    <dgm:pt modelId="{342C9B7B-B1FA-4D57-B3AE-19B4EAD28D26}" type="sibTrans" cxnId="{0252699B-9C27-4E94-B7BE-CD68D63BABE8}">
      <dgm:prSet/>
      <dgm:spPr/>
      <dgm:t>
        <a:bodyPr/>
        <a:lstStyle/>
        <a:p>
          <a:endParaRPr lang="en-US"/>
        </a:p>
      </dgm:t>
    </dgm:pt>
    <dgm:pt modelId="{A0D53082-E036-4E4C-8CDD-3DFDBDC0F8D0}">
      <dgm:prSet phldrT="[Text]"/>
      <dgm:spPr/>
      <dgm:t>
        <a:bodyPr/>
        <a:lstStyle/>
        <a:p>
          <a:r>
            <a:rPr lang="en-US" dirty="0" smtClean="0"/>
            <a:t>Group6</a:t>
          </a:r>
          <a:endParaRPr lang="en-US" dirty="0"/>
        </a:p>
      </dgm:t>
    </dgm:pt>
    <dgm:pt modelId="{445600EF-38EB-4D42-8838-581F42A4AF68}" type="parTrans" cxnId="{31205955-5404-44E6-B523-1710AFF92313}">
      <dgm:prSet/>
      <dgm:spPr/>
      <dgm:t>
        <a:bodyPr/>
        <a:lstStyle/>
        <a:p>
          <a:endParaRPr lang="en-US"/>
        </a:p>
      </dgm:t>
    </dgm:pt>
    <dgm:pt modelId="{B192576A-F6EB-4568-A67B-8AF396F52E2A}" type="sibTrans" cxnId="{31205955-5404-44E6-B523-1710AFF92313}">
      <dgm:prSet/>
      <dgm:spPr/>
      <dgm:t>
        <a:bodyPr/>
        <a:lstStyle/>
        <a:p>
          <a:endParaRPr lang="en-US"/>
        </a:p>
      </dgm:t>
    </dgm:pt>
    <dgm:pt modelId="{D23EEA6B-19F0-4B1A-A0BD-A613D5DA1F97}">
      <dgm:prSet phldrT="[Text]"/>
      <dgm:spPr/>
      <dgm:t>
        <a:bodyPr/>
        <a:lstStyle/>
        <a:p>
          <a:r>
            <a:rPr lang="en-US" dirty="0" smtClean="0"/>
            <a:t>Group7</a:t>
          </a:r>
          <a:endParaRPr lang="en-US" dirty="0"/>
        </a:p>
      </dgm:t>
    </dgm:pt>
    <dgm:pt modelId="{4A24C8A2-2C43-480B-8F61-CD3AA9BD21EF}" type="parTrans" cxnId="{59DC304C-5CB3-4F2C-91D7-AF341839DCE9}">
      <dgm:prSet/>
      <dgm:spPr/>
      <dgm:t>
        <a:bodyPr/>
        <a:lstStyle/>
        <a:p>
          <a:endParaRPr lang="en-US"/>
        </a:p>
      </dgm:t>
    </dgm:pt>
    <dgm:pt modelId="{4C54E9F7-3F8E-4D77-B02E-424BA79AE782}" type="sibTrans" cxnId="{59DC304C-5CB3-4F2C-91D7-AF341839DCE9}">
      <dgm:prSet/>
      <dgm:spPr/>
      <dgm:t>
        <a:bodyPr/>
        <a:lstStyle/>
        <a:p>
          <a:endParaRPr lang="en-US"/>
        </a:p>
      </dgm:t>
    </dgm:pt>
    <dgm:pt modelId="{BCD08B15-39B6-4B6A-9A29-6E0023965AEA}">
      <dgm:prSet phldrT="[Text]"/>
      <dgm:spPr/>
      <dgm:t>
        <a:bodyPr/>
        <a:lstStyle/>
        <a:p>
          <a:r>
            <a:rPr lang="en-US" dirty="0" smtClean="0"/>
            <a:t>Group8</a:t>
          </a:r>
          <a:endParaRPr lang="en-US" dirty="0"/>
        </a:p>
      </dgm:t>
    </dgm:pt>
    <dgm:pt modelId="{E4E0EBDB-9E1D-4E73-A8FA-5BE9ECE35E16}" type="parTrans" cxnId="{4F94B2E9-C845-4215-A68B-23FFCE25D353}">
      <dgm:prSet/>
      <dgm:spPr/>
      <dgm:t>
        <a:bodyPr/>
        <a:lstStyle/>
        <a:p>
          <a:endParaRPr lang="en-US"/>
        </a:p>
      </dgm:t>
    </dgm:pt>
    <dgm:pt modelId="{552C6C61-3E04-46D8-B494-FC61650B9F3C}" type="sibTrans" cxnId="{4F94B2E9-C845-4215-A68B-23FFCE25D353}">
      <dgm:prSet/>
      <dgm:spPr/>
      <dgm:t>
        <a:bodyPr/>
        <a:lstStyle/>
        <a:p>
          <a:endParaRPr lang="en-US"/>
        </a:p>
      </dgm:t>
    </dgm:pt>
    <dgm:pt modelId="{8A797F95-FE8E-4664-AF82-044C61C09760}">
      <dgm:prSet phldrT="[Text]"/>
      <dgm:spPr/>
      <dgm:t>
        <a:bodyPr/>
        <a:lstStyle/>
        <a:p>
          <a:r>
            <a:rPr lang="en-US" dirty="0" smtClean="0"/>
            <a:t>Group9</a:t>
          </a:r>
          <a:endParaRPr lang="en-US" dirty="0"/>
        </a:p>
      </dgm:t>
    </dgm:pt>
    <dgm:pt modelId="{E4D3AD84-98AA-47E7-A10E-EDF35A02AE57}" type="parTrans" cxnId="{A9CB90D1-98B8-4CC4-9337-93937319FAD9}">
      <dgm:prSet/>
      <dgm:spPr/>
      <dgm:t>
        <a:bodyPr/>
        <a:lstStyle/>
        <a:p>
          <a:endParaRPr lang="en-US"/>
        </a:p>
      </dgm:t>
    </dgm:pt>
    <dgm:pt modelId="{DC8B683E-EFB2-415B-A079-66EB42200398}" type="sibTrans" cxnId="{A9CB90D1-98B8-4CC4-9337-93937319FAD9}">
      <dgm:prSet/>
      <dgm:spPr/>
      <dgm:t>
        <a:bodyPr/>
        <a:lstStyle/>
        <a:p>
          <a:endParaRPr lang="en-US"/>
        </a:p>
      </dgm:t>
    </dgm:pt>
    <dgm:pt modelId="{80FC0B6D-49A8-435A-BB28-409292372BCC}">
      <dgm:prSet phldrT="[Text]"/>
      <dgm:spPr/>
      <dgm:t>
        <a:bodyPr/>
        <a:lstStyle/>
        <a:p>
          <a:r>
            <a:rPr lang="en-US" dirty="0" smtClean="0"/>
            <a:t>Group10</a:t>
          </a:r>
          <a:endParaRPr lang="en-US" dirty="0"/>
        </a:p>
      </dgm:t>
    </dgm:pt>
    <dgm:pt modelId="{2DB6407B-843C-4CC9-9CC3-FEA2864E5E1B}" type="parTrans" cxnId="{8837C493-D1F1-4E40-A0ED-DBC41A4494B4}">
      <dgm:prSet/>
      <dgm:spPr/>
      <dgm:t>
        <a:bodyPr/>
        <a:lstStyle/>
        <a:p>
          <a:endParaRPr lang="en-US"/>
        </a:p>
      </dgm:t>
    </dgm:pt>
    <dgm:pt modelId="{72FFD877-6357-4819-8BB0-2F2F45FC7B52}" type="sibTrans" cxnId="{8837C493-D1F1-4E40-A0ED-DBC41A4494B4}">
      <dgm:prSet/>
      <dgm:spPr/>
      <dgm:t>
        <a:bodyPr/>
        <a:lstStyle/>
        <a:p>
          <a:endParaRPr lang="en-US"/>
        </a:p>
      </dgm:t>
    </dgm:pt>
    <dgm:pt modelId="{62460D7A-DA47-494F-811D-D4BBDF0792AF}">
      <dgm:prSet phldrT="[Text]"/>
      <dgm:spPr/>
      <dgm:t>
        <a:bodyPr/>
        <a:lstStyle/>
        <a:p>
          <a:r>
            <a:rPr lang="en-US" dirty="0" smtClean="0"/>
            <a:t>Group11</a:t>
          </a:r>
          <a:endParaRPr lang="en-US" dirty="0"/>
        </a:p>
      </dgm:t>
    </dgm:pt>
    <dgm:pt modelId="{F3FD37CB-A7F9-43B9-A61E-B549CF95FBEC}" type="parTrans" cxnId="{4E833544-5041-4277-96E7-490E4E95A5C3}">
      <dgm:prSet/>
      <dgm:spPr/>
      <dgm:t>
        <a:bodyPr/>
        <a:lstStyle/>
        <a:p>
          <a:endParaRPr lang="en-US"/>
        </a:p>
      </dgm:t>
    </dgm:pt>
    <dgm:pt modelId="{D57B41DE-86DE-4FE7-BF4C-283F100ADD7D}" type="sibTrans" cxnId="{4E833544-5041-4277-96E7-490E4E95A5C3}">
      <dgm:prSet/>
      <dgm:spPr/>
      <dgm:t>
        <a:bodyPr/>
        <a:lstStyle/>
        <a:p>
          <a:endParaRPr lang="en-US"/>
        </a:p>
      </dgm:t>
    </dgm:pt>
    <dgm:pt modelId="{581FD5D4-CD40-41EE-99C8-3775A7A39E44}">
      <dgm:prSet phldrT="[Text]"/>
      <dgm:spPr/>
      <dgm:t>
        <a:bodyPr/>
        <a:lstStyle/>
        <a:p>
          <a:r>
            <a:rPr lang="en-US" dirty="0" smtClean="0"/>
            <a:t>Group12</a:t>
          </a:r>
          <a:endParaRPr lang="en-US" dirty="0"/>
        </a:p>
      </dgm:t>
    </dgm:pt>
    <dgm:pt modelId="{AFA09801-959A-4FF8-82CA-906C456EC398}" type="parTrans" cxnId="{D9668D6F-6D3D-4D7F-BDE5-787493721B4B}">
      <dgm:prSet/>
      <dgm:spPr/>
      <dgm:t>
        <a:bodyPr/>
        <a:lstStyle/>
        <a:p>
          <a:endParaRPr lang="en-US"/>
        </a:p>
      </dgm:t>
    </dgm:pt>
    <dgm:pt modelId="{6B82B2EA-8181-44CA-B65C-24743C1A93AC}" type="sibTrans" cxnId="{D9668D6F-6D3D-4D7F-BDE5-787493721B4B}">
      <dgm:prSet/>
      <dgm:spPr/>
      <dgm:t>
        <a:bodyPr/>
        <a:lstStyle/>
        <a:p>
          <a:endParaRPr lang="en-US"/>
        </a:p>
      </dgm:t>
    </dgm:pt>
    <dgm:pt modelId="{A7C4B11C-AC43-4A9D-B20F-03407279539F}">
      <dgm:prSet phldrT="[Text]"/>
      <dgm:spPr>
        <a:solidFill>
          <a:srgbClr val="1CADE4"/>
        </a:solidFill>
      </dgm:spPr>
      <dgm:t>
        <a:bodyPr/>
        <a:lstStyle/>
        <a:p>
          <a:r>
            <a:rPr lang="en-US" b="0" dirty="0" smtClean="0">
              <a:solidFill>
                <a:schemeClr val="bg1"/>
              </a:solidFill>
            </a:rPr>
            <a:t>Group13</a:t>
          </a:r>
          <a:endParaRPr lang="en-US" b="0" dirty="0">
            <a:solidFill>
              <a:schemeClr val="bg1"/>
            </a:solidFill>
          </a:endParaRPr>
        </a:p>
      </dgm:t>
    </dgm:pt>
    <dgm:pt modelId="{F15105DD-AF20-48E3-A8D5-5B0A937D96A0}" type="parTrans" cxnId="{FB746317-5891-4654-8CCA-B98EF6C6471C}">
      <dgm:prSet/>
      <dgm:spPr/>
      <dgm:t>
        <a:bodyPr/>
        <a:lstStyle/>
        <a:p>
          <a:endParaRPr lang="en-US"/>
        </a:p>
      </dgm:t>
    </dgm:pt>
    <dgm:pt modelId="{6C8547B6-AD1A-4508-BC2F-BFE11DA7EE44}" type="sibTrans" cxnId="{FB746317-5891-4654-8CCA-B98EF6C6471C}">
      <dgm:prSet/>
      <dgm:spPr/>
      <dgm:t>
        <a:bodyPr/>
        <a:lstStyle/>
        <a:p>
          <a:endParaRPr lang="en-US"/>
        </a:p>
      </dgm:t>
    </dgm:pt>
    <dgm:pt modelId="{CE634133-CD93-472E-960C-271A98CDE83D}">
      <dgm:prSet phldrT="[Text]"/>
      <dgm:spPr>
        <a:solidFill>
          <a:srgbClr val="FF9999"/>
        </a:solidFill>
      </dgm:spPr>
      <dgm:t>
        <a:bodyPr/>
        <a:lstStyle/>
        <a:p>
          <a:r>
            <a:rPr lang="en-US" b="1" dirty="0" smtClean="0">
              <a:solidFill>
                <a:schemeClr val="tx1"/>
              </a:solidFill>
            </a:rPr>
            <a:t>Group14</a:t>
          </a:r>
          <a:endParaRPr lang="en-US" b="1" dirty="0">
            <a:solidFill>
              <a:schemeClr val="tx1"/>
            </a:solidFill>
          </a:endParaRPr>
        </a:p>
      </dgm:t>
    </dgm:pt>
    <dgm:pt modelId="{F0E7B667-2D91-4601-9320-46DF4F39FE33}" type="parTrans" cxnId="{54D47582-7280-45C4-BAFD-26C53F3C9561}">
      <dgm:prSet/>
      <dgm:spPr/>
      <dgm:t>
        <a:bodyPr/>
        <a:lstStyle/>
        <a:p>
          <a:endParaRPr lang="en-US"/>
        </a:p>
      </dgm:t>
    </dgm:pt>
    <dgm:pt modelId="{AE73A717-86DE-4866-AB5A-6A2CB698A033}" type="sibTrans" cxnId="{54D47582-7280-45C4-BAFD-26C53F3C9561}">
      <dgm:prSet/>
      <dgm:spPr/>
      <dgm:t>
        <a:bodyPr/>
        <a:lstStyle/>
        <a:p>
          <a:endParaRPr lang="en-US"/>
        </a:p>
      </dgm:t>
    </dgm:pt>
    <dgm:pt modelId="{888D55D4-4F71-4B14-9652-EAEEFDD5FE50}">
      <dgm:prSet phldrT="[Text]"/>
      <dgm:spPr/>
      <dgm:t>
        <a:bodyPr/>
        <a:lstStyle/>
        <a:p>
          <a:r>
            <a:rPr lang="en-US" dirty="0" smtClean="0"/>
            <a:t>Group15</a:t>
          </a:r>
          <a:endParaRPr lang="en-US" dirty="0"/>
        </a:p>
      </dgm:t>
    </dgm:pt>
    <dgm:pt modelId="{F96E81B9-77CA-45F8-A94E-C1A57D737DA6}" type="parTrans" cxnId="{F532B491-1030-4384-8C0A-605EFB735AD8}">
      <dgm:prSet/>
      <dgm:spPr/>
      <dgm:t>
        <a:bodyPr/>
        <a:lstStyle/>
        <a:p>
          <a:endParaRPr lang="en-US"/>
        </a:p>
      </dgm:t>
    </dgm:pt>
    <dgm:pt modelId="{3FBA8171-8F72-4D31-85B8-154C0B335869}" type="sibTrans" cxnId="{F532B491-1030-4384-8C0A-605EFB735AD8}">
      <dgm:prSet/>
      <dgm:spPr/>
      <dgm:t>
        <a:bodyPr/>
        <a:lstStyle/>
        <a:p>
          <a:endParaRPr lang="en-US"/>
        </a:p>
      </dgm:t>
    </dgm:pt>
    <dgm:pt modelId="{409C815A-1DFA-4D11-9D5F-5AEABB54CE8C}">
      <dgm:prSet phldrT="[Text]"/>
      <dgm:spPr/>
      <dgm:t>
        <a:bodyPr/>
        <a:lstStyle/>
        <a:p>
          <a:r>
            <a:rPr lang="en-US" dirty="0" smtClean="0"/>
            <a:t>Group16</a:t>
          </a:r>
          <a:endParaRPr lang="en-US" dirty="0"/>
        </a:p>
      </dgm:t>
    </dgm:pt>
    <dgm:pt modelId="{8A056BBE-3DEE-4E03-A5EA-9EE3FFA34BC9}" type="parTrans" cxnId="{7635C172-826E-45D4-8F9B-22FD1D91ACC7}">
      <dgm:prSet/>
      <dgm:spPr/>
      <dgm:t>
        <a:bodyPr/>
        <a:lstStyle/>
        <a:p>
          <a:endParaRPr lang="en-US"/>
        </a:p>
      </dgm:t>
    </dgm:pt>
    <dgm:pt modelId="{8F61A65A-F7F7-4F5C-91FA-14F27BAC090E}" type="sibTrans" cxnId="{7635C172-826E-45D4-8F9B-22FD1D91ACC7}">
      <dgm:prSet/>
      <dgm:spPr/>
      <dgm:t>
        <a:bodyPr/>
        <a:lstStyle/>
        <a:p>
          <a:endParaRPr lang="en-US"/>
        </a:p>
      </dgm:t>
    </dgm:pt>
    <dgm:pt modelId="{796EF08B-E2B6-4DB8-9DD8-FF188927C4EB}">
      <dgm:prSet phldrT="[Text]"/>
      <dgm:spPr/>
      <dgm:t>
        <a:bodyPr/>
        <a:lstStyle/>
        <a:p>
          <a:r>
            <a:rPr lang="en-US" dirty="0" smtClean="0"/>
            <a:t>Group17</a:t>
          </a:r>
          <a:endParaRPr lang="en-US" dirty="0"/>
        </a:p>
      </dgm:t>
    </dgm:pt>
    <dgm:pt modelId="{EC0C6371-5595-4B77-B753-542B36E09A02}" type="parTrans" cxnId="{5D2A8493-B633-464F-9F01-EB8BA3B8BD0F}">
      <dgm:prSet/>
      <dgm:spPr/>
      <dgm:t>
        <a:bodyPr/>
        <a:lstStyle/>
        <a:p>
          <a:endParaRPr lang="en-US"/>
        </a:p>
      </dgm:t>
    </dgm:pt>
    <dgm:pt modelId="{E16ECD14-E1E6-43C2-A056-BC268ADADD60}" type="sibTrans" cxnId="{5D2A8493-B633-464F-9F01-EB8BA3B8BD0F}">
      <dgm:prSet/>
      <dgm:spPr/>
      <dgm:t>
        <a:bodyPr/>
        <a:lstStyle/>
        <a:p>
          <a:endParaRPr lang="en-US"/>
        </a:p>
      </dgm:t>
    </dgm:pt>
    <dgm:pt modelId="{9111B4F9-6FA0-43C6-AC95-410CFCF291A4}">
      <dgm:prSet phldrT="[Text]"/>
      <dgm:spPr/>
      <dgm:t>
        <a:bodyPr/>
        <a:lstStyle/>
        <a:p>
          <a:r>
            <a:rPr lang="en-US" dirty="0" smtClean="0"/>
            <a:t>Group18</a:t>
          </a:r>
          <a:endParaRPr lang="en-US" dirty="0"/>
        </a:p>
      </dgm:t>
    </dgm:pt>
    <dgm:pt modelId="{D5EE7763-71CE-4301-A143-108EB456A8FB}" type="parTrans" cxnId="{B08317EE-86B0-4153-A92C-B938E4339A18}">
      <dgm:prSet/>
      <dgm:spPr/>
      <dgm:t>
        <a:bodyPr/>
        <a:lstStyle/>
        <a:p>
          <a:endParaRPr lang="en-US"/>
        </a:p>
      </dgm:t>
    </dgm:pt>
    <dgm:pt modelId="{E36EB91D-B36F-45E0-9754-60C02165B5D6}" type="sibTrans" cxnId="{B08317EE-86B0-4153-A92C-B938E4339A18}">
      <dgm:prSet/>
      <dgm:spPr/>
      <dgm:t>
        <a:bodyPr/>
        <a:lstStyle/>
        <a:p>
          <a:endParaRPr lang="en-US"/>
        </a:p>
      </dgm:t>
    </dgm:pt>
    <dgm:pt modelId="{FA26A295-011A-499C-8BE4-FCB45FC37EFB}">
      <dgm:prSet phldrT="[Text]"/>
      <dgm:spPr/>
      <dgm:t>
        <a:bodyPr/>
        <a:lstStyle/>
        <a:p>
          <a:r>
            <a:rPr lang="en-US" dirty="0" smtClean="0"/>
            <a:t>Group19</a:t>
          </a:r>
          <a:endParaRPr lang="en-US" dirty="0"/>
        </a:p>
      </dgm:t>
    </dgm:pt>
    <dgm:pt modelId="{529199A5-AFBE-47BF-B909-ED4845FEBF07}" type="parTrans" cxnId="{C35FD9E4-5CD5-4C37-BCB6-E4B370044C17}">
      <dgm:prSet/>
      <dgm:spPr/>
      <dgm:t>
        <a:bodyPr/>
        <a:lstStyle/>
        <a:p>
          <a:endParaRPr lang="en-US"/>
        </a:p>
      </dgm:t>
    </dgm:pt>
    <dgm:pt modelId="{CEEACC01-1460-49BB-ADCF-0153B050C2D1}" type="sibTrans" cxnId="{C35FD9E4-5CD5-4C37-BCB6-E4B370044C17}">
      <dgm:prSet/>
      <dgm:spPr/>
      <dgm:t>
        <a:bodyPr/>
        <a:lstStyle/>
        <a:p>
          <a:endParaRPr lang="en-US"/>
        </a:p>
      </dgm:t>
    </dgm:pt>
    <dgm:pt modelId="{320B4B01-F65A-4948-8C47-0E834A0E9B71}">
      <dgm:prSet phldrT="[Text]"/>
      <dgm:spPr/>
      <dgm:t>
        <a:bodyPr/>
        <a:lstStyle/>
        <a:p>
          <a:r>
            <a:rPr lang="en-US" dirty="0" smtClean="0"/>
            <a:t>Group20</a:t>
          </a:r>
          <a:endParaRPr lang="en-US" dirty="0"/>
        </a:p>
      </dgm:t>
    </dgm:pt>
    <dgm:pt modelId="{FFC3421D-0FCB-42A1-A695-C905185C51CC}" type="parTrans" cxnId="{26C5F7DA-259A-4EBB-A570-EAEEC3B3C1CF}">
      <dgm:prSet/>
      <dgm:spPr/>
      <dgm:t>
        <a:bodyPr/>
        <a:lstStyle/>
        <a:p>
          <a:endParaRPr lang="en-US"/>
        </a:p>
      </dgm:t>
    </dgm:pt>
    <dgm:pt modelId="{A6BE82F8-EDBC-490D-B1D3-114C722600AB}" type="sibTrans" cxnId="{26C5F7DA-259A-4EBB-A570-EAEEC3B3C1CF}">
      <dgm:prSet/>
      <dgm:spPr/>
      <dgm:t>
        <a:bodyPr/>
        <a:lstStyle/>
        <a:p>
          <a:endParaRPr lang="en-US"/>
        </a:p>
      </dgm:t>
    </dgm:pt>
    <dgm:pt modelId="{6B614D43-C259-4F1E-A961-DCCA50245F32}">
      <dgm:prSet phldrT="[Text]"/>
      <dgm:spPr/>
      <dgm:t>
        <a:bodyPr/>
        <a:lstStyle/>
        <a:p>
          <a:r>
            <a:rPr lang="en-US" dirty="0" smtClean="0"/>
            <a:t>Group21</a:t>
          </a:r>
          <a:endParaRPr lang="en-US" dirty="0"/>
        </a:p>
      </dgm:t>
    </dgm:pt>
    <dgm:pt modelId="{37101B32-C791-4143-94E5-C9D794C45512}" type="parTrans" cxnId="{D84C5B7A-FE3F-4502-B4F2-41ECB7465834}">
      <dgm:prSet/>
      <dgm:spPr/>
      <dgm:t>
        <a:bodyPr/>
        <a:lstStyle/>
        <a:p>
          <a:endParaRPr lang="en-US"/>
        </a:p>
      </dgm:t>
    </dgm:pt>
    <dgm:pt modelId="{42B379FA-AB1F-4166-9749-DD9D47752AF1}" type="sibTrans" cxnId="{D84C5B7A-FE3F-4502-B4F2-41ECB7465834}">
      <dgm:prSet/>
      <dgm:spPr/>
      <dgm:t>
        <a:bodyPr/>
        <a:lstStyle/>
        <a:p>
          <a:endParaRPr lang="en-US"/>
        </a:p>
      </dgm:t>
    </dgm:pt>
    <dgm:pt modelId="{C7A240E3-FC63-4595-8B18-C257373E48A8}">
      <dgm:prSet phldrT="[Text]"/>
      <dgm:spPr/>
      <dgm:t>
        <a:bodyPr/>
        <a:lstStyle/>
        <a:p>
          <a:r>
            <a:rPr lang="en-US" dirty="0" smtClean="0"/>
            <a:t>Group22</a:t>
          </a:r>
          <a:endParaRPr lang="en-US" dirty="0"/>
        </a:p>
      </dgm:t>
    </dgm:pt>
    <dgm:pt modelId="{3226B2A0-C425-44FD-A0EF-38DC970D03A6}" type="parTrans" cxnId="{F752F8C5-09E6-4CDF-AF77-0EBB7C306561}">
      <dgm:prSet/>
      <dgm:spPr/>
      <dgm:t>
        <a:bodyPr/>
        <a:lstStyle/>
        <a:p>
          <a:endParaRPr lang="en-US"/>
        </a:p>
      </dgm:t>
    </dgm:pt>
    <dgm:pt modelId="{CC440629-B791-4D98-B6CE-BF59067A811D}" type="sibTrans" cxnId="{F752F8C5-09E6-4CDF-AF77-0EBB7C306561}">
      <dgm:prSet/>
      <dgm:spPr/>
      <dgm:t>
        <a:bodyPr/>
        <a:lstStyle/>
        <a:p>
          <a:endParaRPr lang="en-US"/>
        </a:p>
      </dgm:t>
    </dgm:pt>
    <dgm:pt modelId="{965A849E-2826-4EC6-BB0C-397242B29888}">
      <dgm:prSet phldrT="[Text]"/>
      <dgm:spPr/>
      <dgm:t>
        <a:bodyPr/>
        <a:lstStyle/>
        <a:p>
          <a:r>
            <a:rPr lang="en-US" dirty="0" smtClean="0"/>
            <a:t>Group23</a:t>
          </a:r>
          <a:endParaRPr lang="en-US" dirty="0"/>
        </a:p>
      </dgm:t>
    </dgm:pt>
    <dgm:pt modelId="{D83B0BBE-15A5-4739-B6C0-D8C4E42E25A0}" type="parTrans" cxnId="{81531205-E2B9-45A0-A740-7143B9AB7ACC}">
      <dgm:prSet/>
      <dgm:spPr/>
      <dgm:t>
        <a:bodyPr/>
        <a:lstStyle/>
        <a:p>
          <a:endParaRPr lang="en-US"/>
        </a:p>
      </dgm:t>
    </dgm:pt>
    <dgm:pt modelId="{3DAEB32C-2ED0-4548-8839-32044884D370}" type="sibTrans" cxnId="{81531205-E2B9-45A0-A740-7143B9AB7ACC}">
      <dgm:prSet/>
      <dgm:spPr/>
      <dgm:t>
        <a:bodyPr/>
        <a:lstStyle/>
        <a:p>
          <a:endParaRPr lang="en-US"/>
        </a:p>
      </dgm:t>
    </dgm:pt>
    <dgm:pt modelId="{3B8FD7FB-8F29-4043-8F57-405C2C3D1EBD}" type="pres">
      <dgm:prSet presAssocID="{0AEC67C1-B76D-4A8C-963E-A049C7AE35F1}" presName="cycle" presStyleCnt="0">
        <dgm:presLayoutVars>
          <dgm:dir/>
          <dgm:resizeHandles val="exact"/>
        </dgm:presLayoutVars>
      </dgm:prSet>
      <dgm:spPr/>
      <dgm:t>
        <a:bodyPr/>
        <a:lstStyle/>
        <a:p>
          <a:endParaRPr lang="en-US"/>
        </a:p>
      </dgm:t>
    </dgm:pt>
    <dgm:pt modelId="{3E7D9DE5-3A5A-4179-8403-46C1842F44D0}" type="pres">
      <dgm:prSet presAssocID="{1DB452C9-53A1-47A8-80ED-8A616FB1DA01}" presName="node" presStyleLbl="node1" presStyleIdx="0" presStyleCnt="23">
        <dgm:presLayoutVars>
          <dgm:bulletEnabled val="1"/>
        </dgm:presLayoutVars>
      </dgm:prSet>
      <dgm:spPr/>
      <dgm:t>
        <a:bodyPr/>
        <a:lstStyle/>
        <a:p>
          <a:endParaRPr lang="en-US"/>
        </a:p>
      </dgm:t>
    </dgm:pt>
    <dgm:pt modelId="{8CBA7289-D5A1-43BB-96EC-658B5A8D574E}" type="pres">
      <dgm:prSet presAssocID="{1DB452C9-53A1-47A8-80ED-8A616FB1DA01}" presName="spNode" presStyleCnt="0"/>
      <dgm:spPr/>
    </dgm:pt>
    <dgm:pt modelId="{50132201-75B3-4439-BC28-F604FC679866}" type="pres">
      <dgm:prSet presAssocID="{EE50B0E1-F909-47EE-873A-F88B824E8141}" presName="sibTrans" presStyleLbl="sibTrans1D1" presStyleIdx="0" presStyleCnt="23"/>
      <dgm:spPr/>
      <dgm:t>
        <a:bodyPr/>
        <a:lstStyle/>
        <a:p>
          <a:endParaRPr lang="en-US"/>
        </a:p>
      </dgm:t>
    </dgm:pt>
    <dgm:pt modelId="{CA21ED3F-92F2-4D34-9714-0B454F746502}" type="pres">
      <dgm:prSet presAssocID="{5867C861-02BD-4C01-90BD-0343917D3308}" presName="node" presStyleLbl="node1" presStyleIdx="1" presStyleCnt="23">
        <dgm:presLayoutVars>
          <dgm:bulletEnabled val="1"/>
        </dgm:presLayoutVars>
      </dgm:prSet>
      <dgm:spPr/>
      <dgm:t>
        <a:bodyPr/>
        <a:lstStyle/>
        <a:p>
          <a:endParaRPr lang="en-US"/>
        </a:p>
      </dgm:t>
    </dgm:pt>
    <dgm:pt modelId="{5F781483-9EF9-4B81-A115-6CEA6798947C}" type="pres">
      <dgm:prSet presAssocID="{5867C861-02BD-4C01-90BD-0343917D3308}" presName="spNode" presStyleCnt="0"/>
      <dgm:spPr/>
    </dgm:pt>
    <dgm:pt modelId="{7887C5DC-9913-4199-AEDF-77F5415CDAC1}" type="pres">
      <dgm:prSet presAssocID="{FE34ED0D-43CD-43A7-A289-B078595383AD}" presName="sibTrans" presStyleLbl="sibTrans1D1" presStyleIdx="1" presStyleCnt="23"/>
      <dgm:spPr/>
      <dgm:t>
        <a:bodyPr/>
        <a:lstStyle/>
        <a:p>
          <a:endParaRPr lang="en-US"/>
        </a:p>
      </dgm:t>
    </dgm:pt>
    <dgm:pt modelId="{EC9C80C8-4E98-45A3-9514-A60E0C9E910E}" type="pres">
      <dgm:prSet presAssocID="{60276E76-7D17-4AF0-B984-E05FDCE5EAF9}" presName="node" presStyleLbl="node1" presStyleIdx="2" presStyleCnt="23">
        <dgm:presLayoutVars>
          <dgm:bulletEnabled val="1"/>
        </dgm:presLayoutVars>
      </dgm:prSet>
      <dgm:spPr/>
      <dgm:t>
        <a:bodyPr/>
        <a:lstStyle/>
        <a:p>
          <a:endParaRPr lang="en-US"/>
        </a:p>
      </dgm:t>
    </dgm:pt>
    <dgm:pt modelId="{5AD582E6-518D-494A-8851-77BA54B1D179}" type="pres">
      <dgm:prSet presAssocID="{60276E76-7D17-4AF0-B984-E05FDCE5EAF9}" presName="spNode" presStyleCnt="0"/>
      <dgm:spPr/>
    </dgm:pt>
    <dgm:pt modelId="{A5DCE8F0-DAEE-4412-9FDF-F8E167449B5A}" type="pres">
      <dgm:prSet presAssocID="{3AD0382E-B7AE-4D1B-9EC6-A8E25FA295C7}" presName="sibTrans" presStyleLbl="sibTrans1D1" presStyleIdx="2" presStyleCnt="23"/>
      <dgm:spPr/>
      <dgm:t>
        <a:bodyPr/>
        <a:lstStyle/>
        <a:p>
          <a:endParaRPr lang="en-US"/>
        </a:p>
      </dgm:t>
    </dgm:pt>
    <dgm:pt modelId="{F197BEF7-5C18-4E85-994A-04EA396F59B4}" type="pres">
      <dgm:prSet presAssocID="{6D466157-66DB-4DD4-8023-13374872C4DF}" presName="node" presStyleLbl="node1" presStyleIdx="3" presStyleCnt="23">
        <dgm:presLayoutVars>
          <dgm:bulletEnabled val="1"/>
        </dgm:presLayoutVars>
      </dgm:prSet>
      <dgm:spPr/>
      <dgm:t>
        <a:bodyPr/>
        <a:lstStyle/>
        <a:p>
          <a:endParaRPr lang="en-US"/>
        </a:p>
      </dgm:t>
    </dgm:pt>
    <dgm:pt modelId="{3D33A478-76DE-4191-AC8B-701070C16837}" type="pres">
      <dgm:prSet presAssocID="{6D466157-66DB-4DD4-8023-13374872C4DF}" presName="spNode" presStyleCnt="0"/>
      <dgm:spPr/>
    </dgm:pt>
    <dgm:pt modelId="{1AEFC9EE-1FB7-425C-AB91-FFE5E99D0128}" type="pres">
      <dgm:prSet presAssocID="{2DD878C3-CA8D-4D97-BB11-63D44A3442AB}" presName="sibTrans" presStyleLbl="sibTrans1D1" presStyleIdx="3" presStyleCnt="23"/>
      <dgm:spPr/>
      <dgm:t>
        <a:bodyPr/>
        <a:lstStyle/>
        <a:p>
          <a:endParaRPr lang="en-US"/>
        </a:p>
      </dgm:t>
    </dgm:pt>
    <dgm:pt modelId="{9461DA25-8092-42E7-9892-8F4D48DF653E}" type="pres">
      <dgm:prSet presAssocID="{2C274BE5-B389-4078-8F78-286286D47B16}" presName="node" presStyleLbl="node1" presStyleIdx="4" presStyleCnt="23">
        <dgm:presLayoutVars>
          <dgm:bulletEnabled val="1"/>
        </dgm:presLayoutVars>
      </dgm:prSet>
      <dgm:spPr/>
      <dgm:t>
        <a:bodyPr/>
        <a:lstStyle/>
        <a:p>
          <a:endParaRPr lang="en-US"/>
        </a:p>
      </dgm:t>
    </dgm:pt>
    <dgm:pt modelId="{D10D355E-3C9E-41D7-A11D-38F7D09BFA74}" type="pres">
      <dgm:prSet presAssocID="{2C274BE5-B389-4078-8F78-286286D47B16}" presName="spNode" presStyleCnt="0"/>
      <dgm:spPr/>
    </dgm:pt>
    <dgm:pt modelId="{5FA3E78C-2AB0-449D-B0B4-EDD97A4024EB}" type="pres">
      <dgm:prSet presAssocID="{342C9B7B-B1FA-4D57-B3AE-19B4EAD28D26}" presName="sibTrans" presStyleLbl="sibTrans1D1" presStyleIdx="4" presStyleCnt="23"/>
      <dgm:spPr/>
      <dgm:t>
        <a:bodyPr/>
        <a:lstStyle/>
        <a:p>
          <a:endParaRPr lang="en-US"/>
        </a:p>
      </dgm:t>
    </dgm:pt>
    <dgm:pt modelId="{DA6F5FBB-AD73-4ADB-B796-536C610E3FBF}" type="pres">
      <dgm:prSet presAssocID="{A0D53082-E036-4E4C-8CDD-3DFDBDC0F8D0}" presName="node" presStyleLbl="node1" presStyleIdx="5" presStyleCnt="23">
        <dgm:presLayoutVars>
          <dgm:bulletEnabled val="1"/>
        </dgm:presLayoutVars>
      </dgm:prSet>
      <dgm:spPr/>
      <dgm:t>
        <a:bodyPr/>
        <a:lstStyle/>
        <a:p>
          <a:endParaRPr lang="en-US"/>
        </a:p>
      </dgm:t>
    </dgm:pt>
    <dgm:pt modelId="{1494556D-2096-4236-BEE3-E2CC5D821B2D}" type="pres">
      <dgm:prSet presAssocID="{A0D53082-E036-4E4C-8CDD-3DFDBDC0F8D0}" presName="spNode" presStyleCnt="0"/>
      <dgm:spPr/>
    </dgm:pt>
    <dgm:pt modelId="{4E633252-5117-484E-A260-8EA7D4E24332}" type="pres">
      <dgm:prSet presAssocID="{B192576A-F6EB-4568-A67B-8AF396F52E2A}" presName="sibTrans" presStyleLbl="sibTrans1D1" presStyleIdx="5" presStyleCnt="23"/>
      <dgm:spPr/>
      <dgm:t>
        <a:bodyPr/>
        <a:lstStyle/>
        <a:p>
          <a:endParaRPr lang="en-US"/>
        </a:p>
      </dgm:t>
    </dgm:pt>
    <dgm:pt modelId="{7DBDDD8B-BE1C-499F-8611-7311DA05BE0A}" type="pres">
      <dgm:prSet presAssocID="{D23EEA6B-19F0-4B1A-A0BD-A613D5DA1F97}" presName="node" presStyleLbl="node1" presStyleIdx="6" presStyleCnt="23">
        <dgm:presLayoutVars>
          <dgm:bulletEnabled val="1"/>
        </dgm:presLayoutVars>
      </dgm:prSet>
      <dgm:spPr/>
      <dgm:t>
        <a:bodyPr/>
        <a:lstStyle/>
        <a:p>
          <a:endParaRPr lang="en-US"/>
        </a:p>
      </dgm:t>
    </dgm:pt>
    <dgm:pt modelId="{C514EDBC-BC56-4203-8686-BC992201EF07}" type="pres">
      <dgm:prSet presAssocID="{D23EEA6B-19F0-4B1A-A0BD-A613D5DA1F97}" presName="spNode" presStyleCnt="0"/>
      <dgm:spPr/>
    </dgm:pt>
    <dgm:pt modelId="{2AFAAB34-6B6F-4CF6-A36C-4B516385AAC3}" type="pres">
      <dgm:prSet presAssocID="{4C54E9F7-3F8E-4D77-B02E-424BA79AE782}" presName="sibTrans" presStyleLbl="sibTrans1D1" presStyleIdx="6" presStyleCnt="23"/>
      <dgm:spPr/>
      <dgm:t>
        <a:bodyPr/>
        <a:lstStyle/>
        <a:p>
          <a:endParaRPr lang="en-US"/>
        </a:p>
      </dgm:t>
    </dgm:pt>
    <dgm:pt modelId="{87B323EC-6BE4-478A-AE3B-A66F1E83FC0E}" type="pres">
      <dgm:prSet presAssocID="{BCD08B15-39B6-4B6A-9A29-6E0023965AEA}" presName="node" presStyleLbl="node1" presStyleIdx="7" presStyleCnt="23">
        <dgm:presLayoutVars>
          <dgm:bulletEnabled val="1"/>
        </dgm:presLayoutVars>
      </dgm:prSet>
      <dgm:spPr/>
      <dgm:t>
        <a:bodyPr/>
        <a:lstStyle/>
        <a:p>
          <a:endParaRPr lang="en-US"/>
        </a:p>
      </dgm:t>
    </dgm:pt>
    <dgm:pt modelId="{8B116787-BB29-4C89-9C38-B47C413C38F5}" type="pres">
      <dgm:prSet presAssocID="{BCD08B15-39B6-4B6A-9A29-6E0023965AEA}" presName="spNode" presStyleCnt="0"/>
      <dgm:spPr/>
    </dgm:pt>
    <dgm:pt modelId="{EC3BB6B0-4C24-4E95-8F94-7729F63B81C1}" type="pres">
      <dgm:prSet presAssocID="{552C6C61-3E04-46D8-B494-FC61650B9F3C}" presName="sibTrans" presStyleLbl="sibTrans1D1" presStyleIdx="7" presStyleCnt="23"/>
      <dgm:spPr/>
      <dgm:t>
        <a:bodyPr/>
        <a:lstStyle/>
        <a:p>
          <a:endParaRPr lang="en-US"/>
        </a:p>
      </dgm:t>
    </dgm:pt>
    <dgm:pt modelId="{8BE4530F-E5E9-4202-AECC-EE9E7AB068EE}" type="pres">
      <dgm:prSet presAssocID="{8A797F95-FE8E-4664-AF82-044C61C09760}" presName="node" presStyleLbl="node1" presStyleIdx="8" presStyleCnt="23">
        <dgm:presLayoutVars>
          <dgm:bulletEnabled val="1"/>
        </dgm:presLayoutVars>
      </dgm:prSet>
      <dgm:spPr/>
      <dgm:t>
        <a:bodyPr/>
        <a:lstStyle/>
        <a:p>
          <a:endParaRPr lang="en-US"/>
        </a:p>
      </dgm:t>
    </dgm:pt>
    <dgm:pt modelId="{C5652CA4-1726-4564-9EA6-89EE3981068F}" type="pres">
      <dgm:prSet presAssocID="{8A797F95-FE8E-4664-AF82-044C61C09760}" presName="spNode" presStyleCnt="0"/>
      <dgm:spPr/>
    </dgm:pt>
    <dgm:pt modelId="{45F65882-A27E-4B75-B962-518A90BF48C7}" type="pres">
      <dgm:prSet presAssocID="{DC8B683E-EFB2-415B-A079-66EB42200398}" presName="sibTrans" presStyleLbl="sibTrans1D1" presStyleIdx="8" presStyleCnt="23"/>
      <dgm:spPr/>
      <dgm:t>
        <a:bodyPr/>
        <a:lstStyle/>
        <a:p>
          <a:endParaRPr lang="en-US"/>
        </a:p>
      </dgm:t>
    </dgm:pt>
    <dgm:pt modelId="{B6BF0FE1-88C7-483A-B29C-2EEA6B43C64E}" type="pres">
      <dgm:prSet presAssocID="{80FC0B6D-49A8-435A-BB28-409292372BCC}" presName="node" presStyleLbl="node1" presStyleIdx="9" presStyleCnt="23">
        <dgm:presLayoutVars>
          <dgm:bulletEnabled val="1"/>
        </dgm:presLayoutVars>
      </dgm:prSet>
      <dgm:spPr/>
      <dgm:t>
        <a:bodyPr/>
        <a:lstStyle/>
        <a:p>
          <a:endParaRPr lang="en-US"/>
        </a:p>
      </dgm:t>
    </dgm:pt>
    <dgm:pt modelId="{12752CAE-07FD-4FE7-B5B8-F2D5331DD0C3}" type="pres">
      <dgm:prSet presAssocID="{80FC0B6D-49A8-435A-BB28-409292372BCC}" presName="spNode" presStyleCnt="0"/>
      <dgm:spPr/>
    </dgm:pt>
    <dgm:pt modelId="{8327AD10-BC83-42AD-BBCC-73F4E3B18F95}" type="pres">
      <dgm:prSet presAssocID="{72FFD877-6357-4819-8BB0-2F2F45FC7B52}" presName="sibTrans" presStyleLbl="sibTrans1D1" presStyleIdx="9" presStyleCnt="23"/>
      <dgm:spPr/>
      <dgm:t>
        <a:bodyPr/>
        <a:lstStyle/>
        <a:p>
          <a:endParaRPr lang="en-US"/>
        </a:p>
      </dgm:t>
    </dgm:pt>
    <dgm:pt modelId="{438C6DCC-8FD8-4920-BDC9-4F647C1C05BD}" type="pres">
      <dgm:prSet presAssocID="{62460D7A-DA47-494F-811D-D4BBDF0792AF}" presName="node" presStyleLbl="node1" presStyleIdx="10" presStyleCnt="23">
        <dgm:presLayoutVars>
          <dgm:bulletEnabled val="1"/>
        </dgm:presLayoutVars>
      </dgm:prSet>
      <dgm:spPr/>
      <dgm:t>
        <a:bodyPr/>
        <a:lstStyle/>
        <a:p>
          <a:endParaRPr lang="en-US"/>
        </a:p>
      </dgm:t>
    </dgm:pt>
    <dgm:pt modelId="{E18B6BCF-E6CA-4416-878E-796E54C8211B}" type="pres">
      <dgm:prSet presAssocID="{62460D7A-DA47-494F-811D-D4BBDF0792AF}" presName="spNode" presStyleCnt="0"/>
      <dgm:spPr/>
    </dgm:pt>
    <dgm:pt modelId="{A51679DD-6035-4397-83B9-D6971D94A953}" type="pres">
      <dgm:prSet presAssocID="{D57B41DE-86DE-4FE7-BF4C-283F100ADD7D}" presName="sibTrans" presStyleLbl="sibTrans1D1" presStyleIdx="10" presStyleCnt="23"/>
      <dgm:spPr/>
      <dgm:t>
        <a:bodyPr/>
        <a:lstStyle/>
        <a:p>
          <a:endParaRPr lang="en-US"/>
        </a:p>
      </dgm:t>
    </dgm:pt>
    <dgm:pt modelId="{C187070A-5E4D-4C78-AF32-AC83CC867E95}" type="pres">
      <dgm:prSet presAssocID="{581FD5D4-CD40-41EE-99C8-3775A7A39E44}" presName="node" presStyleLbl="node1" presStyleIdx="11" presStyleCnt="23">
        <dgm:presLayoutVars>
          <dgm:bulletEnabled val="1"/>
        </dgm:presLayoutVars>
      </dgm:prSet>
      <dgm:spPr/>
      <dgm:t>
        <a:bodyPr/>
        <a:lstStyle/>
        <a:p>
          <a:endParaRPr lang="en-US"/>
        </a:p>
      </dgm:t>
    </dgm:pt>
    <dgm:pt modelId="{513C987D-64DB-4EFE-A0CB-1450E797DC03}" type="pres">
      <dgm:prSet presAssocID="{581FD5D4-CD40-41EE-99C8-3775A7A39E44}" presName="spNode" presStyleCnt="0"/>
      <dgm:spPr/>
    </dgm:pt>
    <dgm:pt modelId="{E9D604A0-67B2-4FA3-A234-FBCA3350BF49}" type="pres">
      <dgm:prSet presAssocID="{6B82B2EA-8181-44CA-B65C-24743C1A93AC}" presName="sibTrans" presStyleLbl="sibTrans1D1" presStyleIdx="11" presStyleCnt="23"/>
      <dgm:spPr/>
      <dgm:t>
        <a:bodyPr/>
        <a:lstStyle/>
        <a:p>
          <a:endParaRPr lang="en-US"/>
        </a:p>
      </dgm:t>
    </dgm:pt>
    <dgm:pt modelId="{B3F7042C-D71A-4976-87B8-30E82E99F4EC}" type="pres">
      <dgm:prSet presAssocID="{A7C4B11C-AC43-4A9D-B20F-03407279539F}" presName="node" presStyleLbl="node1" presStyleIdx="12" presStyleCnt="23">
        <dgm:presLayoutVars>
          <dgm:bulletEnabled val="1"/>
        </dgm:presLayoutVars>
      </dgm:prSet>
      <dgm:spPr/>
      <dgm:t>
        <a:bodyPr/>
        <a:lstStyle/>
        <a:p>
          <a:endParaRPr lang="en-US"/>
        </a:p>
      </dgm:t>
    </dgm:pt>
    <dgm:pt modelId="{0D503677-6BE4-4C03-9F6C-B0C86E10D93C}" type="pres">
      <dgm:prSet presAssocID="{A7C4B11C-AC43-4A9D-B20F-03407279539F}" presName="spNode" presStyleCnt="0"/>
      <dgm:spPr/>
    </dgm:pt>
    <dgm:pt modelId="{6D53C6B7-BB63-4AA9-AEE6-B8CC3BE1A99D}" type="pres">
      <dgm:prSet presAssocID="{6C8547B6-AD1A-4508-BC2F-BFE11DA7EE44}" presName="sibTrans" presStyleLbl="sibTrans1D1" presStyleIdx="12" presStyleCnt="23"/>
      <dgm:spPr/>
      <dgm:t>
        <a:bodyPr/>
        <a:lstStyle/>
        <a:p>
          <a:endParaRPr lang="en-US"/>
        </a:p>
      </dgm:t>
    </dgm:pt>
    <dgm:pt modelId="{9BCD8AD4-617C-4E13-8D3C-4C01B9001FD7}" type="pres">
      <dgm:prSet presAssocID="{CE634133-CD93-472E-960C-271A98CDE83D}" presName="node" presStyleLbl="node1" presStyleIdx="13" presStyleCnt="23">
        <dgm:presLayoutVars>
          <dgm:bulletEnabled val="1"/>
        </dgm:presLayoutVars>
      </dgm:prSet>
      <dgm:spPr/>
      <dgm:t>
        <a:bodyPr/>
        <a:lstStyle/>
        <a:p>
          <a:endParaRPr lang="en-US"/>
        </a:p>
      </dgm:t>
    </dgm:pt>
    <dgm:pt modelId="{1DD1E13D-5163-4921-801A-943161BCC589}" type="pres">
      <dgm:prSet presAssocID="{CE634133-CD93-472E-960C-271A98CDE83D}" presName="spNode" presStyleCnt="0"/>
      <dgm:spPr/>
    </dgm:pt>
    <dgm:pt modelId="{23EF2C38-F3C7-48D1-8F8E-12F1231C10CC}" type="pres">
      <dgm:prSet presAssocID="{AE73A717-86DE-4866-AB5A-6A2CB698A033}" presName="sibTrans" presStyleLbl="sibTrans1D1" presStyleIdx="13" presStyleCnt="23"/>
      <dgm:spPr/>
      <dgm:t>
        <a:bodyPr/>
        <a:lstStyle/>
        <a:p>
          <a:endParaRPr lang="en-US"/>
        </a:p>
      </dgm:t>
    </dgm:pt>
    <dgm:pt modelId="{40241D54-7F93-4390-B533-173AEA7E4D49}" type="pres">
      <dgm:prSet presAssocID="{888D55D4-4F71-4B14-9652-EAEEFDD5FE50}" presName="node" presStyleLbl="node1" presStyleIdx="14" presStyleCnt="23">
        <dgm:presLayoutVars>
          <dgm:bulletEnabled val="1"/>
        </dgm:presLayoutVars>
      </dgm:prSet>
      <dgm:spPr/>
      <dgm:t>
        <a:bodyPr/>
        <a:lstStyle/>
        <a:p>
          <a:endParaRPr lang="en-US"/>
        </a:p>
      </dgm:t>
    </dgm:pt>
    <dgm:pt modelId="{221AABFC-57A6-4982-BF10-9F902C0AECF9}" type="pres">
      <dgm:prSet presAssocID="{888D55D4-4F71-4B14-9652-EAEEFDD5FE50}" presName="spNode" presStyleCnt="0"/>
      <dgm:spPr/>
    </dgm:pt>
    <dgm:pt modelId="{328D56E0-37E9-4F36-A40A-0C71A9E9D8FB}" type="pres">
      <dgm:prSet presAssocID="{3FBA8171-8F72-4D31-85B8-154C0B335869}" presName="sibTrans" presStyleLbl="sibTrans1D1" presStyleIdx="14" presStyleCnt="23"/>
      <dgm:spPr/>
      <dgm:t>
        <a:bodyPr/>
        <a:lstStyle/>
        <a:p>
          <a:endParaRPr lang="en-US"/>
        </a:p>
      </dgm:t>
    </dgm:pt>
    <dgm:pt modelId="{A4719A59-8586-4D53-B9B4-6639B7D7F596}" type="pres">
      <dgm:prSet presAssocID="{409C815A-1DFA-4D11-9D5F-5AEABB54CE8C}" presName="node" presStyleLbl="node1" presStyleIdx="15" presStyleCnt="23">
        <dgm:presLayoutVars>
          <dgm:bulletEnabled val="1"/>
        </dgm:presLayoutVars>
      </dgm:prSet>
      <dgm:spPr/>
      <dgm:t>
        <a:bodyPr/>
        <a:lstStyle/>
        <a:p>
          <a:endParaRPr lang="en-US"/>
        </a:p>
      </dgm:t>
    </dgm:pt>
    <dgm:pt modelId="{FF73CFBB-42E3-49EB-87AF-EA990726005A}" type="pres">
      <dgm:prSet presAssocID="{409C815A-1DFA-4D11-9D5F-5AEABB54CE8C}" presName="spNode" presStyleCnt="0"/>
      <dgm:spPr/>
    </dgm:pt>
    <dgm:pt modelId="{666842F1-7C8E-4DE9-BB00-0D0E266AFCB7}" type="pres">
      <dgm:prSet presAssocID="{8F61A65A-F7F7-4F5C-91FA-14F27BAC090E}" presName="sibTrans" presStyleLbl="sibTrans1D1" presStyleIdx="15" presStyleCnt="23"/>
      <dgm:spPr/>
      <dgm:t>
        <a:bodyPr/>
        <a:lstStyle/>
        <a:p>
          <a:endParaRPr lang="en-US"/>
        </a:p>
      </dgm:t>
    </dgm:pt>
    <dgm:pt modelId="{739A0D2A-DD97-4AED-8C7F-ACBDD5FC9824}" type="pres">
      <dgm:prSet presAssocID="{796EF08B-E2B6-4DB8-9DD8-FF188927C4EB}" presName="node" presStyleLbl="node1" presStyleIdx="16" presStyleCnt="23">
        <dgm:presLayoutVars>
          <dgm:bulletEnabled val="1"/>
        </dgm:presLayoutVars>
      </dgm:prSet>
      <dgm:spPr/>
      <dgm:t>
        <a:bodyPr/>
        <a:lstStyle/>
        <a:p>
          <a:endParaRPr lang="en-US"/>
        </a:p>
      </dgm:t>
    </dgm:pt>
    <dgm:pt modelId="{3A372FCA-5404-4948-A646-7086F524AB67}" type="pres">
      <dgm:prSet presAssocID="{796EF08B-E2B6-4DB8-9DD8-FF188927C4EB}" presName="spNode" presStyleCnt="0"/>
      <dgm:spPr/>
    </dgm:pt>
    <dgm:pt modelId="{27A4ACA9-4906-420F-9CDC-E4E9F84AEDD0}" type="pres">
      <dgm:prSet presAssocID="{E16ECD14-E1E6-43C2-A056-BC268ADADD60}" presName="sibTrans" presStyleLbl="sibTrans1D1" presStyleIdx="16" presStyleCnt="23"/>
      <dgm:spPr/>
      <dgm:t>
        <a:bodyPr/>
        <a:lstStyle/>
        <a:p>
          <a:endParaRPr lang="en-US"/>
        </a:p>
      </dgm:t>
    </dgm:pt>
    <dgm:pt modelId="{8E270C5A-031F-4BF1-8E0B-89F8201DC1D4}" type="pres">
      <dgm:prSet presAssocID="{9111B4F9-6FA0-43C6-AC95-410CFCF291A4}" presName="node" presStyleLbl="node1" presStyleIdx="17" presStyleCnt="23">
        <dgm:presLayoutVars>
          <dgm:bulletEnabled val="1"/>
        </dgm:presLayoutVars>
      </dgm:prSet>
      <dgm:spPr/>
      <dgm:t>
        <a:bodyPr/>
        <a:lstStyle/>
        <a:p>
          <a:endParaRPr lang="en-US"/>
        </a:p>
      </dgm:t>
    </dgm:pt>
    <dgm:pt modelId="{27694AFE-B70A-427C-BE6E-1CCABBD20DEC}" type="pres">
      <dgm:prSet presAssocID="{9111B4F9-6FA0-43C6-AC95-410CFCF291A4}" presName="spNode" presStyleCnt="0"/>
      <dgm:spPr/>
    </dgm:pt>
    <dgm:pt modelId="{35818992-44D6-4EFC-AB25-8AA21C3F8347}" type="pres">
      <dgm:prSet presAssocID="{E36EB91D-B36F-45E0-9754-60C02165B5D6}" presName="sibTrans" presStyleLbl="sibTrans1D1" presStyleIdx="17" presStyleCnt="23"/>
      <dgm:spPr/>
      <dgm:t>
        <a:bodyPr/>
        <a:lstStyle/>
        <a:p>
          <a:endParaRPr lang="en-US"/>
        </a:p>
      </dgm:t>
    </dgm:pt>
    <dgm:pt modelId="{5DABD85D-CCE6-49F6-8A36-BCB6B2EFAA99}" type="pres">
      <dgm:prSet presAssocID="{FA26A295-011A-499C-8BE4-FCB45FC37EFB}" presName="node" presStyleLbl="node1" presStyleIdx="18" presStyleCnt="23">
        <dgm:presLayoutVars>
          <dgm:bulletEnabled val="1"/>
        </dgm:presLayoutVars>
      </dgm:prSet>
      <dgm:spPr/>
      <dgm:t>
        <a:bodyPr/>
        <a:lstStyle/>
        <a:p>
          <a:endParaRPr lang="en-US"/>
        </a:p>
      </dgm:t>
    </dgm:pt>
    <dgm:pt modelId="{78FB3943-01B4-4314-BC59-19CF7F53D258}" type="pres">
      <dgm:prSet presAssocID="{FA26A295-011A-499C-8BE4-FCB45FC37EFB}" presName="spNode" presStyleCnt="0"/>
      <dgm:spPr/>
    </dgm:pt>
    <dgm:pt modelId="{BE42E3C7-251B-41B5-B42C-09EC99014B4C}" type="pres">
      <dgm:prSet presAssocID="{CEEACC01-1460-49BB-ADCF-0153B050C2D1}" presName="sibTrans" presStyleLbl="sibTrans1D1" presStyleIdx="18" presStyleCnt="23"/>
      <dgm:spPr/>
      <dgm:t>
        <a:bodyPr/>
        <a:lstStyle/>
        <a:p>
          <a:endParaRPr lang="en-US"/>
        </a:p>
      </dgm:t>
    </dgm:pt>
    <dgm:pt modelId="{4BDD6F94-3638-435E-8447-FB92FC1D414F}" type="pres">
      <dgm:prSet presAssocID="{320B4B01-F65A-4948-8C47-0E834A0E9B71}" presName="node" presStyleLbl="node1" presStyleIdx="19" presStyleCnt="23">
        <dgm:presLayoutVars>
          <dgm:bulletEnabled val="1"/>
        </dgm:presLayoutVars>
      </dgm:prSet>
      <dgm:spPr/>
      <dgm:t>
        <a:bodyPr/>
        <a:lstStyle/>
        <a:p>
          <a:endParaRPr lang="en-US"/>
        </a:p>
      </dgm:t>
    </dgm:pt>
    <dgm:pt modelId="{1737EFE0-054D-4C4E-93EE-2649FCD17391}" type="pres">
      <dgm:prSet presAssocID="{320B4B01-F65A-4948-8C47-0E834A0E9B71}" presName="spNode" presStyleCnt="0"/>
      <dgm:spPr/>
    </dgm:pt>
    <dgm:pt modelId="{DE2B5A4C-CB18-40F0-8E5B-D4D288E674C9}" type="pres">
      <dgm:prSet presAssocID="{A6BE82F8-EDBC-490D-B1D3-114C722600AB}" presName="sibTrans" presStyleLbl="sibTrans1D1" presStyleIdx="19" presStyleCnt="23"/>
      <dgm:spPr/>
      <dgm:t>
        <a:bodyPr/>
        <a:lstStyle/>
        <a:p>
          <a:endParaRPr lang="en-US"/>
        </a:p>
      </dgm:t>
    </dgm:pt>
    <dgm:pt modelId="{FD10162F-4B67-49EA-A357-9BB47E8DBCED}" type="pres">
      <dgm:prSet presAssocID="{6B614D43-C259-4F1E-A961-DCCA50245F32}" presName="node" presStyleLbl="node1" presStyleIdx="20" presStyleCnt="23">
        <dgm:presLayoutVars>
          <dgm:bulletEnabled val="1"/>
        </dgm:presLayoutVars>
      </dgm:prSet>
      <dgm:spPr/>
      <dgm:t>
        <a:bodyPr/>
        <a:lstStyle/>
        <a:p>
          <a:endParaRPr lang="en-US"/>
        </a:p>
      </dgm:t>
    </dgm:pt>
    <dgm:pt modelId="{B4082797-0DF6-4528-AC97-1E4D6BDC7C2A}" type="pres">
      <dgm:prSet presAssocID="{6B614D43-C259-4F1E-A961-DCCA50245F32}" presName="spNode" presStyleCnt="0"/>
      <dgm:spPr/>
    </dgm:pt>
    <dgm:pt modelId="{8B098E89-6F0C-4020-AAFA-412F25434574}" type="pres">
      <dgm:prSet presAssocID="{42B379FA-AB1F-4166-9749-DD9D47752AF1}" presName="sibTrans" presStyleLbl="sibTrans1D1" presStyleIdx="20" presStyleCnt="23"/>
      <dgm:spPr/>
      <dgm:t>
        <a:bodyPr/>
        <a:lstStyle/>
        <a:p>
          <a:endParaRPr lang="en-US"/>
        </a:p>
      </dgm:t>
    </dgm:pt>
    <dgm:pt modelId="{5251AA44-A6C0-48F5-82BD-15AE1751E41B}" type="pres">
      <dgm:prSet presAssocID="{C7A240E3-FC63-4595-8B18-C257373E48A8}" presName="node" presStyleLbl="node1" presStyleIdx="21" presStyleCnt="23">
        <dgm:presLayoutVars>
          <dgm:bulletEnabled val="1"/>
        </dgm:presLayoutVars>
      </dgm:prSet>
      <dgm:spPr/>
      <dgm:t>
        <a:bodyPr/>
        <a:lstStyle/>
        <a:p>
          <a:endParaRPr lang="en-US"/>
        </a:p>
      </dgm:t>
    </dgm:pt>
    <dgm:pt modelId="{04C584F3-6050-47FA-AC79-490E876A1E06}" type="pres">
      <dgm:prSet presAssocID="{C7A240E3-FC63-4595-8B18-C257373E48A8}" presName="spNode" presStyleCnt="0"/>
      <dgm:spPr/>
    </dgm:pt>
    <dgm:pt modelId="{96698129-963B-4227-B693-BC3EACAB6500}" type="pres">
      <dgm:prSet presAssocID="{CC440629-B791-4D98-B6CE-BF59067A811D}" presName="sibTrans" presStyleLbl="sibTrans1D1" presStyleIdx="21" presStyleCnt="23"/>
      <dgm:spPr/>
      <dgm:t>
        <a:bodyPr/>
        <a:lstStyle/>
        <a:p>
          <a:endParaRPr lang="en-US"/>
        </a:p>
      </dgm:t>
    </dgm:pt>
    <dgm:pt modelId="{5370936A-911B-4A4B-8988-2468A7FFF388}" type="pres">
      <dgm:prSet presAssocID="{965A849E-2826-4EC6-BB0C-397242B29888}" presName="node" presStyleLbl="node1" presStyleIdx="22" presStyleCnt="23">
        <dgm:presLayoutVars>
          <dgm:bulletEnabled val="1"/>
        </dgm:presLayoutVars>
      </dgm:prSet>
      <dgm:spPr/>
      <dgm:t>
        <a:bodyPr/>
        <a:lstStyle/>
        <a:p>
          <a:endParaRPr lang="en-US"/>
        </a:p>
      </dgm:t>
    </dgm:pt>
    <dgm:pt modelId="{59E4AE9D-A4E0-4C70-9E54-A660ABFE8484}" type="pres">
      <dgm:prSet presAssocID="{965A849E-2826-4EC6-BB0C-397242B29888}" presName="spNode" presStyleCnt="0"/>
      <dgm:spPr/>
    </dgm:pt>
    <dgm:pt modelId="{E7236D2C-75E2-4632-A4E6-1140D5FAFAA1}" type="pres">
      <dgm:prSet presAssocID="{3DAEB32C-2ED0-4548-8839-32044884D370}" presName="sibTrans" presStyleLbl="sibTrans1D1" presStyleIdx="22" presStyleCnt="23"/>
      <dgm:spPr/>
      <dgm:t>
        <a:bodyPr/>
        <a:lstStyle/>
        <a:p>
          <a:endParaRPr lang="en-US"/>
        </a:p>
      </dgm:t>
    </dgm:pt>
  </dgm:ptLst>
  <dgm:cxnLst>
    <dgm:cxn modelId="{F752F8C5-09E6-4CDF-AF77-0EBB7C306561}" srcId="{0AEC67C1-B76D-4A8C-963E-A049C7AE35F1}" destId="{C7A240E3-FC63-4595-8B18-C257373E48A8}" srcOrd="21" destOrd="0" parTransId="{3226B2A0-C425-44FD-A0EF-38DC970D03A6}" sibTransId="{CC440629-B791-4D98-B6CE-BF59067A811D}"/>
    <dgm:cxn modelId="{F6321687-4C18-4CF2-978B-FC717957BB3C}" type="presOf" srcId="{A7C4B11C-AC43-4A9D-B20F-03407279539F}" destId="{B3F7042C-D71A-4976-87B8-30E82E99F4EC}" srcOrd="0" destOrd="0" presId="urn:microsoft.com/office/officeart/2005/8/layout/cycle6"/>
    <dgm:cxn modelId="{3AF5CC6D-8A84-462D-A9DC-4520997C26AE}" type="presOf" srcId="{60276E76-7D17-4AF0-B984-E05FDCE5EAF9}" destId="{EC9C80C8-4E98-45A3-9514-A60E0C9E910E}" srcOrd="0" destOrd="0" presId="urn:microsoft.com/office/officeart/2005/8/layout/cycle6"/>
    <dgm:cxn modelId="{0A577301-541B-4E17-8CA6-35AF5015D167}" srcId="{0AEC67C1-B76D-4A8C-963E-A049C7AE35F1}" destId="{60276E76-7D17-4AF0-B984-E05FDCE5EAF9}" srcOrd="2" destOrd="0" parTransId="{5CE50795-46F1-4FEE-9521-66D5E816D683}" sibTransId="{3AD0382E-B7AE-4D1B-9EC6-A8E25FA295C7}"/>
    <dgm:cxn modelId="{7401F90E-8875-4580-91CE-0A52A0B0D9B7}" type="presOf" srcId="{A6BE82F8-EDBC-490D-B1D3-114C722600AB}" destId="{DE2B5A4C-CB18-40F0-8E5B-D4D288E674C9}" srcOrd="0" destOrd="0" presId="urn:microsoft.com/office/officeart/2005/8/layout/cycle6"/>
    <dgm:cxn modelId="{8837C493-D1F1-4E40-A0ED-DBC41A4494B4}" srcId="{0AEC67C1-B76D-4A8C-963E-A049C7AE35F1}" destId="{80FC0B6D-49A8-435A-BB28-409292372BCC}" srcOrd="9" destOrd="0" parTransId="{2DB6407B-843C-4CC9-9CC3-FEA2864E5E1B}" sibTransId="{72FFD877-6357-4819-8BB0-2F2F45FC7B52}"/>
    <dgm:cxn modelId="{EBED0C93-B429-401D-A9F8-B5E6683D3F94}" type="presOf" srcId="{581FD5D4-CD40-41EE-99C8-3775A7A39E44}" destId="{C187070A-5E4D-4C78-AF32-AC83CC867E95}" srcOrd="0" destOrd="0" presId="urn:microsoft.com/office/officeart/2005/8/layout/cycle6"/>
    <dgm:cxn modelId="{A65ABCC2-F5F8-439A-80A2-17AE8D14B6A7}" type="presOf" srcId="{6B82B2EA-8181-44CA-B65C-24743C1A93AC}" destId="{E9D604A0-67B2-4FA3-A234-FBCA3350BF49}" srcOrd="0" destOrd="0" presId="urn:microsoft.com/office/officeart/2005/8/layout/cycle6"/>
    <dgm:cxn modelId="{2C8A137A-BCEB-498E-8FF6-5E929EDA530B}" type="presOf" srcId="{409C815A-1DFA-4D11-9D5F-5AEABB54CE8C}" destId="{A4719A59-8586-4D53-B9B4-6639B7D7F596}" srcOrd="0" destOrd="0" presId="urn:microsoft.com/office/officeart/2005/8/layout/cycle6"/>
    <dgm:cxn modelId="{A9CB90D1-98B8-4CC4-9337-93937319FAD9}" srcId="{0AEC67C1-B76D-4A8C-963E-A049C7AE35F1}" destId="{8A797F95-FE8E-4664-AF82-044C61C09760}" srcOrd="8" destOrd="0" parTransId="{E4D3AD84-98AA-47E7-A10E-EDF35A02AE57}" sibTransId="{DC8B683E-EFB2-415B-A079-66EB42200398}"/>
    <dgm:cxn modelId="{506E3DBA-26E3-4850-A299-40303BA30AC3}" type="presOf" srcId="{CEEACC01-1460-49BB-ADCF-0153B050C2D1}" destId="{BE42E3C7-251B-41B5-B42C-09EC99014B4C}" srcOrd="0" destOrd="0" presId="urn:microsoft.com/office/officeart/2005/8/layout/cycle6"/>
    <dgm:cxn modelId="{59DC304C-5CB3-4F2C-91D7-AF341839DCE9}" srcId="{0AEC67C1-B76D-4A8C-963E-A049C7AE35F1}" destId="{D23EEA6B-19F0-4B1A-A0BD-A613D5DA1F97}" srcOrd="6" destOrd="0" parTransId="{4A24C8A2-2C43-480B-8F61-CD3AA9BD21EF}" sibTransId="{4C54E9F7-3F8E-4D77-B02E-424BA79AE782}"/>
    <dgm:cxn modelId="{F7394D4A-E635-4E3D-AE73-A91AA0D26B30}" type="presOf" srcId="{342C9B7B-B1FA-4D57-B3AE-19B4EAD28D26}" destId="{5FA3E78C-2AB0-449D-B0B4-EDD97A4024EB}" srcOrd="0" destOrd="0" presId="urn:microsoft.com/office/officeart/2005/8/layout/cycle6"/>
    <dgm:cxn modelId="{26C5F7DA-259A-4EBB-A570-EAEEC3B3C1CF}" srcId="{0AEC67C1-B76D-4A8C-963E-A049C7AE35F1}" destId="{320B4B01-F65A-4948-8C47-0E834A0E9B71}" srcOrd="19" destOrd="0" parTransId="{FFC3421D-0FCB-42A1-A695-C905185C51CC}" sibTransId="{A6BE82F8-EDBC-490D-B1D3-114C722600AB}"/>
    <dgm:cxn modelId="{8EE8EFE6-CEB1-4595-9D9D-C475D844DD47}" type="presOf" srcId="{D57B41DE-86DE-4FE7-BF4C-283F100ADD7D}" destId="{A51679DD-6035-4397-83B9-D6971D94A953}" srcOrd="0" destOrd="0" presId="urn:microsoft.com/office/officeart/2005/8/layout/cycle6"/>
    <dgm:cxn modelId="{F2D3D318-EE82-4CEC-B6AE-C5FDFBA14F80}" type="presOf" srcId="{62460D7A-DA47-494F-811D-D4BBDF0792AF}" destId="{438C6DCC-8FD8-4920-BDC9-4F647C1C05BD}" srcOrd="0" destOrd="0" presId="urn:microsoft.com/office/officeart/2005/8/layout/cycle6"/>
    <dgm:cxn modelId="{2A30401B-DFD6-469D-9E08-95DD49501B84}" type="presOf" srcId="{B192576A-F6EB-4568-A67B-8AF396F52E2A}" destId="{4E633252-5117-484E-A260-8EA7D4E24332}" srcOrd="0" destOrd="0" presId="urn:microsoft.com/office/officeart/2005/8/layout/cycle6"/>
    <dgm:cxn modelId="{5E4F00B3-E642-4D72-A68F-39A6BC51841D}" srcId="{0AEC67C1-B76D-4A8C-963E-A049C7AE35F1}" destId="{1DB452C9-53A1-47A8-80ED-8A616FB1DA01}" srcOrd="0" destOrd="0" parTransId="{79D4B165-97DA-4996-9C50-472E44BC0BBF}" sibTransId="{EE50B0E1-F909-47EE-873A-F88B824E8141}"/>
    <dgm:cxn modelId="{0252699B-9C27-4E94-B7BE-CD68D63BABE8}" srcId="{0AEC67C1-B76D-4A8C-963E-A049C7AE35F1}" destId="{2C274BE5-B389-4078-8F78-286286D47B16}" srcOrd="4" destOrd="0" parTransId="{0165F449-0690-4EB0-BB3F-548931C6F56E}" sibTransId="{342C9B7B-B1FA-4D57-B3AE-19B4EAD28D26}"/>
    <dgm:cxn modelId="{7635C172-826E-45D4-8F9B-22FD1D91ACC7}" srcId="{0AEC67C1-B76D-4A8C-963E-A049C7AE35F1}" destId="{409C815A-1DFA-4D11-9D5F-5AEABB54CE8C}" srcOrd="15" destOrd="0" parTransId="{8A056BBE-3DEE-4E03-A5EA-9EE3FFA34BC9}" sibTransId="{8F61A65A-F7F7-4F5C-91FA-14F27BAC090E}"/>
    <dgm:cxn modelId="{7D1A0058-05E9-45BE-8212-FC60E6E762E0}" type="presOf" srcId="{E36EB91D-B36F-45E0-9754-60C02165B5D6}" destId="{35818992-44D6-4EFC-AB25-8AA21C3F8347}" srcOrd="0" destOrd="0" presId="urn:microsoft.com/office/officeart/2005/8/layout/cycle6"/>
    <dgm:cxn modelId="{FB125569-D55B-4B40-9E28-029BD67E5A79}" type="presOf" srcId="{965A849E-2826-4EC6-BB0C-397242B29888}" destId="{5370936A-911B-4A4B-8988-2468A7FFF388}" srcOrd="0" destOrd="0" presId="urn:microsoft.com/office/officeart/2005/8/layout/cycle6"/>
    <dgm:cxn modelId="{BD7FFB08-720D-437C-8D4F-24C5EF37D49E}" type="presOf" srcId="{FA26A295-011A-499C-8BE4-FCB45FC37EFB}" destId="{5DABD85D-CCE6-49F6-8A36-BCB6B2EFAA99}" srcOrd="0" destOrd="0" presId="urn:microsoft.com/office/officeart/2005/8/layout/cycle6"/>
    <dgm:cxn modelId="{3E7792AC-8931-4808-AB89-EFF4993F275E}" type="presOf" srcId="{6B614D43-C259-4F1E-A961-DCCA50245F32}" destId="{FD10162F-4B67-49EA-A357-9BB47E8DBCED}" srcOrd="0" destOrd="0" presId="urn:microsoft.com/office/officeart/2005/8/layout/cycle6"/>
    <dgm:cxn modelId="{5D2A8493-B633-464F-9F01-EB8BA3B8BD0F}" srcId="{0AEC67C1-B76D-4A8C-963E-A049C7AE35F1}" destId="{796EF08B-E2B6-4DB8-9DD8-FF188927C4EB}" srcOrd="16" destOrd="0" parTransId="{EC0C6371-5595-4B77-B753-542B36E09A02}" sibTransId="{E16ECD14-E1E6-43C2-A056-BC268ADADD60}"/>
    <dgm:cxn modelId="{81531205-E2B9-45A0-A740-7143B9AB7ACC}" srcId="{0AEC67C1-B76D-4A8C-963E-A049C7AE35F1}" destId="{965A849E-2826-4EC6-BB0C-397242B29888}" srcOrd="22" destOrd="0" parTransId="{D83B0BBE-15A5-4739-B6C0-D8C4E42E25A0}" sibTransId="{3DAEB32C-2ED0-4548-8839-32044884D370}"/>
    <dgm:cxn modelId="{74378EC1-5377-4679-9FB2-A5F34A532DF7}" type="presOf" srcId="{D23EEA6B-19F0-4B1A-A0BD-A613D5DA1F97}" destId="{7DBDDD8B-BE1C-499F-8611-7311DA05BE0A}" srcOrd="0" destOrd="0" presId="urn:microsoft.com/office/officeart/2005/8/layout/cycle6"/>
    <dgm:cxn modelId="{049DC416-0C48-4E7C-937F-7D5D49CD6426}" type="presOf" srcId="{888D55D4-4F71-4B14-9652-EAEEFDD5FE50}" destId="{40241D54-7F93-4390-B533-173AEA7E4D49}" srcOrd="0" destOrd="0" presId="urn:microsoft.com/office/officeart/2005/8/layout/cycle6"/>
    <dgm:cxn modelId="{41C36D43-A101-4305-A7AC-9EF343965116}" type="presOf" srcId="{C7A240E3-FC63-4595-8B18-C257373E48A8}" destId="{5251AA44-A6C0-48F5-82BD-15AE1751E41B}" srcOrd="0" destOrd="0" presId="urn:microsoft.com/office/officeart/2005/8/layout/cycle6"/>
    <dgm:cxn modelId="{38417006-A3E1-4C38-8D77-CF25DCBA5F67}" type="presOf" srcId="{80FC0B6D-49A8-435A-BB28-409292372BCC}" destId="{B6BF0FE1-88C7-483A-B29C-2EEA6B43C64E}" srcOrd="0" destOrd="0" presId="urn:microsoft.com/office/officeart/2005/8/layout/cycle6"/>
    <dgm:cxn modelId="{E2187621-8BAB-493F-BBEB-E8D9C3CF101A}" srcId="{0AEC67C1-B76D-4A8C-963E-A049C7AE35F1}" destId="{6D466157-66DB-4DD4-8023-13374872C4DF}" srcOrd="3" destOrd="0" parTransId="{FC35E924-2622-4DC4-842F-1AB74D5EA732}" sibTransId="{2DD878C3-CA8D-4D97-BB11-63D44A3442AB}"/>
    <dgm:cxn modelId="{D29EB5D9-0400-4A4A-9D2A-FA7ACC36FE06}" type="presOf" srcId="{2DD878C3-CA8D-4D97-BB11-63D44A3442AB}" destId="{1AEFC9EE-1FB7-425C-AB91-FFE5E99D0128}" srcOrd="0" destOrd="0" presId="urn:microsoft.com/office/officeart/2005/8/layout/cycle6"/>
    <dgm:cxn modelId="{6098CD48-2996-4778-8A30-5E10B20D1AA1}" type="presOf" srcId="{CC440629-B791-4D98-B6CE-BF59067A811D}" destId="{96698129-963B-4227-B693-BC3EACAB6500}" srcOrd="0" destOrd="0" presId="urn:microsoft.com/office/officeart/2005/8/layout/cycle6"/>
    <dgm:cxn modelId="{6B67627B-7D69-43A2-97CE-189FDA735195}" type="presOf" srcId="{552C6C61-3E04-46D8-B494-FC61650B9F3C}" destId="{EC3BB6B0-4C24-4E95-8F94-7729F63B81C1}" srcOrd="0" destOrd="0" presId="urn:microsoft.com/office/officeart/2005/8/layout/cycle6"/>
    <dgm:cxn modelId="{D9668D6F-6D3D-4D7F-BDE5-787493721B4B}" srcId="{0AEC67C1-B76D-4A8C-963E-A049C7AE35F1}" destId="{581FD5D4-CD40-41EE-99C8-3775A7A39E44}" srcOrd="11" destOrd="0" parTransId="{AFA09801-959A-4FF8-82CA-906C456EC398}" sibTransId="{6B82B2EA-8181-44CA-B65C-24743C1A93AC}"/>
    <dgm:cxn modelId="{F532B491-1030-4384-8C0A-605EFB735AD8}" srcId="{0AEC67C1-B76D-4A8C-963E-A049C7AE35F1}" destId="{888D55D4-4F71-4B14-9652-EAEEFDD5FE50}" srcOrd="14" destOrd="0" parTransId="{F96E81B9-77CA-45F8-A94E-C1A57D737DA6}" sibTransId="{3FBA8171-8F72-4D31-85B8-154C0B335869}"/>
    <dgm:cxn modelId="{39FFC52D-D76E-414E-BC78-BA1CA762C0F2}" type="presOf" srcId="{72FFD877-6357-4819-8BB0-2F2F45FC7B52}" destId="{8327AD10-BC83-42AD-BBCC-73F4E3B18F95}" srcOrd="0" destOrd="0" presId="urn:microsoft.com/office/officeart/2005/8/layout/cycle6"/>
    <dgm:cxn modelId="{DDA690D3-D313-4C71-91DD-1E4E53B3C8ED}" type="presOf" srcId="{3DAEB32C-2ED0-4548-8839-32044884D370}" destId="{E7236D2C-75E2-4632-A4E6-1140D5FAFAA1}" srcOrd="0" destOrd="0" presId="urn:microsoft.com/office/officeart/2005/8/layout/cycle6"/>
    <dgm:cxn modelId="{7FAFA3C9-2B43-41EA-A52A-58DFD49D02CD}" type="presOf" srcId="{6D466157-66DB-4DD4-8023-13374872C4DF}" destId="{F197BEF7-5C18-4E85-994A-04EA396F59B4}" srcOrd="0" destOrd="0" presId="urn:microsoft.com/office/officeart/2005/8/layout/cycle6"/>
    <dgm:cxn modelId="{74263F4C-CC0A-49B5-9AD4-03BD530AB874}" type="presOf" srcId="{8F61A65A-F7F7-4F5C-91FA-14F27BAC090E}" destId="{666842F1-7C8E-4DE9-BB00-0D0E266AFCB7}" srcOrd="0" destOrd="0" presId="urn:microsoft.com/office/officeart/2005/8/layout/cycle6"/>
    <dgm:cxn modelId="{C5FFC375-B924-4C2A-AC92-BCE9F76F8EE1}" type="presOf" srcId="{796EF08B-E2B6-4DB8-9DD8-FF188927C4EB}" destId="{739A0D2A-DD97-4AED-8C7F-ACBDD5FC9824}" srcOrd="0" destOrd="0" presId="urn:microsoft.com/office/officeart/2005/8/layout/cycle6"/>
    <dgm:cxn modelId="{F90C4BE6-98B5-4EB5-A8DE-E28A24FAD427}" type="presOf" srcId="{42B379FA-AB1F-4166-9749-DD9D47752AF1}" destId="{8B098E89-6F0C-4020-AAFA-412F25434574}" srcOrd="0" destOrd="0" presId="urn:microsoft.com/office/officeart/2005/8/layout/cycle6"/>
    <dgm:cxn modelId="{C35FD9E4-5CD5-4C37-BCB6-E4B370044C17}" srcId="{0AEC67C1-B76D-4A8C-963E-A049C7AE35F1}" destId="{FA26A295-011A-499C-8BE4-FCB45FC37EFB}" srcOrd="18" destOrd="0" parTransId="{529199A5-AFBE-47BF-B909-ED4845FEBF07}" sibTransId="{CEEACC01-1460-49BB-ADCF-0153B050C2D1}"/>
    <dgm:cxn modelId="{DA29CD3B-2D68-467F-8396-FE42740E391B}" type="presOf" srcId="{2C274BE5-B389-4078-8F78-286286D47B16}" destId="{9461DA25-8092-42E7-9892-8F4D48DF653E}" srcOrd="0" destOrd="0" presId="urn:microsoft.com/office/officeart/2005/8/layout/cycle6"/>
    <dgm:cxn modelId="{DE639453-EBD4-46D4-8506-BDABE11E46A8}" type="presOf" srcId="{E16ECD14-E1E6-43C2-A056-BC268ADADD60}" destId="{27A4ACA9-4906-420F-9CDC-E4E9F84AEDD0}" srcOrd="0" destOrd="0" presId="urn:microsoft.com/office/officeart/2005/8/layout/cycle6"/>
    <dgm:cxn modelId="{F2A8CF55-D1E2-43C2-8FB1-CC88229D38DD}" type="presOf" srcId="{3FBA8171-8F72-4D31-85B8-154C0B335869}" destId="{328D56E0-37E9-4F36-A40A-0C71A9E9D8FB}" srcOrd="0" destOrd="0" presId="urn:microsoft.com/office/officeart/2005/8/layout/cycle6"/>
    <dgm:cxn modelId="{6F524457-DD85-420C-8FA3-9EF399D3F4E8}" type="presOf" srcId="{320B4B01-F65A-4948-8C47-0E834A0E9B71}" destId="{4BDD6F94-3638-435E-8447-FB92FC1D414F}" srcOrd="0" destOrd="0" presId="urn:microsoft.com/office/officeart/2005/8/layout/cycle6"/>
    <dgm:cxn modelId="{64EC0C86-5220-4BE1-BBCD-3D8D35303FEE}" type="presOf" srcId="{0AEC67C1-B76D-4A8C-963E-A049C7AE35F1}" destId="{3B8FD7FB-8F29-4043-8F57-405C2C3D1EBD}" srcOrd="0" destOrd="0" presId="urn:microsoft.com/office/officeart/2005/8/layout/cycle6"/>
    <dgm:cxn modelId="{597B9F6B-4740-4616-98C8-74E9C86F7929}" type="presOf" srcId="{AE73A717-86DE-4866-AB5A-6A2CB698A033}" destId="{23EF2C38-F3C7-48D1-8F8E-12F1231C10CC}" srcOrd="0" destOrd="0" presId="urn:microsoft.com/office/officeart/2005/8/layout/cycle6"/>
    <dgm:cxn modelId="{F69380B5-9880-4581-98B8-6459F760569B}" srcId="{0AEC67C1-B76D-4A8C-963E-A049C7AE35F1}" destId="{5867C861-02BD-4C01-90BD-0343917D3308}" srcOrd="1" destOrd="0" parTransId="{6584B2CA-BFEA-4BC0-B816-F3CBD1D4102E}" sibTransId="{FE34ED0D-43CD-43A7-A289-B078595383AD}"/>
    <dgm:cxn modelId="{3145615E-41EA-42D6-BAD5-DBD686EFE5C4}" type="presOf" srcId="{CE634133-CD93-472E-960C-271A98CDE83D}" destId="{9BCD8AD4-617C-4E13-8D3C-4C01B9001FD7}" srcOrd="0" destOrd="0" presId="urn:microsoft.com/office/officeart/2005/8/layout/cycle6"/>
    <dgm:cxn modelId="{4E833544-5041-4277-96E7-490E4E95A5C3}" srcId="{0AEC67C1-B76D-4A8C-963E-A049C7AE35F1}" destId="{62460D7A-DA47-494F-811D-D4BBDF0792AF}" srcOrd="10" destOrd="0" parTransId="{F3FD37CB-A7F9-43B9-A61E-B549CF95FBEC}" sibTransId="{D57B41DE-86DE-4FE7-BF4C-283F100ADD7D}"/>
    <dgm:cxn modelId="{D84C5B7A-FE3F-4502-B4F2-41ECB7465834}" srcId="{0AEC67C1-B76D-4A8C-963E-A049C7AE35F1}" destId="{6B614D43-C259-4F1E-A961-DCCA50245F32}" srcOrd="20" destOrd="0" parTransId="{37101B32-C791-4143-94E5-C9D794C45512}" sibTransId="{42B379FA-AB1F-4166-9749-DD9D47752AF1}"/>
    <dgm:cxn modelId="{BCCACE1D-E8A6-40AC-BC8F-ECC92D621E72}" type="presOf" srcId="{DC8B683E-EFB2-415B-A079-66EB42200398}" destId="{45F65882-A27E-4B75-B962-518A90BF48C7}" srcOrd="0" destOrd="0" presId="urn:microsoft.com/office/officeart/2005/8/layout/cycle6"/>
    <dgm:cxn modelId="{B08317EE-86B0-4153-A92C-B938E4339A18}" srcId="{0AEC67C1-B76D-4A8C-963E-A049C7AE35F1}" destId="{9111B4F9-6FA0-43C6-AC95-410CFCF291A4}" srcOrd="17" destOrd="0" parTransId="{D5EE7763-71CE-4301-A143-108EB456A8FB}" sibTransId="{E36EB91D-B36F-45E0-9754-60C02165B5D6}"/>
    <dgm:cxn modelId="{A3498918-0881-4FAB-A0CE-6F4E72EB5521}" type="presOf" srcId="{3AD0382E-B7AE-4D1B-9EC6-A8E25FA295C7}" destId="{A5DCE8F0-DAEE-4412-9FDF-F8E167449B5A}" srcOrd="0" destOrd="0" presId="urn:microsoft.com/office/officeart/2005/8/layout/cycle6"/>
    <dgm:cxn modelId="{3F13B638-5E78-4CE1-B396-0F1941352080}" type="presOf" srcId="{A0D53082-E036-4E4C-8CDD-3DFDBDC0F8D0}" destId="{DA6F5FBB-AD73-4ADB-B796-536C610E3FBF}" srcOrd="0" destOrd="0" presId="urn:microsoft.com/office/officeart/2005/8/layout/cycle6"/>
    <dgm:cxn modelId="{2A76F0A2-2CC1-4E84-BF9D-94A2949267CD}" type="presOf" srcId="{FE34ED0D-43CD-43A7-A289-B078595383AD}" destId="{7887C5DC-9913-4199-AEDF-77F5415CDAC1}" srcOrd="0" destOrd="0" presId="urn:microsoft.com/office/officeart/2005/8/layout/cycle6"/>
    <dgm:cxn modelId="{4F94B2E9-C845-4215-A68B-23FFCE25D353}" srcId="{0AEC67C1-B76D-4A8C-963E-A049C7AE35F1}" destId="{BCD08B15-39B6-4B6A-9A29-6E0023965AEA}" srcOrd="7" destOrd="0" parTransId="{E4E0EBDB-9E1D-4E73-A8FA-5BE9ECE35E16}" sibTransId="{552C6C61-3E04-46D8-B494-FC61650B9F3C}"/>
    <dgm:cxn modelId="{54D47582-7280-45C4-BAFD-26C53F3C9561}" srcId="{0AEC67C1-B76D-4A8C-963E-A049C7AE35F1}" destId="{CE634133-CD93-472E-960C-271A98CDE83D}" srcOrd="13" destOrd="0" parTransId="{F0E7B667-2D91-4601-9320-46DF4F39FE33}" sibTransId="{AE73A717-86DE-4866-AB5A-6A2CB698A033}"/>
    <dgm:cxn modelId="{FB746317-5891-4654-8CCA-B98EF6C6471C}" srcId="{0AEC67C1-B76D-4A8C-963E-A049C7AE35F1}" destId="{A7C4B11C-AC43-4A9D-B20F-03407279539F}" srcOrd="12" destOrd="0" parTransId="{F15105DD-AF20-48E3-A8D5-5B0A937D96A0}" sibTransId="{6C8547B6-AD1A-4508-BC2F-BFE11DA7EE44}"/>
    <dgm:cxn modelId="{31205955-5404-44E6-B523-1710AFF92313}" srcId="{0AEC67C1-B76D-4A8C-963E-A049C7AE35F1}" destId="{A0D53082-E036-4E4C-8CDD-3DFDBDC0F8D0}" srcOrd="5" destOrd="0" parTransId="{445600EF-38EB-4D42-8838-581F42A4AF68}" sibTransId="{B192576A-F6EB-4568-A67B-8AF396F52E2A}"/>
    <dgm:cxn modelId="{407537BB-13B3-4204-B926-5E98553B11A0}" type="presOf" srcId="{EE50B0E1-F909-47EE-873A-F88B824E8141}" destId="{50132201-75B3-4439-BC28-F604FC679866}" srcOrd="0" destOrd="0" presId="urn:microsoft.com/office/officeart/2005/8/layout/cycle6"/>
    <dgm:cxn modelId="{D8D6605D-C0C7-409F-83FF-7B0E87CCBA6D}" type="presOf" srcId="{9111B4F9-6FA0-43C6-AC95-410CFCF291A4}" destId="{8E270C5A-031F-4BF1-8E0B-89F8201DC1D4}" srcOrd="0" destOrd="0" presId="urn:microsoft.com/office/officeart/2005/8/layout/cycle6"/>
    <dgm:cxn modelId="{3E971592-25AF-47F3-97F8-30A1DE4866BB}" type="presOf" srcId="{BCD08B15-39B6-4B6A-9A29-6E0023965AEA}" destId="{87B323EC-6BE4-478A-AE3B-A66F1E83FC0E}" srcOrd="0" destOrd="0" presId="urn:microsoft.com/office/officeart/2005/8/layout/cycle6"/>
    <dgm:cxn modelId="{5C0AB6FE-D9C0-491C-8034-5A2E89358A65}" type="presOf" srcId="{6C8547B6-AD1A-4508-BC2F-BFE11DA7EE44}" destId="{6D53C6B7-BB63-4AA9-AEE6-B8CC3BE1A99D}" srcOrd="0" destOrd="0" presId="urn:microsoft.com/office/officeart/2005/8/layout/cycle6"/>
    <dgm:cxn modelId="{5D8AEF50-8CDA-4715-886F-FE1260B606D2}" type="presOf" srcId="{5867C861-02BD-4C01-90BD-0343917D3308}" destId="{CA21ED3F-92F2-4D34-9714-0B454F746502}" srcOrd="0" destOrd="0" presId="urn:microsoft.com/office/officeart/2005/8/layout/cycle6"/>
    <dgm:cxn modelId="{A53950E3-2E6F-4FB0-9A82-B63CA44DCB44}" type="presOf" srcId="{8A797F95-FE8E-4664-AF82-044C61C09760}" destId="{8BE4530F-E5E9-4202-AECC-EE9E7AB068EE}" srcOrd="0" destOrd="0" presId="urn:microsoft.com/office/officeart/2005/8/layout/cycle6"/>
    <dgm:cxn modelId="{070AC830-1E9E-4B44-A8E6-20841DFBE5DB}" type="presOf" srcId="{4C54E9F7-3F8E-4D77-B02E-424BA79AE782}" destId="{2AFAAB34-6B6F-4CF6-A36C-4B516385AAC3}" srcOrd="0" destOrd="0" presId="urn:microsoft.com/office/officeart/2005/8/layout/cycle6"/>
    <dgm:cxn modelId="{19E975D3-F3ED-40E4-9383-372894945959}" type="presOf" srcId="{1DB452C9-53A1-47A8-80ED-8A616FB1DA01}" destId="{3E7D9DE5-3A5A-4179-8403-46C1842F44D0}" srcOrd="0" destOrd="0" presId="urn:microsoft.com/office/officeart/2005/8/layout/cycle6"/>
    <dgm:cxn modelId="{9C6638A3-38C8-4DB7-B680-81FFA8072AA3}" type="presParOf" srcId="{3B8FD7FB-8F29-4043-8F57-405C2C3D1EBD}" destId="{3E7D9DE5-3A5A-4179-8403-46C1842F44D0}" srcOrd="0" destOrd="0" presId="urn:microsoft.com/office/officeart/2005/8/layout/cycle6"/>
    <dgm:cxn modelId="{AE69C180-2305-480F-8662-D99E2780BBCB}" type="presParOf" srcId="{3B8FD7FB-8F29-4043-8F57-405C2C3D1EBD}" destId="{8CBA7289-D5A1-43BB-96EC-658B5A8D574E}" srcOrd="1" destOrd="0" presId="urn:microsoft.com/office/officeart/2005/8/layout/cycle6"/>
    <dgm:cxn modelId="{1ED7894B-7505-4881-AA87-A5D18C6A269A}" type="presParOf" srcId="{3B8FD7FB-8F29-4043-8F57-405C2C3D1EBD}" destId="{50132201-75B3-4439-BC28-F604FC679866}" srcOrd="2" destOrd="0" presId="urn:microsoft.com/office/officeart/2005/8/layout/cycle6"/>
    <dgm:cxn modelId="{DA8A95DF-B2D9-452D-A953-B108D00D53F3}" type="presParOf" srcId="{3B8FD7FB-8F29-4043-8F57-405C2C3D1EBD}" destId="{CA21ED3F-92F2-4D34-9714-0B454F746502}" srcOrd="3" destOrd="0" presId="urn:microsoft.com/office/officeart/2005/8/layout/cycle6"/>
    <dgm:cxn modelId="{71BC930D-02FB-4166-88DA-CE51CBCF005E}" type="presParOf" srcId="{3B8FD7FB-8F29-4043-8F57-405C2C3D1EBD}" destId="{5F781483-9EF9-4B81-A115-6CEA6798947C}" srcOrd="4" destOrd="0" presId="urn:microsoft.com/office/officeart/2005/8/layout/cycle6"/>
    <dgm:cxn modelId="{1A49697C-69C8-4D77-873A-85EB03C6220E}" type="presParOf" srcId="{3B8FD7FB-8F29-4043-8F57-405C2C3D1EBD}" destId="{7887C5DC-9913-4199-AEDF-77F5415CDAC1}" srcOrd="5" destOrd="0" presId="urn:microsoft.com/office/officeart/2005/8/layout/cycle6"/>
    <dgm:cxn modelId="{0CCE4BD5-41F5-4709-B470-9D74739F92F9}" type="presParOf" srcId="{3B8FD7FB-8F29-4043-8F57-405C2C3D1EBD}" destId="{EC9C80C8-4E98-45A3-9514-A60E0C9E910E}" srcOrd="6" destOrd="0" presId="urn:microsoft.com/office/officeart/2005/8/layout/cycle6"/>
    <dgm:cxn modelId="{4D05F122-B07F-44BA-BAA5-A09D71D1A7E2}" type="presParOf" srcId="{3B8FD7FB-8F29-4043-8F57-405C2C3D1EBD}" destId="{5AD582E6-518D-494A-8851-77BA54B1D179}" srcOrd="7" destOrd="0" presId="urn:microsoft.com/office/officeart/2005/8/layout/cycle6"/>
    <dgm:cxn modelId="{A0D7AD60-8E89-4CFD-8F02-9C5813AACB69}" type="presParOf" srcId="{3B8FD7FB-8F29-4043-8F57-405C2C3D1EBD}" destId="{A5DCE8F0-DAEE-4412-9FDF-F8E167449B5A}" srcOrd="8" destOrd="0" presId="urn:microsoft.com/office/officeart/2005/8/layout/cycle6"/>
    <dgm:cxn modelId="{DDD81C19-B5ED-4D1D-97FB-312CA784B853}" type="presParOf" srcId="{3B8FD7FB-8F29-4043-8F57-405C2C3D1EBD}" destId="{F197BEF7-5C18-4E85-994A-04EA396F59B4}" srcOrd="9" destOrd="0" presId="urn:microsoft.com/office/officeart/2005/8/layout/cycle6"/>
    <dgm:cxn modelId="{F92CA32D-9AFC-45F1-8CD5-96D1105FBECD}" type="presParOf" srcId="{3B8FD7FB-8F29-4043-8F57-405C2C3D1EBD}" destId="{3D33A478-76DE-4191-AC8B-701070C16837}" srcOrd="10" destOrd="0" presId="urn:microsoft.com/office/officeart/2005/8/layout/cycle6"/>
    <dgm:cxn modelId="{9760BD13-C13F-4AF3-A596-BF1E658F9793}" type="presParOf" srcId="{3B8FD7FB-8F29-4043-8F57-405C2C3D1EBD}" destId="{1AEFC9EE-1FB7-425C-AB91-FFE5E99D0128}" srcOrd="11" destOrd="0" presId="urn:microsoft.com/office/officeart/2005/8/layout/cycle6"/>
    <dgm:cxn modelId="{0FF17F58-11C1-4429-9A8E-D6279B1D0B6E}" type="presParOf" srcId="{3B8FD7FB-8F29-4043-8F57-405C2C3D1EBD}" destId="{9461DA25-8092-42E7-9892-8F4D48DF653E}" srcOrd="12" destOrd="0" presId="urn:microsoft.com/office/officeart/2005/8/layout/cycle6"/>
    <dgm:cxn modelId="{85511989-DDCF-4C8A-8C79-8CDB599E47AC}" type="presParOf" srcId="{3B8FD7FB-8F29-4043-8F57-405C2C3D1EBD}" destId="{D10D355E-3C9E-41D7-A11D-38F7D09BFA74}" srcOrd="13" destOrd="0" presId="urn:microsoft.com/office/officeart/2005/8/layout/cycle6"/>
    <dgm:cxn modelId="{54316CFA-2C0D-43D9-A292-11011BA63F65}" type="presParOf" srcId="{3B8FD7FB-8F29-4043-8F57-405C2C3D1EBD}" destId="{5FA3E78C-2AB0-449D-B0B4-EDD97A4024EB}" srcOrd="14" destOrd="0" presId="urn:microsoft.com/office/officeart/2005/8/layout/cycle6"/>
    <dgm:cxn modelId="{9B8B5B6E-BE28-4439-9D65-05BCB9471E7D}" type="presParOf" srcId="{3B8FD7FB-8F29-4043-8F57-405C2C3D1EBD}" destId="{DA6F5FBB-AD73-4ADB-B796-536C610E3FBF}" srcOrd="15" destOrd="0" presId="urn:microsoft.com/office/officeart/2005/8/layout/cycle6"/>
    <dgm:cxn modelId="{540EEB28-BFDE-48E0-9E9D-BCCB7C8A08A3}" type="presParOf" srcId="{3B8FD7FB-8F29-4043-8F57-405C2C3D1EBD}" destId="{1494556D-2096-4236-BEE3-E2CC5D821B2D}" srcOrd="16" destOrd="0" presId="urn:microsoft.com/office/officeart/2005/8/layout/cycle6"/>
    <dgm:cxn modelId="{F6A6A239-D246-4DA3-A017-66B651556300}" type="presParOf" srcId="{3B8FD7FB-8F29-4043-8F57-405C2C3D1EBD}" destId="{4E633252-5117-484E-A260-8EA7D4E24332}" srcOrd="17" destOrd="0" presId="urn:microsoft.com/office/officeart/2005/8/layout/cycle6"/>
    <dgm:cxn modelId="{F56595D3-74C0-4B20-8D52-D84A06FE023F}" type="presParOf" srcId="{3B8FD7FB-8F29-4043-8F57-405C2C3D1EBD}" destId="{7DBDDD8B-BE1C-499F-8611-7311DA05BE0A}" srcOrd="18" destOrd="0" presId="urn:microsoft.com/office/officeart/2005/8/layout/cycle6"/>
    <dgm:cxn modelId="{2AADCD70-F53C-459B-9882-B4F95EC2BB20}" type="presParOf" srcId="{3B8FD7FB-8F29-4043-8F57-405C2C3D1EBD}" destId="{C514EDBC-BC56-4203-8686-BC992201EF07}" srcOrd="19" destOrd="0" presId="urn:microsoft.com/office/officeart/2005/8/layout/cycle6"/>
    <dgm:cxn modelId="{02A0B2DF-FDAD-4E36-B2EE-EACF1D18C66A}" type="presParOf" srcId="{3B8FD7FB-8F29-4043-8F57-405C2C3D1EBD}" destId="{2AFAAB34-6B6F-4CF6-A36C-4B516385AAC3}" srcOrd="20" destOrd="0" presId="urn:microsoft.com/office/officeart/2005/8/layout/cycle6"/>
    <dgm:cxn modelId="{B80263F7-C309-4E93-94D4-25A12ED92EAB}" type="presParOf" srcId="{3B8FD7FB-8F29-4043-8F57-405C2C3D1EBD}" destId="{87B323EC-6BE4-478A-AE3B-A66F1E83FC0E}" srcOrd="21" destOrd="0" presId="urn:microsoft.com/office/officeart/2005/8/layout/cycle6"/>
    <dgm:cxn modelId="{AA4414AA-4315-4DC5-9D87-E0D4FEF9A356}" type="presParOf" srcId="{3B8FD7FB-8F29-4043-8F57-405C2C3D1EBD}" destId="{8B116787-BB29-4C89-9C38-B47C413C38F5}" srcOrd="22" destOrd="0" presId="urn:microsoft.com/office/officeart/2005/8/layout/cycle6"/>
    <dgm:cxn modelId="{1EB93751-5D32-4E9D-8D83-E32AC1BE53E5}" type="presParOf" srcId="{3B8FD7FB-8F29-4043-8F57-405C2C3D1EBD}" destId="{EC3BB6B0-4C24-4E95-8F94-7729F63B81C1}" srcOrd="23" destOrd="0" presId="urn:microsoft.com/office/officeart/2005/8/layout/cycle6"/>
    <dgm:cxn modelId="{6FD3F269-1673-4599-A856-EC441EE062DD}" type="presParOf" srcId="{3B8FD7FB-8F29-4043-8F57-405C2C3D1EBD}" destId="{8BE4530F-E5E9-4202-AECC-EE9E7AB068EE}" srcOrd="24" destOrd="0" presId="urn:microsoft.com/office/officeart/2005/8/layout/cycle6"/>
    <dgm:cxn modelId="{3C3AD83A-3D77-43D1-9802-C10A73CB7DDE}" type="presParOf" srcId="{3B8FD7FB-8F29-4043-8F57-405C2C3D1EBD}" destId="{C5652CA4-1726-4564-9EA6-89EE3981068F}" srcOrd="25" destOrd="0" presId="urn:microsoft.com/office/officeart/2005/8/layout/cycle6"/>
    <dgm:cxn modelId="{82EF0219-C7F9-4618-B999-E2166B3C8FF1}" type="presParOf" srcId="{3B8FD7FB-8F29-4043-8F57-405C2C3D1EBD}" destId="{45F65882-A27E-4B75-B962-518A90BF48C7}" srcOrd="26" destOrd="0" presId="urn:microsoft.com/office/officeart/2005/8/layout/cycle6"/>
    <dgm:cxn modelId="{E141FEF7-C47D-4924-8A62-D0E61731D0D8}" type="presParOf" srcId="{3B8FD7FB-8F29-4043-8F57-405C2C3D1EBD}" destId="{B6BF0FE1-88C7-483A-B29C-2EEA6B43C64E}" srcOrd="27" destOrd="0" presId="urn:microsoft.com/office/officeart/2005/8/layout/cycle6"/>
    <dgm:cxn modelId="{28818550-C876-4DA7-8661-18917DEAAC19}" type="presParOf" srcId="{3B8FD7FB-8F29-4043-8F57-405C2C3D1EBD}" destId="{12752CAE-07FD-4FE7-B5B8-F2D5331DD0C3}" srcOrd="28" destOrd="0" presId="urn:microsoft.com/office/officeart/2005/8/layout/cycle6"/>
    <dgm:cxn modelId="{8CA623D8-D643-4E4E-BAA0-F0C6903704EA}" type="presParOf" srcId="{3B8FD7FB-8F29-4043-8F57-405C2C3D1EBD}" destId="{8327AD10-BC83-42AD-BBCC-73F4E3B18F95}" srcOrd="29" destOrd="0" presId="urn:microsoft.com/office/officeart/2005/8/layout/cycle6"/>
    <dgm:cxn modelId="{553DC353-4E68-49ED-945F-6C2F949EE867}" type="presParOf" srcId="{3B8FD7FB-8F29-4043-8F57-405C2C3D1EBD}" destId="{438C6DCC-8FD8-4920-BDC9-4F647C1C05BD}" srcOrd="30" destOrd="0" presId="urn:microsoft.com/office/officeart/2005/8/layout/cycle6"/>
    <dgm:cxn modelId="{C1B6876B-FF0C-422E-9371-E76858BEDDB3}" type="presParOf" srcId="{3B8FD7FB-8F29-4043-8F57-405C2C3D1EBD}" destId="{E18B6BCF-E6CA-4416-878E-796E54C8211B}" srcOrd="31" destOrd="0" presId="urn:microsoft.com/office/officeart/2005/8/layout/cycle6"/>
    <dgm:cxn modelId="{1CA44C53-C49D-4A13-A2C4-96BDEDED35B0}" type="presParOf" srcId="{3B8FD7FB-8F29-4043-8F57-405C2C3D1EBD}" destId="{A51679DD-6035-4397-83B9-D6971D94A953}" srcOrd="32" destOrd="0" presId="urn:microsoft.com/office/officeart/2005/8/layout/cycle6"/>
    <dgm:cxn modelId="{2BF65BA1-7EB0-4CD8-B2C4-DE11F990FCD9}" type="presParOf" srcId="{3B8FD7FB-8F29-4043-8F57-405C2C3D1EBD}" destId="{C187070A-5E4D-4C78-AF32-AC83CC867E95}" srcOrd="33" destOrd="0" presId="urn:microsoft.com/office/officeart/2005/8/layout/cycle6"/>
    <dgm:cxn modelId="{DFC70C35-DAC1-4090-9487-8DAA3C70E544}" type="presParOf" srcId="{3B8FD7FB-8F29-4043-8F57-405C2C3D1EBD}" destId="{513C987D-64DB-4EFE-A0CB-1450E797DC03}" srcOrd="34" destOrd="0" presId="urn:microsoft.com/office/officeart/2005/8/layout/cycle6"/>
    <dgm:cxn modelId="{DCF67E86-17A6-44D8-948C-8D5EED5A49AC}" type="presParOf" srcId="{3B8FD7FB-8F29-4043-8F57-405C2C3D1EBD}" destId="{E9D604A0-67B2-4FA3-A234-FBCA3350BF49}" srcOrd="35" destOrd="0" presId="urn:microsoft.com/office/officeart/2005/8/layout/cycle6"/>
    <dgm:cxn modelId="{9F2532DB-8E6C-4B09-9D73-0DBF1104F0D5}" type="presParOf" srcId="{3B8FD7FB-8F29-4043-8F57-405C2C3D1EBD}" destId="{B3F7042C-D71A-4976-87B8-30E82E99F4EC}" srcOrd="36" destOrd="0" presId="urn:microsoft.com/office/officeart/2005/8/layout/cycle6"/>
    <dgm:cxn modelId="{8E2AA3A9-827D-4BB0-8256-91DAEB3EE4D3}" type="presParOf" srcId="{3B8FD7FB-8F29-4043-8F57-405C2C3D1EBD}" destId="{0D503677-6BE4-4C03-9F6C-B0C86E10D93C}" srcOrd="37" destOrd="0" presId="urn:microsoft.com/office/officeart/2005/8/layout/cycle6"/>
    <dgm:cxn modelId="{806BDC49-16D9-4B66-B4C3-AA8086BD9970}" type="presParOf" srcId="{3B8FD7FB-8F29-4043-8F57-405C2C3D1EBD}" destId="{6D53C6B7-BB63-4AA9-AEE6-B8CC3BE1A99D}" srcOrd="38" destOrd="0" presId="urn:microsoft.com/office/officeart/2005/8/layout/cycle6"/>
    <dgm:cxn modelId="{5AC6A527-6686-4239-85BD-42043B1FD85C}" type="presParOf" srcId="{3B8FD7FB-8F29-4043-8F57-405C2C3D1EBD}" destId="{9BCD8AD4-617C-4E13-8D3C-4C01B9001FD7}" srcOrd="39" destOrd="0" presId="urn:microsoft.com/office/officeart/2005/8/layout/cycle6"/>
    <dgm:cxn modelId="{5A853447-F1E4-4971-9060-7A1F83A234E8}" type="presParOf" srcId="{3B8FD7FB-8F29-4043-8F57-405C2C3D1EBD}" destId="{1DD1E13D-5163-4921-801A-943161BCC589}" srcOrd="40" destOrd="0" presId="urn:microsoft.com/office/officeart/2005/8/layout/cycle6"/>
    <dgm:cxn modelId="{10AE65FF-6EB9-48F5-8AFE-D523F23819FC}" type="presParOf" srcId="{3B8FD7FB-8F29-4043-8F57-405C2C3D1EBD}" destId="{23EF2C38-F3C7-48D1-8F8E-12F1231C10CC}" srcOrd="41" destOrd="0" presId="urn:microsoft.com/office/officeart/2005/8/layout/cycle6"/>
    <dgm:cxn modelId="{9135A17A-3082-4439-B962-CD1D479F20F0}" type="presParOf" srcId="{3B8FD7FB-8F29-4043-8F57-405C2C3D1EBD}" destId="{40241D54-7F93-4390-B533-173AEA7E4D49}" srcOrd="42" destOrd="0" presId="urn:microsoft.com/office/officeart/2005/8/layout/cycle6"/>
    <dgm:cxn modelId="{CF5CBC42-758C-4CDA-BFE5-C16B676B8120}" type="presParOf" srcId="{3B8FD7FB-8F29-4043-8F57-405C2C3D1EBD}" destId="{221AABFC-57A6-4982-BF10-9F902C0AECF9}" srcOrd="43" destOrd="0" presId="urn:microsoft.com/office/officeart/2005/8/layout/cycle6"/>
    <dgm:cxn modelId="{AF1A6803-F69C-493B-9F15-06C24B921BCF}" type="presParOf" srcId="{3B8FD7FB-8F29-4043-8F57-405C2C3D1EBD}" destId="{328D56E0-37E9-4F36-A40A-0C71A9E9D8FB}" srcOrd="44" destOrd="0" presId="urn:microsoft.com/office/officeart/2005/8/layout/cycle6"/>
    <dgm:cxn modelId="{A872D044-FF84-43D9-8C92-6D60657986EB}" type="presParOf" srcId="{3B8FD7FB-8F29-4043-8F57-405C2C3D1EBD}" destId="{A4719A59-8586-4D53-B9B4-6639B7D7F596}" srcOrd="45" destOrd="0" presId="urn:microsoft.com/office/officeart/2005/8/layout/cycle6"/>
    <dgm:cxn modelId="{18136673-7CB1-4A80-BAB7-22521D5117B1}" type="presParOf" srcId="{3B8FD7FB-8F29-4043-8F57-405C2C3D1EBD}" destId="{FF73CFBB-42E3-49EB-87AF-EA990726005A}" srcOrd="46" destOrd="0" presId="urn:microsoft.com/office/officeart/2005/8/layout/cycle6"/>
    <dgm:cxn modelId="{F193CCEE-1E18-4BA3-BE7D-EFA6CC08648E}" type="presParOf" srcId="{3B8FD7FB-8F29-4043-8F57-405C2C3D1EBD}" destId="{666842F1-7C8E-4DE9-BB00-0D0E266AFCB7}" srcOrd="47" destOrd="0" presId="urn:microsoft.com/office/officeart/2005/8/layout/cycle6"/>
    <dgm:cxn modelId="{894D5938-38AB-4F7A-9661-8B910FD834F4}" type="presParOf" srcId="{3B8FD7FB-8F29-4043-8F57-405C2C3D1EBD}" destId="{739A0D2A-DD97-4AED-8C7F-ACBDD5FC9824}" srcOrd="48" destOrd="0" presId="urn:microsoft.com/office/officeart/2005/8/layout/cycle6"/>
    <dgm:cxn modelId="{FC1305C5-CD9A-493F-A1C7-A7232A9817C1}" type="presParOf" srcId="{3B8FD7FB-8F29-4043-8F57-405C2C3D1EBD}" destId="{3A372FCA-5404-4948-A646-7086F524AB67}" srcOrd="49" destOrd="0" presId="urn:microsoft.com/office/officeart/2005/8/layout/cycle6"/>
    <dgm:cxn modelId="{0F98E968-E4B8-4274-B1B4-A7AB3F06899C}" type="presParOf" srcId="{3B8FD7FB-8F29-4043-8F57-405C2C3D1EBD}" destId="{27A4ACA9-4906-420F-9CDC-E4E9F84AEDD0}" srcOrd="50" destOrd="0" presId="urn:microsoft.com/office/officeart/2005/8/layout/cycle6"/>
    <dgm:cxn modelId="{4C05F203-9877-49BA-9996-07DE5829AF62}" type="presParOf" srcId="{3B8FD7FB-8F29-4043-8F57-405C2C3D1EBD}" destId="{8E270C5A-031F-4BF1-8E0B-89F8201DC1D4}" srcOrd="51" destOrd="0" presId="urn:microsoft.com/office/officeart/2005/8/layout/cycle6"/>
    <dgm:cxn modelId="{06A7D33E-C3D0-4B67-B563-80D477B118AF}" type="presParOf" srcId="{3B8FD7FB-8F29-4043-8F57-405C2C3D1EBD}" destId="{27694AFE-B70A-427C-BE6E-1CCABBD20DEC}" srcOrd="52" destOrd="0" presId="urn:microsoft.com/office/officeart/2005/8/layout/cycle6"/>
    <dgm:cxn modelId="{A02A6C4A-30A3-4B34-A824-5D516500A9B2}" type="presParOf" srcId="{3B8FD7FB-8F29-4043-8F57-405C2C3D1EBD}" destId="{35818992-44D6-4EFC-AB25-8AA21C3F8347}" srcOrd="53" destOrd="0" presId="urn:microsoft.com/office/officeart/2005/8/layout/cycle6"/>
    <dgm:cxn modelId="{763442F3-FED9-413B-BAA9-8397C87CCA58}" type="presParOf" srcId="{3B8FD7FB-8F29-4043-8F57-405C2C3D1EBD}" destId="{5DABD85D-CCE6-49F6-8A36-BCB6B2EFAA99}" srcOrd="54" destOrd="0" presId="urn:microsoft.com/office/officeart/2005/8/layout/cycle6"/>
    <dgm:cxn modelId="{9792DDA9-4CFE-495A-99ED-637055C7C36D}" type="presParOf" srcId="{3B8FD7FB-8F29-4043-8F57-405C2C3D1EBD}" destId="{78FB3943-01B4-4314-BC59-19CF7F53D258}" srcOrd="55" destOrd="0" presId="urn:microsoft.com/office/officeart/2005/8/layout/cycle6"/>
    <dgm:cxn modelId="{517B6BBE-496D-4DE5-9080-E7ECC6FD3313}" type="presParOf" srcId="{3B8FD7FB-8F29-4043-8F57-405C2C3D1EBD}" destId="{BE42E3C7-251B-41B5-B42C-09EC99014B4C}" srcOrd="56" destOrd="0" presId="urn:microsoft.com/office/officeart/2005/8/layout/cycle6"/>
    <dgm:cxn modelId="{9475B3FE-EB58-466C-9E43-F7CA5A7B5504}" type="presParOf" srcId="{3B8FD7FB-8F29-4043-8F57-405C2C3D1EBD}" destId="{4BDD6F94-3638-435E-8447-FB92FC1D414F}" srcOrd="57" destOrd="0" presId="urn:microsoft.com/office/officeart/2005/8/layout/cycle6"/>
    <dgm:cxn modelId="{DB5B77EE-8D59-486A-BD64-4CD708256BCE}" type="presParOf" srcId="{3B8FD7FB-8F29-4043-8F57-405C2C3D1EBD}" destId="{1737EFE0-054D-4C4E-93EE-2649FCD17391}" srcOrd="58" destOrd="0" presId="urn:microsoft.com/office/officeart/2005/8/layout/cycle6"/>
    <dgm:cxn modelId="{B2FA8293-DDD1-44E2-B761-A6EA4C7BFC25}" type="presParOf" srcId="{3B8FD7FB-8F29-4043-8F57-405C2C3D1EBD}" destId="{DE2B5A4C-CB18-40F0-8E5B-D4D288E674C9}" srcOrd="59" destOrd="0" presId="urn:microsoft.com/office/officeart/2005/8/layout/cycle6"/>
    <dgm:cxn modelId="{37F3B956-B810-4DD9-9CA5-DF266D463E26}" type="presParOf" srcId="{3B8FD7FB-8F29-4043-8F57-405C2C3D1EBD}" destId="{FD10162F-4B67-49EA-A357-9BB47E8DBCED}" srcOrd="60" destOrd="0" presId="urn:microsoft.com/office/officeart/2005/8/layout/cycle6"/>
    <dgm:cxn modelId="{3C4B8B5C-950D-4E72-AF5D-B84E0459B2F4}" type="presParOf" srcId="{3B8FD7FB-8F29-4043-8F57-405C2C3D1EBD}" destId="{B4082797-0DF6-4528-AC97-1E4D6BDC7C2A}" srcOrd="61" destOrd="0" presId="urn:microsoft.com/office/officeart/2005/8/layout/cycle6"/>
    <dgm:cxn modelId="{C4EFE3FA-8135-4A0A-B40B-9AB8DDCD3CD6}" type="presParOf" srcId="{3B8FD7FB-8F29-4043-8F57-405C2C3D1EBD}" destId="{8B098E89-6F0C-4020-AAFA-412F25434574}" srcOrd="62" destOrd="0" presId="urn:microsoft.com/office/officeart/2005/8/layout/cycle6"/>
    <dgm:cxn modelId="{48C761C4-D93F-46DE-9D78-C064BC3E29A9}" type="presParOf" srcId="{3B8FD7FB-8F29-4043-8F57-405C2C3D1EBD}" destId="{5251AA44-A6C0-48F5-82BD-15AE1751E41B}" srcOrd="63" destOrd="0" presId="urn:microsoft.com/office/officeart/2005/8/layout/cycle6"/>
    <dgm:cxn modelId="{C0B4BD0C-641A-48C1-B599-98609A85D0CB}" type="presParOf" srcId="{3B8FD7FB-8F29-4043-8F57-405C2C3D1EBD}" destId="{04C584F3-6050-47FA-AC79-490E876A1E06}" srcOrd="64" destOrd="0" presId="urn:microsoft.com/office/officeart/2005/8/layout/cycle6"/>
    <dgm:cxn modelId="{B0796689-DB69-4F8B-8AF8-0A9D90DEFD27}" type="presParOf" srcId="{3B8FD7FB-8F29-4043-8F57-405C2C3D1EBD}" destId="{96698129-963B-4227-B693-BC3EACAB6500}" srcOrd="65" destOrd="0" presId="urn:microsoft.com/office/officeart/2005/8/layout/cycle6"/>
    <dgm:cxn modelId="{CD92CAD2-215E-4BAB-82C9-E098F5CAD526}" type="presParOf" srcId="{3B8FD7FB-8F29-4043-8F57-405C2C3D1EBD}" destId="{5370936A-911B-4A4B-8988-2468A7FFF388}" srcOrd="66" destOrd="0" presId="urn:microsoft.com/office/officeart/2005/8/layout/cycle6"/>
    <dgm:cxn modelId="{5D75D7DA-E2A4-424E-9468-DCC10A896F63}" type="presParOf" srcId="{3B8FD7FB-8F29-4043-8F57-405C2C3D1EBD}" destId="{59E4AE9D-A4E0-4C70-9E54-A660ABFE8484}" srcOrd="67" destOrd="0" presId="urn:microsoft.com/office/officeart/2005/8/layout/cycle6"/>
    <dgm:cxn modelId="{FF846F02-15D8-43B2-B826-2E4244EF7A18}" type="presParOf" srcId="{3B8FD7FB-8F29-4043-8F57-405C2C3D1EBD}" destId="{E7236D2C-75E2-4632-A4E6-1140D5FAFAA1}" srcOrd="6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AEC67C1-B76D-4A8C-963E-A049C7AE35F1}"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US"/>
        </a:p>
      </dgm:t>
    </dgm:pt>
    <dgm:pt modelId="{1DB452C9-53A1-47A8-80ED-8A616FB1DA01}">
      <dgm:prSet phldrT="[Text]"/>
      <dgm:spPr>
        <a:solidFill>
          <a:srgbClr val="00B0F0"/>
        </a:solidFill>
      </dgm:spPr>
      <dgm:t>
        <a:bodyPr/>
        <a:lstStyle/>
        <a:p>
          <a:r>
            <a:rPr lang="en-US" b="0" dirty="0" smtClean="0">
              <a:solidFill>
                <a:schemeClr val="bg1"/>
              </a:solidFill>
            </a:rPr>
            <a:t>Group1</a:t>
          </a:r>
          <a:endParaRPr lang="en-US" b="0" dirty="0">
            <a:solidFill>
              <a:schemeClr val="bg1"/>
            </a:solidFill>
          </a:endParaRPr>
        </a:p>
      </dgm:t>
    </dgm:pt>
    <dgm:pt modelId="{79D4B165-97DA-4996-9C50-472E44BC0BBF}" type="parTrans" cxnId="{5E4F00B3-E642-4D72-A68F-39A6BC51841D}">
      <dgm:prSet/>
      <dgm:spPr/>
      <dgm:t>
        <a:bodyPr/>
        <a:lstStyle/>
        <a:p>
          <a:endParaRPr lang="en-US"/>
        </a:p>
      </dgm:t>
    </dgm:pt>
    <dgm:pt modelId="{EE50B0E1-F909-47EE-873A-F88B824E8141}" type="sibTrans" cxnId="{5E4F00B3-E642-4D72-A68F-39A6BC51841D}">
      <dgm:prSet/>
      <dgm:spPr/>
      <dgm:t>
        <a:bodyPr/>
        <a:lstStyle/>
        <a:p>
          <a:endParaRPr lang="en-US"/>
        </a:p>
      </dgm:t>
    </dgm:pt>
    <dgm:pt modelId="{5867C861-02BD-4C01-90BD-0343917D3308}">
      <dgm:prSet phldrT="[Text]"/>
      <dgm:spPr>
        <a:solidFill>
          <a:srgbClr val="1CADE4"/>
        </a:solidFill>
      </dgm:spPr>
      <dgm:t>
        <a:bodyPr/>
        <a:lstStyle/>
        <a:p>
          <a:r>
            <a:rPr lang="en-US" b="0" dirty="0" smtClean="0">
              <a:solidFill>
                <a:schemeClr val="bg1"/>
              </a:solidFill>
            </a:rPr>
            <a:t>Group2</a:t>
          </a:r>
          <a:endParaRPr lang="en-US" b="0" dirty="0">
            <a:solidFill>
              <a:schemeClr val="bg1"/>
            </a:solidFill>
          </a:endParaRPr>
        </a:p>
      </dgm:t>
    </dgm:pt>
    <dgm:pt modelId="{6584B2CA-BFEA-4BC0-B816-F3CBD1D4102E}" type="parTrans" cxnId="{F69380B5-9880-4581-98B8-6459F760569B}">
      <dgm:prSet/>
      <dgm:spPr/>
      <dgm:t>
        <a:bodyPr/>
        <a:lstStyle/>
        <a:p>
          <a:endParaRPr lang="en-US"/>
        </a:p>
      </dgm:t>
    </dgm:pt>
    <dgm:pt modelId="{FE34ED0D-43CD-43A7-A289-B078595383AD}" type="sibTrans" cxnId="{F69380B5-9880-4581-98B8-6459F760569B}">
      <dgm:prSet/>
      <dgm:spPr/>
      <dgm:t>
        <a:bodyPr/>
        <a:lstStyle/>
        <a:p>
          <a:endParaRPr lang="en-US"/>
        </a:p>
      </dgm:t>
    </dgm:pt>
    <dgm:pt modelId="{60276E76-7D17-4AF0-B984-E05FDCE5EAF9}">
      <dgm:prSet phldrT="[Text]"/>
      <dgm:spPr>
        <a:solidFill>
          <a:srgbClr val="1CADE4"/>
        </a:solidFill>
      </dgm:spPr>
      <dgm:t>
        <a:bodyPr/>
        <a:lstStyle/>
        <a:p>
          <a:r>
            <a:rPr lang="en-US" b="0" dirty="0" smtClean="0">
              <a:solidFill>
                <a:schemeClr val="bg1"/>
              </a:solidFill>
            </a:rPr>
            <a:t>Group3</a:t>
          </a:r>
          <a:endParaRPr lang="en-US" b="0" dirty="0">
            <a:solidFill>
              <a:schemeClr val="bg1"/>
            </a:solidFill>
          </a:endParaRPr>
        </a:p>
      </dgm:t>
    </dgm:pt>
    <dgm:pt modelId="{5CE50795-46F1-4FEE-9521-66D5E816D683}" type="parTrans" cxnId="{0A577301-541B-4E17-8CA6-35AF5015D167}">
      <dgm:prSet/>
      <dgm:spPr/>
      <dgm:t>
        <a:bodyPr/>
        <a:lstStyle/>
        <a:p>
          <a:endParaRPr lang="en-US"/>
        </a:p>
      </dgm:t>
    </dgm:pt>
    <dgm:pt modelId="{3AD0382E-B7AE-4D1B-9EC6-A8E25FA295C7}" type="sibTrans" cxnId="{0A577301-541B-4E17-8CA6-35AF5015D167}">
      <dgm:prSet/>
      <dgm:spPr/>
      <dgm:t>
        <a:bodyPr/>
        <a:lstStyle/>
        <a:p>
          <a:endParaRPr lang="en-US"/>
        </a:p>
      </dgm:t>
    </dgm:pt>
    <dgm:pt modelId="{6D466157-66DB-4DD4-8023-13374872C4DF}">
      <dgm:prSet phldrT="[Text]"/>
      <dgm:spPr/>
      <dgm:t>
        <a:bodyPr/>
        <a:lstStyle/>
        <a:p>
          <a:r>
            <a:rPr lang="en-US" dirty="0" smtClean="0"/>
            <a:t>Group4</a:t>
          </a:r>
          <a:endParaRPr lang="en-US" dirty="0"/>
        </a:p>
      </dgm:t>
    </dgm:pt>
    <dgm:pt modelId="{FC35E924-2622-4DC4-842F-1AB74D5EA732}" type="parTrans" cxnId="{E2187621-8BAB-493F-BBEB-E8D9C3CF101A}">
      <dgm:prSet/>
      <dgm:spPr/>
      <dgm:t>
        <a:bodyPr/>
        <a:lstStyle/>
        <a:p>
          <a:endParaRPr lang="en-US"/>
        </a:p>
      </dgm:t>
    </dgm:pt>
    <dgm:pt modelId="{2DD878C3-CA8D-4D97-BB11-63D44A3442AB}" type="sibTrans" cxnId="{E2187621-8BAB-493F-BBEB-E8D9C3CF101A}">
      <dgm:prSet/>
      <dgm:spPr/>
      <dgm:t>
        <a:bodyPr/>
        <a:lstStyle/>
        <a:p>
          <a:endParaRPr lang="en-US"/>
        </a:p>
      </dgm:t>
    </dgm:pt>
    <dgm:pt modelId="{2C274BE5-B389-4078-8F78-286286D47B16}">
      <dgm:prSet phldrT="[Text]"/>
      <dgm:spPr/>
      <dgm:t>
        <a:bodyPr/>
        <a:lstStyle/>
        <a:p>
          <a:r>
            <a:rPr lang="en-US" dirty="0" smtClean="0"/>
            <a:t>Group5</a:t>
          </a:r>
          <a:endParaRPr lang="en-US" dirty="0"/>
        </a:p>
      </dgm:t>
    </dgm:pt>
    <dgm:pt modelId="{0165F449-0690-4EB0-BB3F-548931C6F56E}" type="parTrans" cxnId="{0252699B-9C27-4E94-B7BE-CD68D63BABE8}">
      <dgm:prSet/>
      <dgm:spPr/>
      <dgm:t>
        <a:bodyPr/>
        <a:lstStyle/>
        <a:p>
          <a:endParaRPr lang="en-US"/>
        </a:p>
      </dgm:t>
    </dgm:pt>
    <dgm:pt modelId="{342C9B7B-B1FA-4D57-B3AE-19B4EAD28D26}" type="sibTrans" cxnId="{0252699B-9C27-4E94-B7BE-CD68D63BABE8}">
      <dgm:prSet/>
      <dgm:spPr/>
      <dgm:t>
        <a:bodyPr/>
        <a:lstStyle/>
        <a:p>
          <a:endParaRPr lang="en-US"/>
        </a:p>
      </dgm:t>
    </dgm:pt>
    <dgm:pt modelId="{A0D53082-E036-4E4C-8CDD-3DFDBDC0F8D0}">
      <dgm:prSet phldrT="[Text]"/>
      <dgm:spPr/>
      <dgm:t>
        <a:bodyPr/>
        <a:lstStyle/>
        <a:p>
          <a:r>
            <a:rPr lang="en-US" dirty="0" smtClean="0"/>
            <a:t>Group6</a:t>
          </a:r>
          <a:endParaRPr lang="en-US" dirty="0"/>
        </a:p>
      </dgm:t>
    </dgm:pt>
    <dgm:pt modelId="{445600EF-38EB-4D42-8838-581F42A4AF68}" type="parTrans" cxnId="{31205955-5404-44E6-B523-1710AFF92313}">
      <dgm:prSet/>
      <dgm:spPr/>
      <dgm:t>
        <a:bodyPr/>
        <a:lstStyle/>
        <a:p>
          <a:endParaRPr lang="en-US"/>
        </a:p>
      </dgm:t>
    </dgm:pt>
    <dgm:pt modelId="{B192576A-F6EB-4568-A67B-8AF396F52E2A}" type="sibTrans" cxnId="{31205955-5404-44E6-B523-1710AFF92313}">
      <dgm:prSet/>
      <dgm:spPr/>
      <dgm:t>
        <a:bodyPr/>
        <a:lstStyle/>
        <a:p>
          <a:endParaRPr lang="en-US"/>
        </a:p>
      </dgm:t>
    </dgm:pt>
    <dgm:pt modelId="{D23EEA6B-19F0-4B1A-A0BD-A613D5DA1F97}">
      <dgm:prSet phldrT="[Text]"/>
      <dgm:spPr/>
      <dgm:t>
        <a:bodyPr/>
        <a:lstStyle/>
        <a:p>
          <a:r>
            <a:rPr lang="en-US" dirty="0" smtClean="0"/>
            <a:t>Group7</a:t>
          </a:r>
          <a:endParaRPr lang="en-US" dirty="0"/>
        </a:p>
      </dgm:t>
    </dgm:pt>
    <dgm:pt modelId="{4A24C8A2-2C43-480B-8F61-CD3AA9BD21EF}" type="parTrans" cxnId="{59DC304C-5CB3-4F2C-91D7-AF341839DCE9}">
      <dgm:prSet/>
      <dgm:spPr/>
      <dgm:t>
        <a:bodyPr/>
        <a:lstStyle/>
        <a:p>
          <a:endParaRPr lang="en-US"/>
        </a:p>
      </dgm:t>
    </dgm:pt>
    <dgm:pt modelId="{4C54E9F7-3F8E-4D77-B02E-424BA79AE782}" type="sibTrans" cxnId="{59DC304C-5CB3-4F2C-91D7-AF341839DCE9}">
      <dgm:prSet/>
      <dgm:spPr/>
      <dgm:t>
        <a:bodyPr/>
        <a:lstStyle/>
        <a:p>
          <a:endParaRPr lang="en-US"/>
        </a:p>
      </dgm:t>
    </dgm:pt>
    <dgm:pt modelId="{BCD08B15-39B6-4B6A-9A29-6E0023965AEA}">
      <dgm:prSet phldrT="[Text]"/>
      <dgm:spPr/>
      <dgm:t>
        <a:bodyPr/>
        <a:lstStyle/>
        <a:p>
          <a:r>
            <a:rPr lang="en-US" dirty="0" smtClean="0"/>
            <a:t>Group8</a:t>
          </a:r>
          <a:endParaRPr lang="en-US" dirty="0"/>
        </a:p>
      </dgm:t>
    </dgm:pt>
    <dgm:pt modelId="{E4E0EBDB-9E1D-4E73-A8FA-5BE9ECE35E16}" type="parTrans" cxnId="{4F94B2E9-C845-4215-A68B-23FFCE25D353}">
      <dgm:prSet/>
      <dgm:spPr/>
      <dgm:t>
        <a:bodyPr/>
        <a:lstStyle/>
        <a:p>
          <a:endParaRPr lang="en-US"/>
        </a:p>
      </dgm:t>
    </dgm:pt>
    <dgm:pt modelId="{552C6C61-3E04-46D8-B494-FC61650B9F3C}" type="sibTrans" cxnId="{4F94B2E9-C845-4215-A68B-23FFCE25D353}">
      <dgm:prSet/>
      <dgm:spPr/>
      <dgm:t>
        <a:bodyPr/>
        <a:lstStyle/>
        <a:p>
          <a:endParaRPr lang="en-US"/>
        </a:p>
      </dgm:t>
    </dgm:pt>
    <dgm:pt modelId="{8A797F95-FE8E-4664-AF82-044C61C09760}">
      <dgm:prSet phldrT="[Text]"/>
      <dgm:spPr/>
      <dgm:t>
        <a:bodyPr/>
        <a:lstStyle/>
        <a:p>
          <a:r>
            <a:rPr lang="en-US" dirty="0" smtClean="0"/>
            <a:t>Group9</a:t>
          </a:r>
          <a:endParaRPr lang="en-US" dirty="0"/>
        </a:p>
      </dgm:t>
    </dgm:pt>
    <dgm:pt modelId="{E4D3AD84-98AA-47E7-A10E-EDF35A02AE57}" type="parTrans" cxnId="{A9CB90D1-98B8-4CC4-9337-93937319FAD9}">
      <dgm:prSet/>
      <dgm:spPr/>
      <dgm:t>
        <a:bodyPr/>
        <a:lstStyle/>
        <a:p>
          <a:endParaRPr lang="en-US"/>
        </a:p>
      </dgm:t>
    </dgm:pt>
    <dgm:pt modelId="{DC8B683E-EFB2-415B-A079-66EB42200398}" type="sibTrans" cxnId="{A9CB90D1-98B8-4CC4-9337-93937319FAD9}">
      <dgm:prSet/>
      <dgm:spPr/>
      <dgm:t>
        <a:bodyPr/>
        <a:lstStyle/>
        <a:p>
          <a:endParaRPr lang="en-US"/>
        </a:p>
      </dgm:t>
    </dgm:pt>
    <dgm:pt modelId="{80FC0B6D-49A8-435A-BB28-409292372BCC}">
      <dgm:prSet phldrT="[Text]"/>
      <dgm:spPr/>
      <dgm:t>
        <a:bodyPr/>
        <a:lstStyle/>
        <a:p>
          <a:r>
            <a:rPr lang="en-US" dirty="0" smtClean="0"/>
            <a:t>Group10</a:t>
          </a:r>
          <a:endParaRPr lang="en-US" dirty="0"/>
        </a:p>
      </dgm:t>
    </dgm:pt>
    <dgm:pt modelId="{2DB6407B-843C-4CC9-9CC3-FEA2864E5E1B}" type="parTrans" cxnId="{8837C493-D1F1-4E40-A0ED-DBC41A4494B4}">
      <dgm:prSet/>
      <dgm:spPr/>
      <dgm:t>
        <a:bodyPr/>
        <a:lstStyle/>
        <a:p>
          <a:endParaRPr lang="en-US"/>
        </a:p>
      </dgm:t>
    </dgm:pt>
    <dgm:pt modelId="{72FFD877-6357-4819-8BB0-2F2F45FC7B52}" type="sibTrans" cxnId="{8837C493-D1F1-4E40-A0ED-DBC41A4494B4}">
      <dgm:prSet/>
      <dgm:spPr/>
      <dgm:t>
        <a:bodyPr/>
        <a:lstStyle/>
        <a:p>
          <a:endParaRPr lang="en-US"/>
        </a:p>
      </dgm:t>
    </dgm:pt>
    <dgm:pt modelId="{62460D7A-DA47-494F-811D-D4BBDF0792AF}">
      <dgm:prSet phldrT="[Text]"/>
      <dgm:spPr/>
      <dgm:t>
        <a:bodyPr/>
        <a:lstStyle/>
        <a:p>
          <a:r>
            <a:rPr lang="en-US" dirty="0" smtClean="0"/>
            <a:t>Group11</a:t>
          </a:r>
          <a:endParaRPr lang="en-US" dirty="0"/>
        </a:p>
      </dgm:t>
    </dgm:pt>
    <dgm:pt modelId="{F3FD37CB-A7F9-43B9-A61E-B549CF95FBEC}" type="parTrans" cxnId="{4E833544-5041-4277-96E7-490E4E95A5C3}">
      <dgm:prSet/>
      <dgm:spPr/>
      <dgm:t>
        <a:bodyPr/>
        <a:lstStyle/>
        <a:p>
          <a:endParaRPr lang="en-US"/>
        </a:p>
      </dgm:t>
    </dgm:pt>
    <dgm:pt modelId="{D57B41DE-86DE-4FE7-BF4C-283F100ADD7D}" type="sibTrans" cxnId="{4E833544-5041-4277-96E7-490E4E95A5C3}">
      <dgm:prSet/>
      <dgm:spPr/>
      <dgm:t>
        <a:bodyPr/>
        <a:lstStyle/>
        <a:p>
          <a:endParaRPr lang="en-US"/>
        </a:p>
      </dgm:t>
    </dgm:pt>
    <dgm:pt modelId="{581FD5D4-CD40-41EE-99C8-3775A7A39E44}">
      <dgm:prSet phldrT="[Text]"/>
      <dgm:spPr/>
      <dgm:t>
        <a:bodyPr/>
        <a:lstStyle/>
        <a:p>
          <a:r>
            <a:rPr lang="en-US" dirty="0" smtClean="0"/>
            <a:t>Group12</a:t>
          </a:r>
          <a:endParaRPr lang="en-US" dirty="0"/>
        </a:p>
      </dgm:t>
    </dgm:pt>
    <dgm:pt modelId="{AFA09801-959A-4FF8-82CA-906C456EC398}" type="parTrans" cxnId="{D9668D6F-6D3D-4D7F-BDE5-787493721B4B}">
      <dgm:prSet/>
      <dgm:spPr/>
      <dgm:t>
        <a:bodyPr/>
        <a:lstStyle/>
        <a:p>
          <a:endParaRPr lang="en-US"/>
        </a:p>
      </dgm:t>
    </dgm:pt>
    <dgm:pt modelId="{6B82B2EA-8181-44CA-B65C-24743C1A93AC}" type="sibTrans" cxnId="{D9668D6F-6D3D-4D7F-BDE5-787493721B4B}">
      <dgm:prSet/>
      <dgm:spPr/>
      <dgm:t>
        <a:bodyPr/>
        <a:lstStyle/>
        <a:p>
          <a:endParaRPr lang="en-US"/>
        </a:p>
      </dgm:t>
    </dgm:pt>
    <dgm:pt modelId="{A7C4B11C-AC43-4A9D-B20F-03407279539F}">
      <dgm:prSet phldrT="[Text]"/>
      <dgm:spPr>
        <a:solidFill>
          <a:srgbClr val="1CADE4"/>
        </a:solidFill>
      </dgm:spPr>
      <dgm:t>
        <a:bodyPr/>
        <a:lstStyle/>
        <a:p>
          <a:r>
            <a:rPr lang="en-US" b="0" dirty="0" smtClean="0">
              <a:solidFill>
                <a:schemeClr val="bg1"/>
              </a:solidFill>
            </a:rPr>
            <a:t>Group13</a:t>
          </a:r>
          <a:endParaRPr lang="en-US" b="0" dirty="0">
            <a:solidFill>
              <a:schemeClr val="bg1"/>
            </a:solidFill>
          </a:endParaRPr>
        </a:p>
      </dgm:t>
    </dgm:pt>
    <dgm:pt modelId="{F15105DD-AF20-48E3-A8D5-5B0A937D96A0}" type="parTrans" cxnId="{FB746317-5891-4654-8CCA-B98EF6C6471C}">
      <dgm:prSet/>
      <dgm:spPr/>
      <dgm:t>
        <a:bodyPr/>
        <a:lstStyle/>
        <a:p>
          <a:endParaRPr lang="en-US"/>
        </a:p>
      </dgm:t>
    </dgm:pt>
    <dgm:pt modelId="{6C8547B6-AD1A-4508-BC2F-BFE11DA7EE44}" type="sibTrans" cxnId="{FB746317-5891-4654-8CCA-B98EF6C6471C}">
      <dgm:prSet/>
      <dgm:spPr/>
      <dgm:t>
        <a:bodyPr/>
        <a:lstStyle/>
        <a:p>
          <a:endParaRPr lang="en-US"/>
        </a:p>
      </dgm:t>
    </dgm:pt>
    <dgm:pt modelId="{CE634133-CD93-472E-960C-271A98CDE83D}">
      <dgm:prSet phldrT="[Text]"/>
      <dgm:spPr>
        <a:solidFill>
          <a:srgbClr val="1CADE4"/>
        </a:solidFill>
      </dgm:spPr>
      <dgm:t>
        <a:bodyPr/>
        <a:lstStyle/>
        <a:p>
          <a:r>
            <a:rPr lang="en-US" b="0" dirty="0" smtClean="0">
              <a:solidFill>
                <a:schemeClr val="bg1"/>
              </a:solidFill>
            </a:rPr>
            <a:t>Group14</a:t>
          </a:r>
          <a:endParaRPr lang="en-US" b="0" dirty="0">
            <a:solidFill>
              <a:schemeClr val="bg1"/>
            </a:solidFill>
          </a:endParaRPr>
        </a:p>
      </dgm:t>
    </dgm:pt>
    <dgm:pt modelId="{F0E7B667-2D91-4601-9320-46DF4F39FE33}" type="parTrans" cxnId="{54D47582-7280-45C4-BAFD-26C53F3C9561}">
      <dgm:prSet/>
      <dgm:spPr/>
      <dgm:t>
        <a:bodyPr/>
        <a:lstStyle/>
        <a:p>
          <a:endParaRPr lang="en-US"/>
        </a:p>
      </dgm:t>
    </dgm:pt>
    <dgm:pt modelId="{AE73A717-86DE-4866-AB5A-6A2CB698A033}" type="sibTrans" cxnId="{54D47582-7280-45C4-BAFD-26C53F3C9561}">
      <dgm:prSet/>
      <dgm:spPr/>
      <dgm:t>
        <a:bodyPr/>
        <a:lstStyle/>
        <a:p>
          <a:endParaRPr lang="en-US"/>
        </a:p>
      </dgm:t>
    </dgm:pt>
    <dgm:pt modelId="{888D55D4-4F71-4B14-9652-EAEEFDD5FE50}">
      <dgm:prSet phldrT="[Text]"/>
      <dgm:spPr/>
      <dgm:t>
        <a:bodyPr/>
        <a:lstStyle/>
        <a:p>
          <a:r>
            <a:rPr lang="en-US" dirty="0" smtClean="0"/>
            <a:t>Group15</a:t>
          </a:r>
          <a:endParaRPr lang="en-US" dirty="0"/>
        </a:p>
      </dgm:t>
    </dgm:pt>
    <dgm:pt modelId="{F96E81B9-77CA-45F8-A94E-C1A57D737DA6}" type="parTrans" cxnId="{F532B491-1030-4384-8C0A-605EFB735AD8}">
      <dgm:prSet/>
      <dgm:spPr/>
      <dgm:t>
        <a:bodyPr/>
        <a:lstStyle/>
        <a:p>
          <a:endParaRPr lang="en-US"/>
        </a:p>
      </dgm:t>
    </dgm:pt>
    <dgm:pt modelId="{3FBA8171-8F72-4D31-85B8-154C0B335869}" type="sibTrans" cxnId="{F532B491-1030-4384-8C0A-605EFB735AD8}">
      <dgm:prSet/>
      <dgm:spPr/>
      <dgm:t>
        <a:bodyPr/>
        <a:lstStyle/>
        <a:p>
          <a:endParaRPr lang="en-US"/>
        </a:p>
      </dgm:t>
    </dgm:pt>
    <dgm:pt modelId="{409C815A-1DFA-4D11-9D5F-5AEABB54CE8C}">
      <dgm:prSet phldrT="[Text]"/>
      <dgm:spPr/>
      <dgm:t>
        <a:bodyPr/>
        <a:lstStyle/>
        <a:p>
          <a:r>
            <a:rPr lang="en-US" dirty="0" smtClean="0"/>
            <a:t>Group16</a:t>
          </a:r>
          <a:endParaRPr lang="en-US" dirty="0"/>
        </a:p>
      </dgm:t>
    </dgm:pt>
    <dgm:pt modelId="{8A056BBE-3DEE-4E03-A5EA-9EE3FFA34BC9}" type="parTrans" cxnId="{7635C172-826E-45D4-8F9B-22FD1D91ACC7}">
      <dgm:prSet/>
      <dgm:spPr/>
      <dgm:t>
        <a:bodyPr/>
        <a:lstStyle/>
        <a:p>
          <a:endParaRPr lang="en-US"/>
        </a:p>
      </dgm:t>
    </dgm:pt>
    <dgm:pt modelId="{8F61A65A-F7F7-4F5C-91FA-14F27BAC090E}" type="sibTrans" cxnId="{7635C172-826E-45D4-8F9B-22FD1D91ACC7}">
      <dgm:prSet/>
      <dgm:spPr/>
      <dgm:t>
        <a:bodyPr/>
        <a:lstStyle/>
        <a:p>
          <a:endParaRPr lang="en-US"/>
        </a:p>
      </dgm:t>
    </dgm:pt>
    <dgm:pt modelId="{796EF08B-E2B6-4DB8-9DD8-FF188927C4EB}">
      <dgm:prSet phldrT="[Text]"/>
      <dgm:spPr/>
      <dgm:t>
        <a:bodyPr/>
        <a:lstStyle/>
        <a:p>
          <a:r>
            <a:rPr lang="en-US" dirty="0" smtClean="0"/>
            <a:t>Group17</a:t>
          </a:r>
          <a:endParaRPr lang="en-US" dirty="0"/>
        </a:p>
      </dgm:t>
    </dgm:pt>
    <dgm:pt modelId="{EC0C6371-5595-4B77-B753-542B36E09A02}" type="parTrans" cxnId="{5D2A8493-B633-464F-9F01-EB8BA3B8BD0F}">
      <dgm:prSet/>
      <dgm:spPr/>
      <dgm:t>
        <a:bodyPr/>
        <a:lstStyle/>
        <a:p>
          <a:endParaRPr lang="en-US"/>
        </a:p>
      </dgm:t>
    </dgm:pt>
    <dgm:pt modelId="{E16ECD14-E1E6-43C2-A056-BC268ADADD60}" type="sibTrans" cxnId="{5D2A8493-B633-464F-9F01-EB8BA3B8BD0F}">
      <dgm:prSet/>
      <dgm:spPr/>
      <dgm:t>
        <a:bodyPr/>
        <a:lstStyle/>
        <a:p>
          <a:endParaRPr lang="en-US"/>
        </a:p>
      </dgm:t>
    </dgm:pt>
    <dgm:pt modelId="{9111B4F9-6FA0-43C6-AC95-410CFCF291A4}">
      <dgm:prSet phldrT="[Text]"/>
      <dgm:spPr/>
      <dgm:t>
        <a:bodyPr/>
        <a:lstStyle/>
        <a:p>
          <a:r>
            <a:rPr lang="en-US" dirty="0" smtClean="0"/>
            <a:t>Group18</a:t>
          </a:r>
          <a:endParaRPr lang="en-US" dirty="0"/>
        </a:p>
      </dgm:t>
    </dgm:pt>
    <dgm:pt modelId="{D5EE7763-71CE-4301-A143-108EB456A8FB}" type="parTrans" cxnId="{B08317EE-86B0-4153-A92C-B938E4339A18}">
      <dgm:prSet/>
      <dgm:spPr/>
      <dgm:t>
        <a:bodyPr/>
        <a:lstStyle/>
        <a:p>
          <a:endParaRPr lang="en-US"/>
        </a:p>
      </dgm:t>
    </dgm:pt>
    <dgm:pt modelId="{E36EB91D-B36F-45E0-9754-60C02165B5D6}" type="sibTrans" cxnId="{B08317EE-86B0-4153-A92C-B938E4339A18}">
      <dgm:prSet/>
      <dgm:spPr/>
      <dgm:t>
        <a:bodyPr/>
        <a:lstStyle/>
        <a:p>
          <a:endParaRPr lang="en-US"/>
        </a:p>
      </dgm:t>
    </dgm:pt>
    <dgm:pt modelId="{FA26A295-011A-499C-8BE4-FCB45FC37EFB}">
      <dgm:prSet phldrT="[Text]"/>
      <dgm:spPr/>
      <dgm:t>
        <a:bodyPr/>
        <a:lstStyle/>
        <a:p>
          <a:r>
            <a:rPr lang="en-US" dirty="0" smtClean="0"/>
            <a:t>Group19</a:t>
          </a:r>
          <a:endParaRPr lang="en-US" dirty="0"/>
        </a:p>
      </dgm:t>
    </dgm:pt>
    <dgm:pt modelId="{529199A5-AFBE-47BF-B909-ED4845FEBF07}" type="parTrans" cxnId="{C35FD9E4-5CD5-4C37-BCB6-E4B370044C17}">
      <dgm:prSet/>
      <dgm:spPr/>
      <dgm:t>
        <a:bodyPr/>
        <a:lstStyle/>
        <a:p>
          <a:endParaRPr lang="en-US"/>
        </a:p>
      </dgm:t>
    </dgm:pt>
    <dgm:pt modelId="{CEEACC01-1460-49BB-ADCF-0153B050C2D1}" type="sibTrans" cxnId="{C35FD9E4-5CD5-4C37-BCB6-E4B370044C17}">
      <dgm:prSet/>
      <dgm:spPr/>
      <dgm:t>
        <a:bodyPr/>
        <a:lstStyle/>
        <a:p>
          <a:endParaRPr lang="en-US"/>
        </a:p>
      </dgm:t>
    </dgm:pt>
    <dgm:pt modelId="{320B4B01-F65A-4948-8C47-0E834A0E9B71}">
      <dgm:prSet phldrT="[Text]"/>
      <dgm:spPr/>
      <dgm:t>
        <a:bodyPr/>
        <a:lstStyle/>
        <a:p>
          <a:r>
            <a:rPr lang="en-US" dirty="0" smtClean="0"/>
            <a:t>Group20</a:t>
          </a:r>
          <a:endParaRPr lang="en-US" dirty="0"/>
        </a:p>
      </dgm:t>
    </dgm:pt>
    <dgm:pt modelId="{FFC3421D-0FCB-42A1-A695-C905185C51CC}" type="parTrans" cxnId="{26C5F7DA-259A-4EBB-A570-EAEEC3B3C1CF}">
      <dgm:prSet/>
      <dgm:spPr/>
      <dgm:t>
        <a:bodyPr/>
        <a:lstStyle/>
        <a:p>
          <a:endParaRPr lang="en-US"/>
        </a:p>
      </dgm:t>
    </dgm:pt>
    <dgm:pt modelId="{A6BE82F8-EDBC-490D-B1D3-114C722600AB}" type="sibTrans" cxnId="{26C5F7DA-259A-4EBB-A570-EAEEC3B3C1CF}">
      <dgm:prSet/>
      <dgm:spPr/>
      <dgm:t>
        <a:bodyPr/>
        <a:lstStyle/>
        <a:p>
          <a:endParaRPr lang="en-US"/>
        </a:p>
      </dgm:t>
    </dgm:pt>
    <dgm:pt modelId="{6B614D43-C259-4F1E-A961-DCCA50245F32}">
      <dgm:prSet phldrT="[Text]"/>
      <dgm:spPr>
        <a:solidFill>
          <a:srgbClr val="FF9999"/>
        </a:solidFill>
      </dgm:spPr>
      <dgm:t>
        <a:bodyPr/>
        <a:lstStyle/>
        <a:p>
          <a:r>
            <a:rPr lang="en-US" b="1" dirty="0" smtClean="0">
              <a:solidFill>
                <a:schemeClr val="tx1"/>
              </a:solidFill>
            </a:rPr>
            <a:t>Group21</a:t>
          </a:r>
          <a:endParaRPr lang="en-US" b="1" dirty="0">
            <a:solidFill>
              <a:schemeClr val="tx1"/>
            </a:solidFill>
          </a:endParaRPr>
        </a:p>
      </dgm:t>
    </dgm:pt>
    <dgm:pt modelId="{37101B32-C791-4143-94E5-C9D794C45512}" type="parTrans" cxnId="{D84C5B7A-FE3F-4502-B4F2-41ECB7465834}">
      <dgm:prSet/>
      <dgm:spPr/>
      <dgm:t>
        <a:bodyPr/>
        <a:lstStyle/>
        <a:p>
          <a:endParaRPr lang="en-US"/>
        </a:p>
      </dgm:t>
    </dgm:pt>
    <dgm:pt modelId="{42B379FA-AB1F-4166-9749-DD9D47752AF1}" type="sibTrans" cxnId="{D84C5B7A-FE3F-4502-B4F2-41ECB7465834}">
      <dgm:prSet/>
      <dgm:spPr/>
      <dgm:t>
        <a:bodyPr/>
        <a:lstStyle/>
        <a:p>
          <a:endParaRPr lang="en-US"/>
        </a:p>
      </dgm:t>
    </dgm:pt>
    <dgm:pt modelId="{C7A240E3-FC63-4595-8B18-C257373E48A8}">
      <dgm:prSet phldrT="[Text]"/>
      <dgm:spPr/>
      <dgm:t>
        <a:bodyPr/>
        <a:lstStyle/>
        <a:p>
          <a:r>
            <a:rPr lang="en-US" dirty="0" smtClean="0"/>
            <a:t>Group22</a:t>
          </a:r>
          <a:endParaRPr lang="en-US" dirty="0"/>
        </a:p>
      </dgm:t>
    </dgm:pt>
    <dgm:pt modelId="{3226B2A0-C425-44FD-A0EF-38DC970D03A6}" type="parTrans" cxnId="{F752F8C5-09E6-4CDF-AF77-0EBB7C306561}">
      <dgm:prSet/>
      <dgm:spPr/>
      <dgm:t>
        <a:bodyPr/>
        <a:lstStyle/>
        <a:p>
          <a:endParaRPr lang="en-US"/>
        </a:p>
      </dgm:t>
    </dgm:pt>
    <dgm:pt modelId="{CC440629-B791-4D98-B6CE-BF59067A811D}" type="sibTrans" cxnId="{F752F8C5-09E6-4CDF-AF77-0EBB7C306561}">
      <dgm:prSet/>
      <dgm:spPr/>
      <dgm:t>
        <a:bodyPr/>
        <a:lstStyle/>
        <a:p>
          <a:endParaRPr lang="en-US"/>
        </a:p>
      </dgm:t>
    </dgm:pt>
    <dgm:pt modelId="{965A849E-2826-4EC6-BB0C-397242B29888}">
      <dgm:prSet phldrT="[Text]"/>
      <dgm:spPr/>
      <dgm:t>
        <a:bodyPr/>
        <a:lstStyle/>
        <a:p>
          <a:r>
            <a:rPr lang="en-US" dirty="0" smtClean="0"/>
            <a:t>Group23</a:t>
          </a:r>
          <a:endParaRPr lang="en-US" dirty="0"/>
        </a:p>
      </dgm:t>
    </dgm:pt>
    <dgm:pt modelId="{D83B0BBE-15A5-4739-B6C0-D8C4E42E25A0}" type="parTrans" cxnId="{81531205-E2B9-45A0-A740-7143B9AB7ACC}">
      <dgm:prSet/>
      <dgm:spPr/>
      <dgm:t>
        <a:bodyPr/>
        <a:lstStyle/>
        <a:p>
          <a:endParaRPr lang="en-US"/>
        </a:p>
      </dgm:t>
    </dgm:pt>
    <dgm:pt modelId="{3DAEB32C-2ED0-4548-8839-32044884D370}" type="sibTrans" cxnId="{81531205-E2B9-45A0-A740-7143B9AB7ACC}">
      <dgm:prSet/>
      <dgm:spPr/>
      <dgm:t>
        <a:bodyPr/>
        <a:lstStyle/>
        <a:p>
          <a:endParaRPr lang="en-US"/>
        </a:p>
      </dgm:t>
    </dgm:pt>
    <dgm:pt modelId="{3B8FD7FB-8F29-4043-8F57-405C2C3D1EBD}" type="pres">
      <dgm:prSet presAssocID="{0AEC67C1-B76D-4A8C-963E-A049C7AE35F1}" presName="cycle" presStyleCnt="0">
        <dgm:presLayoutVars>
          <dgm:dir/>
          <dgm:resizeHandles val="exact"/>
        </dgm:presLayoutVars>
      </dgm:prSet>
      <dgm:spPr/>
      <dgm:t>
        <a:bodyPr/>
        <a:lstStyle/>
        <a:p>
          <a:endParaRPr lang="en-US"/>
        </a:p>
      </dgm:t>
    </dgm:pt>
    <dgm:pt modelId="{3E7D9DE5-3A5A-4179-8403-46C1842F44D0}" type="pres">
      <dgm:prSet presAssocID="{1DB452C9-53A1-47A8-80ED-8A616FB1DA01}" presName="node" presStyleLbl="node1" presStyleIdx="0" presStyleCnt="23">
        <dgm:presLayoutVars>
          <dgm:bulletEnabled val="1"/>
        </dgm:presLayoutVars>
      </dgm:prSet>
      <dgm:spPr/>
      <dgm:t>
        <a:bodyPr/>
        <a:lstStyle/>
        <a:p>
          <a:endParaRPr lang="en-US"/>
        </a:p>
      </dgm:t>
    </dgm:pt>
    <dgm:pt modelId="{8CBA7289-D5A1-43BB-96EC-658B5A8D574E}" type="pres">
      <dgm:prSet presAssocID="{1DB452C9-53A1-47A8-80ED-8A616FB1DA01}" presName="spNode" presStyleCnt="0"/>
      <dgm:spPr/>
    </dgm:pt>
    <dgm:pt modelId="{50132201-75B3-4439-BC28-F604FC679866}" type="pres">
      <dgm:prSet presAssocID="{EE50B0E1-F909-47EE-873A-F88B824E8141}" presName="sibTrans" presStyleLbl="sibTrans1D1" presStyleIdx="0" presStyleCnt="23"/>
      <dgm:spPr/>
      <dgm:t>
        <a:bodyPr/>
        <a:lstStyle/>
        <a:p>
          <a:endParaRPr lang="en-US"/>
        </a:p>
      </dgm:t>
    </dgm:pt>
    <dgm:pt modelId="{CA21ED3F-92F2-4D34-9714-0B454F746502}" type="pres">
      <dgm:prSet presAssocID="{5867C861-02BD-4C01-90BD-0343917D3308}" presName="node" presStyleLbl="node1" presStyleIdx="1" presStyleCnt="23">
        <dgm:presLayoutVars>
          <dgm:bulletEnabled val="1"/>
        </dgm:presLayoutVars>
      </dgm:prSet>
      <dgm:spPr/>
      <dgm:t>
        <a:bodyPr/>
        <a:lstStyle/>
        <a:p>
          <a:endParaRPr lang="en-US"/>
        </a:p>
      </dgm:t>
    </dgm:pt>
    <dgm:pt modelId="{5F781483-9EF9-4B81-A115-6CEA6798947C}" type="pres">
      <dgm:prSet presAssocID="{5867C861-02BD-4C01-90BD-0343917D3308}" presName="spNode" presStyleCnt="0"/>
      <dgm:spPr/>
    </dgm:pt>
    <dgm:pt modelId="{7887C5DC-9913-4199-AEDF-77F5415CDAC1}" type="pres">
      <dgm:prSet presAssocID="{FE34ED0D-43CD-43A7-A289-B078595383AD}" presName="sibTrans" presStyleLbl="sibTrans1D1" presStyleIdx="1" presStyleCnt="23"/>
      <dgm:spPr/>
      <dgm:t>
        <a:bodyPr/>
        <a:lstStyle/>
        <a:p>
          <a:endParaRPr lang="en-US"/>
        </a:p>
      </dgm:t>
    </dgm:pt>
    <dgm:pt modelId="{EC9C80C8-4E98-45A3-9514-A60E0C9E910E}" type="pres">
      <dgm:prSet presAssocID="{60276E76-7D17-4AF0-B984-E05FDCE5EAF9}" presName="node" presStyleLbl="node1" presStyleIdx="2" presStyleCnt="23">
        <dgm:presLayoutVars>
          <dgm:bulletEnabled val="1"/>
        </dgm:presLayoutVars>
      </dgm:prSet>
      <dgm:spPr/>
      <dgm:t>
        <a:bodyPr/>
        <a:lstStyle/>
        <a:p>
          <a:endParaRPr lang="en-US"/>
        </a:p>
      </dgm:t>
    </dgm:pt>
    <dgm:pt modelId="{5AD582E6-518D-494A-8851-77BA54B1D179}" type="pres">
      <dgm:prSet presAssocID="{60276E76-7D17-4AF0-B984-E05FDCE5EAF9}" presName="spNode" presStyleCnt="0"/>
      <dgm:spPr/>
    </dgm:pt>
    <dgm:pt modelId="{A5DCE8F0-DAEE-4412-9FDF-F8E167449B5A}" type="pres">
      <dgm:prSet presAssocID="{3AD0382E-B7AE-4D1B-9EC6-A8E25FA295C7}" presName="sibTrans" presStyleLbl="sibTrans1D1" presStyleIdx="2" presStyleCnt="23"/>
      <dgm:spPr/>
      <dgm:t>
        <a:bodyPr/>
        <a:lstStyle/>
        <a:p>
          <a:endParaRPr lang="en-US"/>
        </a:p>
      </dgm:t>
    </dgm:pt>
    <dgm:pt modelId="{F197BEF7-5C18-4E85-994A-04EA396F59B4}" type="pres">
      <dgm:prSet presAssocID="{6D466157-66DB-4DD4-8023-13374872C4DF}" presName="node" presStyleLbl="node1" presStyleIdx="3" presStyleCnt="23">
        <dgm:presLayoutVars>
          <dgm:bulletEnabled val="1"/>
        </dgm:presLayoutVars>
      </dgm:prSet>
      <dgm:spPr/>
      <dgm:t>
        <a:bodyPr/>
        <a:lstStyle/>
        <a:p>
          <a:endParaRPr lang="en-US"/>
        </a:p>
      </dgm:t>
    </dgm:pt>
    <dgm:pt modelId="{3D33A478-76DE-4191-AC8B-701070C16837}" type="pres">
      <dgm:prSet presAssocID="{6D466157-66DB-4DD4-8023-13374872C4DF}" presName="spNode" presStyleCnt="0"/>
      <dgm:spPr/>
    </dgm:pt>
    <dgm:pt modelId="{1AEFC9EE-1FB7-425C-AB91-FFE5E99D0128}" type="pres">
      <dgm:prSet presAssocID="{2DD878C3-CA8D-4D97-BB11-63D44A3442AB}" presName="sibTrans" presStyleLbl="sibTrans1D1" presStyleIdx="3" presStyleCnt="23"/>
      <dgm:spPr/>
      <dgm:t>
        <a:bodyPr/>
        <a:lstStyle/>
        <a:p>
          <a:endParaRPr lang="en-US"/>
        </a:p>
      </dgm:t>
    </dgm:pt>
    <dgm:pt modelId="{9461DA25-8092-42E7-9892-8F4D48DF653E}" type="pres">
      <dgm:prSet presAssocID="{2C274BE5-B389-4078-8F78-286286D47B16}" presName="node" presStyleLbl="node1" presStyleIdx="4" presStyleCnt="23">
        <dgm:presLayoutVars>
          <dgm:bulletEnabled val="1"/>
        </dgm:presLayoutVars>
      </dgm:prSet>
      <dgm:spPr/>
      <dgm:t>
        <a:bodyPr/>
        <a:lstStyle/>
        <a:p>
          <a:endParaRPr lang="en-US"/>
        </a:p>
      </dgm:t>
    </dgm:pt>
    <dgm:pt modelId="{D10D355E-3C9E-41D7-A11D-38F7D09BFA74}" type="pres">
      <dgm:prSet presAssocID="{2C274BE5-B389-4078-8F78-286286D47B16}" presName="spNode" presStyleCnt="0"/>
      <dgm:spPr/>
    </dgm:pt>
    <dgm:pt modelId="{5FA3E78C-2AB0-449D-B0B4-EDD97A4024EB}" type="pres">
      <dgm:prSet presAssocID="{342C9B7B-B1FA-4D57-B3AE-19B4EAD28D26}" presName="sibTrans" presStyleLbl="sibTrans1D1" presStyleIdx="4" presStyleCnt="23"/>
      <dgm:spPr/>
      <dgm:t>
        <a:bodyPr/>
        <a:lstStyle/>
        <a:p>
          <a:endParaRPr lang="en-US"/>
        </a:p>
      </dgm:t>
    </dgm:pt>
    <dgm:pt modelId="{DA6F5FBB-AD73-4ADB-B796-536C610E3FBF}" type="pres">
      <dgm:prSet presAssocID="{A0D53082-E036-4E4C-8CDD-3DFDBDC0F8D0}" presName="node" presStyleLbl="node1" presStyleIdx="5" presStyleCnt="23">
        <dgm:presLayoutVars>
          <dgm:bulletEnabled val="1"/>
        </dgm:presLayoutVars>
      </dgm:prSet>
      <dgm:spPr/>
      <dgm:t>
        <a:bodyPr/>
        <a:lstStyle/>
        <a:p>
          <a:endParaRPr lang="en-US"/>
        </a:p>
      </dgm:t>
    </dgm:pt>
    <dgm:pt modelId="{1494556D-2096-4236-BEE3-E2CC5D821B2D}" type="pres">
      <dgm:prSet presAssocID="{A0D53082-E036-4E4C-8CDD-3DFDBDC0F8D0}" presName="spNode" presStyleCnt="0"/>
      <dgm:spPr/>
    </dgm:pt>
    <dgm:pt modelId="{4E633252-5117-484E-A260-8EA7D4E24332}" type="pres">
      <dgm:prSet presAssocID="{B192576A-F6EB-4568-A67B-8AF396F52E2A}" presName="sibTrans" presStyleLbl="sibTrans1D1" presStyleIdx="5" presStyleCnt="23"/>
      <dgm:spPr/>
      <dgm:t>
        <a:bodyPr/>
        <a:lstStyle/>
        <a:p>
          <a:endParaRPr lang="en-US"/>
        </a:p>
      </dgm:t>
    </dgm:pt>
    <dgm:pt modelId="{7DBDDD8B-BE1C-499F-8611-7311DA05BE0A}" type="pres">
      <dgm:prSet presAssocID="{D23EEA6B-19F0-4B1A-A0BD-A613D5DA1F97}" presName="node" presStyleLbl="node1" presStyleIdx="6" presStyleCnt="23">
        <dgm:presLayoutVars>
          <dgm:bulletEnabled val="1"/>
        </dgm:presLayoutVars>
      </dgm:prSet>
      <dgm:spPr/>
      <dgm:t>
        <a:bodyPr/>
        <a:lstStyle/>
        <a:p>
          <a:endParaRPr lang="en-US"/>
        </a:p>
      </dgm:t>
    </dgm:pt>
    <dgm:pt modelId="{C514EDBC-BC56-4203-8686-BC992201EF07}" type="pres">
      <dgm:prSet presAssocID="{D23EEA6B-19F0-4B1A-A0BD-A613D5DA1F97}" presName="spNode" presStyleCnt="0"/>
      <dgm:spPr/>
    </dgm:pt>
    <dgm:pt modelId="{2AFAAB34-6B6F-4CF6-A36C-4B516385AAC3}" type="pres">
      <dgm:prSet presAssocID="{4C54E9F7-3F8E-4D77-B02E-424BA79AE782}" presName="sibTrans" presStyleLbl="sibTrans1D1" presStyleIdx="6" presStyleCnt="23"/>
      <dgm:spPr/>
      <dgm:t>
        <a:bodyPr/>
        <a:lstStyle/>
        <a:p>
          <a:endParaRPr lang="en-US"/>
        </a:p>
      </dgm:t>
    </dgm:pt>
    <dgm:pt modelId="{87B323EC-6BE4-478A-AE3B-A66F1E83FC0E}" type="pres">
      <dgm:prSet presAssocID="{BCD08B15-39B6-4B6A-9A29-6E0023965AEA}" presName="node" presStyleLbl="node1" presStyleIdx="7" presStyleCnt="23">
        <dgm:presLayoutVars>
          <dgm:bulletEnabled val="1"/>
        </dgm:presLayoutVars>
      </dgm:prSet>
      <dgm:spPr/>
      <dgm:t>
        <a:bodyPr/>
        <a:lstStyle/>
        <a:p>
          <a:endParaRPr lang="en-US"/>
        </a:p>
      </dgm:t>
    </dgm:pt>
    <dgm:pt modelId="{8B116787-BB29-4C89-9C38-B47C413C38F5}" type="pres">
      <dgm:prSet presAssocID="{BCD08B15-39B6-4B6A-9A29-6E0023965AEA}" presName="spNode" presStyleCnt="0"/>
      <dgm:spPr/>
    </dgm:pt>
    <dgm:pt modelId="{EC3BB6B0-4C24-4E95-8F94-7729F63B81C1}" type="pres">
      <dgm:prSet presAssocID="{552C6C61-3E04-46D8-B494-FC61650B9F3C}" presName="sibTrans" presStyleLbl="sibTrans1D1" presStyleIdx="7" presStyleCnt="23"/>
      <dgm:spPr/>
      <dgm:t>
        <a:bodyPr/>
        <a:lstStyle/>
        <a:p>
          <a:endParaRPr lang="en-US"/>
        </a:p>
      </dgm:t>
    </dgm:pt>
    <dgm:pt modelId="{8BE4530F-E5E9-4202-AECC-EE9E7AB068EE}" type="pres">
      <dgm:prSet presAssocID="{8A797F95-FE8E-4664-AF82-044C61C09760}" presName="node" presStyleLbl="node1" presStyleIdx="8" presStyleCnt="23">
        <dgm:presLayoutVars>
          <dgm:bulletEnabled val="1"/>
        </dgm:presLayoutVars>
      </dgm:prSet>
      <dgm:spPr/>
      <dgm:t>
        <a:bodyPr/>
        <a:lstStyle/>
        <a:p>
          <a:endParaRPr lang="en-US"/>
        </a:p>
      </dgm:t>
    </dgm:pt>
    <dgm:pt modelId="{C5652CA4-1726-4564-9EA6-89EE3981068F}" type="pres">
      <dgm:prSet presAssocID="{8A797F95-FE8E-4664-AF82-044C61C09760}" presName="spNode" presStyleCnt="0"/>
      <dgm:spPr/>
    </dgm:pt>
    <dgm:pt modelId="{45F65882-A27E-4B75-B962-518A90BF48C7}" type="pres">
      <dgm:prSet presAssocID="{DC8B683E-EFB2-415B-A079-66EB42200398}" presName="sibTrans" presStyleLbl="sibTrans1D1" presStyleIdx="8" presStyleCnt="23"/>
      <dgm:spPr/>
      <dgm:t>
        <a:bodyPr/>
        <a:lstStyle/>
        <a:p>
          <a:endParaRPr lang="en-US"/>
        </a:p>
      </dgm:t>
    </dgm:pt>
    <dgm:pt modelId="{B6BF0FE1-88C7-483A-B29C-2EEA6B43C64E}" type="pres">
      <dgm:prSet presAssocID="{80FC0B6D-49A8-435A-BB28-409292372BCC}" presName="node" presStyleLbl="node1" presStyleIdx="9" presStyleCnt="23">
        <dgm:presLayoutVars>
          <dgm:bulletEnabled val="1"/>
        </dgm:presLayoutVars>
      </dgm:prSet>
      <dgm:spPr/>
      <dgm:t>
        <a:bodyPr/>
        <a:lstStyle/>
        <a:p>
          <a:endParaRPr lang="en-US"/>
        </a:p>
      </dgm:t>
    </dgm:pt>
    <dgm:pt modelId="{12752CAE-07FD-4FE7-B5B8-F2D5331DD0C3}" type="pres">
      <dgm:prSet presAssocID="{80FC0B6D-49A8-435A-BB28-409292372BCC}" presName="spNode" presStyleCnt="0"/>
      <dgm:spPr/>
    </dgm:pt>
    <dgm:pt modelId="{8327AD10-BC83-42AD-BBCC-73F4E3B18F95}" type="pres">
      <dgm:prSet presAssocID="{72FFD877-6357-4819-8BB0-2F2F45FC7B52}" presName="sibTrans" presStyleLbl="sibTrans1D1" presStyleIdx="9" presStyleCnt="23"/>
      <dgm:spPr/>
      <dgm:t>
        <a:bodyPr/>
        <a:lstStyle/>
        <a:p>
          <a:endParaRPr lang="en-US"/>
        </a:p>
      </dgm:t>
    </dgm:pt>
    <dgm:pt modelId="{438C6DCC-8FD8-4920-BDC9-4F647C1C05BD}" type="pres">
      <dgm:prSet presAssocID="{62460D7A-DA47-494F-811D-D4BBDF0792AF}" presName="node" presStyleLbl="node1" presStyleIdx="10" presStyleCnt="23">
        <dgm:presLayoutVars>
          <dgm:bulletEnabled val="1"/>
        </dgm:presLayoutVars>
      </dgm:prSet>
      <dgm:spPr/>
      <dgm:t>
        <a:bodyPr/>
        <a:lstStyle/>
        <a:p>
          <a:endParaRPr lang="en-US"/>
        </a:p>
      </dgm:t>
    </dgm:pt>
    <dgm:pt modelId="{E18B6BCF-E6CA-4416-878E-796E54C8211B}" type="pres">
      <dgm:prSet presAssocID="{62460D7A-DA47-494F-811D-D4BBDF0792AF}" presName="spNode" presStyleCnt="0"/>
      <dgm:spPr/>
    </dgm:pt>
    <dgm:pt modelId="{A51679DD-6035-4397-83B9-D6971D94A953}" type="pres">
      <dgm:prSet presAssocID="{D57B41DE-86DE-4FE7-BF4C-283F100ADD7D}" presName="sibTrans" presStyleLbl="sibTrans1D1" presStyleIdx="10" presStyleCnt="23"/>
      <dgm:spPr/>
      <dgm:t>
        <a:bodyPr/>
        <a:lstStyle/>
        <a:p>
          <a:endParaRPr lang="en-US"/>
        </a:p>
      </dgm:t>
    </dgm:pt>
    <dgm:pt modelId="{C187070A-5E4D-4C78-AF32-AC83CC867E95}" type="pres">
      <dgm:prSet presAssocID="{581FD5D4-CD40-41EE-99C8-3775A7A39E44}" presName="node" presStyleLbl="node1" presStyleIdx="11" presStyleCnt="23">
        <dgm:presLayoutVars>
          <dgm:bulletEnabled val="1"/>
        </dgm:presLayoutVars>
      </dgm:prSet>
      <dgm:spPr/>
      <dgm:t>
        <a:bodyPr/>
        <a:lstStyle/>
        <a:p>
          <a:endParaRPr lang="en-US"/>
        </a:p>
      </dgm:t>
    </dgm:pt>
    <dgm:pt modelId="{513C987D-64DB-4EFE-A0CB-1450E797DC03}" type="pres">
      <dgm:prSet presAssocID="{581FD5D4-CD40-41EE-99C8-3775A7A39E44}" presName="spNode" presStyleCnt="0"/>
      <dgm:spPr/>
    </dgm:pt>
    <dgm:pt modelId="{E9D604A0-67B2-4FA3-A234-FBCA3350BF49}" type="pres">
      <dgm:prSet presAssocID="{6B82B2EA-8181-44CA-B65C-24743C1A93AC}" presName="sibTrans" presStyleLbl="sibTrans1D1" presStyleIdx="11" presStyleCnt="23"/>
      <dgm:spPr/>
      <dgm:t>
        <a:bodyPr/>
        <a:lstStyle/>
        <a:p>
          <a:endParaRPr lang="en-US"/>
        </a:p>
      </dgm:t>
    </dgm:pt>
    <dgm:pt modelId="{B3F7042C-D71A-4976-87B8-30E82E99F4EC}" type="pres">
      <dgm:prSet presAssocID="{A7C4B11C-AC43-4A9D-B20F-03407279539F}" presName="node" presStyleLbl="node1" presStyleIdx="12" presStyleCnt="23">
        <dgm:presLayoutVars>
          <dgm:bulletEnabled val="1"/>
        </dgm:presLayoutVars>
      </dgm:prSet>
      <dgm:spPr/>
      <dgm:t>
        <a:bodyPr/>
        <a:lstStyle/>
        <a:p>
          <a:endParaRPr lang="en-US"/>
        </a:p>
      </dgm:t>
    </dgm:pt>
    <dgm:pt modelId="{0D503677-6BE4-4C03-9F6C-B0C86E10D93C}" type="pres">
      <dgm:prSet presAssocID="{A7C4B11C-AC43-4A9D-B20F-03407279539F}" presName="spNode" presStyleCnt="0"/>
      <dgm:spPr/>
    </dgm:pt>
    <dgm:pt modelId="{6D53C6B7-BB63-4AA9-AEE6-B8CC3BE1A99D}" type="pres">
      <dgm:prSet presAssocID="{6C8547B6-AD1A-4508-BC2F-BFE11DA7EE44}" presName="sibTrans" presStyleLbl="sibTrans1D1" presStyleIdx="12" presStyleCnt="23"/>
      <dgm:spPr/>
      <dgm:t>
        <a:bodyPr/>
        <a:lstStyle/>
        <a:p>
          <a:endParaRPr lang="en-US"/>
        </a:p>
      </dgm:t>
    </dgm:pt>
    <dgm:pt modelId="{9BCD8AD4-617C-4E13-8D3C-4C01B9001FD7}" type="pres">
      <dgm:prSet presAssocID="{CE634133-CD93-472E-960C-271A98CDE83D}" presName="node" presStyleLbl="node1" presStyleIdx="13" presStyleCnt="23">
        <dgm:presLayoutVars>
          <dgm:bulletEnabled val="1"/>
        </dgm:presLayoutVars>
      </dgm:prSet>
      <dgm:spPr/>
      <dgm:t>
        <a:bodyPr/>
        <a:lstStyle/>
        <a:p>
          <a:endParaRPr lang="en-US"/>
        </a:p>
      </dgm:t>
    </dgm:pt>
    <dgm:pt modelId="{1DD1E13D-5163-4921-801A-943161BCC589}" type="pres">
      <dgm:prSet presAssocID="{CE634133-CD93-472E-960C-271A98CDE83D}" presName="spNode" presStyleCnt="0"/>
      <dgm:spPr/>
    </dgm:pt>
    <dgm:pt modelId="{23EF2C38-F3C7-48D1-8F8E-12F1231C10CC}" type="pres">
      <dgm:prSet presAssocID="{AE73A717-86DE-4866-AB5A-6A2CB698A033}" presName="sibTrans" presStyleLbl="sibTrans1D1" presStyleIdx="13" presStyleCnt="23"/>
      <dgm:spPr/>
      <dgm:t>
        <a:bodyPr/>
        <a:lstStyle/>
        <a:p>
          <a:endParaRPr lang="en-US"/>
        </a:p>
      </dgm:t>
    </dgm:pt>
    <dgm:pt modelId="{40241D54-7F93-4390-B533-173AEA7E4D49}" type="pres">
      <dgm:prSet presAssocID="{888D55D4-4F71-4B14-9652-EAEEFDD5FE50}" presName="node" presStyleLbl="node1" presStyleIdx="14" presStyleCnt="23">
        <dgm:presLayoutVars>
          <dgm:bulletEnabled val="1"/>
        </dgm:presLayoutVars>
      </dgm:prSet>
      <dgm:spPr/>
      <dgm:t>
        <a:bodyPr/>
        <a:lstStyle/>
        <a:p>
          <a:endParaRPr lang="en-US"/>
        </a:p>
      </dgm:t>
    </dgm:pt>
    <dgm:pt modelId="{221AABFC-57A6-4982-BF10-9F902C0AECF9}" type="pres">
      <dgm:prSet presAssocID="{888D55D4-4F71-4B14-9652-EAEEFDD5FE50}" presName="spNode" presStyleCnt="0"/>
      <dgm:spPr/>
    </dgm:pt>
    <dgm:pt modelId="{328D56E0-37E9-4F36-A40A-0C71A9E9D8FB}" type="pres">
      <dgm:prSet presAssocID="{3FBA8171-8F72-4D31-85B8-154C0B335869}" presName="sibTrans" presStyleLbl="sibTrans1D1" presStyleIdx="14" presStyleCnt="23"/>
      <dgm:spPr/>
      <dgm:t>
        <a:bodyPr/>
        <a:lstStyle/>
        <a:p>
          <a:endParaRPr lang="en-US"/>
        </a:p>
      </dgm:t>
    </dgm:pt>
    <dgm:pt modelId="{A4719A59-8586-4D53-B9B4-6639B7D7F596}" type="pres">
      <dgm:prSet presAssocID="{409C815A-1DFA-4D11-9D5F-5AEABB54CE8C}" presName="node" presStyleLbl="node1" presStyleIdx="15" presStyleCnt="23">
        <dgm:presLayoutVars>
          <dgm:bulletEnabled val="1"/>
        </dgm:presLayoutVars>
      </dgm:prSet>
      <dgm:spPr/>
      <dgm:t>
        <a:bodyPr/>
        <a:lstStyle/>
        <a:p>
          <a:endParaRPr lang="en-US"/>
        </a:p>
      </dgm:t>
    </dgm:pt>
    <dgm:pt modelId="{FF73CFBB-42E3-49EB-87AF-EA990726005A}" type="pres">
      <dgm:prSet presAssocID="{409C815A-1DFA-4D11-9D5F-5AEABB54CE8C}" presName="spNode" presStyleCnt="0"/>
      <dgm:spPr/>
    </dgm:pt>
    <dgm:pt modelId="{666842F1-7C8E-4DE9-BB00-0D0E266AFCB7}" type="pres">
      <dgm:prSet presAssocID="{8F61A65A-F7F7-4F5C-91FA-14F27BAC090E}" presName="sibTrans" presStyleLbl="sibTrans1D1" presStyleIdx="15" presStyleCnt="23"/>
      <dgm:spPr/>
      <dgm:t>
        <a:bodyPr/>
        <a:lstStyle/>
        <a:p>
          <a:endParaRPr lang="en-US"/>
        </a:p>
      </dgm:t>
    </dgm:pt>
    <dgm:pt modelId="{739A0D2A-DD97-4AED-8C7F-ACBDD5FC9824}" type="pres">
      <dgm:prSet presAssocID="{796EF08B-E2B6-4DB8-9DD8-FF188927C4EB}" presName="node" presStyleLbl="node1" presStyleIdx="16" presStyleCnt="23">
        <dgm:presLayoutVars>
          <dgm:bulletEnabled val="1"/>
        </dgm:presLayoutVars>
      </dgm:prSet>
      <dgm:spPr/>
      <dgm:t>
        <a:bodyPr/>
        <a:lstStyle/>
        <a:p>
          <a:endParaRPr lang="en-US"/>
        </a:p>
      </dgm:t>
    </dgm:pt>
    <dgm:pt modelId="{3A372FCA-5404-4948-A646-7086F524AB67}" type="pres">
      <dgm:prSet presAssocID="{796EF08B-E2B6-4DB8-9DD8-FF188927C4EB}" presName="spNode" presStyleCnt="0"/>
      <dgm:spPr/>
    </dgm:pt>
    <dgm:pt modelId="{27A4ACA9-4906-420F-9CDC-E4E9F84AEDD0}" type="pres">
      <dgm:prSet presAssocID="{E16ECD14-E1E6-43C2-A056-BC268ADADD60}" presName="sibTrans" presStyleLbl="sibTrans1D1" presStyleIdx="16" presStyleCnt="23"/>
      <dgm:spPr/>
      <dgm:t>
        <a:bodyPr/>
        <a:lstStyle/>
        <a:p>
          <a:endParaRPr lang="en-US"/>
        </a:p>
      </dgm:t>
    </dgm:pt>
    <dgm:pt modelId="{8E270C5A-031F-4BF1-8E0B-89F8201DC1D4}" type="pres">
      <dgm:prSet presAssocID="{9111B4F9-6FA0-43C6-AC95-410CFCF291A4}" presName="node" presStyleLbl="node1" presStyleIdx="17" presStyleCnt="23">
        <dgm:presLayoutVars>
          <dgm:bulletEnabled val="1"/>
        </dgm:presLayoutVars>
      </dgm:prSet>
      <dgm:spPr/>
      <dgm:t>
        <a:bodyPr/>
        <a:lstStyle/>
        <a:p>
          <a:endParaRPr lang="en-US"/>
        </a:p>
      </dgm:t>
    </dgm:pt>
    <dgm:pt modelId="{27694AFE-B70A-427C-BE6E-1CCABBD20DEC}" type="pres">
      <dgm:prSet presAssocID="{9111B4F9-6FA0-43C6-AC95-410CFCF291A4}" presName="spNode" presStyleCnt="0"/>
      <dgm:spPr/>
    </dgm:pt>
    <dgm:pt modelId="{35818992-44D6-4EFC-AB25-8AA21C3F8347}" type="pres">
      <dgm:prSet presAssocID="{E36EB91D-B36F-45E0-9754-60C02165B5D6}" presName="sibTrans" presStyleLbl="sibTrans1D1" presStyleIdx="17" presStyleCnt="23"/>
      <dgm:spPr/>
      <dgm:t>
        <a:bodyPr/>
        <a:lstStyle/>
        <a:p>
          <a:endParaRPr lang="en-US"/>
        </a:p>
      </dgm:t>
    </dgm:pt>
    <dgm:pt modelId="{5DABD85D-CCE6-49F6-8A36-BCB6B2EFAA99}" type="pres">
      <dgm:prSet presAssocID="{FA26A295-011A-499C-8BE4-FCB45FC37EFB}" presName="node" presStyleLbl="node1" presStyleIdx="18" presStyleCnt="23">
        <dgm:presLayoutVars>
          <dgm:bulletEnabled val="1"/>
        </dgm:presLayoutVars>
      </dgm:prSet>
      <dgm:spPr/>
      <dgm:t>
        <a:bodyPr/>
        <a:lstStyle/>
        <a:p>
          <a:endParaRPr lang="en-US"/>
        </a:p>
      </dgm:t>
    </dgm:pt>
    <dgm:pt modelId="{78FB3943-01B4-4314-BC59-19CF7F53D258}" type="pres">
      <dgm:prSet presAssocID="{FA26A295-011A-499C-8BE4-FCB45FC37EFB}" presName="spNode" presStyleCnt="0"/>
      <dgm:spPr/>
    </dgm:pt>
    <dgm:pt modelId="{BE42E3C7-251B-41B5-B42C-09EC99014B4C}" type="pres">
      <dgm:prSet presAssocID="{CEEACC01-1460-49BB-ADCF-0153B050C2D1}" presName="sibTrans" presStyleLbl="sibTrans1D1" presStyleIdx="18" presStyleCnt="23"/>
      <dgm:spPr/>
      <dgm:t>
        <a:bodyPr/>
        <a:lstStyle/>
        <a:p>
          <a:endParaRPr lang="en-US"/>
        </a:p>
      </dgm:t>
    </dgm:pt>
    <dgm:pt modelId="{4BDD6F94-3638-435E-8447-FB92FC1D414F}" type="pres">
      <dgm:prSet presAssocID="{320B4B01-F65A-4948-8C47-0E834A0E9B71}" presName="node" presStyleLbl="node1" presStyleIdx="19" presStyleCnt="23">
        <dgm:presLayoutVars>
          <dgm:bulletEnabled val="1"/>
        </dgm:presLayoutVars>
      </dgm:prSet>
      <dgm:spPr/>
      <dgm:t>
        <a:bodyPr/>
        <a:lstStyle/>
        <a:p>
          <a:endParaRPr lang="en-US"/>
        </a:p>
      </dgm:t>
    </dgm:pt>
    <dgm:pt modelId="{1737EFE0-054D-4C4E-93EE-2649FCD17391}" type="pres">
      <dgm:prSet presAssocID="{320B4B01-F65A-4948-8C47-0E834A0E9B71}" presName="spNode" presStyleCnt="0"/>
      <dgm:spPr/>
    </dgm:pt>
    <dgm:pt modelId="{DE2B5A4C-CB18-40F0-8E5B-D4D288E674C9}" type="pres">
      <dgm:prSet presAssocID="{A6BE82F8-EDBC-490D-B1D3-114C722600AB}" presName="sibTrans" presStyleLbl="sibTrans1D1" presStyleIdx="19" presStyleCnt="23"/>
      <dgm:spPr/>
      <dgm:t>
        <a:bodyPr/>
        <a:lstStyle/>
        <a:p>
          <a:endParaRPr lang="en-US"/>
        </a:p>
      </dgm:t>
    </dgm:pt>
    <dgm:pt modelId="{FD10162F-4B67-49EA-A357-9BB47E8DBCED}" type="pres">
      <dgm:prSet presAssocID="{6B614D43-C259-4F1E-A961-DCCA50245F32}" presName="node" presStyleLbl="node1" presStyleIdx="20" presStyleCnt="23">
        <dgm:presLayoutVars>
          <dgm:bulletEnabled val="1"/>
        </dgm:presLayoutVars>
      </dgm:prSet>
      <dgm:spPr/>
      <dgm:t>
        <a:bodyPr/>
        <a:lstStyle/>
        <a:p>
          <a:endParaRPr lang="en-US"/>
        </a:p>
      </dgm:t>
    </dgm:pt>
    <dgm:pt modelId="{B4082797-0DF6-4528-AC97-1E4D6BDC7C2A}" type="pres">
      <dgm:prSet presAssocID="{6B614D43-C259-4F1E-A961-DCCA50245F32}" presName="spNode" presStyleCnt="0"/>
      <dgm:spPr/>
    </dgm:pt>
    <dgm:pt modelId="{8B098E89-6F0C-4020-AAFA-412F25434574}" type="pres">
      <dgm:prSet presAssocID="{42B379FA-AB1F-4166-9749-DD9D47752AF1}" presName="sibTrans" presStyleLbl="sibTrans1D1" presStyleIdx="20" presStyleCnt="23"/>
      <dgm:spPr/>
      <dgm:t>
        <a:bodyPr/>
        <a:lstStyle/>
        <a:p>
          <a:endParaRPr lang="en-US"/>
        </a:p>
      </dgm:t>
    </dgm:pt>
    <dgm:pt modelId="{5251AA44-A6C0-48F5-82BD-15AE1751E41B}" type="pres">
      <dgm:prSet presAssocID="{C7A240E3-FC63-4595-8B18-C257373E48A8}" presName="node" presStyleLbl="node1" presStyleIdx="21" presStyleCnt="23">
        <dgm:presLayoutVars>
          <dgm:bulletEnabled val="1"/>
        </dgm:presLayoutVars>
      </dgm:prSet>
      <dgm:spPr/>
      <dgm:t>
        <a:bodyPr/>
        <a:lstStyle/>
        <a:p>
          <a:endParaRPr lang="en-US"/>
        </a:p>
      </dgm:t>
    </dgm:pt>
    <dgm:pt modelId="{04C584F3-6050-47FA-AC79-490E876A1E06}" type="pres">
      <dgm:prSet presAssocID="{C7A240E3-FC63-4595-8B18-C257373E48A8}" presName="spNode" presStyleCnt="0"/>
      <dgm:spPr/>
    </dgm:pt>
    <dgm:pt modelId="{96698129-963B-4227-B693-BC3EACAB6500}" type="pres">
      <dgm:prSet presAssocID="{CC440629-B791-4D98-B6CE-BF59067A811D}" presName="sibTrans" presStyleLbl="sibTrans1D1" presStyleIdx="21" presStyleCnt="23"/>
      <dgm:spPr/>
      <dgm:t>
        <a:bodyPr/>
        <a:lstStyle/>
        <a:p>
          <a:endParaRPr lang="en-US"/>
        </a:p>
      </dgm:t>
    </dgm:pt>
    <dgm:pt modelId="{5370936A-911B-4A4B-8988-2468A7FFF388}" type="pres">
      <dgm:prSet presAssocID="{965A849E-2826-4EC6-BB0C-397242B29888}" presName="node" presStyleLbl="node1" presStyleIdx="22" presStyleCnt="23">
        <dgm:presLayoutVars>
          <dgm:bulletEnabled val="1"/>
        </dgm:presLayoutVars>
      </dgm:prSet>
      <dgm:spPr/>
      <dgm:t>
        <a:bodyPr/>
        <a:lstStyle/>
        <a:p>
          <a:endParaRPr lang="en-US"/>
        </a:p>
      </dgm:t>
    </dgm:pt>
    <dgm:pt modelId="{59E4AE9D-A4E0-4C70-9E54-A660ABFE8484}" type="pres">
      <dgm:prSet presAssocID="{965A849E-2826-4EC6-BB0C-397242B29888}" presName="spNode" presStyleCnt="0"/>
      <dgm:spPr/>
    </dgm:pt>
    <dgm:pt modelId="{E7236D2C-75E2-4632-A4E6-1140D5FAFAA1}" type="pres">
      <dgm:prSet presAssocID="{3DAEB32C-2ED0-4548-8839-32044884D370}" presName="sibTrans" presStyleLbl="sibTrans1D1" presStyleIdx="22" presStyleCnt="23"/>
      <dgm:spPr/>
      <dgm:t>
        <a:bodyPr/>
        <a:lstStyle/>
        <a:p>
          <a:endParaRPr lang="en-US"/>
        </a:p>
      </dgm:t>
    </dgm:pt>
  </dgm:ptLst>
  <dgm:cxnLst>
    <dgm:cxn modelId="{F752F8C5-09E6-4CDF-AF77-0EBB7C306561}" srcId="{0AEC67C1-B76D-4A8C-963E-A049C7AE35F1}" destId="{C7A240E3-FC63-4595-8B18-C257373E48A8}" srcOrd="21" destOrd="0" parTransId="{3226B2A0-C425-44FD-A0EF-38DC970D03A6}" sibTransId="{CC440629-B791-4D98-B6CE-BF59067A811D}"/>
    <dgm:cxn modelId="{F6321687-4C18-4CF2-978B-FC717957BB3C}" type="presOf" srcId="{A7C4B11C-AC43-4A9D-B20F-03407279539F}" destId="{B3F7042C-D71A-4976-87B8-30E82E99F4EC}" srcOrd="0" destOrd="0" presId="urn:microsoft.com/office/officeart/2005/8/layout/cycle6"/>
    <dgm:cxn modelId="{3AF5CC6D-8A84-462D-A9DC-4520997C26AE}" type="presOf" srcId="{60276E76-7D17-4AF0-B984-E05FDCE5EAF9}" destId="{EC9C80C8-4E98-45A3-9514-A60E0C9E910E}" srcOrd="0" destOrd="0" presId="urn:microsoft.com/office/officeart/2005/8/layout/cycle6"/>
    <dgm:cxn modelId="{0A577301-541B-4E17-8CA6-35AF5015D167}" srcId="{0AEC67C1-B76D-4A8C-963E-A049C7AE35F1}" destId="{60276E76-7D17-4AF0-B984-E05FDCE5EAF9}" srcOrd="2" destOrd="0" parTransId="{5CE50795-46F1-4FEE-9521-66D5E816D683}" sibTransId="{3AD0382E-B7AE-4D1B-9EC6-A8E25FA295C7}"/>
    <dgm:cxn modelId="{7401F90E-8875-4580-91CE-0A52A0B0D9B7}" type="presOf" srcId="{A6BE82F8-EDBC-490D-B1D3-114C722600AB}" destId="{DE2B5A4C-CB18-40F0-8E5B-D4D288E674C9}" srcOrd="0" destOrd="0" presId="urn:microsoft.com/office/officeart/2005/8/layout/cycle6"/>
    <dgm:cxn modelId="{8837C493-D1F1-4E40-A0ED-DBC41A4494B4}" srcId="{0AEC67C1-B76D-4A8C-963E-A049C7AE35F1}" destId="{80FC0B6D-49A8-435A-BB28-409292372BCC}" srcOrd="9" destOrd="0" parTransId="{2DB6407B-843C-4CC9-9CC3-FEA2864E5E1B}" sibTransId="{72FFD877-6357-4819-8BB0-2F2F45FC7B52}"/>
    <dgm:cxn modelId="{EBED0C93-B429-401D-A9F8-B5E6683D3F94}" type="presOf" srcId="{581FD5D4-CD40-41EE-99C8-3775A7A39E44}" destId="{C187070A-5E4D-4C78-AF32-AC83CC867E95}" srcOrd="0" destOrd="0" presId="urn:microsoft.com/office/officeart/2005/8/layout/cycle6"/>
    <dgm:cxn modelId="{A65ABCC2-F5F8-439A-80A2-17AE8D14B6A7}" type="presOf" srcId="{6B82B2EA-8181-44CA-B65C-24743C1A93AC}" destId="{E9D604A0-67B2-4FA3-A234-FBCA3350BF49}" srcOrd="0" destOrd="0" presId="urn:microsoft.com/office/officeart/2005/8/layout/cycle6"/>
    <dgm:cxn modelId="{2C8A137A-BCEB-498E-8FF6-5E929EDA530B}" type="presOf" srcId="{409C815A-1DFA-4D11-9D5F-5AEABB54CE8C}" destId="{A4719A59-8586-4D53-B9B4-6639B7D7F596}" srcOrd="0" destOrd="0" presId="urn:microsoft.com/office/officeart/2005/8/layout/cycle6"/>
    <dgm:cxn modelId="{A9CB90D1-98B8-4CC4-9337-93937319FAD9}" srcId="{0AEC67C1-B76D-4A8C-963E-A049C7AE35F1}" destId="{8A797F95-FE8E-4664-AF82-044C61C09760}" srcOrd="8" destOrd="0" parTransId="{E4D3AD84-98AA-47E7-A10E-EDF35A02AE57}" sibTransId="{DC8B683E-EFB2-415B-A079-66EB42200398}"/>
    <dgm:cxn modelId="{506E3DBA-26E3-4850-A299-40303BA30AC3}" type="presOf" srcId="{CEEACC01-1460-49BB-ADCF-0153B050C2D1}" destId="{BE42E3C7-251B-41B5-B42C-09EC99014B4C}" srcOrd="0" destOrd="0" presId="urn:microsoft.com/office/officeart/2005/8/layout/cycle6"/>
    <dgm:cxn modelId="{59DC304C-5CB3-4F2C-91D7-AF341839DCE9}" srcId="{0AEC67C1-B76D-4A8C-963E-A049C7AE35F1}" destId="{D23EEA6B-19F0-4B1A-A0BD-A613D5DA1F97}" srcOrd="6" destOrd="0" parTransId="{4A24C8A2-2C43-480B-8F61-CD3AA9BD21EF}" sibTransId="{4C54E9F7-3F8E-4D77-B02E-424BA79AE782}"/>
    <dgm:cxn modelId="{F7394D4A-E635-4E3D-AE73-A91AA0D26B30}" type="presOf" srcId="{342C9B7B-B1FA-4D57-B3AE-19B4EAD28D26}" destId="{5FA3E78C-2AB0-449D-B0B4-EDD97A4024EB}" srcOrd="0" destOrd="0" presId="urn:microsoft.com/office/officeart/2005/8/layout/cycle6"/>
    <dgm:cxn modelId="{26C5F7DA-259A-4EBB-A570-EAEEC3B3C1CF}" srcId="{0AEC67C1-B76D-4A8C-963E-A049C7AE35F1}" destId="{320B4B01-F65A-4948-8C47-0E834A0E9B71}" srcOrd="19" destOrd="0" parTransId="{FFC3421D-0FCB-42A1-A695-C905185C51CC}" sibTransId="{A6BE82F8-EDBC-490D-B1D3-114C722600AB}"/>
    <dgm:cxn modelId="{8EE8EFE6-CEB1-4595-9D9D-C475D844DD47}" type="presOf" srcId="{D57B41DE-86DE-4FE7-BF4C-283F100ADD7D}" destId="{A51679DD-6035-4397-83B9-D6971D94A953}" srcOrd="0" destOrd="0" presId="urn:microsoft.com/office/officeart/2005/8/layout/cycle6"/>
    <dgm:cxn modelId="{F2D3D318-EE82-4CEC-B6AE-C5FDFBA14F80}" type="presOf" srcId="{62460D7A-DA47-494F-811D-D4BBDF0792AF}" destId="{438C6DCC-8FD8-4920-BDC9-4F647C1C05BD}" srcOrd="0" destOrd="0" presId="urn:microsoft.com/office/officeart/2005/8/layout/cycle6"/>
    <dgm:cxn modelId="{2A30401B-DFD6-469D-9E08-95DD49501B84}" type="presOf" srcId="{B192576A-F6EB-4568-A67B-8AF396F52E2A}" destId="{4E633252-5117-484E-A260-8EA7D4E24332}" srcOrd="0" destOrd="0" presId="urn:microsoft.com/office/officeart/2005/8/layout/cycle6"/>
    <dgm:cxn modelId="{5E4F00B3-E642-4D72-A68F-39A6BC51841D}" srcId="{0AEC67C1-B76D-4A8C-963E-A049C7AE35F1}" destId="{1DB452C9-53A1-47A8-80ED-8A616FB1DA01}" srcOrd="0" destOrd="0" parTransId="{79D4B165-97DA-4996-9C50-472E44BC0BBF}" sibTransId="{EE50B0E1-F909-47EE-873A-F88B824E8141}"/>
    <dgm:cxn modelId="{0252699B-9C27-4E94-B7BE-CD68D63BABE8}" srcId="{0AEC67C1-B76D-4A8C-963E-A049C7AE35F1}" destId="{2C274BE5-B389-4078-8F78-286286D47B16}" srcOrd="4" destOrd="0" parTransId="{0165F449-0690-4EB0-BB3F-548931C6F56E}" sibTransId="{342C9B7B-B1FA-4D57-B3AE-19B4EAD28D26}"/>
    <dgm:cxn modelId="{7635C172-826E-45D4-8F9B-22FD1D91ACC7}" srcId="{0AEC67C1-B76D-4A8C-963E-A049C7AE35F1}" destId="{409C815A-1DFA-4D11-9D5F-5AEABB54CE8C}" srcOrd="15" destOrd="0" parTransId="{8A056BBE-3DEE-4E03-A5EA-9EE3FFA34BC9}" sibTransId="{8F61A65A-F7F7-4F5C-91FA-14F27BAC090E}"/>
    <dgm:cxn modelId="{7D1A0058-05E9-45BE-8212-FC60E6E762E0}" type="presOf" srcId="{E36EB91D-B36F-45E0-9754-60C02165B5D6}" destId="{35818992-44D6-4EFC-AB25-8AA21C3F8347}" srcOrd="0" destOrd="0" presId="urn:microsoft.com/office/officeart/2005/8/layout/cycle6"/>
    <dgm:cxn modelId="{FB125569-D55B-4B40-9E28-029BD67E5A79}" type="presOf" srcId="{965A849E-2826-4EC6-BB0C-397242B29888}" destId="{5370936A-911B-4A4B-8988-2468A7FFF388}" srcOrd="0" destOrd="0" presId="urn:microsoft.com/office/officeart/2005/8/layout/cycle6"/>
    <dgm:cxn modelId="{BD7FFB08-720D-437C-8D4F-24C5EF37D49E}" type="presOf" srcId="{FA26A295-011A-499C-8BE4-FCB45FC37EFB}" destId="{5DABD85D-CCE6-49F6-8A36-BCB6B2EFAA99}" srcOrd="0" destOrd="0" presId="urn:microsoft.com/office/officeart/2005/8/layout/cycle6"/>
    <dgm:cxn modelId="{3E7792AC-8931-4808-AB89-EFF4993F275E}" type="presOf" srcId="{6B614D43-C259-4F1E-A961-DCCA50245F32}" destId="{FD10162F-4B67-49EA-A357-9BB47E8DBCED}" srcOrd="0" destOrd="0" presId="urn:microsoft.com/office/officeart/2005/8/layout/cycle6"/>
    <dgm:cxn modelId="{5D2A8493-B633-464F-9F01-EB8BA3B8BD0F}" srcId="{0AEC67C1-B76D-4A8C-963E-A049C7AE35F1}" destId="{796EF08B-E2B6-4DB8-9DD8-FF188927C4EB}" srcOrd="16" destOrd="0" parTransId="{EC0C6371-5595-4B77-B753-542B36E09A02}" sibTransId="{E16ECD14-E1E6-43C2-A056-BC268ADADD60}"/>
    <dgm:cxn modelId="{81531205-E2B9-45A0-A740-7143B9AB7ACC}" srcId="{0AEC67C1-B76D-4A8C-963E-A049C7AE35F1}" destId="{965A849E-2826-4EC6-BB0C-397242B29888}" srcOrd="22" destOrd="0" parTransId="{D83B0BBE-15A5-4739-B6C0-D8C4E42E25A0}" sibTransId="{3DAEB32C-2ED0-4548-8839-32044884D370}"/>
    <dgm:cxn modelId="{74378EC1-5377-4679-9FB2-A5F34A532DF7}" type="presOf" srcId="{D23EEA6B-19F0-4B1A-A0BD-A613D5DA1F97}" destId="{7DBDDD8B-BE1C-499F-8611-7311DA05BE0A}" srcOrd="0" destOrd="0" presId="urn:microsoft.com/office/officeart/2005/8/layout/cycle6"/>
    <dgm:cxn modelId="{049DC416-0C48-4E7C-937F-7D5D49CD6426}" type="presOf" srcId="{888D55D4-4F71-4B14-9652-EAEEFDD5FE50}" destId="{40241D54-7F93-4390-B533-173AEA7E4D49}" srcOrd="0" destOrd="0" presId="urn:microsoft.com/office/officeart/2005/8/layout/cycle6"/>
    <dgm:cxn modelId="{41C36D43-A101-4305-A7AC-9EF343965116}" type="presOf" srcId="{C7A240E3-FC63-4595-8B18-C257373E48A8}" destId="{5251AA44-A6C0-48F5-82BD-15AE1751E41B}" srcOrd="0" destOrd="0" presId="urn:microsoft.com/office/officeart/2005/8/layout/cycle6"/>
    <dgm:cxn modelId="{38417006-A3E1-4C38-8D77-CF25DCBA5F67}" type="presOf" srcId="{80FC0B6D-49A8-435A-BB28-409292372BCC}" destId="{B6BF0FE1-88C7-483A-B29C-2EEA6B43C64E}" srcOrd="0" destOrd="0" presId="urn:microsoft.com/office/officeart/2005/8/layout/cycle6"/>
    <dgm:cxn modelId="{E2187621-8BAB-493F-BBEB-E8D9C3CF101A}" srcId="{0AEC67C1-B76D-4A8C-963E-A049C7AE35F1}" destId="{6D466157-66DB-4DD4-8023-13374872C4DF}" srcOrd="3" destOrd="0" parTransId="{FC35E924-2622-4DC4-842F-1AB74D5EA732}" sibTransId="{2DD878C3-CA8D-4D97-BB11-63D44A3442AB}"/>
    <dgm:cxn modelId="{D29EB5D9-0400-4A4A-9D2A-FA7ACC36FE06}" type="presOf" srcId="{2DD878C3-CA8D-4D97-BB11-63D44A3442AB}" destId="{1AEFC9EE-1FB7-425C-AB91-FFE5E99D0128}" srcOrd="0" destOrd="0" presId="urn:microsoft.com/office/officeart/2005/8/layout/cycle6"/>
    <dgm:cxn modelId="{6098CD48-2996-4778-8A30-5E10B20D1AA1}" type="presOf" srcId="{CC440629-B791-4D98-B6CE-BF59067A811D}" destId="{96698129-963B-4227-B693-BC3EACAB6500}" srcOrd="0" destOrd="0" presId="urn:microsoft.com/office/officeart/2005/8/layout/cycle6"/>
    <dgm:cxn modelId="{6B67627B-7D69-43A2-97CE-189FDA735195}" type="presOf" srcId="{552C6C61-3E04-46D8-B494-FC61650B9F3C}" destId="{EC3BB6B0-4C24-4E95-8F94-7729F63B81C1}" srcOrd="0" destOrd="0" presId="urn:microsoft.com/office/officeart/2005/8/layout/cycle6"/>
    <dgm:cxn modelId="{D9668D6F-6D3D-4D7F-BDE5-787493721B4B}" srcId="{0AEC67C1-B76D-4A8C-963E-A049C7AE35F1}" destId="{581FD5D4-CD40-41EE-99C8-3775A7A39E44}" srcOrd="11" destOrd="0" parTransId="{AFA09801-959A-4FF8-82CA-906C456EC398}" sibTransId="{6B82B2EA-8181-44CA-B65C-24743C1A93AC}"/>
    <dgm:cxn modelId="{F532B491-1030-4384-8C0A-605EFB735AD8}" srcId="{0AEC67C1-B76D-4A8C-963E-A049C7AE35F1}" destId="{888D55D4-4F71-4B14-9652-EAEEFDD5FE50}" srcOrd="14" destOrd="0" parTransId="{F96E81B9-77CA-45F8-A94E-C1A57D737DA6}" sibTransId="{3FBA8171-8F72-4D31-85B8-154C0B335869}"/>
    <dgm:cxn modelId="{39FFC52D-D76E-414E-BC78-BA1CA762C0F2}" type="presOf" srcId="{72FFD877-6357-4819-8BB0-2F2F45FC7B52}" destId="{8327AD10-BC83-42AD-BBCC-73F4E3B18F95}" srcOrd="0" destOrd="0" presId="urn:microsoft.com/office/officeart/2005/8/layout/cycle6"/>
    <dgm:cxn modelId="{DDA690D3-D313-4C71-91DD-1E4E53B3C8ED}" type="presOf" srcId="{3DAEB32C-2ED0-4548-8839-32044884D370}" destId="{E7236D2C-75E2-4632-A4E6-1140D5FAFAA1}" srcOrd="0" destOrd="0" presId="urn:microsoft.com/office/officeart/2005/8/layout/cycle6"/>
    <dgm:cxn modelId="{7FAFA3C9-2B43-41EA-A52A-58DFD49D02CD}" type="presOf" srcId="{6D466157-66DB-4DD4-8023-13374872C4DF}" destId="{F197BEF7-5C18-4E85-994A-04EA396F59B4}" srcOrd="0" destOrd="0" presId="urn:microsoft.com/office/officeart/2005/8/layout/cycle6"/>
    <dgm:cxn modelId="{74263F4C-CC0A-49B5-9AD4-03BD530AB874}" type="presOf" srcId="{8F61A65A-F7F7-4F5C-91FA-14F27BAC090E}" destId="{666842F1-7C8E-4DE9-BB00-0D0E266AFCB7}" srcOrd="0" destOrd="0" presId="urn:microsoft.com/office/officeart/2005/8/layout/cycle6"/>
    <dgm:cxn modelId="{C5FFC375-B924-4C2A-AC92-BCE9F76F8EE1}" type="presOf" srcId="{796EF08B-E2B6-4DB8-9DD8-FF188927C4EB}" destId="{739A0D2A-DD97-4AED-8C7F-ACBDD5FC9824}" srcOrd="0" destOrd="0" presId="urn:microsoft.com/office/officeart/2005/8/layout/cycle6"/>
    <dgm:cxn modelId="{F90C4BE6-98B5-4EB5-A8DE-E28A24FAD427}" type="presOf" srcId="{42B379FA-AB1F-4166-9749-DD9D47752AF1}" destId="{8B098E89-6F0C-4020-AAFA-412F25434574}" srcOrd="0" destOrd="0" presId="urn:microsoft.com/office/officeart/2005/8/layout/cycle6"/>
    <dgm:cxn modelId="{C35FD9E4-5CD5-4C37-BCB6-E4B370044C17}" srcId="{0AEC67C1-B76D-4A8C-963E-A049C7AE35F1}" destId="{FA26A295-011A-499C-8BE4-FCB45FC37EFB}" srcOrd="18" destOrd="0" parTransId="{529199A5-AFBE-47BF-B909-ED4845FEBF07}" sibTransId="{CEEACC01-1460-49BB-ADCF-0153B050C2D1}"/>
    <dgm:cxn modelId="{DA29CD3B-2D68-467F-8396-FE42740E391B}" type="presOf" srcId="{2C274BE5-B389-4078-8F78-286286D47B16}" destId="{9461DA25-8092-42E7-9892-8F4D48DF653E}" srcOrd="0" destOrd="0" presId="urn:microsoft.com/office/officeart/2005/8/layout/cycle6"/>
    <dgm:cxn modelId="{DE639453-EBD4-46D4-8506-BDABE11E46A8}" type="presOf" srcId="{E16ECD14-E1E6-43C2-A056-BC268ADADD60}" destId="{27A4ACA9-4906-420F-9CDC-E4E9F84AEDD0}" srcOrd="0" destOrd="0" presId="urn:microsoft.com/office/officeart/2005/8/layout/cycle6"/>
    <dgm:cxn modelId="{F2A8CF55-D1E2-43C2-8FB1-CC88229D38DD}" type="presOf" srcId="{3FBA8171-8F72-4D31-85B8-154C0B335869}" destId="{328D56E0-37E9-4F36-A40A-0C71A9E9D8FB}" srcOrd="0" destOrd="0" presId="urn:microsoft.com/office/officeart/2005/8/layout/cycle6"/>
    <dgm:cxn modelId="{6F524457-DD85-420C-8FA3-9EF399D3F4E8}" type="presOf" srcId="{320B4B01-F65A-4948-8C47-0E834A0E9B71}" destId="{4BDD6F94-3638-435E-8447-FB92FC1D414F}" srcOrd="0" destOrd="0" presId="urn:microsoft.com/office/officeart/2005/8/layout/cycle6"/>
    <dgm:cxn modelId="{64EC0C86-5220-4BE1-BBCD-3D8D35303FEE}" type="presOf" srcId="{0AEC67C1-B76D-4A8C-963E-A049C7AE35F1}" destId="{3B8FD7FB-8F29-4043-8F57-405C2C3D1EBD}" srcOrd="0" destOrd="0" presId="urn:microsoft.com/office/officeart/2005/8/layout/cycle6"/>
    <dgm:cxn modelId="{597B9F6B-4740-4616-98C8-74E9C86F7929}" type="presOf" srcId="{AE73A717-86DE-4866-AB5A-6A2CB698A033}" destId="{23EF2C38-F3C7-48D1-8F8E-12F1231C10CC}" srcOrd="0" destOrd="0" presId="urn:microsoft.com/office/officeart/2005/8/layout/cycle6"/>
    <dgm:cxn modelId="{F69380B5-9880-4581-98B8-6459F760569B}" srcId="{0AEC67C1-B76D-4A8C-963E-A049C7AE35F1}" destId="{5867C861-02BD-4C01-90BD-0343917D3308}" srcOrd="1" destOrd="0" parTransId="{6584B2CA-BFEA-4BC0-B816-F3CBD1D4102E}" sibTransId="{FE34ED0D-43CD-43A7-A289-B078595383AD}"/>
    <dgm:cxn modelId="{3145615E-41EA-42D6-BAD5-DBD686EFE5C4}" type="presOf" srcId="{CE634133-CD93-472E-960C-271A98CDE83D}" destId="{9BCD8AD4-617C-4E13-8D3C-4C01B9001FD7}" srcOrd="0" destOrd="0" presId="urn:microsoft.com/office/officeart/2005/8/layout/cycle6"/>
    <dgm:cxn modelId="{4E833544-5041-4277-96E7-490E4E95A5C3}" srcId="{0AEC67C1-B76D-4A8C-963E-A049C7AE35F1}" destId="{62460D7A-DA47-494F-811D-D4BBDF0792AF}" srcOrd="10" destOrd="0" parTransId="{F3FD37CB-A7F9-43B9-A61E-B549CF95FBEC}" sibTransId="{D57B41DE-86DE-4FE7-BF4C-283F100ADD7D}"/>
    <dgm:cxn modelId="{D84C5B7A-FE3F-4502-B4F2-41ECB7465834}" srcId="{0AEC67C1-B76D-4A8C-963E-A049C7AE35F1}" destId="{6B614D43-C259-4F1E-A961-DCCA50245F32}" srcOrd="20" destOrd="0" parTransId="{37101B32-C791-4143-94E5-C9D794C45512}" sibTransId="{42B379FA-AB1F-4166-9749-DD9D47752AF1}"/>
    <dgm:cxn modelId="{BCCACE1D-E8A6-40AC-BC8F-ECC92D621E72}" type="presOf" srcId="{DC8B683E-EFB2-415B-A079-66EB42200398}" destId="{45F65882-A27E-4B75-B962-518A90BF48C7}" srcOrd="0" destOrd="0" presId="urn:microsoft.com/office/officeart/2005/8/layout/cycle6"/>
    <dgm:cxn modelId="{B08317EE-86B0-4153-A92C-B938E4339A18}" srcId="{0AEC67C1-B76D-4A8C-963E-A049C7AE35F1}" destId="{9111B4F9-6FA0-43C6-AC95-410CFCF291A4}" srcOrd="17" destOrd="0" parTransId="{D5EE7763-71CE-4301-A143-108EB456A8FB}" sibTransId="{E36EB91D-B36F-45E0-9754-60C02165B5D6}"/>
    <dgm:cxn modelId="{A3498918-0881-4FAB-A0CE-6F4E72EB5521}" type="presOf" srcId="{3AD0382E-B7AE-4D1B-9EC6-A8E25FA295C7}" destId="{A5DCE8F0-DAEE-4412-9FDF-F8E167449B5A}" srcOrd="0" destOrd="0" presId="urn:microsoft.com/office/officeart/2005/8/layout/cycle6"/>
    <dgm:cxn modelId="{3F13B638-5E78-4CE1-B396-0F1941352080}" type="presOf" srcId="{A0D53082-E036-4E4C-8CDD-3DFDBDC0F8D0}" destId="{DA6F5FBB-AD73-4ADB-B796-536C610E3FBF}" srcOrd="0" destOrd="0" presId="urn:microsoft.com/office/officeart/2005/8/layout/cycle6"/>
    <dgm:cxn modelId="{2A76F0A2-2CC1-4E84-BF9D-94A2949267CD}" type="presOf" srcId="{FE34ED0D-43CD-43A7-A289-B078595383AD}" destId="{7887C5DC-9913-4199-AEDF-77F5415CDAC1}" srcOrd="0" destOrd="0" presId="urn:microsoft.com/office/officeart/2005/8/layout/cycle6"/>
    <dgm:cxn modelId="{4F94B2E9-C845-4215-A68B-23FFCE25D353}" srcId="{0AEC67C1-B76D-4A8C-963E-A049C7AE35F1}" destId="{BCD08B15-39B6-4B6A-9A29-6E0023965AEA}" srcOrd="7" destOrd="0" parTransId="{E4E0EBDB-9E1D-4E73-A8FA-5BE9ECE35E16}" sibTransId="{552C6C61-3E04-46D8-B494-FC61650B9F3C}"/>
    <dgm:cxn modelId="{54D47582-7280-45C4-BAFD-26C53F3C9561}" srcId="{0AEC67C1-B76D-4A8C-963E-A049C7AE35F1}" destId="{CE634133-CD93-472E-960C-271A98CDE83D}" srcOrd="13" destOrd="0" parTransId="{F0E7B667-2D91-4601-9320-46DF4F39FE33}" sibTransId="{AE73A717-86DE-4866-AB5A-6A2CB698A033}"/>
    <dgm:cxn modelId="{FB746317-5891-4654-8CCA-B98EF6C6471C}" srcId="{0AEC67C1-B76D-4A8C-963E-A049C7AE35F1}" destId="{A7C4B11C-AC43-4A9D-B20F-03407279539F}" srcOrd="12" destOrd="0" parTransId="{F15105DD-AF20-48E3-A8D5-5B0A937D96A0}" sibTransId="{6C8547B6-AD1A-4508-BC2F-BFE11DA7EE44}"/>
    <dgm:cxn modelId="{31205955-5404-44E6-B523-1710AFF92313}" srcId="{0AEC67C1-B76D-4A8C-963E-A049C7AE35F1}" destId="{A0D53082-E036-4E4C-8CDD-3DFDBDC0F8D0}" srcOrd="5" destOrd="0" parTransId="{445600EF-38EB-4D42-8838-581F42A4AF68}" sibTransId="{B192576A-F6EB-4568-A67B-8AF396F52E2A}"/>
    <dgm:cxn modelId="{407537BB-13B3-4204-B926-5E98553B11A0}" type="presOf" srcId="{EE50B0E1-F909-47EE-873A-F88B824E8141}" destId="{50132201-75B3-4439-BC28-F604FC679866}" srcOrd="0" destOrd="0" presId="urn:microsoft.com/office/officeart/2005/8/layout/cycle6"/>
    <dgm:cxn modelId="{D8D6605D-C0C7-409F-83FF-7B0E87CCBA6D}" type="presOf" srcId="{9111B4F9-6FA0-43C6-AC95-410CFCF291A4}" destId="{8E270C5A-031F-4BF1-8E0B-89F8201DC1D4}" srcOrd="0" destOrd="0" presId="urn:microsoft.com/office/officeart/2005/8/layout/cycle6"/>
    <dgm:cxn modelId="{3E971592-25AF-47F3-97F8-30A1DE4866BB}" type="presOf" srcId="{BCD08B15-39B6-4B6A-9A29-6E0023965AEA}" destId="{87B323EC-6BE4-478A-AE3B-A66F1E83FC0E}" srcOrd="0" destOrd="0" presId="urn:microsoft.com/office/officeart/2005/8/layout/cycle6"/>
    <dgm:cxn modelId="{5C0AB6FE-D9C0-491C-8034-5A2E89358A65}" type="presOf" srcId="{6C8547B6-AD1A-4508-BC2F-BFE11DA7EE44}" destId="{6D53C6B7-BB63-4AA9-AEE6-B8CC3BE1A99D}" srcOrd="0" destOrd="0" presId="urn:microsoft.com/office/officeart/2005/8/layout/cycle6"/>
    <dgm:cxn modelId="{5D8AEF50-8CDA-4715-886F-FE1260B606D2}" type="presOf" srcId="{5867C861-02BD-4C01-90BD-0343917D3308}" destId="{CA21ED3F-92F2-4D34-9714-0B454F746502}" srcOrd="0" destOrd="0" presId="urn:microsoft.com/office/officeart/2005/8/layout/cycle6"/>
    <dgm:cxn modelId="{A53950E3-2E6F-4FB0-9A82-B63CA44DCB44}" type="presOf" srcId="{8A797F95-FE8E-4664-AF82-044C61C09760}" destId="{8BE4530F-E5E9-4202-AECC-EE9E7AB068EE}" srcOrd="0" destOrd="0" presId="urn:microsoft.com/office/officeart/2005/8/layout/cycle6"/>
    <dgm:cxn modelId="{070AC830-1E9E-4B44-A8E6-20841DFBE5DB}" type="presOf" srcId="{4C54E9F7-3F8E-4D77-B02E-424BA79AE782}" destId="{2AFAAB34-6B6F-4CF6-A36C-4B516385AAC3}" srcOrd="0" destOrd="0" presId="urn:microsoft.com/office/officeart/2005/8/layout/cycle6"/>
    <dgm:cxn modelId="{19E975D3-F3ED-40E4-9383-372894945959}" type="presOf" srcId="{1DB452C9-53A1-47A8-80ED-8A616FB1DA01}" destId="{3E7D9DE5-3A5A-4179-8403-46C1842F44D0}" srcOrd="0" destOrd="0" presId="urn:microsoft.com/office/officeart/2005/8/layout/cycle6"/>
    <dgm:cxn modelId="{9C6638A3-38C8-4DB7-B680-81FFA8072AA3}" type="presParOf" srcId="{3B8FD7FB-8F29-4043-8F57-405C2C3D1EBD}" destId="{3E7D9DE5-3A5A-4179-8403-46C1842F44D0}" srcOrd="0" destOrd="0" presId="urn:microsoft.com/office/officeart/2005/8/layout/cycle6"/>
    <dgm:cxn modelId="{AE69C180-2305-480F-8662-D99E2780BBCB}" type="presParOf" srcId="{3B8FD7FB-8F29-4043-8F57-405C2C3D1EBD}" destId="{8CBA7289-D5A1-43BB-96EC-658B5A8D574E}" srcOrd="1" destOrd="0" presId="urn:microsoft.com/office/officeart/2005/8/layout/cycle6"/>
    <dgm:cxn modelId="{1ED7894B-7505-4881-AA87-A5D18C6A269A}" type="presParOf" srcId="{3B8FD7FB-8F29-4043-8F57-405C2C3D1EBD}" destId="{50132201-75B3-4439-BC28-F604FC679866}" srcOrd="2" destOrd="0" presId="urn:microsoft.com/office/officeart/2005/8/layout/cycle6"/>
    <dgm:cxn modelId="{DA8A95DF-B2D9-452D-A953-B108D00D53F3}" type="presParOf" srcId="{3B8FD7FB-8F29-4043-8F57-405C2C3D1EBD}" destId="{CA21ED3F-92F2-4D34-9714-0B454F746502}" srcOrd="3" destOrd="0" presId="urn:microsoft.com/office/officeart/2005/8/layout/cycle6"/>
    <dgm:cxn modelId="{71BC930D-02FB-4166-88DA-CE51CBCF005E}" type="presParOf" srcId="{3B8FD7FB-8F29-4043-8F57-405C2C3D1EBD}" destId="{5F781483-9EF9-4B81-A115-6CEA6798947C}" srcOrd="4" destOrd="0" presId="urn:microsoft.com/office/officeart/2005/8/layout/cycle6"/>
    <dgm:cxn modelId="{1A49697C-69C8-4D77-873A-85EB03C6220E}" type="presParOf" srcId="{3B8FD7FB-8F29-4043-8F57-405C2C3D1EBD}" destId="{7887C5DC-9913-4199-AEDF-77F5415CDAC1}" srcOrd="5" destOrd="0" presId="urn:microsoft.com/office/officeart/2005/8/layout/cycle6"/>
    <dgm:cxn modelId="{0CCE4BD5-41F5-4709-B470-9D74739F92F9}" type="presParOf" srcId="{3B8FD7FB-8F29-4043-8F57-405C2C3D1EBD}" destId="{EC9C80C8-4E98-45A3-9514-A60E0C9E910E}" srcOrd="6" destOrd="0" presId="urn:microsoft.com/office/officeart/2005/8/layout/cycle6"/>
    <dgm:cxn modelId="{4D05F122-B07F-44BA-BAA5-A09D71D1A7E2}" type="presParOf" srcId="{3B8FD7FB-8F29-4043-8F57-405C2C3D1EBD}" destId="{5AD582E6-518D-494A-8851-77BA54B1D179}" srcOrd="7" destOrd="0" presId="urn:microsoft.com/office/officeart/2005/8/layout/cycle6"/>
    <dgm:cxn modelId="{A0D7AD60-8E89-4CFD-8F02-9C5813AACB69}" type="presParOf" srcId="{3B8FD7FB-8F29-4043-8F57-405C2C3D1EBD}" destId="{A5DCE8F0-DAEE-4412-9FDF-F8E167449B5A}" srcOrd="8" destOrd="0" presId="urn:microsoft.com/office/officeart/2005/8/layout/cycle6"/>
    <dgm:cxn modelId="{DDD81C19-B5ED-4D1D-97FB-312CA784B853}" type="presParOf" srcId="{3B8FD7FB-8F29-4043-8F57-405C2C3D1EBD}" destId="{F197BEF7-5C18-4E85-994A-04EA396F59B4}" srcOrd="9" destOrd="0" presId="urn:microsoft.com/office/officeart/2005/8/layout/cycle6"/>
    <dgm:cxn modelId="{F92CA32D-9AFC-45F1-8CD5-96D1105FBECD}" type="presParOf" srcId="{3B8FD7FB-8F29-4043-8F57-405C2C3D1EBD}" destId="{3D33A478-76DE-4191-AC8B-701070C16837}" srcOrd="10" destOrd="0" presId="urn:microsoft.com/office/officeart/2005/8/layout/cycle6"/>
    <dgm:cxn modelId="{9760BD13-C13F-4AF3-A596-BF1E658F9793}" type="presParOf" srcId="{3B8FD7FB-8F29-4043-8F57-405C2C3D1EBD}" destId="{1AEFC9EE-1FB7-425C-AB91-FFE5E99D0128}" srcOrd="11" destOrd="0" presId="urn:microsoft.com/office/officeart/2005/8/layout/cycle6"/>
    <dgm:cxn modelId="{0FF17F58-11C1-4429-9A8E-D6279B1D0B6E}" type="presParOf" srcId="{3B8FD7FB-8F29-4043-8F57-405C2C3D1EBD}" destId="{9461DA25-8092-42E7-9892-8F4D48DF653E}" srcOrd="12" destOrd="0" presId="urn:microsoft.com/office/officeart/2005/8/layout/cycle6"/>
    <dgm:cxn modelId="{85511989-DDCF-4C8A-8C79-8CDB599E47AC}" type="presParOf" srcId="{3B8FD7FB-8F29-4043-8F57-405C2C3D1EBD}" destId="{D10D355E-3C9E-41D7-A11D-38F7D09BFA74}" srcOrd="13" destOrd="0" presId="urn:microsoft.com/office/officeart/2005/8/layout/cycle6"/>
    <dgm:cxn modelId="{54316CFA-2C0D-43D9-A292-11011BA63F65}" type="presParOf" srcId="{3B8FD7FB-8F29-4043-8F57-405C2C3D1EBD}" destId="{5FA3E78C-2AB0-449D-B0B4-EDD97A4024EB}" srcOrd="14" destOrd="0" presId="urn:microsoft.com/office/officeart/2005/8/layout/cycle6"/>
    <dgm:cxn modelId="{9B8B5B6E-BE28-4439-9D65-05BCB9471E7D}" type="presParOf" srcId="{3B8FD7FB-8F29-4043-8F57-405C2C3D1EBD}" destId="{DA6F5FBB-AD73-4ADB-B796-536C610E3FBF}" srcOrd="15" destOrd="0" presId="urn:microsoft.com/office/officeart/2005/8/layout/cycle6"/>
    <dgm:cxn modelId="{540EEB28-BFDE-48E0-9E9D-BCCB7C8A08A3}" type="presParOf" srcId="{3B8FD7FB-8F29-4043-8F57-405C2C3D1EBD}" destId="{1494556D-2096-4236-BEE3-E2CC5D821B2D}" srcOrd="16" destOrd="0" presId="urn:microsoft.com/office/officeart/2005/8/layout/cycle6"/>
    <dgm:cxn modelId="{F6A6A239-D246-4DA3-A017-66B651556300}" type="presParOf" srcId="{3B8FD7FB-8F29-4043-8F57-405C2C3D1EBD}" destId="{4E633252-5117-484E-A260-8EA7D4E24332}" srcOrd="17" destOrd="0" presId="urn:microsoft.com/office/officeart/2005/8/layout/cycle6"/>
    <dgm:cxn modelId="{F56595D3-74C0-4B20-8D52-D84A06FE023F}" type="presParOf" srcId="{3B8FD7FB-8F29-4043-8F57-405C2C3D1EBD}" destId="{7DBDDD8B-BE1C-499F-8611-7311DA05BE0A}" srcOrd="18" destOrd="0" presId="urn:microsoft.com/office/officeart/2005/8/layout/cycle6"/>
    <dgm:cxn modelId="{2AADCD70-F53C-459B-9882-B4F95EC2BB20}" type="presParOf" srcId="{3B8FD7FB-8F29-4043-8F57-405C2C3D1EBD}" destId="{C514EDBC-BC56-4203-8686-BC992201EF07}" srcOrd="19" destOrd="0" presId="urn:microsoft.com/office/officeart/2005/8/layout/cycle6"/>
    <dgm:cxn modelId="{02A0B2DF-FDAD-4E36-B2EE-EACF1D18C66A}" type="presParOf" srcId="{3B8FD7FB-8F29-4043-8F57-405C2C3D1EBD}" destId="{2AFAAB34-6B6F-4CF6-A36C-4B516385AAC3}" srcOrd="20" destOrd="0" presId="urn:microsoft.com/office/officeart/2005/8/layout/cycle6"/>
    <dgm:cxn modelId="{B80263F7-C309-4E93-94D4-25A12ED92EAB}" type="presParOf" srcId="{3B8FD7FB-8F29-4043-8F57-405C2C3D1EBD}" destId="{87B323EC-6BE4-478A-AE3B-A66F1E83FC0E}" srcOrd="21" destOrd="0" presId="urn:microsoft.com/office/officeart/2005/8/layout/cycle6"/>
    <dgm:cxn modelId="{AA4414AA-4315-4DC5-9D87-E0D4FEF9A356}" type="presParOf" srcId="{3B8FD7FB-8F29-4043-8F57-405C2C3D1EBD}" destId="{8B116787-BB29-4C89-9C38-B47C413C38F5}" srcOrd="22" destOrd="0" presId="urn:microsoft.com/office/officeart/2005/8/layout/cycle6"/>
    <dgm:cxn modelId="{1EB93751-5D32-4E9D-8D83-E32AC1BE53E5}" type="presParOf" srcId="{3B8FD7FB-8F29-4043-8F57-405C2C3D1EBD}" destId="{EC3BB6B0-4C24-4E95-8F94-7729F63B81C1}" srcOrd="23" destOrd="0" presId="urn:microsoft.com/office/officeart/2005/8/layout/cycle6"/>
    <dgm:cxn modelId="{6FD3F269-1673-4599-A856-EC441EE062DD}" type="presParOf" srcId="{3B8FD7FB-8F29-4043-8F57-405C2C3D1EBD}" destId="{8BE4530F-E5E9-4202-AECC-EE9E7AB068EE}" srcOrd="24" destOrd="0" presId="urn:microsoft.com/office/officeart/2005/8/layout/cycle6"/>
    <dgm:cxn modelId="{3C3AD83A-3D77-43D1-9802-C10A73CB7DDE}" type="presParOf" srcId="{3B8FD7FB-8F29-4043-8F57-405C2C3D1EBD}" destId="{C5652CA4-1726-4564-9EA6-89EE3981068F}" srcOrd="25" destOrd="0" presId="urn:microsoft.com/office/officeart/2005/8/layout/cycle6"/>
    <dgm:cxn modelId="{82EF0219-C7F9-4618-B999-E2166B3C8FF1}" type="presParOf" srcId="{3B8FD7FB-8F29-4043-8F57-405C2C3D1EBD}" destId="{45F65882-A27E-4B75-B962-518A90BF48C7}" srcOrd="26" destOrd="0" presId="urn:microsoft.com/office/officeart/2005/8/layout/cycle6"/>
    <dgm:cxn modelId="{E141FEF7-C47D-4924-8A62-D0E61731D0D8}" type="presParOf" srcId="{3B8FD7FB-8F29-4043-8F57-405C2C3D1EBD}" destId="{B6BF0FE1-88C7-483A-B29C-2EEA6B43C64E}" srcOrd="27" destOrd="0" presId="urn:microsoft.com/office/officeart/2005/8/layout/cycle6"/>
    <dgm:cxn modelId="{28818550-C876-4DA7-8661-18917DEAAC19}" type="presParOf" srcId="{3B8FD7FB-8F29-4043-8F57-405C2C3D1EBD}" destId="{12752CAE-07FD-4FE7-B5B8-F2D5331DD0C3}" srcOrd="28" destOrd="0" presId="urn:microsoft.com/office/officeart/2005/8/layout/cycle6"/>
    <dgm:cxn modelId="{8CA623D8-D643-4E4E-BAA0-F0C6903704EA}" type="presParOf" srcId="{3B8FD7FB-8F29-4043-8F57-405C2C3D1EBD}" destId="{8327AD10-BC83-42AD-BBCC-73F4E3B18F95}" srcOrd="29" destOrd="0" presId="urn:microsoft.com/office/officeart/2005/8/layout/cycle6"/>
    <dgm:cxn modelId="{553DC353-4E68-49ED-945F-6C2F949EE867}" type="presParOf" srcId="{3B8FD7FB-8F29-4043-8F57-405C2C3D1EBD}" destId="{438C6DCC-8FD8-4920-BDC9-4F647C1C05BD}" srcOrd="30" destOrd="0" presId="urn:microsoft.com/office/officeart/2005/8/layout/cycle6"/>
    <dgm:cxn modelId="{C1B6876B-FF0C-422E-9371-E76858BEDDB3}" type="presParOf" srcId="{3B8FD7FB-8F29-4043-8F57-405C2C3D1EBD}" destId="{E18B6BCF-E6CA-4416-878E-796E54C8211B}" srcOrd="31" destOrd="0" presId="urn:microsoft.com/office/officeart/2005/8/layout/cycle6"/>
    <dgm:cxn modelId="{1CA44C53-C49D-4A13-A2C4-96BDEDED35B0}" type="presParOf" srcId="{3B8FD7FB-8F29-4043-8F57-405C2C3D1EBD}" destId="{A51679DD-6035-4397-83B9-D6971D94A953}" srcOrd="32" destOrd="0" presId="urn:microsoft.com/office/officeart/2005/8/layout/cycle6"/>
    <dgm:cxn modelId="{2BF65BA1-7EB0-4CD8-B2C4-DE11F990FCD9}" type="presParOf" srcId="{3B8FD7FB-8F29-4043-8F57-405C2C3D1EBD}" destId="{C187070A-5E4D-4C78-AF32-AC83CC867E95}" srcOrd="33" destOrd="0" presId="urn:microsoft.com/office/officeart/2005/8/layout/cycle6"/>
    <dgm:cxn modelId="{DFC70C35-DAC1-4090-9487-8DAA3C70E544}" type="presParOf" srcId="{3B8FD7FB-8F29-4043-8F57-405C2C3D1EBD}" destId="{513C987D-64DB-4EFE-A0CB-1450E797DC03}" srcOrd="34" destOrd="0" presId="urn:microsoft.com/office/officeart/2005/8/layout/cycle6"/>
    <dgm:cxn modelId="{DCF67E86-17A6-44D8-948C-8D5EED5A49AC}" type="presParOf" srcId="{3B8FD7FB-8F29-4043-8F57-405C2C3D1EBD}" destId="{E9D604A0-67B2-4FA3-A234-FBCA3350BF49}" srcOrd="35" destOrd="0" presId="urn:microsoft.com/office/officeart/2005/8/layout/cycle6"/>
    <dgm:cxn modelId="{9F2532DB-8E6C-4B09-9D73-0DBF1104F0D5}" type="presParOf" srcId="{3B8FD7FB-8F29-4043-8F57-405C2C3D1EBD}" destId="{B3F7042C-D71A-4976-87B8-30E82E99F4EC}" srcOrd="36" destOrd="0" presId="urn:microsoft.com/office/officeart/2005/8/layout/cycle6"/>
    <dgm:cxn modelId="{8E2AA3A9-827D-4BB0-8256-91DAEB3EE4D3}" type="presParOf" srcId="{3B8FD7FB-8F29-4043-8F57-405C2C3D1EBD}" destId="{0D503677-6BE4-4C03-9F6C-B0C86E10D93C}" srcOrd="37" destOrd="0" presId="urn:microsoft.com/office/officeart/2005/8/layout/cycle6"/>
    <dgm:cxn modelId="{806BDC49-16D9-4B66-B4C3-AA8086BD9970}" type="presParOf" srcId="{3B8FD7FB-8F29-4043-8F57-405C2C3D1EBD}" destId="{6D53C6B7-BB63-4AA9-AEE6-B8CC3BE1A99D}" srcOrd="38" destOrd="0" presId="urn:microsoft.com/office/officeart/2005/8/layout/cycle6"/>
    <dgm:cxn modelId="{5AC6A527-6686-4239-85BD-42043B1FD85C}" type="presParOf" srcId="{3B8FD7FB-8F29-4043-8F57-405C2C3D1EBD}" destId="{9BCD8AD4-617C-4E13-8D3C-4C01B9001FD7}" srcOrd="39" destOrd="0" presId="urn:microsoft.com/office/officeart/2005/8/layout/cycle6"/>
    <dgm:cxn modelId="{5A853447-F1E4-4971-9060-7A1F83A234E8}" type="presParOf" srcId="{3B8FD7FB-8F29-4043-8F57-405C2C3D1EBD}" destId="{1DD1E13D-5163-4921-801A-943161BCC589}" srcOrd="40" destOrd="0" presId="urn:microsoft.com/office/officeart/2005/8/layout/cycle6"/>
    <dgm:cxn modelId="{10AE65FF-6EB9-48F5-8AFE-D523F23819FC}" type="presParOf" srcId="{3B8FD7FB-8F29-4043-8F57-405C2C3D1EBD}" destId="{23EF2C38-F3C7-48D1-8F8E-12F1231C10CC}" srcOrd="41" destOrd="0" presId="urn:microsoft.com/office/officeart/2005/8/layout/cycle6"/>
    <dgm:cxn modelId="{9135A17A-3082-4439-B962-CD1D479F20F0}" type="presParOf" srcId="{3B8FD7FB-8F29-4043-8F57-405C2C3D1EBD}" destId="{40241D54-7F93-4390-B533-173AEA7E4D49}" srcOrd="42" destOrd="0" presId="urn:microsoft.com/office/officeart/2005/8/layout/cycle6"/>
    <dgm:cxn modelId="{CF5CBC42-758C-4CDA-BFE5-C16B676B8120}" type="presParOf" srcId="{3B8FD7FB-8F29-4043-8F57-405C2C3D1EBD}" destId="{221AABFC-57A6-4982-BF10-9F902C0AECF9}" srcOrd="43" destOrd="0" presId="urn:microsoft.com/office/officeart/2005/8/layout/cycle6"/>
    <dgm:cxn modelId="{AF1A6803-F69C-493B-9F15-06C24B921BCF}" type="presParOf" srcId="{3B8FD7FB-8F29-4043-8F57-405C2C3D1EBD}" destId="{328D56E0-37E9-4F36-A40A-0C71A9E9D8FB}" srcOrd="44" destOrd="0" presId="urn:microsoft.com/office/officeart/2005/8/layout/cycle6"/>
    <dgm:cxn modelId="{A872D044-FF84-43D9-8C92-6D60657986EB}" type="presParOf" srcId="{3B8FD7FB-8F29-4043-8F57-405C2C3D1EBD}" destId="{A4719A59-8586-4D53-B9B4-6639B7D7F596}" srcOrd="45" destOrd="0" presId="urn:microsoft.com/office/officeart/2005/8/layout/cycle6"/>
    <dgm:cxn modelId="{18136673-7CB1-4A80-BAB7-22521D5117B1}" type="presParOf" srcId="{3B8FD7FB-8F29-4043-8F57-405C2C3D1EBD}" destId="{FF73CFBB-42E3-49EB-87AF-EA990726005A}" srcOrd="46" destOrd="0" presId="urn:microsoft.com/office/officeart/2005/8/layout/cycle6"/>
    <dgm:cxn modelId="{F193CCEE-1E18-4BA3-BE7D-EFA6CC08648E}" type="presParOf" srcId="{3B8FD7FB-8F29-4043-8F57-405C2C3D1EBD}" destId="{666842F1-7C8E-4DE9-BB00-0D0E266AFCB7}" srcOrd="47" destOrd="0" presId="urn:microsoft.com/office/officeart/2005/8/layout/cycle6"/>
    <dgm:cxn modelId="{894D5938-38AB-4F7A-9661-8B910FD834F4}" type="presParOf" srcId="{3B8FD7FB-8F29-4043-8F57-405C2C3D1EBD}" destId="{739A0D2A-DD97-4AED-8C7F-ACBDD5FC9824}" srcOrd="48" destOrd="0" presId="urn:microsoft.com/office/officeart/2005/8/layout/cycle6"/>
    <dgm:cxn modelId="{FC1305C5-CD9A-493F-A1C7-A7232A9817C1}" type="presParOf" srcId="{3B8FD7FB-8F29-4043-8F57-405C2C3D1EBD}" destId="{3A372FCA-5404-4948-A646-7086F524AB67}" srcOrd="49" destOrd="0" presId="urn:microsoft.com/office/officeart/2005/8/layout/cycle6"/>
    <dgm:cxn modelId="{0F98E968-E4B8-4274-B1B4-A7AB3F06899C}" type="presParOf" srcId="{3B8FD7FB-8F29-4043-8F57-405C2C3D1EBD}" destId="{27A4ACA9-4906-420F-9CDC-E4E9F84AEDD0}" srcOrd="50" destOrd="0" presId="urn:microsoft.com/office/officeart/2005/8/layout/cycle6"/>
    <dgm:cxn modelId="{4C05F203-9877-49BA-9996-07DE5829AF62}" type="presParOf" srcId="{3B8FD7FB-8F29-4043-8F57-405C2C3D1EBD}" destId="{8E270C5A-031F-4BF1-8E0B-89F8201DC1D4}" srcOrd="51" destOrd="0" presId="urn:microsoft.com/office/officeart/2005/8/layout/cycle6"/>
    <dgm:cxn modelId="{06A7D33E-C3D0-4B67-B563-80D477B118AF}" type="presParOf" srcId="{3B8FD7FB-8F29-4043-8F57-405C2C3D1EBD}" destId="{27694AFE-B70A-427C-BE6E-1CCABBD20DEC}" srcOrd="52" destOrd="0" presId="urn:microsoft.com/office/officeart/2005/8/layout/cycle6"/>
    <dgm:cxn modelId="{A02A6C4A-30A3-4B34-A824-5D516500A9B2}" type="presParOf" srcId="{3B8FD7FB-8F29-4043-8F57-405C2C3D1EBD}" destId="{35818992-44D6-4EFC-AB25-8AA21C3F8347}" srcOrd="53" destOrd="0" presId="urn:microsoft.com/office/officeart/2005/8/layout/cycle6"/>
    <dgm:cxn modelId="{763442F3-FED9-413B-BAA9-8397C87CCA58}" type="presParOf" srcId="{3B8FD7FB-8F29-4043-8F57-405C2C3D1EBD}" destId="{5DABD85D-CCE6-49F6-8A36-BCB6B2EFAA99}" srcOrd="54" destOrd="0" presId="urn:microsoft.com/office/officeart/2005/8/layout/cycle6"/>
    <dgm:cxn modelId="{9792DDA9-4CFE-495A-99ED-637055C7C36D}" type="presParOf" srcId="{3B8FD7FB-8F29-4043-8F57-405C2C3D1EBD}" destId="{78FB3943-01B4-4314-BC59-19CF7F53D258}" srcOrd="55" destOrd="0" presId="urn:microsoft.com/office/officeart/2005/8/layout/cycle6"/>
    <dgm:cxn modelId="{517B6BBE-496D-4DE5-9080-E7ECC6FD3313}" type="presParOf" srcId="{3B8FD7FB-8F29-4043-8F57-405C2C3D1EBD}" destId="{BE42E3C7-251B-41B5-B42C-09EC99014B4C}" srcOrd="56" destOrd="0" presId="urn:microsoft.com/office/officeart/2005/8/layout/cycle6"/>
    <dgm:cxn modelId="{9475B3FE-EB58-466C-9E43-F7CA5A7B5504}" type="presParOf" srcId="{3B8FD7FB-8F29-4043-8F57-405C2C3D1EBD}" destId="{4BDD6F94-3638-435E-8447-FB92FC1D414F}" srcOrd="57" destOrd="0" presId="urn:microsoft.com/office/officeart/2005/8/layout/cycle6"/>
    <dgm:cxn modelId="{DB5B77EE-8D59-486A-BD64-4CD708256BCE}" type="presParOf" srcId="{3B8FD7FB-8F29-4043-8F57-405C2C3D1EBD}" destId="{1737EFE0-054D-4C4E-93EE-2649FCD17391}" srcOrd="58" destOrd="0" presId="urn:microsoft.com/office/officeart/2005/8/layout/cycle6"/>
    <dgm:cxn modelId="{B2FA8293-DDD1-44E2-B761-A6EA4C7BFC25}" type="presParOf" srcId="{3B8FD7FB-8F29-4043-8F57-405C2C3D1EBD}" destId="{DE2B5A4C-CB18-40F0-8E5B-D4D288E674C9}" srcOrd="59" destOrd="0" presId="urn:microsoft.com/office/officeart/2005/8/layout/cycle6"/>
    <dgm:cxn modelId="{37F3B956-B810-4DD9-9CA5-DF266D463E26}" type="presParOf" srcId="{3B8FD7FB-8F29-4043-8F57-405C2C3D1EBD}" destId="{FD10162F-4B67-49EA-A357-9BB47E8DBCED}" srcOrd="60" destOrd="0" presId="urn:microsoft.com/office/officeart/2005/8/layout/cycle6"/>
    <dgm:cxn modelId="{3C4B8B5C-950D-4E72-AF5D-B84E0459B2F4}" type="presParOf" srcId="{3B8FD7FB-8F29-4043-8F57-405C2C3D1EBD}" destId="{B4082797-0DF6-4528-AC97-1E4D6BDC7C2A}" srcOrd="61" destOrd="0" presId="urn:microsoft.com/office/officeart/2005/8/layout/cycle6"/>
    <dgm:cxn modelId="{C4EFE3FA-8135-4A0A-B40B-9AB8DDCD3CD6}" type="presParOf" srcId="{3B8FD7FB-8F29-4043-8F57-405C2C3D1EBD}" destId="{8B098E89-6F0C-4020-AAFA-412F25434574}" srcOrd="62" destOrd="0" presId="urn:microsoft.com/office/officeart/2005/8/layout/cycle6"/>
    <dgm:cxn modelId="{48C761C4-D93F-46DE-9D78-C064BC3E29A9}" type="presParOf" srcId="{3B8FD7FB-8F29-4043-8F57-405C2C3D1EBD}" destId="{5251AA44-A6C0-48F5-82BD-15AE1751E41B}" srcOrd="63" destOrd="0" presId="urn:microsoft.com/office/officeart/2005/8/layout/cycle6"/>
    <dgm:cxn modelId="{C0B4BD0C-641A-48C1-B599-98609A85D0CB}" type="presParOf" srcId="{3B8FD7FB-8F29-4043-8F57-405C2C3D1EBD}" destId="{04C584F3-6050-47FA-AC79-490E876A1E06}" srcOrd="64" destOrd="0" presId="urn:microsoft.com/office/officeart/2005/8/layout/cycle6"/>
    <dgm:cxn modelId="{B0796689-DB69-4F8B-8AF8-0A9D90DEFD27}" type="presParOf" srcId="{3B8FD7FB-8F29-4043-8F57-405C2C3D1EBD}" destId="{96698129-963B-4227-B693-BC3EACAB6500}" srcOrd="65" destOrd="0" presId="urn:microsoft.com/office/officeart/2005/8/layout/cycle6"/>
    <dgm:cxn modelId="{CD92CAD2-215E-4BAB-82C9-E098F5CAD526}" type="presParOf" srcId="{3B8FD7FB-8F29-4043-8F57-405C2C3D1EBD}" destId="{5370936A-911B-4A4B-8988-2468A7FFF388}" srcOrd="66" destOrd="0" presId="urn:microsoft.com/office/officeart/2005/8/layout/cycle6"/>
    <dgm:cxn modelId="{5D75D7DA-E2A4-424E-9468-DCC10A896F63}" type="presParOf" srcId="{3B8FD7FB-8F29-4043-8F57-405C2C3D1EBD}" destId="{59E4AE9D-A4E0-4C70-9E54-A660ABFE8484}" srcOrd="67" destOrd="0" presId="urn:microsoft.com/office/officeart/2005/8/layout/cycle6"/>
    <dgm:cxn modelId="{FF846F02-15D8-43B2-B826-2E4244EF7A18}" type="presParOf" srcId="{3B8FD7FB-8F29-4043-8F57-405C2C3D1EBD}" destId="{E7236D2C-75E2-4632-A4E6-1140D5FAFAA1}" srcOrd="6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D9DE5-3A5A-4179-8403-46C1842F44D0}">
      <dsp:nvSpPr>
        <dsp:cNvPr id="0" name=""/>
        <dsp:cNvSpPr/>
      </dsp:nvSpPr>
      <dsp:spPr>
        <a:xfrm>
          <a:off x="5571752" y="5493"/>
          <a:ext cx="495866" cy="322313"/>
        </a:xfrm>
        <a:prstGeom prst="roundRect">
          <a:avLst/>
        </a:prstGeom>
        <a:solidFill>
          <a:srgbClr val="FF9999"/>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1" kern="1200" dirty="0" smtClean="0">
              <a:solidFill>
                <a:sysClr val="windowText" lastClr="000000"/>
              </a:solidFill>
            </a:rPr>
            <a:t>Group1</a:t>
          </a:r>
          <a:endParaRPr lang="en-US" sz="800" b="1" kern="1200" dirty="0">
            <a:solidFill>
              <a:sysClr val="windowText" lastClr="000000"/>
            </a:solidFill>
          </a:endParaRPr>
        </a:p>
      </dsp:txBody>
      <dsp:txXfrm>
        <a:off x="5587486" y="21227"/>
        <a:ext cx="464398" cy="290845"/>
      </dsp:txXfrm>
    </dsp:sp>
    <dsp:sp modelId="{50132201-75B3-4439-BC28-F604FC679866}">
      <dsp:nvSpPr>
        <dsp:cNvPr id="0" name=""/>
        <dsp:cNvSpPr/>
      </dsp:nvSpPr>
      <dsp:spPr>
        <a:xfrm>
          <a:off x="2690176" y="166649"/>
          <a:ext cx="6259017" cy="6259017"/>
        </a:xfrm>
        <a:custGeom>
          <a:avLst/>
          <a:gdLst/>
          <a:ahLst/>
          <a:cxnLst/>
          <a:rect l="0" t="0" r="0" b="0"/>
          <a:pathLst>
            <a:path>
              <a:moveTo>
                <a:pt x="3380947" y="10117"/>
              </a:moveTo>
              <a:arcTo wR="3129508" hR="3129508" stAng="1647650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A21ED3F-92F2-4D34-9714-0B454F746502}">
      <dsp:nvSpPr>
        <dsp:cNvPr id="0" name=""/>
        <dsp:cNvSpPr/>
      </dsp:nvSpPr>
      <dsp:spPr>
        <a:xfrm>
          <a:off x="6416083" y="121543"/>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a:t>
          </a:r>
          <a:endParaRPr lang="en-US" sz="800" kern="1200" dirty="0"/>
        </a:p>
      </dsp:txBody>
      <dsp:txXfrm>
        <a:off x="6431817" y="137277"/>
        <a:ext cx="464398" cy="290845"/>
      </dsp:txXfrm>
    </dsp:sp>
    <dsp:sp modelId="{7887C5DC-9913-4199-AEDF-77F5415CDAC1}">
      <dsp:nvSpPr>
        <dsp:cNvPr id="0" name=""/>
        <dsp:cNvSpPr/>
      </dsp:nvSpPr>
      <dsp:spPr>
        <a:xfrm>
          <a:off x="2690176" y="166649"/>
          <a:ext cx="6259017" cy="6259017"/>
        </a:xfrm>
        <a:custGeom>
          <a:avLst/>
          <a:gdLst/>
          <a:ahLst/>
          <a:cxnLst/>
          <a:rect l="0" t="0" r="0" b="0"/>
          <a:pathLst>
            <a:path>
              <a:moveTo>
                <a:pt x="4224689" y="197887"/>
              </a:moveTo>
              <a:arcTo wR="3129508" hR="3129508" stAng="17429066"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9C80C8-4E98-45A3-9514-A60E0C9E910E}">
      <dsp:nvSpPr>
        <dsp:cNvPr id="0" name=""/>
        <dsp:cNvSpPr/>
      </dsp:nvSpPr>
      <dsp:spPr>
        <a:xfrm>
          <a:off x="7197794" y="46108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Group3</a:t>
          </a:r>
          <a:endParaRPr lang="en-US" sz="800" kern="1200" dirty="0"/>
        </a:p>
      </dsp:txBody>
      <dsp:txXfrm>
        <a:off x="7213528" y="476822"/>
        <a:ext cx="464398" cy="290845"/>
      </dsp:txXfrm>
    </dsp:sp>
    <dsp:sp modelId="{A5DCE8F0-DAEE-4412-9FDF-F8E167449B5A}">
      <dsp:nvSpPr>
        <dsp:cNvPr id="0" name=""/>
        <dsp:cNvSpPr/>
      </dsp:nvSpPr>
      <dsp:spPr>
        <a:xfrm>
          <a:off x="2690176" y="166649"/>
          <a:ext cx="6259017" cy="6259017"/>
        </a:xfrm>
        <a:custGeom>
          <a:avLst/>
          <a:gdLst/>
          <a:ahLst/>
          <a:cxnLst/>
          <a:rect l="0" t="0" r="0" b="0"/>
          <a:pathLst>
            <a:path>
              <a:moveTo>
                <a:pt x="4997662" y="618766"/>
              </a:moveTo>
              <a:arcTo wR="3129508" hR="3129508" stAng="18399096"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97BEF7-5C18-4E85-994A-04EA396F59B4}">
      <dsp:nvSpPr>
        <dsp:cNvPr id="0" name=""/>
        <dsp:cNvSpPr/>
      </dsp:nvSpPr>
      <dsp:spPr>
        <a:xfrm>
          <a:off x="7858909"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Group4</a:t>
          </a:r>
          <a:endParaRPr lang="en-US" sz="800" kern="1200" dirty="0"/>
        </a:p>
      </dsp:txBody>
      <dsp:txXfrm>
        <a:off x="7874643" y="1014679"/>
        <a:ext cx="464398" cy="290845"/>
      </dsp:txXfrm>
    </dsp:sp>
    <dsp:sp modelId="{1AEFC9EE-1FB7-425C-AB91-FFE5E99D0128}">
      <dsp:nvSpPr>
        <dsp:cNvPr id="0" name=""/>
        <dsp:cNvSpPr/>
      </dsp:nvSpPr>
      <dsp:spPr>
        <a:xfrm>
          <a:off x="2690176" y="166649"/>
          <a:ext cx="6259017" cy="6259017"/>
        </a:xfrm>
        <a:custGeom>
          <a:avLst/>
          <a:gdLst/>
          <a:ahLst/>
          <a:cxnLst/>
          <a:rect l="0" t="0" r="0" b="0"/>
          <a:pathLst>
            <a:path>
              <a:moveTo>
                <a:pt x="5560058" y="1158150"/>
              </a:moveTo>
              <a:arcTo wR="3129508" hR="3129508" stAng="19257321"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461DA25-8092-42E7-9892-8F4D48DF653E}">
      <dsp:nvSpPr>
        <dsp:cNvPr id="0" name=""/>
        <dsp:cNvSpPr/>
      </dsp:nvSpPr>
      <dsp:spPr>
        <a:xfrm>
          <a:off x="8350396"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Group5</a:t>
          </a:r>
          <a:endParaRPr lang="en-US" sz="800" kern="1200" dirty="0"/>
        </a:p>
      </dsp:txBody>
      <dsp:txXfrm>
        <a:off x="8366130" y="1710958"/>
        <a:ext cx="464398" cy="290845"/>
      </dsp:txXfrm>
    </dsp:sp>
    <dsp:sp modelId="{5FA3E78C-2AB0-449D-B0B4-EDD97A4024EB}">
      <dsp:nvSpPr>
        <dsp:cNvPr id="0" name=""/>
        <dsp:cNvSpPr/>
      </dsp:nvSpPr>
      <dsp:spPr>
        <a:xfrm>
          <a:off x="2690176" y="166649"/>
          <a:ext cx="6259017" cy="6259017"/>
        </a:xfrm>
        <a:custGeom>
          <a:avLst/>
          <a:gdLst/>
          <a:ahLst/>
          <a:cxnLst/>
          <a:rect l="0" t="0" r="0" b="0"/>
          <a:pathLst>
            <a:path>
              <a:moveTo>
                <a:pt x="5987976" y="1855542"/>
              </a:moveTo>
              <a:arcTo wR="3129508" hR="3129508" stAng="20158701"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A6F5FBB-AD73-4ADB-B796-536C610E3FBF}">
      <dsp:nvSpPr>
        <dsp:cNvPr id="0" name=""/>
        <dsp:cNvSpPr/>
      </dsp:nvSpPr>
      <dsp:spPr>
        <a:xfrm>
          <a:off x="8635804"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Group6</a:t>
          </a:r>
          <a:endParaRPr lang="en-US" sz="800" kern="1200" dirty="0"/>
        </a:p>
      </dsp:txBody>
      <dsp:txXfrm>
        <a:off x="8651538" y="2514018"/>
        <a:ext cx="464398" cy="290845"/>
      </dsp:txXfrm>
    </dsp:sp>
    <dsp:sp modelId="{4E633252-5117-484E-A260-8EA7D4E24332}">
      <dsp:nvSpPr>
        <dsp:cNvPr id="0" name=""/>
        <dsp:cNvSpPr/>
      </dsp:nvSpPr>
      <dsp:spPr>
        <a:xfrm>
          <a:off x="2690176" y="166649"/>
          <a:ext cx="6259017" cy="6259017"/>
        </a:xfrm>
        <a:custGeom>
          <a:avLst/>
          <a:gdLst/>
          <a:ahLst/>
          <a:cxnLst/>
          <a:rect l="0" t="0" r="0" b="0"/>
          <a:pathLst>
            <a:path>
              <a:moveTo>
                <a:pt x="6223473" y="2659179"/>
              </a:moveTo>
              <a:arcTo wR="3129508" hR="3129508" stAng="21081381"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BDDD8B-BE1C-499F-8611-7311DA05BE0A}">
      <dsp:nvSpPr>
        <dsp:cNvPr id="0" name=""/>
        <dsp:cNvSpPr/>
      </dsp:nvSpPr>
      <dsp:spPr>
        <a:xfrm>
          <a:off x="8693965"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Group7</a:t>
          </a:r>
          <a:endParaRPr lang="en-US" sz="800" kern="1200" dirty="0"/>
        </a:p>
      </dsp:txBody>
      <dsp:txXfrm>
        <a:off x="8709699" y="3364301"/>
        <a:ext cx="464398" cy="290845"/>
      </dsp:txXfrm>
    </dsp:sp>
    <dsp:sp modelId="{2AFAAB34-6B6F-4CF6-A36C-4B516385AAC3}">
      <dsp:nvSpPr>
        <dsp:cNvPr id="0" name=""/>
        <dsp:cNvSpPr/>
      </dsp:nvSpPr>
      <dsp:spPr>
        <a:xfrm>
          <a:off x="2690176" y="166649"/>
          <a:ext cx="6259017" cy="6259017"/>
        </a:xfrm>
        <a:custGeom>
          <a:avLst/>
          <a:gdLst/>
          <a:ahLst/>
          <a:cxnLst/>
          <a:rect l="0" t="0" r="0" b="0"/>
          <a:pathLst>
            <a:path>
              <a:moveTo>
                <a:pt x="6235872" y="3509422"/>
              </a:moveTo>
              <a:arcTo wR="3129508" hR="3129508" stAng="418364"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7B323EC-6BE4-478A-AE3B-A66F1E83FC0E}">
      <dsp:nvSpPr>
        <dsp:cNvPr id="0" name=""/>
        <dsp:cNvSpPr/>
      </dsp:nvSpPr>
      <dsp:spPr>
        <a:xfrm>
          <a:off x="8520566"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Group8</a:t>
          </a:r>
          <a:endParaRPr lang="en-US" sz="800" kern="1200" dirty="0"/>
        </a:p>
      </dsp:txBody>
      <dsp:txXfrm>
        <a:off x="8536300" y="4198744"/>
        <a:ext cx="464398" cy="290845"/>
      </dsp:txXfrm>
    </dsp:sp>
    <dsp:sp modelId="{EC3BB6B0-4C24-4E95-8F94-7729F63B81C1}">
      <dsp:nvSpPr>
        <dsp:cNvPr id="0" name=""/>
        <dsp:cNvSpPr/>
      </dsp:nvSpPr>
      <dsp:spPr>
        <a:xfrm>
          <a:off x="2690176" y="166649"/>
          <a:ext cx="6259017" cy="6259017"/>
        </a:xfrm>
        <a:custGeom>
          <a:avLst/>
          <a:gdLst/>
          <a:ahLst/>
          <a:cxnLst/>
          <a:rect l="0" t="0" r="0" b="0"/>
          <a:pathLst>
            <a:path>
              <a:moveTo>
                <a:pt x="6014094" y="4343177"/>
              </a:moveTo>
              <a:arcTo wR="3129508" hR="3129508" stAng="1369115"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BE4530F-E5E9-4202-AECC-EE9E7AB068EE}">
      <dsp:nvSpPr>
        <dsp:cNvPr id="0" name=""/>
        <dsp:cNvSpPr/>
      </dsp:nvSpPr>
      <dsp:spPr>
        <a:xfrm>
          <a:off x="8128466"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Group9</a:t>
          </a:r>
          <a:endParaRPr lang="en-US" sz="800" kern="1200" dirty="0"/>
        </a:p>
      </dsp:txBody>
      <dsp:txXfrm>
        <a:off x="8144200" y="4955462"/>
        <a:ext cx="464398" cy="290845"/>
      </dsp:txXfrm>
    </dsp:sp>
    <dsp:sp modelId="{45F65882-A27E-4B75-B962-518A90BF48C7}">
      <dsp:nvSpPr>
        <dsp:cNvPr id="0" name=""/>
        <dsp:cNvSpPr/>
      </dsp:nvSpPr>
      <dsp:spPr>
        <a:xfrm>
          <a:off x="2690176" y="166649"/>
          <a:ext cx="6259017" cy="6259017"/>
        </a:xfrm>
        <a:custGeom>
          <a:avLst/>
          <a:gdLst/>
          <a:ahLst/>
          <a:cxnLst/>
          <a:rect l="0" t="0" r="0" b="0"/>
          <a:pathLst>
            <a:path>
              <a:moveTo>
                <a:pt x="5561920" y="5098570"/>
              </a:moveTo>
              <a:arcTo wR="3129508" hR="3129508" stAng="2339431"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BF0FE1-88C7-483A-B29C-2EEA6B43C64E}">
      <dsp:nvSpPr>
        <dsp:cNvPr id="0" name=""/>
        <dsp:cNvSpPr/>
      </dsp:nvSpPr>
      <dsp:spPr>
        <a:xfrm>
          <a:off x="7546747"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Group10</a:t>
          </a:r>
          <a:endParaRPr lang="en-US" sz="800" kern="1200" dirty="0"/>
        </a:p>
      </dsp:txBody>
      <dsp:txXfrm>
        <a:off x="7562481" y="5578331"/>
        <a:ext cx="464398" cy="290845"/>
      </dsp:txXfrm>
    </dsp:sp>
    <dsp:sp modelId="{8327AD10-BC83-42AD-BBCC-73F4E3B18F95}">
      <dsp:nvSpPr>
        <dsp:cNvPr id="0" name=""/>
        <dsp:cNvSpPr/>
      </dsp:nvSpPr>
      <dsp:spPr>
        <a:xfrm>
          <a:off x="2690176" y="166649"/>
          <a:ext cx="6259017" cy="6259017"/>
        </a:xfrm>
        <a:custGeom>
          <a:avLst/>
          <a:gdLst/>
          <a:ahLst/>
          <a:cxnLst/>
          <a:rect l="0" t="0" r="0" b="0"/>
          <a:pathLst>
            <a:path>
              <a:moveTo>
                <a:pt x="4885415" y="5719995"/>
              </a:moveTo>
              <a:arcTo wR="3129508" hR="3129508" stAng="3352167"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38C6DCC-8FD8-4920-BDC9-4F647C1C05BD}">
      <dsp:nvSpPr>
        <dsp:cNvPr id="0" name=""/>
        <dsp:cNvSpPr/>
      </dsp:nvSpPr>
      <dsp:spPr>
        <a:xfrm>
          <a:off x="6818551"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Group11</a:t>
          </a:r>
          <a:endParaRPr lang="en-US" sz="800" kern="1200" dirty="0"/>
        </a:p>
      </dsp:txBody>
      <dsp:txXfrm>
        <a:off x="6834285" y="6021156"/>
        <a:ext cx="464398" cy="290845"/>
      </dsp:txXfrm>
    </dsp:sp>
    <dsp:sp modelId="{A51679DD-6035-4397-83B9-D6971D94A953}">
      <dsp:nvSpPr>
        <dsp:cNvPr id="0" name=""/>
        <dsp:cNvSpPr/>
      </dsp:nvSpPr>
      <dsp:spPr>
        <a:xfrm>
          <a:off x="2690176" y="166649"/>
          <a:ext cx="6259017" cy="6259017"/>
        </a:xfrm>
        <a:custGeom>
          <a:avLst/>
          <a:gdLst/>
          <a:ahLst/>
          <a:cxnLst/>
          <a:rect l="0" t="0" r="0" b="0"/>
          <a:pathLst>
            <a:path>
              <a:moveTo>
                <a:pt x="4125180" y="6096403"/>
              </a:moveTo>
              <a:arcTo wR="3129508" hR="3129508" stAng="4286914"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87070A-5E4D-4C78-AF32-AC83CC867E95}">
      <dsp:nvSpPr>
        <dsp:cNvPr id="0" name=""/>
        <dsp:cNvSpPr/>
      </dsp:nvSpPr>
      <dsp:spPr>
        <a:xfrm>
          <a:off x="5997886"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Group12</a:t>
          </a:r>
          <a:endParaRPr lang="en-US" sz="800" kern="1200" dirty="0"/>
        </a:p>
      </dsp:txBody>
      <dsp:txXfrm>
        <a:off x="6013620" y="6251096"/>
        <a:ext cx="464398" cy="290845"/>
      </dsp:txXfrm>
    </dsp:sp>
    <dsp:sp modelId="{E9D604A0-67B2-4FA3-A234-FBCA3350BF49}">
      <dsp:nvSpPr>
        <dsp:cNvPr id="0" name=""/>
        <dsp:cNvSpPr/>
      </dsp:nvSpPr>
      <dsp:spPr>
        <a:xfrm>
          <a:off x="2690176" y="166649"/>
          <a:ext cx="6259017" cy="6259017"/>
        </a:xfrm>
        <a:custGeom>
          <a:avLst/>
          <a:gdLst/>
          <a:ahLst/>
          <a:cxnLst/>
          <a:rect l="0" t="0" r="0" b="0"/>
          <a:pathLst>
            <a:path>
              <a:moveTo>
                <a:pt x="3304151" y="6254141"/>
              </a:moveTo>
              <a:arcTo wR="3129508" hR="3129508" stAng="5208056" swAng="38388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F7042C-D71A-4976-87B8-30E82E99F4EC}">
      <dsp:nvSpPr>
        <dsp:cNvPr id="0" name=""/>
        <dsp:cNvSpPr/>
      </dsp:nvSpPr>
      <dsp:spPr>
        <a:xfrm>
          <a:off x="5145617"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Group13</a:t>
          </a:r>
          <a:endParaRPr lang="en-US" sz="800" kern="1200" dirty="0"/>
        </a:p>
      </dsp:txBody>
      <dsp:txXfrm>
        <a:off x="5161351" y="6251096"/>
        <a:ext cx="464398" cy="290845"/>
      </dsp:txXfrm>
    </dsp:sp>
    <dsp:sp modelId="{6D53C6B7-BB63-4AA9-AEE6-B8CC3BE1A99D}">
      <dsp:nvSpPr>
        <dsp:cNvPr id="0" name=""/>
        <dsp:cNvSpPr/>
      </dsp:nvSpPr>
      <dsp:spPr>
        <a:xfrm>
          <a:off x="2690176" y="166649"/>
          <a:ext cx="6259017" cy="6259017"/>
        </a:xfrm>
        <a:custGeom>
          <a:avLst/>
          <a:gdLst/>
          <a:ahLst/>
          <a:cxnLst/>
          <a:rect l="0" t="0" r="0" b="0"/>
          <a:pathLst>
            <a:path>
              <a:moveTo>
                <a:pt x="2452149" y="6184833"/>
              </a:moveTo>
              <a:arcTo wR="3129508" hR="3129508" stAng="6150011"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BCD8AD4-617C-4E13-8D3C-4C01B9001FD7}">
      <dsp:nvSpPr>
        <dsp:cNvPr id="0" name=""/>
        <dsp:cNvSpPr/>
      </dsp:nvSpPr>
      <dsp:spPr>
        <a:xfrm>
          <a:off x="4324952"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Group14</a:t>
          </a:r>
          <a:endParaRPr lang="en-US" sz="800" kern="1200" dirty="0"/>
        </a:p>
      </dsp:txBody>
      <dsp:txXfrm>
        <a:off x="4340686" y="6021156"/>
        <a:ext cx="464398" cy="290845"/>
      </dsp:txXfrm>
    </dsp:sp>
    <dsp:sp modelId="{23EF2C38-F3C7-48D1-8F8E-12F1231C10CC}">
      <dsp:nvSpPr>
        <dsp:cNvPr id="0" name=""/>
        <dsp:cNvSpPr/>
      </dsp:nvSpPr>
      <dsp:spPr>
        <a:xfrm>
          <a:off x="2690176" y="166649"/>
          <a:ext cx="6259017" cy="6259017"/>
        </a:xfrm>
        <a:custGeom>
          <a:avLst/>
          <a:gdLst/>
          <a:ahLst/>
          <a:cxnLst/>
          <a:rect l="0" t="0" r="0" b="0"/>
          <a:pathLst>
            <a:path>
              <a:moveTo>
                <a:pt x="1632063" y="5877504"/>
              </a:moveTo>
              <a:arcTo wR="3129508" hR="3129508" stAng="7115219"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241D54-7F93-4390-B533-173AEA7E4D49}">
      <dsp:nvSpPr>
        <dsp:cNvPr id="0" name=""/>
        <dsp:cNvSpPr/>
      </dsp:nvSpPr>
      <dsp:spPr>
        <a:xfrm>
          <a:off x="3596756"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Group15</a:t>
          </a:r>
          <a:endParaRPr lang="en-US" sz="800" kern="1200" dirty="0"/>
        </a:p>
      </dsp:txBody>
      <dsp:txXfrm>
        <a:off x="3612490" y="5578331"/>
        <a:ext cx="464398" cy="290845"/>
      </dsp:txXfrm>
    </dsp:sp>
    <dsp:sp modelId="{328D56E0-37E9-4F36-A40A-0C71A9E9D8FB}">
      <dsp:nvSpPr>
        <dsp:cNvPr id="0" name=""/>
        <dsp:cNvSpPr/>
      </dsp:nvSpPr>
      <dsp:spPr>
        <a:xfrm>
          <a:off x="2690176" y="166649"/>
          <a:ext cx="6259017" cy="6259017"/>
        </a:xfrm>
        <a:custGeom>
          <a:avLst/>
          <a:gdLst/>
          <a:ahLst/>
          <a:cxnLst/>
          <a:rect l="0" t="0" r="0" b="0"/>
          <a:pathLst>
            <a:path>
              <a:moveTo>
                <a:pt x="968523" y="5393127"/>
              </a:moveTo>
              <a:arcTo wR="3129508" hR="3129508" stAng="8020272"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719A59-8586-4D53-B9B4-6639B7D7F596}">
      <dsp:nvSpPr>
        <dsp:cNvPr id="0" name=""/>
        <dsp:cNvSpPr/>
      </dsp:nvSpPr>
      <dsp:spPr>
        <a:xfrm>
          <a:off x="3015037"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Group16</a:t>
          </a:r>
          <a:endParaRPr lang="en-US" sz="800" kern="1200" dirty="0"/>
        </a:p>
      </dsp:txBody>
      <dsp:txXfrm>
        <a:off x="3030771" y="4955462"/>
        <a:ext cx="464398" cy="290845"/>
      </dsp:txXfrm>
    </dsp:sp>
    <dsp:sp modelId="{666842F1-7C8E-4DE9-BB00-0D0E266AFCB7}">
      <dsp:nvSpPr>
        <dsp:cNvPr id="0" name=""/>
        <dsp:cNvSpPr/>
      </dsp:nvSpPr>
      <dsp:spPr>
        <a:xfrm>
          <a:off x="2690176" y="166649"/>
          <a:ext cx="6259017" cy="6259017"/>
        </a:xfrm>
        <a:custGeom>
          <a:avLst/>
          <a:gdLst/>
          <a:ahLst/>
          <a:cxnLst/>
          <a:rect l="0" t="0" r="0" b="0"/>
          <a:pathLst>
            <a:path>
              <a:moveTo>
                <a:pt x="463771" y="4768919"/>
              </a:moveTo>
              <a:arcTo wR="3129508" hR="3129508" stAng="8904526"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9A0D2A-DD97-4AED-8C7F-ACBDD5FC9824}">
      <dsp:nvSpPr>
        <dsp:cNvPr id="0" name=""/>
        <dsp:cNvSpPr/>
      </dsp:nvSpPr>
      <dsp:spPr>
        <a:xfrm>
          <a:off x="2622938"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Group17</a:t>
          </a:r>
          <a:endParaRPr lang="en-US" sz="800" kern="1200" dirty="0"/>
        </a:p>
      </dsp:txBody>
      <dsp:txXfrm>
        <a:off x="2638672" y="4198744"/>
        <a:ext cx="464398" cy="290845"/>
      </dsp:txXfrm>
    </dsp:sp>
    <dsp:sp modelId="{27A4ACA9-4906-420F-9CDC-E4E9F84AEDD0}">
      <dsp:nvSpPr>
        <dsp:cNvPr id="0" name=""/>
        <dsp:cNvSpPr/>
      </dsp:nvSpPr>
      <dsp:spPr>
        <a:xfrm>
          <a:off x="2690176" y="166649"/>
          <a:ext cx="6259017" cy="6259017"/>
        </a:xfrm>
        <a:custGeom>
          <a:avLst/>
          <a:gdLst/>
          <a:ahLst/>
          <a:cxnLst/>
          <a:rect l="0" t="0" r="0" b="0"/>
          <a:pathLst>
            <a:path>
              <a:moveTo>
                <a:pt x="126811" y="4011344"/>
              </a:moveTo>
              <a:arcTo wR="3129508" hR="3129508" stAng="9818009"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E270C5A-031F-4BF1-8E0B-89F8201DC1D4}">
      <dsp:nvSpPr>
        <dsp:cNvPr id="0" name=""/>
        <dsp:cNvSpPr/>
      </dsp:nvSpPr>
      <dsp:spPr>
        <a:xfrm>
          <a:off x="2449538"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Group18</a:t>
          </a:r>
          <a:endParaRPr lang="en-US" sz="800" kern="1200" dirty="0"/>
        </a:p>
      </dsp:txBody>
      <dsp:txXfrm>
        <a:off x="2465272" y="3364301"/>
        <a:ext cx="464398" cy="290845"/>
      </dsp:txXfrm>
    </dsp:sp>
    <dsp:sp modelId="{35818992-44D6-4EFC-AB25-8AA21C3F8347}">
      <dsp:nvSpPr>
        <dsp:cNvPr id="0" name=""/>
        <dsp:cNvSpPr/>
      </dsp:nvSpPr>
      <dsp:spPr>
        <a:xfrm>
          <a:off x="2690176" y="166649"/>
          <a:ext cx="6259017" cy="6259017"/>
        </a:xfrm>
        <a:custGeom>
          <a:avLst/>
          <a:gdLst/>
          <a:ahLst/>
          <a:cxnLst/>
          <a:rect l="0" t="0" r="0" b="0"/>
          <a:pathLst>
            <a:path>
              <a:moveTo>
                <a:pt x="354" y="3176626"/>
              </a:moveTo>
              <a:arcTo wR="3129508" hR="3129508" stAng="10748240"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DABD85D-CCE6-49F6-8A36-BCB6B2EFAA99}">
      <dsp:nvSpPr>
        <dsp:cNvPr id="0" name=""/>
        <dsp:cNvSpPr/>
      </dsp:nvSpPr>
      <dsp:spPr>
        <a:xfrm>
          <a:off x="2507699"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Group19</a:t>
          </a:r>
          <a:endParaRPr lang="en-US" sz="800" kern="1200" dirty="0"/>
        </a:p>
      </dsp:txBody>
      <dsp:txXfrm>
        <a:off x="2523433" y="2514018"/>
        <a:ext cx="464398" cy="290845"/>
      </dsp:txXfrm>
    </dsp:sp>
    <dsp:sp modelId="{BE42E3C7-251B-41B5-B42C-09EC99014B4C}">
      <dsp:nvSpPr>
        <dsp:cNvPr id="0" name=""/>
        <dsp:cNvSpPr/>
      </dsp:nvSpPr>
      <dsp:spPr>
        <a:xfrm>
          <a:off x="2690176" y="166649"/>
          <a:ext cx="6259017" cy="6259017"/>
        </a:xfrm>
        <a:custGeom>
          <a:avLst/>
          <a:gdLst/>
          <a:ahLst/>
          <a:cxnLst/>
          <a:rect l="0" t="0" r="0" b="0"/>
          <a:pathLst>
            <a:path>
              <a:moveTo>
                <a:pt x="104722" y="2326706"/>
              </a:moveTo>
              <a:arcTo wR="3129508" hR="3129508" stAng="11691844"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DD6F94-3638-435E-8447-FB92FC1D414F}">
      <dsp:nvSpPr>
        <dsp:cNvPr id="0" name=""/>
        <dsp:cNvSpPr/>
      </dsp:nvSpPr>
      <dsp:spPr>
        <a:xfrm>
          <a:off x="2793107"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Group20</a:t>
          </a:r>
          <a:endParaRPr lang="en-US" sz="800" kern="1200" dirty="0"/>
        </a:p>
      </dsp:txBody>
      <dsp:txXfrm>
        <a:off x="2808841" y="1710958"/>
        <a:ext cx="464398" cy="290845"/>
      </dsp:txXfrm>
    </dsp:sp>
    <dsp:sp modelId="{DE2B5A4C-CB18-40F0-8E5B-D4D288E674C9}">
      <dsp:nvSpPr>
        <dsp:cNvPr id="0" name=""/>
        <dsp:cNvSpPr/>
      </dsp:nvSpPr>
      <dsp:spPr>
        <a:xfrm>
          <a:off x="2690176" y="166649"/>
          <a:ext cx="6259017" cy="6259017"/>
        </a:xfrm>
        <a:custGeom>
          <a:avLst/>
          <a:gdLst/>
          <a:ahLst/>
          <a:cxnLst/>
          <a:rect l="0" t="0" r="0" b="0"/>
          <a:pathLst>
            <a:path>
              <a:moveTo>
                <a:pt x="442824" y="1524656"/>
              </a:moveTo>
              <a:arcTo wR="3129508" hR="3129508" stAng="12651083"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10162F-4B67-49EA-A357-9BB47E8DBCED}">
      <dsp:nvSpPr>
        <dsp:cNvPr id="0" name=""/>
        <dsp:cNvSpPr/>
      </dsp:nvSpPr>
      <dsp:spPr>
        <a:xfrm>
          <a:off x="3284594"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Group21</a:t>
          </a:r>
          <a:endParaRPr lang="en-US" sz="800" kern="1200" dirty="0"/>
        </a:p>
      </dsp:txBody>
      <dsp:txXfrm>
        <a:off x="3300328" y="1014679"/>
        <a:ext cx="464398" cy="290845"/>
      </dsp:txXfrm>
    </dsp:sp>
    <dsp:sp modelId="{8B098E89-6F0C-4020-AAFA-412F25434574}">
      <dsp:nvSpPr>
        <dsp:cNvPr id="0" name=""/>
        <dsp:cNvSpPr/>
      </dsp:nvSpPr>
      <dsp:spPr>
        <a:xfrm>
          <a:off x="2690176" y="166649"/>
          <a:ext cx="6259017" cy="6259017"/>
        </a:xfrm>
        <a:custGeom>
          <a:avLst/>
          <a:gdLst/>
          <a:ahLst/>
          <a:cxnLst/>
          <a:rect l="0" t="0" r="0" b="0"/>
          <a:pathLst>
            <a:path>
              <a:moveTo>
                <a:pt x="1006749" y="830004"/>
              </a:moveTo>
              <a:arcTo wR="3129508" hR="3129508" stAng="13637323"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251AA44-A6C0-48F5-82BD-15AE1751E41B}">
      <dsp:nvSpPr>
        <dsp:cNvPr id="0" name=""/>
        <dsp:cNvSpPr/>
      </dsp:nvSpPr>
      <dsp:spPr>
        <a:xfrm>
          <a:off x="3945709" y="46108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Group22</a:t>
          </a:r>
          <a:endParaRPr lang="en-US" sz="800" kern="1200" dirty="0"/>
        </a:p>
      </dsp:txBody>
      <dsp:txXfrm>
        <a:off x="3961443" y="476822"/>
        <a:ext cx="464398" cy="290845"/>
      </dsp:txXfrm>
    </dsp:sp>
    <dsp:sp modelId="{96698129-963B-4227-B693-BC3EACAB6500}">
      <dsp:nvSpPr>
        <dsp:cNvPr id="0" name=""/>
        <dsp:cNvSpPr/>
      </dsp:nvSpPr>
      <dsp:spPr>
        <a:xfrm>
          <a:off x="2690176" y="166649"/>
          <a:ext cx="6259017" cy="6259017"/>
        </a:xfrm>
        <a:custGeom>
          <a:avLst/>
          <a:gdLst/>
          <a:ahLst/>
          <a:cxnLst/>
          <a:rect l="0" t="0" r="0" b="0"/>
          <a:pathLst>
            <a:path>
              <a:moveTo>
                <a:pt x="1754194" y="318399"/>
              </a:moveTo>
              <a:arcTo wR="3129508" hR="3129508" stAng="14635809"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370936A-911B-4A4B-8988-2468A7FFF388}">
      <dsp:nvSpPr>
        <dsp:cNvPr id="0" name=""/>
        <dsp:cNvSpPr/>
      </dsp:nvSpPr>
      <dsp:spPr>
        <a:xfrm>
          <a:off x="4727420" y="121543"/>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Group23</a:t>
          </a:r>
          <a:endParaRPr lang="en-US" sz="800" kern="1200" dirty="0"/>
        </a:p>
      </dsp:txBody>
      <dsp:txXfrm>
        <a:off x="4743154" y="137277"/>
        <a:ext cx="464398" cy="290845"/>
      </dsp:txXfrm>
    </dsp:sp>
    <dsp:sp modelId="{E7236D2C-75E2-4632-A4E6-1140D5FAFAA1}">
      <dsp:nvSpPr>
        <dsp:cNvPr id="0" name=""/>
        <dsp:cNvSpPr/>
      </dsp:nvSpPr>
      <dsp:spPr>
        <a:xfrm>
          <a:off x="2690176" y="166649"/>
          <a:ext cx="6259017" cy="6259017"/>
        </a:xfrm>
        <a:custGeom>
          <a:avLst/>
          <a:gdLst/>
          <a:ahLst/>
          <a:cxnLst/>
          <a:rect l="0" t="0" r="0" b="0"/>
          <a:pathLst>
            <a:path>
              <a:moveTo>
                <a:pt x="2536563" y="56685"/>
              </a:moveTo>
              <a:arcTo wR="3129508" hR="3129508" stAng="1554469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D9DE5-3A5A-4179-8403-46C1842F44D0}">
      <dsp:nvSpPr>
        <dsp:cNvPr id="0" name=""/>
        <dsp:cNvSpPr/>
      </dsp:nvSpPr>
      <dsp:spPr>
        <a:xfrm>
          <a:off x="5571752" y="5493"/>
          <a:ext cx="495866" cy="322313"/>
        </a:xfrm>
        <a:prstGeom prst="roundRect">
          <a:avLst/>
        </a:prstGeom>
        <a:solidFill>
          <a:srgbClr val="00B0F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Group1</a:t>
          </a:r>
          <a:endParaRPr lang="en-US" sz="800" b="0" kern="1200" dirty="0">
            <a:solidFill>
              <a:schemeClr val="bg1"/>
            </a:solidFill>
          </a:endParaRPr>
        </a:p>
      </dsp:txBody>
      <dsp:txXfrm>
        <a:off x="5587486" y="21227"/>
        <a:ext cx="464398" cy="290845"/>
      </dsp:txXfrm>
    </dsp:sp>
    <dsp:sp modelId="{50132201-75B3-4439-BC28-F604FC679866}">
      <dsp:nvSpPr>
        <dsp:cNvPr id="0" name=""/>
        <dsp:cNvSpPr/>
      </dsp:nvSpPr>
      <dsp:spPr>
        <a:xfrm>
          <a:off x="2690176" y="166649"/>
          <a:ext cx="6259017" cy="6259017"/>
        </a:xfrm>
        <a:custGeom>
          <a:avLst/>
          <a:gdLst/>
          <a:ahLst/>
          <a:cxnLst/>
          <a:rect l="0" t="0" r="0" b="0"/>
          <a:pathLst>
            <a:path>
              <a:moveTo>
                <a:pt x="3380947" y="10117"/>
              </a:moveTo>
              <a:arcTo wR="3129508" hR="3129508" stAng="1647650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A21ED3F-92F2-4D34-9714-0B454F746502}">
      <dsp:nvSpPr>
        <dsp:cNvPr id="0" name=""/>
        <dsp:cNvSpPr/>
      </dsp:nvSpPr>
      <dsp:spPr>
        <a:xfrm>
          <a:off x="6416083" y="121543"/>
          <a:ext cx="495866" cy="322313"/>
        </a:xfrm>
        <a:prstGeom prst="roundRect">
          <a:avLst/>
        </a:prstGeom>
        <a:solidFill>
          <a:srgbClr val="FF9999"/>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1" kern="1200" dirty="0" smtClean="0">
              <a:solidFill>
                <a:schemeClr val="tx1"/>
              </a:solidFill>
            </a:rPr>
            <a:t>Group2</a:t>
          </a:r>
          <a:endParaRPr lang="en-US" sz="800" b="1" kern="1200" dirty="0">
            <a:solidFill>
              <a:schemeClr val="tx1"/>
            </a:solidFill>
          </a:endParaRPr>
        </a:p>
      </dsp:txBody>
      <dsp:txXfrm>
        <a:off x="6431817" y="137277"/>
        <a:ext cx="464398" cy="290845"/>
      </dsp:txXfrm>
    </dsp:sp>
    <dsp:sp modelId="{7887C5DC-9913-4199-AEDF-77F5415CDAC1}">
      <dsp:nvSpPr>
        <dsp:cNvPr id="0" name=""/>
        <dsp:cNvSpPr/>
      </dsp:nvSpPr>
      <dsp:spPr>
        <a:xfrm>
          <a:off x="2690176" y="166649"/>
          <a:ext cx="6259017" cy="6259017"/>
        </a:xfrm>
        <a:custGeom>
          <a:avLst/>
          <a:gdLst/>
          <a:ahLst/>
          <a:cxnLst/>
          <a:rect l="0" t="0" r="0" b="0"/>
          <a:pathLst>
            <a:path>
              <a:moveTo>
                <a:pt x="4224689" y="197887"/>
              </a:moveTo>
              <a:arcTo wR="3129508" hR="3129508" stAng="17429066"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9C80C8-4E98-45A3-9514-A60E0C9E910E}">
      <dsp:nvSpPr>
        <dsp:cNvPr id="0" name=""/>
        <dsp:cNvSpPr/>
      </dsp:nvSpPr>
      <dsp:spPr>
        <a:xfrm>
          <a:off x="7197794" y="46108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Group3</a:t>
          </a:r>
          <a:endParaRPr lang="en-US" sz="800" kern="1200" dirty="0"/>
        </a:p>
      </dsp:txBody>
      <dsp:txXfrm>
        <a:off x="7213528" y="476822"/>
        <a:ext cx="464398" cy="290845"/>
      </dsp:txXfrm>
    </dsp:sp>
    <dsp:sp modelId="{A5DCE8F0-DAEE-4412-9FDF-F8E167449B5A}">
      <dsp:nvSpPr>
        <dsp:cNvPr id="0" name=""/>
        <dsp:cNvSpPr/>
      </dsp:nvSpPr>
      <dsp:spPr>
        <a:xfrm>
          <a:off x="2690176" y="166649"/>
          <a:ext cx="6259017" cy="6259017"/>
        </a:xfrm>
        <a:custGeom>
          <a:avLst/>
          <a:gdLst/>
          <a:ahLst/>
          <a:cxnLst/>
          <a:rect l="0" t="0" r="0" b="0"/>
          <a:pathLst>
            <a:path>
              <a:moveTo>
                <a:pt x="4997662" y="618766"/>
              </a:moveTo>
              <a:arcTo wR="3129508" hR="3129508" stAng="18399096"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97BEF7-5C18-4E85-994A-04EA396F59B4}">
      <dsp:nvSpPr>
        <dsp:cNvPr id="0" name=""/>
        <dsp:cNvSpPr/>
      </dsp:nvSpPr>
      <dsp:spPr>
        <a:xfrm>
          <a:off x="7858909"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Group4</a:t>
          </a:r>
          <a:endParaRPr lang="en-US" sz="800" kern="1200" dirty="0"/>
        </a:p>
      </dsp:txBody>
      <dsp:txXfrm>
        <a:off x="7874643" y="1014679"/>
        <a:ext cx="464398" cy="290845"/>
      </dsp:txXfrm>
    </dsp:sp>
    <dsp:sp modelId="{1AEFC9EE-1FB7-425C-AB91-FFE5E99D0128}">
      <dsp:nvSpPr>
        <dsp:cNvPr id="0" name=""/>
        <dsp:cNvSpPr/>
      </dsp:nvSpPr>
      <dsp:spPr>
        <a:xfrm>
          <a:off x="2690176" y="166649"/>
          <a:ext cx="6259017" cy="6259017"/>
        </a:xfrm>
        <a:custGeom>
          <a:avLst/>
          <a:gdLst/>
          <a:ahLst/>
          <a:cxnLst/>
          <a:rect l="0" t="0" r="0" b="0"/>
          <a:pathLst>
            <a:path>
              <a:moveTo>
                <a:pt x="5560058" y="1158150"/>
              </a:moveTo>
              <a:arcTo wR="3129508" hR="3129508" stAng="19257321"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461DA25-8092-42E7-9892-8F4D48DF653E}">
      <dsp:nvSpPr>
        <dsp:cNvPr id="0" name=""/>
        <dsp:cNvSpPr/>
      </dsp:nvSpPr>
      <dsp:spPr>
        <a:xfrm>
          <a:off x="8350396"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Group5</a:t>
          </a:r>
          <a:endParaRPr lang="en-US" sz="800" kern="1200" dirty="0"/>
        </a:p>
      </dsp:txBody>
      <dsp:txXfrm>
        <a:off x="8366130" y="1710958"/>
        <a:ext cx="464398" cy="290845"/>
      </dsp:txXfrm>
    </dsp:sp>
    <dsp:sp modelId="{5FA3E78C-2AB0-449D-B0B4-EDD97A4024EB}">
      <dsp:nvSpPr>
        <dsp:cNvPr id="0" name=""/>
        <dsp:cNvSpPr/>
      </dsp:nvSpPr>
      <dsp:spPr>
        <a:xfrm>
          <a:off x="2690176" y="166649"/>
          <a:ext cx="6259017" cy="6259017"/>
        </a:xfrm>
        <a:custGeom>
          <a:avLst/>
          <a:gdLst/>
          <a:ahLst/>
          <a:cxnLst/>
          <a:rect l="0" t="0" r="0" b="0"/>
          <a:pathLst>
            <a:path>
              <a:moveTo>
                <a:pt x="5987976" y="1855542"/>
              </a:moveTo>
              <a:arcTo wR="3129508" hR="3129508" stAng="20158701"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A6F5FBB-AD73-4ADB-B796-536C610E3FBF}">
      <dsp:nvSpPr>
        <dsp:cNvPr id="0" name=""/>
        <dsp:cNvSpPr/>
      </dsp:nvSpPr>
      <dsp:spPr>
        <a:xfrm>
          <a:off x="8635804"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Group6</a:t>
          </a:r>
          <a:endParaRPr lang="en-US" sz="800" kern="1200" dirty="0"/>
        </a:p>
      </dsp:txBody>
      <dsp:txXfrm>
        <a:off x="8651538" y="2514018"/>
        <a:ext cx="464398" cy="290845"/>
      </dsp:txXfrm>
    </dsp:sp>
    <dsp:sp modelId="{4E633252-5117-484E-A260-8EA7D4E24332}">
      <dsp:nvSpPr>
        <dsp:cNvPr id="0" name=""/>
        <dsp:cNvSpPr/>
      </dsp:nvSpPr>
      <dsp:spPr>
        <a:xfrm>
          <a:off x="2690176" y="166649"/>
          <a:ext cx="6259017" cy="6259017"/>
        </a:xfrm>
        <a:custGeom>
          <a:avLst/>
          <a:gdLst/>
          <a:ahLst/>
          <a:cxnLst/>
          <a:rect l="0" t="0" r="0" b="0"/>
          <a:pathLst>
            <a:path>
              <a:moveTo>
                <a:pt x="6223473" y="2659179"/>
              </a:moveTo>
              <a:arcTo wR="3129508" hR="3129508" stAng="21081381"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BDDD8B-BE1C-499F-8611-7311DA05BE0A}">
      <dsp:nvSpPr>
        <dsp:cNvPr id="0" name=""/>
        <dsp:cNvSpPr/>
      </dsp:nvSpPr>
      <dsp:spPr>
        <a:xfrm>
          <a:off x="8693965"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Group7</a:t>
          </a:r>
          <a:endParaRPr lang="en-US" sz="800" kern="1200" dirty="0"/>
        </a:p>
      </dsp:txBody>
      <dsp:txXfrm>
        <a:off x="8709699" y="3364301"/>
        <a:ext cx="464398" cy="290845"/>
      </dsp:txXfrm>
    </dsp:sp>
    <dsp:sp modelId="{2AFAAB34-6B6F-4CF6-A36C-4B516385AAC3}">
      <dsp:nvSpPr>
        <dsp:cNvPr id="0" name=""/>
        <dsp:cNvSpPr/>
      </dsp:nvSpPr>
      <dsp:spPr>
        <a:xfrm>
          <a:off x="2690176" y="166649"/>
          <a:ext cx="6259017" cy="6259017"/>
        </a:xfrm>
        <a:custGeom>
          <a:avLst/>
          <a:gdLst/>
          <a:ahLst/>
          <a:cxnLst/>
          <a:rect l="0" t="0" r="0" b="0"/>
          <a:pathLst>
            <a:path>
              <a:moveTo>
                <a:pt x="6235872" y="3509422"/>
              </a:moveTo>
              <a:arcTo wR="3129508" hR="3129508" stAng="418364"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7B323EC-6BE4-478A-AE3B-A66F1E83FC0E}">
      <dsp:nvSpPr>
        <dsp:cNvPr id="0" name=""/>
        <dsp:cNvSpPr/>
      </dsp:nvSpPr>
      <dsp:spPr>
        <a:xfrm>
          <a:off x="8520566"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Group8</a:t>
          </a:r>
          <a:endParaRPr lang="en-US" sz="800" kern="1200" dirty="0"/>
        </a:p>
      </dsp:txBody>
      <dsp:txXfrm>
        <a:off x="8536300" y="4198744"/>
        <a:ext cx="464398" cy="290845"/>
      </dsp:txXfrm>
    </dsp:sp>
    <dsp:sp modelId="{EC3BB6B0-4C24-4E95-8F94-7729F63B81C1}">
      <dsp:nvSpPr>
        <dsp:cNvPr id="0" name=""/>
        <dsp:cNvSpPr/>
      </dsp:nvSpPr>
      <dsp:spPr>
        <a:xfrm>
          <a:off x="2690176" y="166649"/>
          <a:ext cx="6259017" cy="6259017"/>
        </a:xfrm>
        <a:custGeom>
          <a:avLst/>
          <a:gdLst/>
          <a:ahLst/>
          <a:cxnLst/>
          <a:rect l="0" t="0" r="0" b="0"/>
          <a:pathLst>
            <a:path>
              <a:moveTo>
                <a:pt x="6014094" y="4343177"/>
              </a:moveTo>
              <a:arcTo wR="3129508" hR="3129508" stAng="1369115"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BE4530F-E5E9-4202-AECC-EE9E7AB068EE}">
      <dsp:nvSpPr>
        <dsp:cNvPr id="0" name=""/>
        <dsp:cNvSpPr/>
      </dsp:nvSpPr>
      <dsp:spPr>
        <a:xfrm>
          <a:off x="8128466"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Group9</a:t>
          </a:r>
          <a:endParaRPr lang="en-US" sz="800" kern="1200" dirty="0"/>
        </a:p>
      </dsp:txBody>
      <dsp:txXfrm>
        <a:off x="8144200" y="4955462"/>
        <a:ext cx="464398" cy="290845"/>
      </dsp:txXfrm>
    </dsp:sp>
    <dsp:sp modelId="{45F65882-A27E-4B75-B962-518A90BF48C7}">
      <dsp:nvSpPr>
        <dsp:cNvPr id="0" name=""/>
        <dsp:cNvSpPr/>
      </dsp:nvSpPr>
      <dsp:spPr>
        <a:xfrm>
          <a:off x="2690176" y="166649"/>
          <a:ext cx="6259017" cy="6259017"/>
        </a:xfrm>
        <a:custGeom>
          <a:avLst/>
          <a:gdLst/>
          <a:ahLst/>
          <a:cxnLst/>
          <a:rect l="0" t="0" r="0" b="0"/>
          <a:pathLst>
            <a:path>
              <a:moveTo>
                <a:pt x="5561920" y="5098570"/>
              </a:moveTo>
              <a:arcTo wR="3129508" hR="3129508" stAng="2339431"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BF0FE1-88C7-483A-B29C-2EEA6B43C64E}">
      <dsp:nvSpPr>
        <dsp:cNvPr id="0" name=""/>
        <dsp:cNvSpPr/>
      </dsp:nvSpPr>
      <dsp:spPr>
        <a:xfrm>
          <a:off x="7546747"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Group10</a:t>
          </a:r>
          <a:endParaRPr lang="en-US" sz="800" kern="1200" dirty="0"/>
        </a:p>
      </dsp:txBody>
      <dsp:txXfrm>
        <a:off x="7562481" y="5578331"/>
        <a:ext cx="464398" cy="290845"/>
      </dsp:txXfrm>
    </dsp:sp>
    <dsp:sp modelId="{8327AD10-BC83-42AD-BBCC-73F4E3B18F95}">
      <dsp:nvSpPr>
        <dsp:cNvPr id="0" name=""/>
        <dsp:cNvSpPr/>
      </dsp:nvSpPr>
      <dsp:spPr>
        <a:xfrm>
          <a:off x="2690176" y="166649"/>
          <a:ext cx="6259017" cy="6259017"/>
        </a:xfrm>
        <a:custGeom>
          <a:avLst/>
          <a:gdLst/>
          <a:ahLst/>
          <a:cxnLst/>
          <a:rect l="0" t="0" r="0" b="0"/>
          <a:pathLst>
            <a:path>
              <a:moveTo>
                <a:pt x="4885415" y="5719995"/>
              </a:moveTo>
              <a:arcTo wR="3129508" hR="3129508" stAng="3352167"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38C6DCC-8FD8-4920-BDC9-4F647C1C05BD}">
      <dsp:nvSpPr>
        <dsp:cNvPr id="0" name=""/>
        <dsp:cNvSpPr/>
      </dsp:nvSpPr>
      <dsp:spPr>
        <a:xfrm>
          <a:off x="6818551"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Group11</a:t>
          </a:r>
          <a:endParaRPr lang="en-US" sz="800" kern="1200" dirty="0"/>
        </a:p>
      </dsp:txBody>
      <dsp:txXfrm>
        <a:off x="6834285" y="6021156"/>
        <a:ext cx="464398" cy="290845"/>
      </dsp:txXfrm>
    </dsp:sp>
    <dsp:sp modelId="{A51679DD-6035-4397-83B9-D6971D94A953}">
      <dsp:nvSpPr>
        <dsp:cNvPr id="0" name=""/>
        <dsp:cNvSpPr/>
      </dsp:nvSpPr>
      <dsp:spPr>
        <a:xfrm>
          <a:off x="2690176" y="166649"/>
          <a:ext cx="6259017" cy="6259017"/>
        </a:xfrm>
        <a:custGeom>
          <a:avLst/>
          <a:gdLst/>
          <a:ahLst/>
          <a:cxnLst/>
          <a:rect l="0" t="0" r="0" b="0"/>
          <a:pathLst>
            <a:path>
              <a:moveTo>
                <a:pt x="4125180" y="6096403"/>
              </a:moveTo>
              <a:arcTo wR="3129508" hR="3129508" stAng="4286914"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87070A-5E4D-4C78-AF32-AC83CC867E95}">
      <dsp:nvSpPr>
        <dsp:cNvPr id="0" name=""/>
        <dsp:cNvSpPr/>
      </dsp:nvSpPr>
      <dsp:spPr>
        <a:xfrm>
          <a:off x="5997886"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Group12</a:t>
          </a:r>
          <a:endParaRPr lang="en-US" sz="800" kern="1200" dirty="0"/>
        </a:p>
      </dsp:txBody>
      <dsp:txXfrm>
        <a:off x="6013620" y="6251096"/>
        <a:ext cx="464398" cy="290845"/>
      </dsp:txXfrm>
    </dsp:sp>
    <dsp:sp modelId="{E9D604A0-67B2-4FA3-A234-FBCA3350BF49}">
      <dsp:nvSpPr>
        <dsp:cNvPr id="0" name=""/>
        <dsp:cNvSpPr/>
      </dsp:nvSpPr>
      <dsp:spPr>
        <a:xfrm>
          <a:off x="2690176" y="166649"/>
          <a:ext cx="6259017" cy="6259017"/>
        </a:xfrm>
        <a:custGeom>
          <a:avLst/>
          <a:gdLst/>
          <a:ahLst/>
          <a:cxnLst/>
          <a:rect l="0" t="0" r="0" b="0"/>
          <a:pathLst>
            <a:path>
              <a:moveTo>
                <a:pt x="3304151" y="6254141"/>
              </a:moveTo>
              <a:arcTo wR="3129508" hR="3129508" stAng="5208056" swAng="38388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F7042C-D71A-4976-87B8-30E82E99F4EC}">
      <dsp:nvSpPr>
        <dsp:cNvPr id="0" name=""/>
        <dsp:cNvSpPr/>
      </dsp:nvSpPr>
      <dsp:spPr>
        <a:xfrm>
          <a:off x="5145617"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Group13</a:t>
          </a:r>
          <a:endParaRPr lang="en-US" sz="800" kern="1200" dirty="0"/>
        </a:p>
      </dsp:txBody>
      <dsp:txXfrm>
        <a:off x="5161351" y="6251096"/>
        <a:ext cx="464398" cy="290845"/>
      </dsp:txXfrm>
    </dsp:sp>
    <dsp:sp modelId="{6D53C6B7-BB63-4AA9-AEE6-B8CC3BE1A99D}">
      <dsp:nvSpPr>
        <dsp:cNvPr id="0" name=""/>
        <dsp:cNvSpPr/>
      </dsp:nvSpPr>
      <dsp:spPr>
        <a:xfrm>
          <a:off x="2690176" y="166649"/>
          <a:ext cx="6259017" cy="6259017"/>
        </a:xfrm>
        <a:custGeom>
          <a:avLst/>
          <a:gdLst/>
          <a:ahLst/>
          <a:cxnLst/>
          <a:rect l="0" t="0" r="0" b="0"/>
          <a:pathLst>
            <a:path>
              <a:moveTo>
                <a:pt x="2452149" y="6184833"/>
              </a:moveTo>
              <a:arcTo wR="3129508" hR="3129508" stAng="6150011"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BCD8AD4-617C-4E13-8D3C-4C01B9001FD7}">
      <dsp:nvSpPr>
        <dsp:cNvPr id="0" name=""/>
        <dsp:cNvSpPr/>
      </dsp:nvSpPr>
      <dsp:spPr>
        <a:xfrm>
          <a:off x="4324952"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Group14</a:t>
          </a:r>
          <a:endParaRPr lang="en-US" sz="800" kern="1200" dirty="0"/>
        </a:p>
      </dsp:txBody>
      <dsp:txXfrm>
        <a:off x="4340686" y="6021156"/>
        <a:ext cx="464398" cy="290845"/>
      </dsp:txXfrm>
    </dsp:sp>
    <dsp:sp modelId="{23EF2C38-F3C7-48D1-8F8E-12F1231C10CC}">
      <dsp:nvSpPr>
        <dsp:cNvPr id="0" name=""/>
        <dsp:cNvSpPr/>
      </dsp:nvSpPr>
      <dsp:spPr>
        <a:xfrm>
          <a:off x="2690176" y="166649"/>
          <a:ext cx="6259017" cy="6259017"/>
        </a:xfrm>
        <a:custGeom>
          <a:avLst/>
          <a:gdLst/>
          <a:ahLst/>
          <a:cxnLst/>
          <a:rect l="0" t="0" r="0" b="0"/>
          <a:pathLst>
            <a:path>
              <a:moveTo>
                <a:pt x="1632063" y="5877504"/>
              </a:moveTo>
              <a:arcTo wR="3129508" hR="3129508" stAng="7115219"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241D54-7F93-4390-B533-173AEA7E4D49}">
      <dsp:nvSpPr>
        <dsp:cNvPr id="0" name=""/>
        <dsp:cNvSpPr/>
      </dsp:nvSpPr>
      <dsp:spPr>
        <a:xfrm>
          <a:off x="3596756"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Group15</a:t>
          </a:r>
          <a:endParaRPr lang="en-US" sz="800" kern="1200" dirty="0"/>
        </a:p>
      </dsp:txBody>
      <dsp:txXfrm>
        <a:off x="3612490" y="5578331"/>
        <a:ext cx="464398" cy="290845"/>
      </dsp:txXfrm>
    </dsp:sp>
    <dsp:sp modelId="{328D56E0-37E9-4F36-A40A-0C71A9E9D8FB}">
      <dsp:nvSpPr>
        <dsp:cNvPr id="0" name=""/>
        <dsp:cNvSpPr/>
      </dsp:nvSpPr>
      <dsp:spPr>
        <a:xfrm>
          <a:off x="2690176" y="166649"/>
          <a:ext cx="6259017" cy="6259017"/>
        </a:xfrm>
        <a:custGeom>
          <a:avLst/>
          <a:gdLst/>
          <a:ahLst/>
          <a:cxnLst/>
          <a:rect l="0" t="0" r="0" b="0"/>
          <a:pathLst>
            <a:path>
              <a:moveTo>
                <a:pt x="968523" y="5393127"/>
              </a:moveTo>
              <a:arcTo wR="3129508" hR="3129508" stAng="8020272"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719A59-8586-4D53-B9B4-6639B7D7F596}">
      <dsp:nvSpPr>
        <dsp:cNvPr id="0" name=""/>
        <dsp:cNvSpPr/>
      </dsp:nvSpPr>
      <dsp:spPr>
        <a:xfrm>
          <a:off x="3015037"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Group16</a:t>
          </a:r>
          <a:endParaRPr lang="en-US" sz="800" kern="1200" dirty="0"/>
        </a:p>
      </dsp:txBody>
      <dsp:txXfrm>
        <a:off x="3030771" y="4955462"/>
        <a:ext cx="464398" cy="290845"/>
      </dsp:txXfrm>
    </dsp:sp>
    <dsp:sp modelId="{666842F1-7C8E-4DE9-BB00-0D0E266AFCB7}">
      <dsp:nvSpPr>
        <dsp:cNvPr id="0" name=""/>
        <dsp:cNvSpPr/>
      </dsp:nvSpPr>
      <dsp:spPr>
        <a:xfrm>
          <a:off x="2690176" y="166649"/>
          <a:ext cx="6259017" cy="6259017"/>
        </a:xfrm>
        <a:custGeom>
          <a:avLst/>
          <a:gdLst/>
          <a:ahLst/>
          <a:cxnLst/>
          <a:rect l="0" t="0" r="0" b="0"/>
          <a:pathLst>
            <a:path>
              <a:moveTo>
                <a:pt x="463771" y="4768919"/>
              </a:moveTo>
              <a:arcTo wR="3129508" hR="3129508" stAng="8904526"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9A0D2A-DD97-4AED-8C7F-ACBDD5FC9824}">
      <dsp:nvSpPr>
        <dsp:cNvPr id="0" name=""/>
        <dsp:cNvSpPr/>
      </dsp:nvSpPr>
      <dsp:spPr>
        <a:xfrm>
          <a:off x="2622938"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Group17</a:t>
          </a:r>
          <a:endParaRPr lang="en-US" sz="800" kern="1200" dirty="0"/>
        </a:p>
      </dsp:txBody>
      <dsp:txXfrm>
        <a:off x="2638672" y="4198744"/>
        <a:ext cx="464398" cy="290845"/>
      </dsp:txXfrm>
    </dsp:sp>
    <dsp:sp modelId="{27A4ACA9-4906-420F-9CDC-E4E9F84AEDD0}">
      <dsp:nvSpPr>
        <dsp:cNvPr id="0" name=""/>
        <dsp:cNvSpPr/>
      </dsp:nvSpPr>
      <dsp:spPr>
        <a:xfrm>
          <a:off x="2690176" y="166649"/>
          <a:ext cx="6259017" cy="6259017"/>
        </a:xfrm>
        <a:custGeom>
          <a:avLst/>
          <a:gdLst/>
          <a:ahLst/>
          <a:cxnLst/>
          <a:rect l="0" t="0" r="0" b="0"/>
          <a:pathLst>
            <a:path>
              <a:moveTo>
                <a:pt x="126811" y="4011344"/>
              </a:moveTo>
              <a:arcTo wR="3129508" hR="3129508" stAng="9818009"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E270C5A-031F-4BF1-8E0B-89F8201DC1D4}">
      <dsp:nvSpPr>
        <dsp:cNvPr id="0" name=""/>
        <dsp:cNvSpPr/>
      </dsp:nvSpPr>
      <dsp:spPr>
        <a:xfrm>
          <a:off x="2449538"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Group18</a:t>
          </a:r>
          <a:endParaRPr lang="en-US" sz="800" kern="1200" dirty="0"/>
        </a:p>
      </dsp:txBody>
      <dsp:txXfrm>
        <a:off x="2465272" y="3364301"/>
        <a:ext cx="464398" cy="290845"/>
      </dsp:txXfrm>
    </dsp:sp>
    <dsp:sp modelId="{35818992-44D6-4EFC-AB25-8AA21C3F8347}">
      <dsp:nvSpPr>
        <dsp:cNvPr id="0" name=""/>
        <dsp:cNvSpPr/>
      </dsp:nvSpPr>
      <dsp:spPr>
        <a:xfrm>
          <a:off x="2690176" y="166649"/>
          <a:ext cx="6259017" cy="6259017"/>
        </a:xfrm>
        <a:custGeom>
          <a:avLst/>
          <a:gdLst/>
          <a:ahLst/>
          <a:cxnLst/>
          <a:rect l="0" t="0" r="0" b="0"/>
          <a:pathLst>
            <a:path>
              <a:moveTo>
                <a:pt x="354" y="3176626"/>
              </a:moveTo>
              <a:arcTo wR="3129508" hR="3129508" stAng="10748240"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DABD85D-CCE6-49F6-8A36-BCB6B2EFAA99}">
      <dsp:nvSpPr>
        <dsp:cNvPr id="0" name=""/>
        <dsp:cNvSpPr/>
      </dsp:nvSpPr>
      <dsp:spPr>
        <a:xfrm>
          <a:off x="2507699"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Group19</a:t>
          </a:r>
          <a:endParaRPr lang="en-US" sz="800" kern="1200" dirty="0"/>
        </a:p>
      </dsp:txBody>
      <dsp:txXfrm>
        <a:off x="2523433" y="2514018"/>
        <a:ext cx="464398" cy="290845"/>
      </dsp:txXfrm>
    </dsp:sp>
    <dsp:sp modelId="{BE42E3C7-251B-41B5-B42C-09EC99014B4C}">
      <dsp:nvSpPr>
        <dsp:cNvPr id="0" name=""/>
        <dsp:cNvSpPr/>
      </dsp:nvSpPr>
      <dsp:spPr>
        <a:xfrm>
          <a:off x="2690176" y="166649"/>
          <a:ext cx="6259017" cy="6259017"/>
        </a:xfrm>
        <a:custGeom>
          <a:avLst/>
          <a:gdLst/>
          <a:ahLst/>
          <a:cxnLst/>
          <a:rect l="0" t="0" r="0" b="0"/>
          <a:pathLst>
            <a:path>
              <a:moveTo>
                <a:pt x="104722" y="2326706"/>
              </a:moveTo>
              <a:arcTo wR="3129508" hR="3129508" stAng="11691844"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DD6F94-3638-435E-8447-FB92FC1D414F}">
      <dsp:nvSpPr>
        <dsp:cNvPr id="0" name=""/>
        <dsp:cNvSpPr/>
      </dsp:nvSpPr>
      <dsp:spPr>
        <a:xfrm>
          <a:off x="2793107"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Group20</a:t>
          </a:r>
          <a:endParaRPr lang="en-US" sz="800" kern="1200" dirty="0"/>
        </a:p>
      </dsp:txBody>
      <dsp:txXfrm>
        <a:off x="2808841" y="1710958"/>
        <a:ext cx="464398" cy="290845"/>
      </dsp:txXfrm>
    </dsp:sp>
    <dsp:sp modelId="{DE2B5A4C-CB18-40F0-8E5B-D4D288E674C9}">
      <dsp:nvSpPr>
        <dsp:cNvPr id="0" name=""/>
        <dsp:cNvSpPr/>
      </dsp:nvSpPr>
      <dsp:spPr>
        <a:xfrm>
          <a:off x="2690176" y="166649"/>
          <a:ext cx="6259017" cy="6259017"/>
        </a:xfrm>
        <a:custGeom>
          <a:avLst/>
          <a:gdLst/>
          <a:ahLst/>
          <a:cxnLst/>
          <a:rect l="0" t="0" r="0" b="0"/>
          <a:pathLst>
            <a:path>
              <a:moveTo>
                <a:pt x="442824" y="1524656"/>
              </a:moveTo>
              <a:arcTo wR="3129508" hR="3129508" stAng="12651083"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10162F-4B67-49EA-A357-9BB47E8DBCED}">
      <dsp:nvSpPr>
        <dsp:cNvPr id="0" name=""/>
        <dsp:cNvSpPr/>
      </dsp:nvSpPr>
      <dsp:spPr>
        <a:xfrm>
          <a:off x="3284594"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Group21</a:t>
          </a:r>
          <a:endParaRPr lang="en-US" sz="800" kern="1200" dirty="0"/>
        </a:p>
      </dsp:txBody>
      <dsp:txXfrm>
        <a:off x="3300328" y="1014679"/>
        <a:ext cx="464398" cy="290845"/>
      </dsp:txXfrm>
    </dsp:sp>
    <dsp:sp modelId="{8B098E89-6F0C-4020-AAFA-412F25434574}">
      <dsp:nvSpPr>
        <dsp:cNvPr id="0" name=""/>
        <dsp:cNvSpPr/>
      </dsp:nvSpPr>
      <dsp:spPr>
        <a:xfrm>
          <a:off x="2690176" y="166649"/>
          <a:ext cx="6259017" cy="6259017"/>
        </a:xfrm>
        <a:custGeom>
          <a:avLst/>
          <a:gdLst/>
          <a:ahLst/>
          <a:cxnLst/>
          <a:rect l="0" t="0" r="0" b="0"/>
          <a:pathLst>
            <a:path>
              <a:moveTo>
                <a:pt x="1006749" y="830004"/>
              </a:moveTo>
              <a:arcTo wR="3129508" hR="3129508" stAng="13637323"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251AA44-A6C0-48F5-82BD-15AE1751E41B}">
      <dsp:nvSpPr>
        <dsp:cNvPr id="0" name=""/>
        <dsp:cNvSpPr/>
      </dsp:nvSpPr>
      <dsp:spPr>
        <a:xfrm>
          <a:off x="3945709" y="46108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Group22</a:t>
          </a:r>
          <a:endParaRPr lang="en-US" sz="800" kern="1200" dirty="0"/>
        </a:p>
      </dsp:txBody>
      <dsp:txXfrm>
        <a:off x="3961443" y="476822"/>
        <a:ext cx="464398" cy="290845"/>
      </dsp:txXfrm>
    </dsp:sp>
    <dsp:sp modelId="{96698129-963B-4227-B693-BC3EACAB6500}">
      <dsp:nvSpPr>
        <dsp:cNvPr id="0" name=""/>
        <dsp:cNvSpPr/>
      </dsp:nvSpPr>
      <dsp:spPr>
        <a:xfrm>
          <a:off x="2690176" y="166649"/>
          <a:ext cx="6259017" cy="6259017"/>
        </a:xfrm>
        <a:custGeom>
          <a:avLst/>
          <a:gdLst/>
          <a:ahLst/>
          <a:cxnLst/>
          <a:rect l="0" t="0" r="0" b="0"/>
          <a:pathLst>
            <a:path>
              <a:moveTo>
                <a:pt x="1754194" y="318399"/>
              </a:moveTo>
              <a:arcTo wR="3129508" hR="3129508" stAng="14635809"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370936A-911B-4A4B-8988-2468A7FFF388}">
      <dsp:nvSpPr>
        <dsp:cNvPr id="0" name=""/>
        <dsp:cNvSpPr/>
      </dsp:nvSpPr>
      <dsp:spPr>
        <a:xfrm>
          <a:off x="4727420" y="121543"/>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Group23</a:t>
          </a:r>
          <a:endParaRPr lang="en-US" sz="800" kern="1200" dirty="0"/>
        </a:p>
      </dsp:txBody>
      <dsp:txXfrm>
        <a:off x="4743154" y="137277"/>
        <a:ext cx="464398" cy="290845"/>
      </dsp:txXfrm>
    </dsp:sp>
    <dsp:sp modelId="{E7236D2C-75E2-4632-A4E6-1140D5FAFAA1}">
      <dsp:nvSpPr>
        <dsp:cNvPr id="0" name=""/>
        <dsp:cNvSpPr/>
      </dsp:nvSpPr>
      <dsp:spPr>
        <a:xfrm>
          <a:off x="2690176" y="166649"/>
          <a:ext cx="6259017" cy="6259017"/>
        </a:xfrm>
        <a:custGeom>
          <a:avLst/>
          <a:gdLst/>
          <a:ahLst/>
          <a:cxnLst/>
          <a:rect l="0" t="0" r="0" b="0"/>
          <a:pathLst>
            <a:path>
              <a:moveTo>
                <a:pt x="2536563" y="56685"/>
              </a:moveTo>
              <a:arcTo wR="3129508" hR="3129508" stAng="1554469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D9DE5-3A5A-4179-8403-46C1842F44D0}">
      <dsp:nvSpPr>
        <dsp:cNvPr id="0" name=""/>
        <dsp:cNvSpPr/>
      </dsp:nvSpPr>
      <dsp:spPr>
        <a:xfrm>
          <a:off x="5571752" y="5493"/>
          <a:ext cx="495866" cy="322313"/>
        </a:xfrm>
        <a:prstGeom prst="roundRect">
          <a:avLst/>
        </a:prstGeom>
        <a:solidFill>
          <a:srgbClr val="00B0F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Group1</a:t>
          </a:r>
          <a:endParaRPr lang="en-US" sz="800" b="0" kern="1200" dirty="0">
            <a:solidFill>
              <a:schemeClr val="bg1"/>
            </a:solidFill>
          </a:endParaRPr>
        </a:p>
      </dsp:txBody>
      <dsp:txXfrm>
        <a:off x="5587486" y="21227"/>
        <a:ext cx="464398" cy="290845"/>
      </dsp:txXfrm>
    </dsp:sp>
    <dsp:sp modelId="{50132201-75B3-4439-BC28-F604FC679866}">
      <dsp:nvSpPr>
        <dsp:cNvPr id="0" name=""/>
        <dsp:cNvSpPr/>
      </dsp:nvSpPr>
      <dsp:spPr>
        <a:xfrm>
          <a:off x="2690176" y="166649"/>
          <a:ext cx="6259017" cy="6259017"/>
        </a:xfrm>
        <a:custGeom>
          <a:avLst/>
          <a:gdLst/>
          <a:ahLst/>
          <a:cxnLst/>
          <a:rect l="0" t="0" r="0" b="0"/>
          <a:pathLst>
            <a:path>
              <a:moveTo>
                <a:pt x="3380947" y="10117"/>
              </a:moveTo>
              <a:arcTo wR="3129508" hR="3129508" stAng="1647650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A21ED3F-92F2-4D34-9714-0B454F746502}">
      <dsp:nvSpPr>
        <dsp:cNvPr id="0" name=""/>
        <dsp:cNvSpPr/>
      </dsp:nvSpPr>
      <dsp:spPr>
        <a:xfrm>
          <a:off x="6416083" y="121543"/>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Group2</a:t>
          </a:r>
          <a:endParaRPr lang="en-US" sz="800" b="0" kern="1200" dirty="0">
            <a:solidFill>
              <a:schemeClr val="bg1"/>
            </a:solidFill>
          </a:endParaRPr>
        </a:p>
      </dsp:txBody>
      <dsp:txXfrm>
        <a:off x="6431817" y="137277"/>
        <a:ext cx="464398" cy="290845"/>
      </dsp:txXfrm>
    </dsp:sp>
    <dsp:sp modelId="{7887C5DC-9913-4199-AEDF-77F5415CDAC1}">
      <dsp:nvSpPr>
        <dsp:cNvPr id="0" name=""/>
        <dsp:cNvSpPr/>
      </dsp:nvSpPr>
      <dsp:spPr>
        <a:xfrm>
          <a:off x="2690176" y="166649"/>
          <a:ext cx="6259017" cy="6259017"/>
        </a:xfrm>
        <a:custGeom>
          <a:avLst/>
          <a:gdLst/>
          <a:ahLst/>
          <a:cxnLst/>
          <a:rect l="0" t="0" r="0" b="0"/>
          <a:pathLst>
            <a:path>
              <a:moveTo>
                <a:pt x="4224689" y="197887"/>
              </a:moveTo>
              <a:arcTo wR="3129508" hR="3129508" stAng="17429066"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9C80C8-4E98-45A3-9514-A60E0C9E910E}">
      <dsp:nvSpPr>
        <dsp:cNvPr id="0" name=""/>
        <dsp:cNvSpPr/>
      </dsp:nvSpPr>
      <dsp:spPr>
        <a:xfrm>
          <a:off x="7197794" y="461088"/>
          <a:ext cx="495866" cy="322313"/>
        </a:xfrm>
        <a:prstGeom prst="roundRect">
          <a:avLst/>
        </a:prstGeom>
        <a:solidFill>
          <a:srgbClr val="FF9999"/>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1" kern="1200" dirty="0" smtClean="0">
              <a:solidFill>
                <a:schemeClr val="tx1"/>
              </a:solidFill>
            </a:rPr>
            <a:t>Group3</a:t>
          </a:r>
          <a:endParaRPr lang="en-US" sz="800" b="1" kern="1200" dirty="0">
            <a:solidFill>
              <a:schemeClr val="tx1"/>
            </a:solidFill>
          </a:endParaRPr>
        </a:p>
      </dsp:txBody>
      <dsp:txXfrm>
        <a:off x="7213528" y="476822"/>
        <a:ext cx="464398" cy="290845"/>
      </dsp:txXfrm>
    </dsp:sp>
    <dsp:sp modelId="{A5DCE8F0-DAEE-4412-9FDF-F8E167449B5A}">
      <dsp:nvSpPr>
        <dsp:cNvPr id="0" name=""/>
        <dsp:cNvSpPr/>
      </dsp:nvSpPr>
      <dsp:spPr>
        <a:xfrm>
          <a:off x="2690176" y="166649"/>
          <a:ext cx="6259017" cy="6259017"/>
        </a:xfrm>
        <a:custGeom>
          <a:avLst/>
          <a:gdLst/>
          <a:ahLst/>
          <a:cxnLst/>
          <a:rect l="0" t="0" r="0" b="0"/>
          <a:pathLst>
            <a:path>
              <a:moveTo>
                <a:pt x="4997662" y="618766"/>
              </a:moveTo>
              <a:arcTo wR="3129508" hR="3129508" stAng="18399096"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97BEF7-5C18-4E85-994A-04EA396F59B4}">
      <dsp:nvSpPr>
        <dsp:cNvPr id="0" name=""/>
        <dsp:cNvSpPr/>
      </dsp:nvSpPr>
      <dsp:spPr>
        <a:xfrm>
          <a:off x="7858909"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Group4</a:t>
          </a:r>
          <a:endParaRPr lang="en-US" sz="800" kern="1200" dirty="0"/>
        </a:p>
      </dsp:txBody>
      <dsp:txXfrm>
        <a:off x="7874643" y="1014679"/>
        <a:ext cx="464398" cy="290845"/>
      </dsp:txXfrm>
    </dsp:sp>
    <dsp:sp modelId="{1AEFC9EE-1FB7-425C-AB91-FFE5E99D0128}">
      <dsp:nvSpPr>
        <dsp:cNvPr id="0" name=""/>
        <dsp:cNvSpPr/>
      </dsp:nvSpPr>
      <dsp:spPr>
        <a:xfrm>
          <a:off x="2690176" y="166649"/>
          <a:ext cx="6259017" cy="6259017"/>
        </a:xfrm>
        <a:custGeom>
          <a:avLst/>
          <a:gdLst/>
          <a:ahLst/>
          <a:cxnLst/>
          <a:rect l="0" t="0" r="0" b="0"/>
          <a:pathLst>
            <a:path>
              <a:moveTo>
                <a:pt x="5560058" y="1158150"/>
              </a:moveTo>
              <a:arcTo wR="3129508" hR="3129508" stAng="19257321"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461DA25-8092-42E7-9892-8F4D48DF653E}">
      <dsp:nvSpPr>
        <dsp:cNvPr id="0" name=""/>
        <dsp:cNvSpPr/>
      </dsp:nvSpPr>
      <dsp:spPr>
        <a:xfrm>
          <a:off x="8350396"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Group5</a:t>
          </a:r>
          <a:endParaRPr lang="en-US" sz="800" kern="1200" dirty="0"/>
        </a:p>
      </dsp:txBody>
      <dsp:txXfrm>
        <a:off x="8366130" y="1710958"/>
        <a:ext cx="464398" cy="290845"/>
      </dsp:txXfrm>
    </dsp:sp>
    <dsp:sp modelId="{5FA3E78C-2AB0-449D-B0B4-EDD97A4024EB}">
      <dsp:nvSpPr>
        <dsp:cNvPr id="0" name=""/>
        <dsp:cNvSpPr/>
      </dsp:nvSpPr>
      <dsp:spPr>
        <a:xfrm>
          <a:off x="2690176" y="166649"/>
          <a:ext cx="6259017" cy="6259017"/>
        </a:xfrm>
        <a:custGeom>
          <a:avLst/>
          <a:gdLst/>
          <a:ahLst/>
          <a:cxnLst/>
          <a:rect l="0" t="0" r="0" b="0"/>
          <a:pathLst>
            <a:path>
              <a:moveTo>
                <a:pt x="5987976" y="1855542"/>
              </a:moveTo>
              <a:arcTo wR="3129508" hR="3129508" stAng="20158701"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A6F5FBB-AD73-4ADB-B796-536C610E3FBF}">
      <dsp:nvSpPr>
        <dsp:cNvPr id="0" name=""/>
        <dsp:cNvSpPr/>
      </dsp:nvSpPr>
      <dsp:spPr>
        <a:xfrm>
          <a:off x="8635804"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Group6</a:t>
          </a:r>
          <a:endParaRPr lang="en-US" sz="800" kern="1200" dirty="0"/>
        </a:p>
      </dsp:txBody>
      <dsp:txXfrm>
        <a:off x="8651538" y="2514018"/>
        <a:ext cx="464398" cy="290845"/>
      </dsp:txXfrm>
    </dsp:sp>
    <dsp:sp modelId="{4E633252-5117-484E-A260-8EA7D4E24332}">
      <dsp:nvSpPr>
        <dsp:cNvPr id="0" name=""/>
        <dsp:cNvSpPr/>
      </dsp:nvSpPr>
      <dsp:spPr>
        <a:xfrm>
          <a:off x="2690176" y="166649"/>
          <a:ext cx="6259017" cy="6259017"/>
        </a:xfrm>
        <a:custGeom>
          <a:avLst/>
          <a:gdLst/>
          <a:ahLst/>
          <a:cxnLst/>
          <a:rect l="0" t="0" r="0" b="0"/>
          <a:pathLst>
            <a:path>
              <a:moveTo>
                <a:pt x="6223473" y="2659179"/>
              </a:moveTo>
              <a:arcTo wR="3129508" hR="3129508" stAng="21081381"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BDDD8B-BE1C-499F-8611-7311DA05BE0A}">
      <dsp:nvSpPr>
        <dsp:cNvPr id="0" name=""/>
        <dsp:cNvSpPr/>
      </dsp:nvSpPr>
      <dsp:spPr>
        <a:xfrm>
          <a:off x="8693965"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Group7</a:t>
          </a:r>
          <a:endParaRPr lang="en-US" sz="800" kern="1200" dirty="0"/>
        </a:p>
      </dsp:txBody>
      <dsp:txXfrm>
        <a:off x="8709699" y="3364301"/>
        <a:ext cx="464398" cy="290845"/>
      </dsp:txXfrm>
    </dsp:sp>
    <dsp:sp modelId="{2AFAAB34-6B6F-4CF6-A36C-4B516385AAC3}">
      <dsp:nvSpPr>
        <dsp:cNvPr id="0" name=""/>
        <dsp:cNvSpPr/>
      </dsp:nvSpPr>
      <dsp:spPr>
        <a:xfrm>
          <a:off x="2690176" y="166649"/>
          <a:ext cx="6259017" cy="6259017"/>
        </a:xfrm>
        <a:custGeom>
          <a:avLst/>
          <a:gdLst/>
          <a:ahLst/>
          <a:cxnLst/>
          <a:rect l="0" t="0" r="0" b="0"/>
          <a:pathLst>
            <a:path>
              <a:moveTo>
                <a:pt x="6235872" y="3509422"/>
              </a:moveTo>
              <a:arcTo wR="3129508" hR="3129508" stAng="418364"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7B323EC-6BE4-478A-AE3B-A66F1E83FC0E}">
      <dsp:nvSpPr>
        <dsp:cNvPr id="0" name=""/>
        <dsp:cNvSpPr/>
      </dsp:nvSpPr>
      <dsp:spPr>
        <a:xfrm>
          <a:off x="8520566"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Group8</a:t>
          </a:r>
          <a:endParaRPr lang="en-US" sz="800" kern="1200" dirty="0"/>
        </a:p>
      </dsp:txBody>
      <dsp:txXfrm>
        <a:off x="8536300" y="4198744"/>
        <a:ext cx="464398" cy="290845"/>
      </dsp:txXfrm>
    </dsp:sp>
    <dsp:sp modelId="{EC3BB6B0-4C24-4E95-8F94-7729F63B81C1}">
      <dsp:nvSpPr>
        <dsp:cNvPr id="0" name=""/>
        <dsp:cNvSpPr/>
      </dsp:nvSpPr>
      <dsp:spPr>
        <a:xfrm>
          <a:off x="2690176" y="166649"/>
          <a:ext cx="6259017" cy="6259017"/>
        </a:xfrm>
        <a:custGeom>
          <a:avLst/>
          <a:gdLst/>
          <a:ahLst/>
          <a:cxnLst/>
          <a:rect l="0" t="0" r="0" b="0"/>
          <a:pathLst>
            <a:path>
              <a:moveTo>
                <a:pt x="6014094" y="4343177"/>
              </a:moveTo>
              <a:arcTo wR="3129508" hR="3129508" stAng="1369115"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BE4530F-E5E9-4202-AECC-EE9E7AB068EE}">
      <dsp:nvSpPr>
        <dsp:cNvPr id="0" name=""/>
        <dsp:cNvSpPr/>
      </dsp:nvSpPr>
      <dsp:spPr>
        <a:xfrm>
          <a:off x="8128466"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Group9</a:t>
          </a:r>
          <a:endParaRPr lang="en-US" sz="800" kern="1200" dirty="0"/>
        </a:p>
      </dsp:txBody>
      <dsp:txXfrm>
        <a:off x="8144200" y="4955462"/>
        <a:ext cx="464398" cy="290845"/>
      </dsp:txXfrm>
    </dsp:sp>
    <dsp:sp modelId="{45F65882-A27E-4B75-B962-518A90BF48C7}">
      <dsp:nvSpPr>
        <dsp:cNvPr id="0" name=""/>
        <dsp:cNvSpPr/>
      </dsp:nvSpPr>
      <dsp:spPr>
        <a:xfrm>
          <a:off x="2690176" y="166649"/>
          <a:ext cx="6259017" cy="6259017"/>
        </a:xfrm>
        <a:custGeom>
          <a:avLst/>
          <a:gdLst/>
          <a:ahLst/>
          <a:cxnLst/>
          <a:rect l="0" t="0" r="0" b="0"/>
          <a:pathLst>
            <a:path>
              <a:moveTo>
                <a:pt x="5561920" y="5098570"/>
              </a:moveTo>
              <a:arcTo wR="3129508" hR="3129508" stAng="2339431"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BF0FE1-88C7-483A-B29C-2EEA6B43C64E}">
      <dsp:nvSpPr>
        <dsp:cNvPr id="0" name=""/>
        <dsp:cNvSpPr/>
      </dsp:nvSpPr>
      <dsp:spPr>
        <a:xfrm>
          <a:off x="7546747"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Group10</a:t>
          </a:r>
          <a:endParaRPr lang="en-US" sz="800" kern="1200" dirty="0"/>
        </a:p>
      </dsp:txBody>
      <dsp:txXfrm>
        <a:off x="7562481" y="5578331"/>
        <a:ext cx="464398" cy="290845"/>
      </dsp:txXfrm>
    </dsp:sp>
    <dsp:sp modelId="{8327AD10-BC83-42AD-BBCC-73F4E3B18F95}">
      <dsp:nvSpPr>
        <dsp:cNvPr id="0" name=""/>
        <dsp:cNvSpPr/>
      </dsp:nvSpPr>
      <dsp:spPr>
        <a:xfrm>
          <a:off x="2690176" y="166649"/>
          <a:ext cx="6259017" cy="6259017"/>
        </a:xfrm>
        <a:custGeom>
          <a:avLst/>
          <a:gdLst/>
          <a:ahLst/>
          <a:cxnLst/>
          <a:rect l="0" t="0" r="0" b="0"/>
          <a:pathLst>
            <a:path>
              <a:moveTo>
                <a:pt x="4885415" y="5719995"/>
              </a:moveTo>
              <a:arcTo wR="3129508" hR="3129508" stAng="3352167"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38C6DCC-8FD8-4920-BDC9-4F647C1C05BD}">
      <dsp:nvSpPr>
        <dsp:cNvPr id="0" name=""/>
        <dsp:cNvSpPr/>
      </dsp:nvSpPr>
      <dsp:spPr>
        <a:xfrm>
          <a:off x="6818551"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Group11</a:t>
          </a:r>
          <a:endParaRPr lang="en-US" sz="800" kern="1200" dirty="0"/>
        </a:p>
      </dsp:txBody>
      <dsp:txXfrm>
        <a:off x="6834285" y="6021156"/>
        <a:ext cx="464398" cy="290845"/>
      </dsp:txXfrm>
    </dsp:sp>
    <dsp:sp modelId="{A51679DD-6035-4397-83B9-D6971D94A953}">
      <dsp:nvSpPr>
        <dsp:cNvPr id="0" name=""/>
        <dsp:cNvSpPr/>
      </dsp:nvSpPr>
      <dsp:spPr>
        <a:xfrm>
          <a:off x="2690176" y="166649"/>
          <a:ext cx="6259017" cy="6259017"/>
        </a:xfrm>
        <a:custGeom>
          <a:avLst/>
          <a:gdLst/>
          <a:ahLst/>
          <a:cxnLst/>
          <a:rect l="0" t="0" r="0" b="0"/>
          <a:pathLst>
            <a:path>
              <a:moveTo>
                <a:pt x="4125180" y="6096403"/>
              </a:moveTo>
              <a:arcTo wR="3129508" hR="3129508" stAng="4286914"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87070A-5E4D-4C78-AF32-AC83CC867E95}">
      <dsp:nvSpPr>
        <dsp:cNvPr id="0" name=""/>
        <dsp:cNvSpPr/>
      </dsp:nvSpPr>
      <dsp:spPr>
        <a:xfrm>
          <a:off x="5997886"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Group12</a:t>
          </a:r>
          <a:endParaRPr lang="en-US" sz="800" kern="1200" dirty="0"/>
        </a:p>
      </dsp:txBody>
      <dsp:txXfrm>
        <a:off x="6013620" y="6251096"/>
        <a:ext cx="464398" cy="290845"/>
      </dsp:txXfrm>
    </dsp:sp>
    <dsp:sp modelId="{E9D604A0-67B2-4FA3-A234-FBCA3350BF49}">
      <dsp:nvSpPr>
        <dsp:cNvPr id="0" name=""/>
        <dsp:cNvSpPr/>
      </dsp:nvSpPr>
      <dsp:spPr>
        <a:xfrm>
          <a:off x="2690176" y="166649"/>
          <a:ext cx="6259017" cy="6259017"/>
        </a:xfrm>
        <a:custGeom>
          <a:avLst/>
          <a:gdLst/>
          <a:ahLst/>
          <a:cxnLst/>
          <a:rect l="0" t="0" r="0" b="0"/>
          <a:pathLst>
            <a:path>
              <a:moveTo>
                <a:pt x="3304151" y="6254141"/>
              </a:moveTo>
              <a:arcTo wR="3129508" hR="3129508" stAng="5208056" swAng="38388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F7042C-D71A-4976-87B8-30E82E99F4EC}">
      <dsp:nvSpPr>
        <dsp:cNvPr id="0" name=""/>
        <dsp:cNvSpPr/>
      </dsp:nvSpPr>
      <dsp:spPr>
        <a:xfrm>
          <a:off x="5145617"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Group13</a:t>
          </a:r>
          <a:endParaRPr lang="en-US" sz="800" kern="1200" dirty="0"/>
        </a:p>
      </dsp:txBody>
      <dsp:txXfrm>
        <a:off x="5161351" y="6251096"/>
        <a:ext cx="464398" cy="290845"/>
      </dsp:txXfrm>
    </dsp:sp>
    <dsp:sp modelId="{6D53C6B7-BB63-4AA9-AEE6-B8CC3BE1A99D}">
      <dsp:nvSpPr>
        <dsp:cNvPr id="0" name=""/>
        <dsp:cNvSpPr/>
      </dsp:nvSpPr>
      <dsp:spPr>
        <a:xfrm>
          <a:off x="2690176" y="166649"/>
          <a:ext cx="6259017" cy="6259017"/>
        </a:xfrm>
        <a:custGeom>
          <a:avLst/>
          <a:gdLst/>
          <a:ahLst/>
          <a:cxnLst/>
          <a:rect l="0" t="0" r="0" b="0"/>
          <a:pathLst>
            <a:path>
              <a:moveTo>
                <a:pt x="2452149" y="6184833"/>
              </a:moveTo>
              <a:arcTo wR="3129508" hR="3129508" stAng="6150011"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BCD8AD4-617C-4E13-8D3C-4C01B9001FD7}">
      <dsp:nvSpPr>
        <dsp:cNvPr id="0" name=""/>
        <dsp:cNvSpPr/>
      </dsp:nvSpPr>
      <dsp:spPr>
        <a:xfrm>
          <a:off x="4324952"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Group14</a:t>
          </a:r>
          <a:endParaRPr lang="en-US" sz="800" kern="1200" dirty="0"/>
        </a:p>
      </dsp:txBody>
      <dsp:txXfrm>
        <a:off x="4340686" y="6021156"/>
        <a:ext cx="464398" cy="290845"/>
      </dsp:txXfrm>
    </dsp:sp>
    <dsp:sp modelId="{23EF2C38-F3C7-48D1-8F8E-12F1231C10CC}">
      <dsp:nvSpPr>
        <dsp:cNvPr id="0" name=""/>
        <dsp:cNvSpPr/>
      </dsp:nvSpPr>
      <dsp:spPr>
        <a:xfrm>
          <a:off x="2690176" y="166649"/>
          <a:ext cx="6259017" cy="6259017"/>
        </a:xfrm>
        <a:custGeom>
          <a:avLst/>
          <a:gdLst/>
          <a:ahLst/>
          <a:cxnLst/>
          <a:rect l="0" t="0" r="0" b="0"/>
          <a:pathLst>
            <a:path>
              <a:moveTo>
                <a:pt x="1632063" y="5877504"/>
              </a:moveTo>
              <a:arcTo wR="3129508" hR="3129508" stAng="7115219"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241D54-7F93-4390-B533-173AEA7E4D49}">
      <dsp:nvSpPr>
        <dsp:cNvPr id="0" name=""/>
        <dsp:cNvSpPr/>
      </dsp:nvSpPr>
      <dsp:spPr>
        <a:xfrm>
          <a:off x="3596756"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Group15</a:t>
          </a:r>
          <a:endParaRPr lang="en-US" sz="800" kern="1200" dirty="0"/>
        </a:p>
      </dsp:txBody>
      <dsp:txXfrm>
        <a:off x="3612490" y="5578331"/>
        <a:ext cx="464398" cy="290845"/>
      </dsp:txXfrm>
    </dsp:sp>
    <dsp:sp modelId="{328D56E0-37E9-4F36-A40A-0C71A9E9D8FB}">
      <dsp:nvSpPr>
        <dsp:cNvPr id="0" name=""/>
        <dsp:cNvSpPr/>
      </dsp:nvSpPr>
      <dsp:spPr>
        <a:xfrm>
          <a:off x="2690176" y="166649"/>
          <a:ext cx="6259017" cy="6259017"/>
        </a:xfrm>
        <a:custGeom>
          <a:avLst/>
          <a:gdLst/>
          <a:ahLst/>
          <a:cxnLst/>
          <a:rect l="0" t="0" r="0" b="0"/>
          <a:pathLst>
            <a:path>
              <a:moveTo>
                <a:pt x="968523" y="5393127"/>
              </a:moveTo>
              <a:arcTo wR="3129508" hR="3129508" stAng="8020272"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719A59-8586-4D53-B9B4-6639B7D7F596}">
      <dsp:nvSpPr>
        <dsp:cNvPr id="0" name=""/>
        <dsp:cNvSpPr/>
      </dsp:nvSpPr>
      <dsp:spPr>
        <a:xfrm>
          <a:off x="3015037"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Group16</a:t>
          </a:r>
          <a:endParaRPr lang="en-US" sz="800" kern="1200" dirty="0"/>
        </a:p>
      </dsp:txBody>
      <dsp:txXfrm>
        <a:off x="3030771" y="4955462"/>
        <a:ext cx="464398" cy="290845"/>
      </dsp:txXfrm>
    </dsp:sp>
    <dsp:sp modelId="{666842F1-7C8E-4DE9-BB00-0D0E266AFCB7}">
      <dsp:nvSpPr>
        <dsp:cNvPr id="0" name=""/>
        <dsp:cNvSpPr/>
      </dsp:nvSpPr>
      <dsp:spPr>
        <a:xfrm>
          <a:off x="2690176" y="166649"/>
          <a:ext cx="6259017" cy="6259017"/>
        </a:xfrm>
        <a:custGeom>
          <a:avLst/>
          <a:gdLst/>
          <a:ahLst/>
          <a:cxnLst/>
          <a:rect l="0" t="0" r="0" b="0"/>
          <a:pathLst>
            <a:path>
              <a:moveTo>
                <a:pt x="463771" y="4768919"/>
              </a:moveTo>
              <a:arcTo wR="3129508" hR="3129508" stAng="8904526"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9A0D2A-DD97-4AED-8C7F-ACBDD5FC9824}">
      <dsp:nvSpPr>
        <dsp:cNvPr id="0" name=""/>
        <dsp:cNvSpPr/>
      </dsp:nvSpPr>
      <dsp:spPr>
        <a:xfrm>
          <a:off x="2622938"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Group17</a:t>
          </a:r>
          <a:endParaRPr lang="en-US" sz="800" kern="1200" dirty="0"/>
        </a:p>
      </dsp:txBody>
      <dsp:txXfrm>
        <a:off x="2638672" y="4198744"/>
        <a:ext cx="464398" cy="290845"/>
      </dsp:txXfrm>
    </dsp:sp>
    <dsp:sp modelId="{27A4ACA9-4906-420F-9CDC-E4E9F84AEDD0}">
      <dsp:nvSpPr>
        <dsp:cNvPr id="0" name=""/>
        <dsp:cNvSpPr/>
      </dsp:nvSpPr>
      <dsp:spPr>
        <a:xfrm>
          <a:off x="2690176" y="166649"/>
          <a:ext cx="6259017" cy="6259017"/>
        </a:xfrm>
        <a:custGeom>
          <a:avLst/>
          <a:gdLst/>
          <a:ahLst/>
          <a:cxnLst/>
          <a:rect l="0" t="0" r="0" b="0"/>
          <a:pathLst>
            <a:path>
              <a:moveTo>
                <a:pt x="126811" y="4011344"/>
              </a:moveTo>
              <a:arcTo wR="3129508" hR="3129508" stAng="9818009"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E270C5A-031F-4BF1-8E0B-89F8201DC1D4}">
      <dsp:nvSpPr>
        <dsp:cNvPr id="0" name=""/>
        <dsp:cNvSpPr/>
      </dsp:nvSpPr>
      <dsp:spPr>
        <a:xfrm>
          <a:off x="2449538"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Group18</a:t>
          </a:r>
          <a:endParaRPr lang="en-US" sz="800" kern="1200" dirty="0"/>
        </a:p>
      </dsp:txBody>
      <dsp:txXfrm>
        <a:off x="2465272" y="3364301"/>
        <a:ext cx="464398" cy="290845"/>
      </dsp:txXfrm>
    </dsp:sp>
    <dsp:sp modelId="{35818992-44D6-4EFC-AB25-8AA21C3F8347}">
      <dsp:nvSpPr>
        <dsp:cNvPr id="0" name=""/>
        <dsp:cNvSpPr/>
      </dsp:nvSpPr>
      <dsp:spPr>
        <a:xfrm>
          <a:off x="2690176" y="166649"/>
          <a:ext cx="6259017" cy="6259017"/>
        </a:xfrm>
        <a:custGeom>
          <a:avLst/>
          <a:gdLst/>
          <a:ahLst/>
          <a:cxnLst/>
          <a:rect l="0" t="0" r="0" b="0"/>
          <a:pathLst>
            <a:path>
              <a:moveTo>
                <a:pt x="354" y="3176626"/>
              </a:moveTo>
              <a:arcTo wR="3129508" hR="3129508" stAng="10748240"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DABD85D-CCE6-49F6-8A36-BCB6B2EFAA99}">
      <dsp:nvSpPr>
        <dsp:cNvPr id="0" name=""/>
        <dsp:cNvSpPr/>
      </dsp:nvSpPr>
      <dsp:spPr>
        <a:xfrm>
          <a:off x="2507699"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Group19</a:t>
          </a:r>
          <a:endParaRPr lang="en-US" sz="800" kern="1200" dirty="0"/>
        </a:p>
      </dsp:txBody>
      <dsp:txXfrm>
        <a:off x="2523433" y="2514018"/>
        <a:ext cx="464398" cy="290845"/>
      </dsp:txXfrm>
    </dsp:sp>
    <dsp:sp modelId="{BE42E3C7-251B-41B5-B42C-09EC99014B4C}">
      <dsp:nvSpPr>
        <dsp:cNvPr id="0" name=""/>
        <dsp:cNvSpPr/>
      </dsp:nvSpPr>
      <dsp:spPr>
        <a:xfrm>
          <a:off x="2690176" y="166649"/>
          <a:ext cx="6259017" cy="6259017"/>
        </a:xfrm>
        <a:custGeom>
          <a:avLst/>
          <a:gdLst/>
          <a:ahLst/>
          <a:cxnLst/>
          <a:rect l="0" t="0" r="0" b="0"/>
          <a:pathLst>
            <a:path>
              <a:moveTo>
                <a:pt x="104722" y="2326706"/>
              </a:moveTo>
              <a:arcTo wR="3129508" hR="3129508" stAng="11691844"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DD6F94-3638-435E-8447-FB92FC1D414F}">
      <dsp:nvSpPr>
        <dsp:cNvPr id="0" name=""/>
        <dsp:cNvSpPr/>
      </dsp:nvSpPr>
      <dsp:spPr>
        <a:xfrm>
          <a:off x="2793107"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Group20</a:t>
          </a:r>
          <a:endParaRPr lang="en-US" sz="800" kern="1200" dirty="0"/>
        </a:p>
      </dsp:txBody>
      <dsp:txXfrm>
        <a:off x="2808841" y="1710958"/>
        <a:ext cx="464398" cy="290845"/>
      </dsp:txXfrm>
    </dsp:sp>
    <dsp:sp modelId="{DE2B5A4C-CB18-40F0-8E5B-D4D288E674C9}">
      <dsp:nvSpPr>
        <dsp:cNvPr id="0" name=""/>
        <dsp:cNvSpPr/>
      </dsp:nvSpPr>
      <dsp:spPr>
        <a:xfrm>
          <a:off x="2690176" y="166649"/>
          <a:ext cx="6259017" cy="6259017"/>
        </a:xfrm>
        <a:custGeom>
          <a:avLst/>
          <a:gdLst/>
          <a:ahLst/>
          <a:cxnLst/>
          <a:rect l="0" t="0" r="0" b="0"/>
          <a:pathLst>
            <a:path>
              <a:moveTo>
                <a:pt x="442824" y="1524656"/>
              </a:moveTo>
              <a:arcTo wR="3129508" hR="3129508" stAng="12651083"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10162F-4B67-49EA-A357-9BB47E8DBCED}">
      <dsp:nvSpPr>
        <dsp:cNvPr id="0" name=""/>
        <dsp:cNvSpPr/>
      </dsp:nvSpPr>
      <dsp:spPr>
        <a:xfrm>
          <a:off x="3284594"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Group21</a:t>
          </a:r>
          <a:endParaRPr lang="en-US" sz="800" kern="1200" dirty="0"/>
        </a:p>
      </dsp:txBody>
      <dsp:txXfrm>
        <a:off x="3300328" y="1014679"/>
        <a:ext cx="464398" cy="290845"/>
      </dsp:txXfrm>
    </dsp:sp>
    <dsp:sp modelId="{8B098E89-6F0C-4020-AAFA-412F25434574}">
      <dsp:nvSpPr>
        <dsp:cNvPr id="0" name=""/>
        <dsp:cNvSpPr/>
      </dsp:nvSpPr>
      <dsp:spPr>
        <a:xfrm>
          <a:off x="2690176" y="166649"/>
          <a:ext cx="6259017" cy="6259017"/>
        </a:xfrm>
        <a:custGeom>
          <a:avLst/>
          <a:gdLst/>
          <a:ahLst/>
          <a:cxnLst/>
          <a:rect l="0" t="0" r="0" b="0"/>
          <a:pathLst>
            <a:path>
              <a:moveTo>
                <a:pt x="1006749" y="830004"/>
              </a:moveTo>
              <a:arcTo wR="3129508" hR="3129508" stAng="13637323"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251AA44-A6C0-48F5-82BD-15AE1751E41B}">
      <dsp:nvSpPr>
        <dsp:cNvPr id="0" name=""/>
        <dsp:cNvSpPr/>
      </dsp:nvSpPr>
      <dsp:spPr>
        <a:xfrm>
          <a:off x="3945709" y="46108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Group22</a:t>
          </a:r>
          <a:endParaRPr lang="en-US" sz="800" kern="1200" dirty="0"/>
        </a:p>
      </dsp:txBody>
      <dsp:txXfrm>
        <a:off x="3961443" y="476822"/>
        <a:ext cx="464398" cy="290845"/>
      </dsp:txXfrm>
    </dsp:sp>
    <dsp:sp modelId="{96698129-963B-4227-B693-BC3EACAB6500}">
      <dsp:nvSpPr>
        <dsp:cNvPr id="0" name=""/>
        <dsp:cNvSpPr/>
      </dsp:nvSpPr>
      <dsp:spPr>
        <a:xfrm>
          <a:off x="2690176" y="166649"/>
          <a:ext cx="6259017" cy="6259017"/>
        </a:xfrm>
        <a:custGeom>
          <a:avLst/>
          <a:gdLst/>
          <a:ahLst/>
          <a:cxnLst/>
          <a:rect l="0" t="0" r="0" b="0"/>
          <a:pathLst>
            <a:path>
              <a:moveTo>
                <a:pt x="1754194" y="318399"/>
              </a:moveTo>
              <a:arcTo wR="3129508" hR="3129508" stAng="14635809"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370936A-911B-4A4B-8988-2468A7FFF388}">
      <dsp:nvSpPr>
        <dsp:cNvPr id="0" name=""/>
        <dsp:cNvSpPr/>
      </dsp:nvSpPr>
      <dsp:spPr>
        <a:xfrm>
          <a:off x="4727420" y="121543"/>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Group23</a:t>
          </a:r>
          <a:endParaRPr lang="en-US" sz="800" kern="1200" dirty="0"/>
        </a:p>
      </dsp:txBody>
      <dsp:txXfrm>
        <a:off x="4743154" y="137277"/>
        <a:ext cx="464398" cy="290845"/>
      </dsp:txXfrm>
    </dsp:sp>
    <dsp:sp modelId="{E7236D2C-75E2-4632-A4E6-1140D5FAFAA1}">
      <dsp:nvSpPr>
        <dsp:cNvPr id="0" name=""/>
        <dsp:cNvSpPr/>
      </dsp:nvSpPr>
      <dsp:spPr>
        <a:xfrm>
          <a:off x="2690176" y="166649"/>
          <a:ext cx="6259017" cy="6259017"/>
        </a:xfrm>
        <a:custGeom>
          <a:avLst/>
          <a:gdLst/>
          <a:ahLst/>
          <a:cxnLst/>
          <a:rect l="0" t="0" r="0" b="0"/>
          <a:pathLst>
            <a:path>
              <a:moveTo>
                <a:pt x="2536563" y="56685"/>
              </a:moveTo>
              <a:arcTo wR="3129508" hR="3129508" stAng="1554469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D9DE5-3A5A-4179-8403-46C1842F44D0}">
      <dsp:nvSpPr>
        <dsp:cNvPr id="0" name=""/>
        <dsp:cNvSpPr/>
      </dsp:nvSpPr>
      <dsp:spPr>
        <a:xfrm>
          <a:off x="5571752" y="5493"/>
          <a:ext cx="495866" cy="322313"/>
        </a:xfrm>
        <a:prstGeom prst="roundRect">
          <a:avLst/>
        </a:prstGeom>
        <a:solidFill>
          <a:srgbClr val="00B0F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Group1</a:t>
          </a:r>
          <a:endParaRPr lang="en-US" sz="800" b="0" kern="1200" dirty="0">
            <a:solidFill>
              <a:schemeClr val="bg1"/>
            </a:solidFill>
          </a:endParaRPr>
        </a:p>
      </dsp:txBody>
      <dsp:txXfrm>
        <a:off x="5587486" y="21227"/>
        <a:ext cx="464398" cy="290845"/>
      </dsp:txXfrm>
    </dsp:sp>
    <dsp:sp modelId="{50132201-75B3-4439-BC28-F604FC679866}">
      <dsp:nvSpPr>
        <dsp:cNvPr id="0" name=""/>
        <dsp:cNvSpPr/>
      </dsp:nvSpPr>
      <dsp:spPr>
        <a:xfrm>
          <a:off x="2690176" y="166649"/>
          <a:ext cx="6259017" cy="6259017"/>
        </a:xfrm>
        <a:custGeom>
          <a:avLst/>
          <a:gdLst/>
          <a:ahLst/>
          <a:cxnLst/>
          <a:rect l="0" t="0" r="0" b="0"/>
          <a:pathLst>
            <a:path>
              <a:moveTo>
                <a:pt x="3380947" y="10117"/>
              </a:moveTo>
              <a:arcTo wR="3129508" hR="3129508" stAng="1647650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A21ED3F-92F2-4D34-9714-0B454F746502}">
      <dsp:nvSpPr>
        <dsp:cNvPr id="0" name=""/>
        <dsp:cNvSpPr/>
      </dsp:nvSpPr>
      <dsp:spPr>
        <a:xfrm>
          <a:off x="6416083" y="121543"/>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Group2</a:t>
          </a:r>
          <a:endParaRPr lang="en-US" sz="800" b="0" kern="1200" dirty="0">
            <a:solidFill>
              <a:schemeClr val="bg1"/>
            </a:solidFill>
          </a:endParaRPr>
        </a:p>
      </dsp:txBody>
      <dsp:txXfrm>
        <a:off x="6431817" y="137277"/>
        <a:ext cx="464398" cy="290845"/>
      </dsp:txXfrm>
    </dsp:sp>
    <dsp:sp modelId="{7887C5DC-9913-4199-AEDF-77F5415CDAC1}">
      <dsp:nvSpPr>
        <dsp:cNvPr id="0" name=""/>
        <dsp:cNvSpPr/>
      </dsp:nvSpPr>
      <dsp:spPr>
        <a:xfrm>
          <a:off x="2690176" y="166649"/>
          <a:ext cx="6259017" cy="6259017"/>
        </a:xfrm>
        <a:custGeom>
          <a:avLst/>
          <a:gdLst/>
          <a:ahLst/>
          <a:cxnLst/>
          <a:rect l="0" t="0" r="0" b="0"/>
          <a:pathLst>
            <a:path>
              <a:moveTo>
                <a:pt x="4224689" y="197887"/>
              </a:moveTo>
              <a:arcTo wR="3129508" hR="3129508" stAng="17429066"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9C80C8-4E98-45A3-9514-A60E0C9E910E}">
      <dsp:nvSpPr>
        <dsp:cNvPr id="0" name=""/>
        <dsp:cNvSpPr/>
      </dsp:nvSpPr>
      <dsp:spPr>
        <a:xfrm>
          <a:off x="7197794" y="461088"/>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Group3</a:t>
          </a:r>
          <a:endParaRPr lang="en-US" sz="800" b="0" kern="1200" dirty="0">
            <a:solidFill>
              <a:schemeClr val="bg1"/>
            </a:solidFill>
          </a:endParaRPr>
        </a:p>
      </dsp:txBody>
      <dsp:txXfrm>
        <a:off x="7213528" y="476822"/>
        <a:ext cx="464398" cy="290845"/>
      </dsp:txXfrm>
    </dsp:sp>
    <dsp:sp modelId="{A5DCE8F0-DAEE-4412-9FDF-F8E167449B5A}">
      <dsp:nvSpPr>
        <dsp:cNvPr id="0" name=""/>
        <dsp:cNvSpPr/>
      </dsp:nvSpPr>
      <dsp:spPr>
        <a:xfrm>
          <a:off x="2690176" y="166649"/>
          <a:ext cx="6259017" cy="6259017"/>
        </a:xfrm>
        <a:custGeom>
          <a:avLst/>
          <a:gdLst/>
          <a:ahLst/>
          <a:cxnLst/>
          <a:rect l="0" t="0" r="0" b="0"/>
          <a:pathLst>
            <a:path>
              <a:moveTo>
                <a:pt x="4997662" y="618766"/>
              </a:moveTo>
              <a:arcTo wR="3129508" hR="3129508" stAng="18399096"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97BEF7-5C18-4E85-994A-04EA396F59B4}">
      <dsp:nvSpPr>
        <dsp:cNvPr id="0" name=""/>
        <dsp:cNvSpPr/>
      </dsp:nvSpPr>
      <dsp:spPr>
        <a:xfrm>
          <a:off x="7858909"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Group4</a:t>
          </a:r>
          <a:endParaRPr lang="en-US" sz="800" kern="1200" dirty="0"/>
        </a:p>
      </dsp:txBody>
      <dsp:txXfrm>
        <a:off x="7874643" y="1014679"/>
        <a:ext cx="464398" cy="290845"/>
      </dsp:txXfrm>
    </dsp:sp>
    <dsp:sp modelId="{1AEFC9EE-1FB7-425C-AB91-FFE5E99D0128}">
      <dsp:nvSpPr>
        <dsp:cNvPr id="0" name=""/>
        <dsp:cNvSpPr/>
      </dsp:nvSpPr>
      <dsp:spPr>
        <a:xfrm>
          <a:off x="2690176" y="166649"/>
          <a:ext cx="6259017" cy="6259017"/>
        </a:xfrm>
        <a:custGeom>
          <a:avLst/>
          <a:gdLst/>
          <a:ahLst/>
          <a:cxnLst/>
          <a:rect l="0" t="0" r="0" b="0"/>
          <a:pathLst>
            <a:path>
              <a:moveTo>
                <a:pt x="5560058" y="1158150"/>
              </a:moveTo>
              <a:arcTo wR="3129508" hR="3129508" stAng="19257321"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461DA25-8092-42E7-9892-8F4D48DF653E}">
      <dsp:nvSpPr>
        <dsp:cNvPr id="0" name=""/>
        <dsp:cNvSpPr/>
      </dsp:nvSpPr>
      <dsp:spPr>
        <a:xfrm>
          <a:off x="8350396"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Group5</a:t>
          </a:r>
          <a:endParaRPr lang="en-US" sz="800" kern="1200" dirty="0"/>
        </a:p>
      </dsp:txBody>
      <dsp:txXfrm>
        <a:off x="8366130" y="1710958"/>
        <a:ext cx="464398" cy="290845"/>
      </dsp:txXfrm>
    </dsp:sp>
    <dsp:sp modelId="{5FA3E78C-2AB0-449D-B0B4-EDD97A4024EB}">
      <dsp:nvSpPr>
        <dsp:cNvPr id="0" name=""/>
        <dsp:cNvSpPr/>
      </dsp:nvSpPr>
      <dsp:spPr>
        <a:xfrm>
          <a:off x="2690176" y="166649"/>
          <a:ext cx="6259017" cy="6259017"/>
        </a:xfrm>
        <a:custGeom>
          <a:avLst/>
          <a:gdLst/>
          <a:ahLst/>
          <a:cxnLst/>
          <a:rect l="0" t="0" r="0" b="0"/>
          <a:pathLst>
            <a:path>
              <a:moveTo>
                <a:pt x="5987976" y="1855542"/>
              </a:moveTo>
              <a:arcTo wR="3129508" hR="3129508" stAng="20158701"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A6F5FBB-AD73-4ADB-B796-536C610E3FBF}">
      <dsp:nvSpPr>
        <dsp:cNvPr id="0" name=""/>
        <dsp:cNvSpPr/>
      </dsp:nvSpPr>
      <dsp:spPr>
        <a:xfrm>
          <a:off x="8635804"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Group6</a:t>
          </a:r>
          <a:endParaRPr lang="en-US" sz="800" kern="1200" dirty="0"/>
        </a:p>
      </dsp:txBody>
      <dsp:txXfrm>
        <a:off x="8651538" y="2514018"/>
        <a:ext cx="464398" cy="290845"/>
      </dsp:txXfrm>
    </dsp:sp>
    <dsp:sp modelId="{4E633252-5117-484E-A260-8EA7D4E24332}">
      <dsp:nvSpPr>
        <dsp:cNvPr id="0" name=""/>
        <dsp:cNvSpPr/>
      </dsp:nvSpPr>
      <dsp:spPr>
        <a:xfrm>
          <a:off x="2690176" y="166649"/>
          <a:ext cx="6259017" cy="6259017"/>
        </a:xfrm>
        <a:custGeom>
          <a:avLst/>
          <a:gdLst/>
          <a:ahLst/>
          <a:cxnLst/>
          <a:rect l="0" t="0" r="0" b="0"/>
          <a:pathLst>
            <a:path>
              <a:moveTo>
                <a:pt x="6223473" y="2659179"/>
              </a:moveTo>
              <a:arcTo wR="3129508" hR="3129508" stAng="21081381"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BDDD8B-BE1C-499F-8611-7311DA05BE0A}">
      <dsp:nvSpPr>
        <dsp:cNvPr id="0" name=""/>
        <dsp:cNvSpPr/>
      </dsp:nvSpPr>
      <dsp:spPr>
        <a:xfrm>
          <a:off x="8693965"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Group7</a:t>
          </a:r>
          <a:endParaRPr lang="en-US" sz="800" kern="1200" dirty="0"/>
        </a:p>
      </dsp:txBody>
      <dsp:txXfrm>
        <a:off x="8709699" y="3364301"/>
        <a:ext cx="464398" cy="290845"/>
      </dsp:txXfrm>
    </dsp:sp>
    <dsp:sp modelId="{2AFAAB34-6B6F-4CF6-A36C-4B516385AAC3}">
      <dsp:nvSpPr>
        <dsp:cNvPr id="0" name=""/>
        <dsp:cNvSpPr/>
      </dsp:nvSpPr>
      <dsp:spPr>
        <a:xfrm>
          <a:off x="2690176" y="166649"/>
          <a:ext cx="6259017" cy="6259017"/>
        </a:xfrm>
        <a:custGeom>
          <a:avLst/>
          <a:gdLst/>
          <a:ahLst/>
          <a:cxnLst/>
          <a:rect l="0" t="0" r="0" b="0"/>
          <a:pathLst>
            <a:path>
              <a:moveTo>
                <a:pt x="6235872" y="3509422"/>
              </a:moveTo>
              <a:arcTo wR="3129508" hR="3129508" stAng="418364"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7B323EC-6BE4-478A-AE3B-A66F1E83FC0E}">
      <dsp:nvSpPr>
        <dsp:cNvPr id="0" name=""/>
        <dsp:cNvSpPr/>
      </dsp:nvSpPr>
      <dsp:spPr>
        <a:xfrm>
          <a:off x="8520566"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Group8</a:t>
          </a:r>
          <a:endParaRPr lang="en-US" sz="800" kern="1200" dirty="0"/>
        </a:p>
      </dsp:txBody>
      <dsp:txXfrm>
        <a:off x="8536300" y="4198744"/>
        <a:ext cx="464398" cy="290845"/>
      </dsp:txXfrm>
    </dsp:sp>
    <dsp:sp modelId="{EC3BB6B0-4C24-4E95-8F94-7729F63B81C1}">
      <dsp:nvSpPr>
        <dsp:cNvPr id="0" name=""/>
        <dsp:cNvSpPr/>
      </dsp:nvSpPr>
      <dsp:spPr>
        <a:xfrm>
          <a:off x="2690176" y="166649"/>
          <a:ext cx="6259017" cy="6259017"/>
        </a:xfrm>
        <a:custGeom>
          <a:avLst/>
          <a:gdLst/>
          <a:ahLst/>
          <a:cxnLst/>
          <a:rect l="0" t="0" r="0" b="0"/>
          <a:pathLst>
            <a:path>
              <a:moveTo>
                <a:pt x="6014094" y="4343177"/>
              </a:moveTo>
              <a:arcTo wR="3129508" hR="3129508" stAng="1369115"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BE4530F-E5E9-4202-AECC-EE9E7AB068EE}">
      <dsp:nvSpPr>
        <dsp:cNvPr id="0" name=""/>
        <dsp:cNvSpPr/>
      </dsp:nvSpPr>
      <dsp:spPr>
        <a:xfrm>
          <a:off x="8128466"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Group9</a:t>
          </a:r>
          <a:endParaRPr lang="en-US" sz="800" kern="1200" dirty="0"/>
        </a:p>
      </dsp:txBody>
      <dsp:txXfrm>
        <a:off x="8144200" y="4955462"/>
        <a:ext cx="464398" cy="290845"/>
      </dsp:txXfrm>
    </dsp:sp>
    <dsp:sp modelId="{45F65882-A27E-4B75-B962-518A90BF48C7}">
      <dsp:nvSpPr>
        <dsp:cNvPr id="0" name=""/>
        <dsp:cNvSpPr/>
      </dsp:nvSpPr>
      <dsp:spPr>
        <a:xfrm>
          <a:off x="2690176" y="166649"/>
          <a:ext cx="6259017" cy="6259017"/>
        </a:xfrm>
        <a:custGeom>
          <a:avLst/>
          <a:gdLst/>
          <a:ahLst/>
          <a:cxnLst/>
          <a:rect l="0" t="0" r="0" b="0"/>
          <a:pathLst>
            <a:path>
              <a:moveTo>
                <a:pt x="5561920" y="5098570"/>
              </a:moveTo>
              <a:arcTo wR="3129508" hR="3129508" stAng="2339431"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BF0FE1-88C7-483A-B29C-2EEA6B43C64E}">
      <dsp:nvSpPr>
        <dsp:cNvPr id="0" name=""/>
        <dsp:cNvSpPr/>
      </dsp:nvSpPr>
      <dsp:spPr>
        <a:xfrm>
          <a:off x="7546747"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Group10</a:t>
          </a:r>
          <a:endParaRPr lang="en-US" sz="800" kern="1200" dirty="0"/>
        </a:p>
      </dsp:txBody>
      <dsp:txXfrm>
        <a:off x="7562481" y="5578331"/>
        <a:ext cx="464398" cy="290845"/>
      </dsp:txXfrm>
    </dsp:sp>
    <dsp:sp modelId="{8327AD10-BC83-42AD-BBCC-73F4E3B18F95}">
      <dsp:nvSpPr>
        <dsp:cNvPr id="0" name=""/>
        <dsp:cNvSpPr/>
      </dsp:nvSpPr>
      <dsp:spPr>
        <a:xfrm>
          <a:off x="2690176" y="166649"/>
          <a:ext cx="6259017" cy="6259017"/>
        </a:xfrm>
        <a:custGeom>
          <a:avLst/>
          <a:gdLst/>
          <a:ahLst/>
          <a:cxnLst/>
          <a:rect l="0" t="0" r="0" b="0"/>
          <a:pathLst>
            <a:path>
              <a:moveTo>
                <a:pt x="4885415" y="5719995"/>
              </a:moveTo>
              <a:arcTo wR="3129508" hR="3129508" stAng="3352167"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38C6DCC-8FD8-4920-BDC9-4F647C1C05BD}">
      <dsp:nvSpPr>
        <dsp:cNvPr id="0" name=""/>
        <dsp:cNvSpPr/>
      </dsp:nvSpPr>
      <dsp:spPr>
        <a:xfrm>
          <a:off x="6818551"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Group11</a:t>
          </a:r>
          <a:endParaRPr lang="en-US" sz="800" kern="1200" dirty="0"/>
        </a:p>
      </dsp:txBody>
      <dsp:txXfrm>
        <a:off x="6834285" y="6021156"/>
        <a:ext cx="464398" cy="290845"/>
      </dsp:txXfrm>
    </dsp:sp>
    <dsp:sp modelId="{A51679DD-6035-4397-83B9-D6971D94A953}">
      <dsp:nvSpPr>
        <dsp:cNvPr id="0" name=""/>
        <dsp:cNvSpPr/>
      </dsp:nvSpPr>
      <dsp:spPr>
        <a:xfrm>
          <a:off x="2690176" y="166649"/>
          <a:ext cx="6259017" cy="6259017"/>
        </a:xfrm>
        <a:custGeom>
          <a:avLst/>
          <a:gdLst/>
          <a:ahLst/>
          <a:cxnLst/>
          <a:rect l="0" t="0" r="0" b="0"/>
          <a:pathLst>
            <a:path>
              <a:moveTo>
                <a:pt x="4125180" y="6096403"/>
              </a:moveTo>
              <a:arcTo wR="3129508" hR="3129508" stAng="4286914"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87070A-5E4D-4C78-AF32-AC83CC867E95}">
      <dsp:nvSpPr>
        <dsp:cNvPr id="0" name=""/>
        <dsp:cNvSpPr/>
      </dsp:nvSpPr>
      <dsp:spPr>
        <a:xfrm>
          <a:off x="5997886"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Group12</a:t>
          </a:r>
          <a:endParaRPr lang="en-US" sz="800" kern="1200" dirty="0"/>
        </a:p>
      </dsp:txBody>
      <dsp:txXfrm>
        <a:off x="6013620" y="6251096"/>
        <a:ext cx="464398" cy="290845"/>
      </dsp:txXfrm>
    </dsp:sp>
    <dsp:sp modelId="{E9D604A0-67B2-4FA3-A234-FBCA3350BF49}">
      <dsp:nvSpPr>
        <dsp:cNvPr id="0" name=""/>
        <dsp:cNvSpPr/>
      </dsp:nvSpPr>
      <dsp:spPr>
        <a:xfrm>
          <a:off x="2690176" y="166649"/>
          <a:ext cx="6259017" cy="6259017"/>
        </a:xfrm>
        <a:custGeom>
          <a:avLst/>
          <a:gdLst/>
          <a:ahLst/>
          <a:cxnLst/>
          <a:rect l="0" t="0" r="0" b="0"/>
          <a:pathLst>
            <a:path>
              <a:moveTo>
                <a:pt x="3304151" y="6254141"/>
              </a:moveTo>
              <a:arcTo wR="3129508" hR="3129508" stAng="5208056" swAng="38388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F7042C-D71A-4976-87B8-30E82E99F4EC}">
      <dsp:nvSpPr>
        <dsp:cNvPr id="0" name=""/>
        <dsp:cNvSpPr/>
      </dsp:nvSpPr>
      <dsp:spPr>
        <a:xfrm>
          <a:off x="5145617" y="6235362"/>
          <a:ext cx="495866" cy="322313"/>
        </a:xfrm>
        <a:prstGeom prst="roundRect">
          <a:avLst/>
        </a:prstGeom>
        <a:solidFill>
          <a:srgbClr val="FF9999"/>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1" kern="1200" dirty="0" smtClean="0">
              <a:solidFill>
                <a:schemeClr val="tx1"/>
              </a:solidFill>
            </a:rPr>
            <a:t>Group13</a:t>
          </a:r>
          <a:endParaRPr lang="en-US" sz="800" b="1" kern="1200" dirty="0">
            <a:solidFill>
              <a:schemeClr val="tx1"/>
            </a:solidFill>
          </a:endParaRPr>
        </a:p>
      </dsp:txBody>
      <dsp:txXfrm>
        <a:off x="5161351" y="6251096"/>
        <a:ext cx="464398" cy="290845"/>
      </dsp:txXfrm>
    </dsp:sp>
    <dsp:sp modelId="{6D53C6B7-BB63-4AA9-AEE6-B8CC3BE1A99D}">
      <dsp:nvSpPr>
        <dsp:cNvPr id="0" name=""/>
        <dsp:cNvSpPr/>
      </dsp:nvSpPr>
      <dsp:spPr>
        <a:xfrm>
          <a:off x="2690176" y="166649"/>
          <a:ext cx="6259017" cy="6259017"/>
        </a:xfrm>
        <a:custGeom>
          <a:avLst/>
          <a:gdLst/>
          <a:ahLst/>
          <a:cxnLst/>
          <a:rect l="0" t="0" r="0" b="0"/>
          <a:pathLst>
            <a:path>
              <a:moveTo>
                <a:pt x="2452149" y="6184833"/>
              </a:moveTo>
              <a:arcTo wR="3129508" hR="3129508" stAng="6150011"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BCD8AD4-617C-4E13-8D3C-4C01B9001FD7}">
      <dsp:nvSpPr>
        <dsp:cNvPr id="0" name=""/>
        <dsp:cNvSpPr/>
      </dsp:nvSpPr>
      <dsp:spPr>
        <a:xfrm>
          <a:off x="4324952"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Group14</a:t>
          </a:r>
          <a:endParaRPr lang="en-US" sz="800" kern="1200" dirty="0"/>
        </a:p>
      </dsp:txBody>
      <dsp:txXfrm>
        <a:off x="4340686" y="6021156"/>
        <a:ext cx="464398" cy="290845"/>
      </dsp:txXfrm>
    </dsp:sp>
    <dsp:sp modelId="{23EF2C38-F3C7-48D1-8F8E-12F1231C10CC}">
      <dsp:nvSpPr>
        <dsp:cNvPr id="0" name=""/>
        <dsp:cNvSpPr/>
      </dsp:nvSpPr>
      <dsp:spPr>
        <a:xfrm>
          <a:off x="2690176" y="166649"/>
          <a:ext cx="6259017" cy="6259017"/>
        </a:xfrm>
        <a:custGeom>
          <a:avLst/>
          <a:gdLst/>
          <a:ahLst/>
          <a:cxnLst/>
          <a:rect l="0" t="0" r="0" b="0"/>
          <a:pathLst>
            <a:path>
              <a:moveTo>
                <a:pt x="1632063" y="5877504"/>
              </a:moveTo>
              <a:arcTo wR="3129508" hR="3129508" stAng="7115219"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241D54-7F93-4390-B533-173AEA7E4D49}">
      <dsp:nvSpPr>
        <dsp:cNvPr id="0" name=""/>
        <dsp:cNvSpPr/>
      </dsp:nvSpPr>
      <dsp:spPr>
        <a:xfrm>
          <a:off x="3596756"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Group15</a:t>
          </a:r>
          <a:endParaRPr lang="en-US" sz="800" kern="1200" dirty="0"/>
        </a:p>
      </dsp:txBody>
      <dsp:txXfrm>
        <a:off x="3612490" y="5578331"/>
        <a:ext cx="464398" cy="290845"/>
      </dsp:txXfrm>
    </dsp:sp>
    <dsp:sp modelId="{328D56E0-37E9-4F36-A40A-0C71A9E9D8FB}">
      <dsp:nvSpPr>
        <dsp:cNvPr id="0" name=""/>
        <dsp:cNvSpPr/>
      </dsp:nvSpPr>
      <dsp:spPr>
        <a:xfrm>
          <a:off x="2690176" y="166649"/>
          <a:ext cx="6259017" cy="6259017"/>
        </a:xfrm>
        <a:custGeom>
          <a:avLst/>
          <a:gdLst/>
          <a:ahLst/>
          <a:cxnLst/>
          <a:rect l="0" t="0" r="0" b="0"/>
          <a:pathLst>
            <a:path>
              <a:moveTo>
                <a:pt x="968523" y="5393127"/>
              </a:moveTo>
              <a:arcTo wR="3129508" hR="3129508" stAng="8020272"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719A59-8586-4D53-B9B4-6639B7D7F596}">
      <dsp:nvSpPr>
        <dsp:cNvPr id="0" name=""/>
        <dsp:cNvSpPr/>
      </dsp:nvSpPr>
      <dsp:spPr>
        <a:xfrm>
          <a:off x="3015037"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Group16</a:t>
          </a:r>
          <a:endParaRPr lang="en-US" sz="800" kern="1200" dirty="0"/>
        </a:p>
      </dsp:txBody>
      <dsp:txXfrm>
        <a:off x="3030771" y="4955462"/>
        <a:ext cx="464398" cy="290845"/>
      </dsp:txXfrm>
    </dsp:sp>
    <dsp:sp modelId="{666842F1-7C8E-4DE9-BB00-0D0E266AFCB7}">
      <dsp:nvSpPr>
        <dsp:cNvPr id="0" name=""/>
        <dsp:cNvSpPr/>
      </dsp:nvSpPr>
      <dsp:spPr>
        <a:xfrm>
          <a:off x="2690176" y="166649"/>
          <a:ext cx="6259017" cy="6259017"/>
        </a:xfrm>
        <a:custGeom>
          <a:avLst/>
          <a:gdLst/>
          <a:ahLst/>
          <a:cxnLst/>
          <a:rect l="0" t="0" r="0" b="0"/>
          <a:pathLst>
            <a:path>
              <a:moveTo>
                <a:pt x="463771" y="4768919"/>
              </a:moveTo>
              <a:arcTo wR="3129508" hR="3129508" stAng="8904526"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9A0D2A-DD97-4AED-8C7F-ACBDD5FC9824}">
      <dsp:nvSpPr>
        <dsp:cNvPr id="0" name=""/>
        <dsp:cNvSpPr/>
      </dsp:nvSpPr>
      <dsp:spPr>
        <a:xfrm>
          <a:off x="2622938"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Group17</a:t>
          </a:r>
          <a:endParaRPr lang="en-US" sz="800" kern="1200" dirty="0"/>
        </a:p>
      </dsp:txBody>
      <dsp:txXfrm>
        <a:off x="2638672" y="4198744"/>
        <a:ext cx="464398" cy="290845"/>
      </dsp:txXfrm>
    </dsp:sp>
    <dsp:sp modelId="{27A4ACA9-4906-420F-9CDC-E4E9F84AEDD0}">
      <dsp:nvSpPr>
        <dsp:cNvPr id="0" name=""/>
        <dsp:cNvSpPr/>
      </dsp:nvSpPr>
      <dsp:spPr>
        <a:xfrm>
          <a:off x="2690176" y="166649"/>
          <a:ext cx="6259017" cy="6259017"/>
        </a:xfrm>
        <a:custGeom>
          <a:avLst/>
          <a:gdLst/>
          <a:ahLst/>
          <a:cxnLst/>
          <a:rect l="0" t="0" r="0" b="0"/>
          <a:pathLst>
            <a:path>
              <a:moveTo>
                <a:pt x="126811" y="4011344"/>
              </a:moveTo>
              <a:arcTo wR="3129508" hR="3129508" stAng="9818009"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E270C5A-031F-4BF1-8E0B-89F8201DC1D4}">
      <dsp:nvSpPr>
        <dsp:cNvPr id="0" name=""/>
        <dsp:cNvSpPr/>
      </dsp:nvSpPr>
      <dsp:spPr>
        <a:xfrm>
          <a:off x="2449538"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Group18</a:t>
          </a:r>
          <a:endParaRPr lang="en-US" sz="800" kern="1200" dirty="0"/>
        </a:p>
      </dsp:txBody>
      <dsp:txXfrm>
        <a:off x="2465272" y="3364301"/>
        <a:ext cx="464398" cy="290845"/>
      </dsp:txXfrm>
    </dsp:sp>
    <dsp:sp modelId="{35818992-44D6-4EFC-AB25-8AA21C3F8347}">
      <dsp:nvSpPr>
        <dsp:cNvPr id="0" name=""/>
        <dsp:cNvSpPr/>
      </dsp:nvSpPr>
      <dsp:spPr>
        <a:xfrm>
          <a:off x="2690176" y="166649"/>
          <a:ext cx="6259017" cy="6259017"/>
        </a:xfrm>
        <a:custGeom>
          <a:avLst/>
          <a:gdLst/>
          <a:ahLst/>
          <a:cxnLst/>
          <a:rect l="0" t="0" r="0" b="0"/>
          <a:pathLst>
            <a:path>
              <a:moveTo>
                <a:pt x="354" y="3176626"/>
              </a:moveTo>
              <a:arcTo wR="3129508" hR="3129508" stAng="10748240"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DABD85D-CCE6-49F6-8A36-BCB6B2EFAA99}">
      <dsp:nvSpPr>
        <dsp:cNvPr id="0" name=""/>
        <dsp:cNvSpPr/>
      </dsp:nvSpPr>
      <dsp:spPr>
        <a:xfrm>
          <a:off x="2507699"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Group19</a:t>
          </a:r>
          <a:endParaRPr lang="en-US" sz="800" kern="1200" dirty="0"/>
        </a:p>
      </dsp:txBody>
      <dsp:txXfrm>
        <a:off x="2523433" y="2514018"/>
        <a:ext cx="464398" cy="290845"/>
      </dsp:txXfrm>
    </dsp:sp>
    <dsp:sp modelId="{BE42E3C7-251B-41B5-B42C-09EC99014B4C}">
      <dsp:nvSpPr>
        <dsp:cNvPr id="0" name=""/>
        <dsp:cNvSpPr/>
      </dsp:nvSpPr>
      <dsp:spPr>
        <a:xfrm>
          <a:off x="2690176" y="166649"/>
          <a:ext cx="6259017" cy="6259017"/>
        </a:xfrm>
        <a:custGeom>
          <a:avLst/>
          <a:gdLst/>
          <a:ahLst/>
          <a:cxnLst/>
          <a:rect l="0" t="0" r="0" b="0"/>
          <a:pathLst>
            <a:path>
              <a:moveTo>
                <a:pt x="104722" y="2326706"/>
              </a:moveTo>
              <a:arcTo wR="3129508" hR="3129508" stAng="11691844"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DD6F94-3638-435E-8447-FB92FC1D414F}">
      <dsp:nvSpPr>
        <dsp:cNvPr id="0" name=""/>
        <dsp:cNvSpPr/>
      </dsp:nvSpPr>
      <dsp:spPr>
        <a:xfrm>
          <a:off x="2793107"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Group20</a:t>
          </a:r>
          <a:endParaRPr lang="en-US" sz="800" kern="1200" dirty="0"/>
        </a:p>
      </dsp:txBody>
      <dsp:txXfrm>
        <a:off x="2808841" y="1710958"/>
        <a:ext cx="464398" cy="290845"/>
      </dsp:txXfrm>
    </dsp:sp>
    <dsp:sp modelId="{DE2B5A4C-CB18-40F0-8E5B-D4D288E674C9}">
      <dsp:nvSpPr>
        <dsp:cNvPr id="0" name=""/>
        <dsp:cNvSpPr/>
      </dsp:nvSpPr>
      <dsp:spPr>
        <a:xfrm>
          <a:off x="2690176" y="166649"/>
          <a:ext cx="6259017" cy="6259017"/>
        </a:xfrm>
        <a:custGeom>
          <a:avLst/>
          <a:gdLst/>
          <a:ahLst/>
          <a:cxnLst/>
          <a:rect l="0" t="0" r="0" b="0"/>
          <a:pathLst>
            <a:path>
              <a:moveTo>
                <a:pt x="442824" y="1524656"/>
              </a:moveTo>
              <a:arcTo wR="3129508" hR="3129508" stAng="12651083"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10162F-4B67-49EA-A357-9BB47E8DBCED}">
      <dsp:nvSpPr>
        <dsp:cNvPr id="0" name=""/>
        <dsp:cNvSpPr/>
      </dsp:nvSpPr>
      <dsp:spPr>
        <a:xfrm>
          <a:off x="3284594"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Group21</a:t>
          </a:r>
          <a:endParaRPr lang="en-US" sz="800" kern="1200" dirty="0"/>
        </a:p>
      </dsp:txBody>
      <dsp:txXfrm>
        <a:off x="3300328" y="1014679"/>
        <a:ext cx="464398" cy="290845"/>
      </dsp:txXfrm>
    </dsp:sp>
    <dsp:sp modelId="{8B098E89-6F0C-4020-AAFA-412F25434574}">
      <dsp:nvSpPr>
        <dsp:cNvPr id="0" name=""/>
        <dsp:cNvSpPr/>
      </dsp:nvSpPr>
      <dsp:spPr>
        <a:xfrm>
          <a:off x="2690176" y="166649"/>
          <a:ext cx="6259017" cy="6259017"/>
        </a:xfrm>
        <a:custGeom>
          <a:avLst/>
          <a:gdLst/>
          <a:ahLst/>
          <a:cxnLst/>
          <a:rect l="0" t="0" r="0" b="0"/>
          <a:pathLst>
            <a:path>
              <a:moveTo>
                <a:pt x="1006749" y="830004"/>
              </a:moveTo>
              <a:arcTo wR="3129508" hR="3129508" stAng="13637323"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251AA44-A6C0-48F5-82BD-15AE1751E41B}">
      <dsp:nvSpPr>
        <dsp:cNvPr id="0" name=""/>
        <dsp:cNvSpPr/>
      </dsp:nvSpPr>
      <dsp:spPr>
        <a:xfrm>
          <a:off x="3945709" y="46108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Group22</a:t>
          </a:r>
          <a:endParaRPr lang="en-US" sz="800" kern="1200" dirty="0"/>
        </a:p>
      </dsp:txBody>
      <dsp:txXfrm>
        <a:off x="3961443" y="476822"/>
        <a:ext cx="464398" cy="290845"/>
      </dsp:txXfrm>
    </dsp:sp>
    <dsp:sp modelId="{96698129-963B-4227-B693-BC3EACAB6500}">
      <dsp:nvSpPr>
        <dsp:cNvPr id="0" name=""/>
        <dsp:cNvSpPr/>
      </dsp:nvSpPr>
      <dsp:spPr>
        <a:xfrm>
          <a:off x="2690176" y="166649"/>
          <a:ext cx="6259017" cy="6259017"/>
        </a:xfrm>
        <a:custGeom>
          <a:avLst/>
          <a:gdLst/>
          <a:ahLst/>
          <a:cxnLst/>
          <a:rect l="0" t="0" r="0" b="0"/>
          <a:pathLst>
            <a:path>
              <a:moveTo>
                <a:pt x="1754194" y="318399"/>
              </a:moveTo>
              <a:arcTo wR="3129508" hR="3129508" stAng="14635809"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370936A-911B-4A4B-8988-2468A7FFF388}">
      <dsp:nvSpPr>
        <dsp:cNvPr id="0" name=""/>
        <dsp:cNvSpPr/>
      </dsp:nvSpPr>
      <dsp:spPr>
        <a:xfrm>
          <a:off x="4727420" y="121543"/>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Group23</a:t>
          </a:r>
          <a:endParaRPr lang="en-US" sz="800" kern="1200" dirty="0"/>
        </a:p>
      </dsp:txBody>
      <dsp:txXfrm>
        <a:off x="4743154" y="137277"/>
        <a:ext cx="464398" cy="290845"/>
      </dsp:txXfrm>
    </dsp:sp>
    <dsp:sp modelId="{E7236D2C-75E2-4632-A4E6-1140D5FAFAA1}">
      <dsp:nvSpPr>
        <dsp:cNvPr id="0" name=""/>
        <dsp:cNvSpPr/>
      </dsp:nvSpPr>
      <dsp:spPr>
        <a:xfrm>
          <a:off x="2690176" y="166649"/>
          <a:ext cx="6259017" cy="6259017"/>
        </a:xfrm>
        <a:custGeom>
          <a:avLst/>
          <a:gdLst/>
          <a:ahLst/>
          <a:cxnLst/>
          <a:rect l="0" t="0" r="0" b="0"/>
          <a:pathLst>
            <a:path>
              <a:moveTo>
                <a:pt x="2536563" y="56685"/>
              </a:moveTo>
              <a:arcTo wR="3129508" hR="3129508" stAng="1554469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D9DE5-3A5A-4179-8403-46C1842F44D0}">
      <dsp:nvSpPr>
        <dsp:cNvPr id="0" name=""/>
        <dsp:cNvSpPr/>
      </dsp:nvSpPr>
      <dsp:spPr>
        <a:xfrm>
          <a:off x="5571752" y="5493"/>
          <a:ext cx="495866" cy="322313"/>
        </a:xfrm>
        <a:prstGeom prst="roundRect">
          <a:avLst/>
        </a:prstGeom>
        <a:solidFill>
          <a:srgbClr val="00B0F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Group1</a:t>
          </a:r>
          <a:endParaRPr lang="en-US" sz="800" b="0" kern="1200" dirty="0">
            <a:solidFill>
              <a:schemeClr val="bg1"/>
            </a:solidFill>
          </a:endParaRPr>
        </a:p>
      </dsp:txBody>
      <dsp:txXfrm>
        <a:off x="5587486" y="21227"/>
        <a:ext cx="464398" cy="290845"/>
      </dsp:txXfrm>
    </dsp:sp>
    <dsp:sp modelId="{50132201-75B3-4439-BC28-F604FC679866}">
      <dsp:nvSpPr>
        <dsp:cNvPr id="0" name=""/>
        <dsp:cNvSpPr/>
      </dsp:nvSpPr>
      <dsp:spPr>
        <a:xfrm>
          <a:off x="2690176" y="166649"/>
          <a:ext cx="6259017" cy="6259017"/>
        </a:xfrm>
        <a:custGeom>
          <a:avLst/>
          <a:gdLst/>
          <a:ahLst/>
          <a:cxnLst/>
          <a:rect l="0" t="0" r="0" b="0"/>
          <a:pathLst>
            <a:path>
              <a:moveTo>
                <a:pt x="3380947" y="10117"/>
              </a:moveTo>
              <a:arcTo wR="3129508" hR="3129508" stAng="1647650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A21ED3F-92F2-4D34-9714-0B454F746502}">
      <dsp:nvSpPr>
        <dsp:cNvPr id="0" name=""/>
        <dsp:cNvSpPr/>
      </dsp:nvSpPr>
      <dsp:spPr>
        <a:xfrm>
          <a:off x="6416083" y="121543"/>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Group2</a:t>
          </a:r>
          <a:endParaRPr lang="en-US" sz="800" b="0" kern="1200" dirty="0">
            <a:solidFill>
              <a:schemeClr val="bg1"/>
            </a:solidFill>
          </a:endParaRPr>
        </a:p>
      </dsp:txBody>
      <dsp:txXfrm>
        <a:off x="6431817" y="137277"/>
        <a:ext cx="464398" cy="290845"/>
      </dsp:txXfrm>
    </dsp:sp>
    <dsp:sp modelId="{7887C5DC-9913-4199-AEDF-77F5415CDAC1}">
      <dsp:nvSpPr>
        <dsp:cNvPr id="0" name=""/>
        <dsp:cNvSpPr/>
      </dsp:nvSpPr>
      <dsp:spPr>
        <a:xfrm>
          <a:off x="2690176" y="166649"/>
          <a:ext cx="6259017" cy="6259017"/>
        </a:xfrm>
        <a:custGeom>
          <a:avLst/>
          <a:gdLst/>
          <a:ahLst/>
          <a:cxnLst/>
          <a:rect l="0" t="0" r="0" b="0"/>
          <a:pathLst>
            <a:path>
              <a:moveTo>
                <a:pt x="4224689" y="197887"/>
              </a:moveTo>
              <a:arcTo wR="3129508" hR="3129508" stAng="17429066"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9C80C8-4E98-45A3-9514-A60E0C9E910E}">
      <dsp:nvSpPr>
        <dsp:cNvPr id="0" name=""/>
        <dsp:cNvSpPr/>
      </dsp:nvSpPr>
      <dsp:spPr>
        <a:xfrm>
          <a:off x="7197794" y="461088"/>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Group3</a:t>
          </a:r>
          <a:endParaRPr lang="en-US" sz="800" b="0" kern="1200" dirty="0">
            <a:solidFill>
              <a:schemeClr val="bg1"/>
            </a:solidFill>
          </a:endParaRPr>
        </a:p>
      </dsp:txBody>
      <dsp:txXfrm>
        <a:off x="7213528" y="476822"/>
        <a:ext cx="464398" cy="290845"/>
      </dsp:txXfrm>
    </dsp:sp>
    <dsp:sp modelId="{A5DCE8F0-DAEE-4412-9FDF-F8E167449B5A}">
      <dsp:nvSpPr>
        <dsp:cNvPr id="0" name=""/>
        <dsp:cNvSpPr/>
      </dsp:nvSpPr>
      <dsp:spPr>
        <a:xfrm>
          <a:off x="2690176" y="166649"/>
          <a:ext cx="6259017" cy="6259017"/>
        </a:xfrm>
        <a:custGeom>
          <a:avLst/>
          <a:gdLst/>
          <a:ahLst/>
          <a:cxnLst/>
          <a:rect l="0" t="0" r="0" b="0"/>
          <a:pathLst>
            <a:path>
              <a:moveTo>
                <a:pt x="4997662" y="618766"/>
              </a:moveTo>
              <a:arcTo wR="3129508" hR="3129508" stAng="18399096"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97BEF7-5C18-4E85-994A-04EA396F59B4}">
      <dsp:nvSpPr>
        <dsp:cNvPr id="0" name=""/>
        <dsp:cNvSpPr/>
      </dsp:nvSpPr>
      <dsp:spPr>
        <a:xfrm>
          <a:off x="7858909"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Group4</a:t>
          </a:r>
          <a:endParaRPr lang="en-US" sz="800" kern="1200" dirty="0"/>
        </a:p>
      </dsp:txBody>
      <dsp:txXfrm>
        <a:off x="7874643" y="1014679"/>
        <a:ext cx="464398" cy="290845"/>
      </dsp:txXfrm>
    </dsp:sp>
    <dsp:sp modelId="{1AEFC9EE-1FB7-425C-AB91-FFE5E99D0128}">
      <dsp:nvSpPr>
        <dsp:cNvPr id="0" name=""/>
        <dsp:cNvSpPr/>
      </dsp:nvSpPr>
      <dsp:spPr>
        <a:xfrm>
          <a:off x="2690176" y="166649"/>
          <a:ext cx="6259017" cy="6259017"/>
        </a:xfrm>
        <a:custGeom>
          <a:avLst/>
          <a:gdLst/>
          <a:ahLst/>
          <a:cxnLst/>
          <a:rect l="0" t="0" r="0" b="0"/>
          <a:pathLst>
            <a:path>
              <a:moveTo>
                <a:pt x="5560058" y="1158150"/>
              </a:moveTo>
              <a:arcTo wR="3129508" hR="3129508" stAng="19257321"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461DA25-8092-42E7-9892-8F4D48DF653E}">
      <dsp:nvSpPr>
        <dsp:cNvPr id="0" name=""/>
        <dsp:cNvSpPr/>
      </dsp:nvSpPr>
      <dsp:spPr>
        <a:xfrm>
          <a:off x="8350396"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Group5</a:t>
          </a:r>
          <a:endParaRPr lang="en-US" sz="800" kern="1200" dirty="0"/>
        </a:p>
      </dsp:txBody>
      <dsp:txXfrm>
        <a:off x="8366130" y="1710958"/>
        <a:ext cx="464398" cy="290845"/>
      </dsp:txXfrm>
    </dsp:sp>
    <dsp:sp modelId="{5FA3E78C-2AB0-449D-B0B4-EDD97A4024EB}">
      <dsp:nvSpPr>
        <dsp:cNvPr id="0" name=""/>
        <dsp:cNvSpPr/>
      </dsp:nvSpPr>
      <dsp:spPr>
        <a:xfrm>
          <a:off x="2690176" y="166649"/>
          <a:ext cx="6259017" cy="6259017"/>
        </a:xfrm>
        <a:custGeom>
          <a:avLst/>
          <a:gdLst/>
          <a:ahLst/>
          <a:cxnLst/>
          <a:rect l="0" t="0" r="0" b="0"/>
          <a:pathLst>
            <a:path>
              <a:moveTo>
                <a:pt x="5987976" y="1855542"/>
              </a:moveTo>
              <a:arcTo wR="3129508" hR="3129508" stAng="20158701"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A6F5FBB-AD73-4ADB-B796-536C610E3FBF}">
      <dsp:nvSpPr>
        <dsp:cNvPr id="0" name=""/>
        <dsp:cNvSpPr/>
      </dsp:nvSpPr>
      <dsp:spPr>
        <a:xfrm>
          <a:off x="8635804"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Group6</a:t>
          </a:r>
          <a:endParaRPr lang="en-US" sz="800" kern="1200" dirty="0"/>
        </a:p>
      </dsp:txBody>
      <dsp:txXfrm>
        <a:off x="8651538" y="2514018"/>
        <a:ext cx="464398" cy="290845"/>
      </dsp:txXfrm>
    </dsp:sp>
    <dsp:sp modelId="{4E633252-5117-484E-A260-8EA7D4E24332}">
      <dsp:nvSpPr>
        <dsp:cNvPr id="0" name=""/>
        <dsp:cNvSpPr/>
      </dsp:nvSpPr>
      <dsp:spPr>
        <a:xfrm>
          <a:off x="2690176" y="166649"/>
          <a:ext cx="6259017" cy="6259017"/>
        </a:xfrm>
        <a:custGeom>
          <a:avLst/>
          <a:gdLst/>
          <a:ahLst/>
          <a:cxnLst/>
          <a:rect l="0" t="0" r="0" b="0"/>
          <a:pathLst>
            <a:path>
              <a:moveTo>
                <a:pt x="6223473" y="2659179"/>
              </a:moveTo>
              <a:arcTo wR="3129508" hR="3129508" stAng="21081381"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BDDD8B-BE1C-499F-8611-7311DA05BE0A}">
      <dsp:nvSpPr>
        <dsp:cNvPr id="0" name=""/>
        <dsp:cNvSpPr/>
      </dsp:nvSpPr>
      <dsp:spPr>
        <a:xfrm>
          <a:off x="8693965"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Group7</a:t>
          </a:r>
          <a:endParaRPr lang="en-US" sz="800" kern="1200" dirty="0"/>
        </a:p>
      </dsp:txBody>
      <dsp:txXfrm>
        <a:off x="8709699" y="3364301"/>
        <a:ext cx="464398" cy="290845"/>
      </dsp:txXfrm>
    </dsp:sp>
    <dsp:sp modelId="{2AFAAB34-6B6F-4CF6-A36C-4B516385AAC3}">
      <dsp:nvSpPr>
        <dsp:cNvPr id="0" name=""/>
        <dsp:cNvSpPr/>
      </dsp:nvSpPr>
      <dsp:spPr>
        <a:xfrm>
          <a:off x="2690176" y="166649"/>
          <a:ext cx="6259017" cy="6259017"/>
        </a:xfrm>
        <a:custGeom>
          <a:avLst/>
          <a:gdLst/>
          <a:ahLst/>
          <a:cxnLst/>
          <a:rect l="0" t="0" r="0" b="0"/>
          <a:pathLst>
            <a:path>
              <a:moveTo>
                <a:pt x="6235872" y="3509422"/>
              </a:moveTo>
              <a:arcTo wR="3129508" hR="3129508" stAng="418364"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7B323EC-6BE4-478A-AE3B-A66F1E83FC0E}">
      <dsp:nvSpPr>
        <dsp:cNvPr id="0" name=""/>
        <dsp:cNvSpPr/>
      </dsp:nvSpPr>
      <dsp:spPr>
        <a:xfrm>
          <a:off x="8520566"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Group8</a:t>
          </a:r>
          <a:endParaRPr lang="en-US" sz="800" kern="1200" dirty="0"/>
        </a:p>
      </dsp:txBody>
      <dsp:txXfrm>
        <a:off x="8536300" y="4198744"/>
        <a:ext cx="464398" cy="290845"/>
      </dsp:txXfrm>
    </dsp:sp>
    <dsp:sp modelId="{EC3BB6B0-4C24-4E95-8F94-7729F63B81C1}">
      <dsp:nvSpPr>
        <dsp:cNvPr id="0" name=""/>
        <dsp:cNvSpPr/>
      </dsp:nvSpPr>
      <dsp:spPr>
        <a:xfrm>
          <a:off x="2690176" y="166649"/>
          <a:ext cx="6259017" cy="6259017"/>
        </a:xfrm>
        <a:custGeom>
          <a:avLst/>
          <a:gdLst/>
          <a:ahLst/>
          <a:cxnLst/>
          <a:rect l="0" t="0" r="0" b="0"/>
          <a:pathLst>
            <a:path>
              <a:moveTo>
                <a:pt x="6014094" y="4343177"/>
              </a:moveTo>
              <a:arcTo wR="3129508" hR="3129508" stAng="1369115"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BE4530F-E5E9-4202-AECC-EE9E7AB068EE}">
      <dsp:nvSpPr>
        <dsp:cNvPr id="0" name=""/>
        <dsp:cNvSpPr/>
      </dsp:nvSpPr>
      <dsp:spPr>
        <a:xfrm>
          <a:off x="8128466"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Group9</a:t>
          </a:r>
          <a:endParaRPr lang="en-US" sz="800" kern="1200" dirty="0"/>
        </a:p>
      </dsp:txBody>
      <dsp:txXfrm>
        <a:off x="8144200" y="4955462"/>
        <a:ext cx="464398" cy="290845"/>
      </dsp:txXfrm>
    </dsp:sp>
    <dsp:sp modelId="{45F65882-A27E-4B75-B962-518A90BF48C7}">
      <dsp:nvSpPr>
        <dsp:cNvPr id="0" name=""/>
        <dsp:cNvSpPr/>
      </dsp:nvSpPr>
      <dsp:spPr>
        <a:xfrm>
          <a:off x="2690176" y="166649"/>
          <a:ext cx="6259017" cy="6259017"/>
        </a:xfrm>
        <a:custGeom>
          <a:avLst/>
          <a:gdLst/>
          <a:ahLst/>
          <a:cxnLst/>
          <a:rect l="0" t="0" r="0" b="0"/>
          <a:pathLst>
            <a:path>
              <a:moveTo>
                <a:pt x="5561920" y="5098570"/>
              </a:moveTo>
              <a:arcTo wR="3129508" hR="3129508" stAng="2339431"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BF0FE1-88C7-483A-B29C-2EEA6B43C64E}">
      <dsp:nvSpPr>
        <dsp:cNvPr id="0" name=""/>
        <dsp:cNvSpPr/>
      </dsp:nvSpPr>
      <dsp:spPr>
        <a:xfrm>
          <a:off x="7546747"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Group10</a:t>
          </a:r>
          <a:endParaRPr lang="en-US" sz="800" kern="1200" dirty="0"/>
        </a:p>
      </dsp:txBody>
      <dsp:txXfrm>
        <a:off x="7562481" y="5578331"/>
        <a:ext cx="464398" cy="290845"/>
      </dsp:txXfrm>
    </dsp:sp>
    <dsp:sp modelId="{8327AD10-BC83-42AD-BBCC-73F4E3B18F95}">
      <dsp:nvSpPr>
        <dsp:cNvPr id="0" name=""/>
        <dsp:cNvSpPr/>
      </dsp:nvSpPr>
      <dsp:spPr>
        <a:xfrm>
          <a:off x="2690176" y="166649"/>
          <a:ext cx="6259017" cy="6259017"/>
        </a:xfrm>
        <a:custGeom>
          <a:avLst/>
          <a:gdLst/>
          <a:ahLst/>
          <a:cxnLst/>
          <a:rect l="0" t="0" r="0" b="0"/>
          <a:pathLst>
            <a:path>
              <a:moveTo>
                <a:pt x="4885415" y="5719995"/>
              </a:moveTo>
              <a:arcTo wR="3129508" hR="3129508" stAng="3352167"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38C6DCC-8FD8-4920-BDC9-4F647C1C05BD}">
      <dsp:nvSpPr>
        <dsp:cNvPr id="0" name=""/>
        <dsp:cNvSpPr/>
      </dsp:nvSpPr>
      <dsp:spPr>
        <a:xfrm>
          <a:off x="6818551"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Group11</a:t>
          </a:r>
          <a:endParaRPr lang="en-US" sz="800" kern="1200" dirty="0"/>
        </a:p>
      </dsp:txBody>
      <dsp:txXfrm>
        <a:off x="6834285" y="6021156"/>
        <a:ext cx="464398" cy="290845"/>
      </dsp:txXfrm>
    </dsp:sp>
    <dsp:sp modelId="{A51679DD-6035-4397-83B9-D6971D94A953}">
      <dsp:nvSpPr>
        <dsp:cNvPr id="0" name=""/>
        <dsp:cNvSpPr/>
      </dsp:nvSpPr>
      <dsp:spPr>
        <a:xfrm>
          <a:off x="2690176" y="166649"/>
          <a:ext cx="6259017" cy="6259017"/>
        </a:xfrm>
        <a:custGeom>
          <a:avLst/>
          <a:gdLst/>
          <a:ahLst/>
          <a:cxnLst/>
          <a:rect l="0" t="0" r="0" b="0"/>
          <a:pathLst>
            <a:path>
              <a:moveTo>
                <a:pt x="4125180" y="6096403"/>
              </a:moveTo>
              <a:arcTo wR="3129508" hR="3129508" stAng="4286914"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87070A-5E4D-4C78-AF32-AC83CC867E95}">
      <dsp:nvSpPr>
        <dsp:cNvPr id="0" name=""/>
        <dsp:cNvSpPr/>
      </dsp:nvSpPr>
      <dsp:spPr>
        <a:xfrm>
          <a:off x="5997886"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Group12</a:t>
          </a:r>
          <a:endParaRPr lang="en-US" sz="800" kern="1200" dirty="0"/>
        </a:p>
      </dsp:txBody>
      <dsp:txXfrm>
        <a:off x="6013620" y="6251096"/>
        <a:ext cx="464398" cy="290845"/>
      </dsp:txXfrm>
    </dsp:sp>
    <dsp:sp modelId="{E9D604A0-67B2-4FA3-A234-FBCA3350BF49}">
      <dsp:nvSpPr>
        <dsp:cNvPr id="0" name=""/>
        <dsp:cNvSpPr/>
      </dsp:nvSpPr>
      <dsp:spPr>
        <a:xfrm>
          <a:off x="2690176" y="166649"/>
          <a:ext cx="6259017" cy="6259017"/>
        </a:xfrm>
        <a:custGeom>
          <a:avLst/>
          <a:gdLst/>
          <a:ahLst/>
          <a:cxnLst/>
          <a:rect l="0" t="0" r="0" b="0"/>
          <a:pathLst>
            <a:path>
              <a:moveTo>
                <a:pt x="3304151" y="6254141"/>
              </a:moveTo>
              <a:arcTo wR="3129508" hR="3129508" stAng="5208056" swAng="38388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F7042C-D71A-4976-87B8-30E82E99F4EC}">
      <dsp:nvSpPr>
        <dsp:cNvPr id="0" name=""/>
        <dsp:cNvSpPr/>
      </dsp:nvSpPr>
      <dsp:spPr>
        <a:xfrm>
          <a:off x="5145617" y="6235362"/>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Group13</a:t>
          </a:r>
          <a:endParaRPr lang="en-US" sz="800" b="0" kern="1200" dirty="0">
            <a:solidFill>
              <a:schemeClr val="bg1"/>
            </a:solidFill>
          </a:endParaRPr>
        </a:p>
      </dsp:txBody>
      <dsp:txXfrm>
        <a:off x="5161351" y="6251096"/>
        <a:ext cx="464398" cy="290845"/>
      </dsp:txXfrm>
    </dsp:sp>
    <dsp:sp modelId="{6D53C6B7-BB63-4AA9-AEE6-B8CC3BE1A99D}">
      <dsp:nvSpPr>
        <dsp:cNvPr id="0" name=""/>
        <dsp:cNvSpPr/>
      </dsp:nvSpPr>
      <dsp:spPr>
        <a:xfrm>
          <a:off x="2690176" y="166649"/>
          <a:ext cx="6259017" cy="6259017"/>
        </a:xfrm>
        <a:custGeom>
          <a:avLst/>
          <a:gdLst/>
          <a:ahLst/>
          <a:cxnLst/>
          <a:rect l="0" t="0" r="0" b="0"/>
          <a:pathLst>
            <a:path>
              <a:moveTo>
                <a:pt x="2452149" y="6184833"/>
              </a:moveTo>
              <a:arcTo wR="3129508" hR="3129508" stAng="6150011"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BCD8AD4-617C-4E13-8D3C-4C01B9001FD7}">
      <dsp:nvSpPr>
        <dsp:cNvPr id="0" name=""/>
        <dsp:cNvSpPr/>
      </dsp:nvSpPr>
      <dsp:spPr>
        <a:xfrm>
          <a:off x="4324952" y="6005422"/>
          <a:ext cx="495866" cy="322313"/>
        </a:xfrm>
        <a:prstGeom prst="roundRect">
          <a:avLst/>
        </a:prstGeom>
        <a:solidFill>
          <a:srgbClr val="FF9999"/>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1" kern="1200" dirty="0" smtClean="0">
              <a:solidFill>
                <a:schemeClr val="tx1"/>
              </a:solidFill>
            </a:rPr>
            <a:t>Group14</a:t>
          </a:r>
          <a:endParaRPr lang="en-US" sz="800" b="1" kern="1200" dirty="0">
            <a:solidFill>
              <a:schemeClr val="tx1"/>
            </a:solidFill>
          </a:endParaRPr>
        </a:p>
      </dsp:txBody>
      <dsp:txXfrm>
        <a:off x="4340686" y="6021156"/>
        <a:ext cx="464398" cy="290845"/>
      </dsp:txXfrm>
    </dsp:sp>
    <dsp:sp modelId="{23EF2C38-F3C7-48D1-8F8E-12F1231C10CC}">
      <dsp:nvSpPr>
        <dsp:cNvPr id="0" name=""/>
        <dsp:cNvSpPr/>
      </dsp:nvSpPr>
      <dsp:spPr>
        <a:xfrm>
          <a:off x="2690176" y="166649"/>
          <a:ext cx="6259017" cy="6259017"/>
        </a:xfrm>
        <a:custGeom>
          <a:avLst/>
          <a:gdLst/>
          <a:ahLst/>
          <a:cxnLst/>
          <a:rect l="0" t="0" r="0" b="0"/>
          <a:pathLst>
            <a:path>
              <a:moveTo>
                <a:pt x="1632063" y="5877504"/>
              </a:moveTo>
              <a:arcTo wR="3129508" hR="3129508" stAng="7115219"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241D54-7F93-4390-B533-173AEA7E4D49}">
      <dsp:nvSpPr>
        <dsp:cNvPr id="0" name=""/>
        <dsp:cNvSpPr/>
      </dsp:nvSpPr>
      <dsp:spPr>
        <a:xfrm>
          <a:off x="3596756"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Group15</a:t>
          </a:r>
          <a:endParaRPr lang="en-US" sz="800" kern="1200" dirty="0"/>
        </a:p>
      </dsp:txBody>
      <dsp:txXfrm>
        <a:off x="3612490" y="5578331"/>
        <a:ext cx="464398" cy="290845"/>
      </dsp:txXfrm>
    </dsp:sp>
    <dsp:sp modelId="{328D56E0-37E9-4F36-A40A-0C71A9E9D8FB}">
      <dsp:nvSpPr>
        <dsp:cNvPr id="0" name=""/>
        <dsp:cNvSpPr/>
      </dsp:nvSpPr>
      <dsp:spPr>
        <a:xfrm>
          <a:off x="2690176" y="166649"/>
          <a:ext cx="6259017" cy="6259017"/>
        </a:xfrm>
        <a:custGeom>
          <a:avLst/>
          <a:gdLst/>
          <a:ahLst/>
          <a:cxnLst/>
          <a:rect l="0" t="0" r="0" b="0"/>
          <a:pathLst>
            <a:path>
              <a:moveTo>
                <a:pt x="968523" y="5393127"/>
              </a:moveTo>
              <a:arcTo wR="3129508" hR="3129508" stAng="8020272"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719A59-8586-4D53-B9B4-6639B7D7F596}">
      <dsp:nvSpPr>
        <dsp:cNvPr id="0" name=""/>
        <dsp:cNvSpPr/>
      </dsp:nvSpPr>
      <dsp:spPr>
        <a:xfrm>
          <a:off x="3015037"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Group16</a:t>
          </a:r>
          <a:endParaRPr lang="en-US" sz="800" kern="1200" dirty="0"/>
        </a:p>
      </dsp:txBody>
      <dsp:txXfrm>
        <a:off x="3030771" y="4955462"/>
        <a:ext cx="464398" cy="290845"/>
      </dsp:txXfrm>
    </dsp:sp>
    <dsp:sp modelId="{666842F1-7C8E-4DE9-BB00-0D0E266AFCB7}">
      <dsp:nvSpPr>
        <dsp:cNvPr id="0" name=""/>
        <dsp:cNvSpPr/>
      </dsp:nvSpPr>
      <dsp:spPr>
        <a:xfrm>
          <a:off x="2690176" y="166649"/>
          <a:ext cx="6259017" cy="6259017"/>
        </a:xfrm>
        <a:custGeom>
          <a:avLst/>
          <a:gdLst/>
          <a:ahLst/>
          <a:cxnLst/>
          <a:rect l="0" t="0" r="0" b="0"/>
          <a:pathLst>
            <a:path>
              <a:moveTo>
                <a:pt x="463771" y="4768919"/>
              </a:moveTo>
              <a:arcTo wR="3129508" hR="3129508" stAng="8904526"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9A0D2A-DD97-4AED-8C7F-ACBDD5FC9824}">
      <dsp:nvSpPr>
        <dsp:cNvPr id="0" name=""/>
        <dsp:cNvSpPr/>
      </dsp:nvSpPr>
      <dsp:spPr>
        <a:xfrm>
          <a:off x="2622938"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Group17</a:t>
          </a:r>
          <a:endParaRPr lang="en-US" sz="800" kern="1200" dirty="0"/>
        </a:p>
      </dsp:txBody>
      <dsp:txXfrm>
        <a:off x="2638672" y="4198744"/>
        <a:ext cx="464398" cy="290845"/>
      </dsp:txXfrm>
    </dsp:sp>
    <dsp:sp modelId="{27A4ACA9-4906-420F-9CDC-E4E9F84AEDD0}">
      <dsp:nvSpPr>
        <dsp:cNvPr id="0" name=""/>
        <dsp:cNvSpPr/>
      </dsp:nvSpPr>
      <dsp:spPr>
        <a:xfrm>
          <a:off x="2690176" y="166649"/>
          <a:ext cx="6259017" cy="6259017"/>
        </a:xfrm>
        <a:custGeom>
          <a:avLst/>
          <a:gdLst/>
          <a:ahLst/>
          <a:cxnLst/>
          <a:rect l="0" t="0" r="0" b="0"/>
          <a:pathLst>
            <a:path>
              <a:moveTo>
                <a:pt x="126811" y="4011344"/>
              </a:moveTo>
              <a:arcTo wR="3129508" hR="3129508" stAng="9818009"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E270C5A-031F-4BF1-8E0B-89F8201DC1D4}">
      <dsp:nvSpPr>
        <dsp:cNvPr id="0" name=""/>
        <dsp:cNvSpPr/>
      </dsp:nvSpPr>
      <dsp:spPr>
        <a:xfrm>
          <a:off x="2449538"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Group18</a:t>
          </a:r>
          <a:endParaRPr lang="en-US" sz="800" kern="1200" dirty="0"/>
        </a:p>
      </dsp:txBody>
      <dsp:txXfrm>
        <a:off x="2465272" y="3364301"/>
        <a:ext cx="464398" cy="290845"/>
      </dsp:txXfrm>
    </dsp:sp>
    <dsp:sp modelId="{35818992-44D6-4EFC-AB25-8AA21C3F8347}">
      <dsp:nvSpPr>
        <dsp:cNvPr id="0" name=""/>
        <dsp:cNvSpPr/>
      </dsp:nvSpPr>
      <dsp:spPr>
        <a:xfrm>
          <a:off x="2690176" y="166649"/>
          <a:ext cx="6259017" cy="6259017"/>
        </a:xfrm>
        <a:custGeom>
          <a:avLst/>
          <a:gdLst/>
          <a:ahLst/>
          <a:cxnLst/>
          <a:rect l="0" t="0" r="0" b="0"/>
          <a:pathLst>
            <a:path>
              <a:moveTo>
                <a:pt x="354" y="3176626"/>
              </a:moveTo>
              <a:arcTo wR="3129508" hR="3129508" stAng="10748240"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DABD85D-CCE6-49F6-8A36-BCB6B2EFAA99}">
      <dsp:nvSpPr>
        <dsp:cNvPr id="0" name=""/>
        <dsp:cNvSpPr/>
      </dsp:nvSpPr>
      <dsp:spPr>
        <a:xfrm>
          <a:off x="2507699"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Group19</a:t>
          </a:r>
          <a:endParaRPr lang="en-US" sz="800" kern="1200" dirty="0"/>
        </a:p>
      </dsp:txBody>
      <dsp:txXfrm>
        <a:off x="2523433" y="2514018"/>
        <a:ext cx="464398" cy="290845"/>
      </dsp:txXfrm>
    </dsp:sp>
    <dsp:sp modelId="{BE42E3C7-251B-41B5-B42C-09EC99014B4C}">
      <dsp:nvSpPr>
        <dsp:cNvPr id="0" name=""/>
        <dsp:cNvSpPr/>
      </dsp:nvSpPr>
      <dsp:spPr>
        <a:xfrm>
          <a:off x="2690176" y="166649"/>
          <a:ext cx="6259017" cy="6259017"/>
        </a:xfrm>
        <a:custGeom>
          <a:avLst/>
          <a:gdLst/>
          <a:ahLst/>
          <a:cxnLst/>
          <a:rect l="0" t="0" r="0" b="0"/>
          <a:pathLst>
            <a:path>
              <a:moveTo>
                <a:pt x="104722" y="2326706"/>
              </a:moveTo>
              <a:arcTo wR="3129508" hR="3129508" stAng="11691844"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DD6F94-3638-435E-8447-FB92FC1D414F}">
      <dsp:nvSpPr>
        <dsp:cNvPr id="0" name=""/>
        <dsp:cNvSpPr/>
      </dsp:nvSpPr>
      <dsp:spPr>
        <a:xfrm>
          <a:off x="2793107"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Group20</a:t>
          </a:r>
          <a:endParaRPr lang="en-US" sz="800" kern="1200" dirty="0"/>
        </a:p>
      </dsp:txBody>
      <dsp:txXfrm>
        <a:off x="2808841" y="1710958"/>
        <a:ext cx="464398" cy="290845"/>
      </dsp:txXfrm>
    </dsp:sp>
    <dsp:sp modelId="{DE2B5A4C-CB18-40F0-8E5B-D4D288E674C9}">
      <dsp:nvSpPr>
        <dsp:cNvPr id="0" name=""/>
        <dsp:cNvSpPr/>
      </dsp:nvSpPr>
      <dsp:spPr>
        <a:xfrm>
          <a:off x="2690176" y="166649"/>
          <a:ext cx="6259017" cy="6259017"/>
        </a:xfrm>
        <a:custGeom>
          <a:avLst/>
          <a:gdLst/>
          <a:ahLst/>
          <a:cxnLst/>
          <a:rect l="0" t="0" r="0" b="0"/>
          <a:pathLst>
            <a:path>
              <a:moveTo>
                <a:pt x="442824" y="1524656"/>
              </a:moveTo>
              <a:arcTo wR="3129508" hR="3129508" stAng="12651083"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10162F-4B67-49EA-A357-9BB47E8DBCED}">
      <dsp:nvSpPr>
        <dsp:cNvPr id="0" name=""/>
        <dsp:cNvSpPr/>
      </dsp:nvSpPr>
      <dsp:spPr>
        <a:xfrm>
          <a:off x="3284594"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Group21</a:t>
          </a:r>
          <a:endParaRPr lang="en-US" sz="800" kern="1200" dirty="0"/>
        </a:p>
      </dsp:txBody>
      <dsp:txXfrm>
        <a:off x="3300328" y="1014679"/>
        <a:ext cx="464398" cy="290845"/>
      </dsp:txXfrm>
    </dsp:sp>
    <dsp:sp modelId="{8B098E89-6F0C-4020-AAFA-412F25434574}">
      <dsp:nvSpPr>
        <dsp:cNvPr id="0" name=""/>
        <dsp:cNvSpPr/>
      </dsp:nvSpPr>
      <dsp:spPr>
        <a:xfrm>
          <a:off x="2690176" y="166649"/>
          <a:ext cx="6259017" cy="6259017"/>
        </a:xfrm>
        <a:custGeom>
          <a:avLst/>
          <a:gdLst/>
          <a:ahLst/>
          <a:cxnLst/>
          <a:rect l="0" t="0" r="0" b="0"/>
          <a:pathLst>
            <a:path>
              <a:moveTo>
                <a:pt x="1006749" y="830004"/>
              </a:moveTo>
              <a:arcTo wR="3129508" hR="3129508" stAng="13637323"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251AA44-A6C0-48F5-82BD-15AE1751E41B}">
      <dsp:nvSpPr>
        <dsp:cNvPr id="0" name=""/>
        <dsp:cNvSpPr/>
      </dsp:nvSpPr>
      <dsp:spPr>
        <a:xfrm>
          <a:off x="3945709" y="46108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Group22</a:t>
          </a:r>
          <a:endParaRPr lang="en-US" sz="800" kern="1200" dirty="0"/>
        </a:p>
      </dsp:txBody>
      <dsp:txXfrm>
        <a:off x="3961443" y="476822"/>
        <a:ext cx="464398" cy="290845"/>
      </dsp:txXfrm>
    </dsp:sp>
    <dsp:sp modelId="{96698129-963B-4227-B693-BC3EACAB6500}">
      <dsp:nvSpPr>
        <dsp:cNvPr id="0" name=""/>
        <dsp:cNvSpPr/>
      </dsp:nvSpPr>
      <dsp:spPr>
        <a:xfrm>
          <a:off x="2690176" y="166649"/>
          <a:ext cx="6259017" cy="6259017"/>
        </a:xfrm>
        <a:custGeom>
          <a:avLst/>
          <a:gdLst/>
          <a:ahLst/>
          <a:cxnLst/>
          <a:rect l="0" t="0" r="0" b="0"/>
          <a:pathLst>
            <a:path>
              <a:moveTo>
                <a:pt x="1754194" y="318399"/>
              </a:moveTo>
              <a:arcTo wR="3129508" hR="3129508" stAng="14635809"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370936A-911B-4A4B-8988-2468A7FFF388}">
      <dsp:nvSpPr>
        <dsp:cNvPr id="0" name=""/>
        <dsp:cNvSpPr/>
      </dsp:nvSpPr>
      <dsp:spPr>
        <a:xfrm>
          <a:off x="4727420" y="121543"/>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Group23</a:t>
          </a:r>
          <a:endParaRPr lang="en-US" sz="800" kern="1200" dirty="0"/>
        </a:p>
      </dsp:txBody>
      <dsp:txXfrm>
        <a:off x="4743154" y="137277"/>
        <a:ext cx="464398" cy="290845"/>
      </dsp:txXfrm>
    </dsp:sp>
    <dsp:sp modelId="{E7236D2C-75E2-4632-A4E6-1140D5FAFAA1}">
      <dsp:nvSpPr>
        <dsp:cNvPr id="0" name=""/>
        <dsp:cNvSpPr/>
      </dsp:nvSpPr>
      <dsp:spPr>
        <a:xfrm>
          <a:off x="2690176" y="166649"/>
          <a:ext cx="6259017" cy="6259017"/>
        </a:xfrm>
        <a:custGeom>
          <a:avLst/>
          <a:gdLst/>
          <a:ahLst/>
          <a:cxnLst/>
          <a:rect l="0" t="0" r="0" b="0"/>
          <a:pathLst>
            <a:path>
              <a:moveTo>
                <a:pt x="2536563" y="56685"/>
              </a:moveTo>
              <a:arcTo wR="3129508" hR="3129508" stAng="1554469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D9DE5-3A5A-4179-8403-46C1842F44D0}">
      <dsp:nvSpPr>
        <dsp:cNvPr id="0" name=""/>
        <dsp:cNvSpPr/>
      </dsp:nvSpPr>
      <dsp:spPr>
        <a:xfrm>
          <a:off x="5571752" y="5493"/>
          <a:ext cx="495866" cy="322313"/>
        </a:xfrm>
        <a:prstGeom prst="roundRect">
          <a:avLst/>
        </a:prstGeom>
        <a:solidFill>
          <a:srgbClr val="00B0F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Group1</a:t>
          </a:r>
          <a:endParaRPr lang="en-US" sz="800" b="0" kern="1200" dirty="0">
            <a:solidFill>
              <a:schemeClr val="bg1"/>
            </a:solidFill>
          </a:endParaRPr>
        </a:p>
      </dsp:txBody>
      <dsp:txXfrm>
        <a:off x="5587486" y="21227"/>
        <a:ext cx="464398" cy="290845"/>
      </dsp:txXfrm>
    </dsp:sp>
    <dsp:sp modelId="{50132201-75B3-4439-BC28-F604FC679866}">
      <dsp:nvSpPr>
        <dsp:cNvPr id="0" name=""/>
        <dsp:cNvSpPr/>
      </dsp:nvSpPr>
      <dsp:spPr>
        <a:xfrm>
          <a:off x="2690176" y="166649"/>
          <a:ext cx="6259017" cy="6259017"/>
        </a:xfrm>
        <a:custGeom>
          <a:avLst/>
          <a:gdLst/>
          <a:ahLst/>
          <a:cxnLst/>
          <a:rect l="0" t="0" r="0" b="0"/>
          <a:pathLst>
            <a:path>
              <a:moveTo>
                <a:pt x="3380947" y="10117"/>
              </a:moveTo>
              <a:arcTo wR="3129508" hR="3129508" stAng="1647650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A21ED3F-92F2-4D34-9714-0B454F746502}">
      <dsp:nvSpPr>
        <dsp:cNvPr id="0" name=""/>
        <dsp:cNvSpPr/>
      </dsp:nvSpPr>
      <dsp:spPr>
        <a:xfrm>
          <a:off x="6416083" y="121543"/>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Group2</a:t>
          </a:r>
          <a:endParaRPr lang="en-US" sz="800" b="0" kern="1200" dirty="0">
            <a:solidFill>
              <a:schemeClr val="bg1"/>
            </a:solidFill>
          </a:endParaRPr>
        </a:p>
      </dsp:txBody>
      <dsp:txXfrm>
        <a:off x="6431817" y="137277"/>
        <a:ext cx="464398" cy="290845"/>
      </dsp:txXfrm>
    </dsp:sp>
    <dsp:sp modelId="{7887C5DC-9913-4199-AEDF-77F5415CDAC1}">
      <dsp:nvSpPr>
        <dsp:cNvPr id="0" name=""/>
        <dsp:cNvSpPr/>
      </dsp:nvSpPr>
      <dsp:spPr>
        <a:xfrm>
          <a:off x="2690176" y="166649"/>
          <a:ext cx="6259017" cy="6259017"/>
        </a:xfrm>
        <a:custGeom>
          <a:avLst/>
          <a:gdLst/>
          <a:ahLst/>
          <a:cxnLst/>
          <a:rect l="0" t="0" r="0" b="0"/>
          <a:pathLst>
            <a:path>
              <a:moveTo>
                <a:pt x="4224689" y="197887"/>
              </a:moveTo>
              <a:arcTo wR="3129508" hR="3129508" stAng="17429066"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9C80C8-4E98-45A3-9514-A60E0C9E910E}">
      <dsp:nvSpPr>
        <dsp:cNvPr id="0" name=""/>
        <dsp:cNvSpPr/>
      </dsp:nvSpPr>
      <dsp:spPr>
        <a:xfrm>
          <a:off x="7197794" y="461088"/>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Group3</a:t>
          </a:r>
          <a:endParaRPr lang="en-US" sz="800" b="0" kern="1200" dirty="0">
            <a:solidFill>
              <a:schemeClr val="bg1"/>
            </a:solidFill>
          </a:endParaRPr>
        </a:p>
      </dsp:txBody>
      <dsp:txXfrm>
        <a:off x="7213528" y="476822"/>
        <a:ext cx="464398" cy="290845"/>
      </dsp:txXfrm>
    </dsp:sp>
    <dsp:sp modelId="{A5DCE8F0-DAEE-4412-9FDF-F8E167449B5A}">
      <dsp:nvSpPr>
        <dsp:cNvPr id="0" name=""/>
        <dsp:cNvSpPr/>
      </dsp:nvSpPr>
      <dsp:spPr>
        <a:xfrm>
          <a:off x="2690176" y="166649"/>
          <a:ext cx="6259017" cy="6259017"/>
        </a:xfrm>
        <a:custGeom>
          <a:avLst/>
          <a:gdLst/>
          <a:ahLst/>
          <a:cxnLst/>
          <a:rect l="0" t="0" r="0" b="0"/>
          <a:pathLst>
            <a:path>
              <a:moveTo>
                <a:pt x="4997662" y="618766"/>
              </a:moveTo>
              <a:arcTo wR="3129508" hR="3129508" stAng="18399096"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97BEF7-5C18-4E85-994A-04EA396F59B4}">
      <dsp:nvSpPr>
        <dsp:cNvPr id="0" name=""/>
        <dsp:cNvSpPr/>
      </dsp:nvSpPr>
      <dsp:spPr>
        <a:xfrm>
          <a:off x="7858909" y="998945"/>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Group4</a:t>
          </a:r>
          <a:endParaRPr lang="en-US" sz="800" kern="1200" dirty="0"/>
        </a:p>
      </dsp:txBody>
      <dsp:txXfrm>
        <a:off x="7874643" y="1014679"/>
        <a:ext cx="464398" cy="290845"/>
      </dsp:txXfrm>
    </dsp:sp>
    <dsp:sp modelId="{1AEFC9EE-1FB7-425C-AB91-FFE5E99D0128}">
      <dsp:nvSpPr>
        <dsp:cNvPr id="0" name=""/>
        <dsp:cNvSpPr/>
      </dsp:nvSpPr>
      <dsp:spPr>
        <a:xfrm>
          <a:off x="2690176" y="166649"/>
          <a:ext cx="6259017" cy="6259017"/>
        </a:xfrm>
        <a:custGeom>
          <a:avLst/>
          <a:gdLst/>
          <a:ahLst/>
          <a:cxnLst/>
          <a:rect l="0" t="0" r="0" b="0"/>
          <a:pathLst>
            <a:path>
              <a:moveTo>
                <a:pt x="5560058" y="1158150"/>
              </a:moveTo>
              <a:arcTo wR="3129508" hR="3129508" stAng="19257321"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461DA25-8092-42E7-9892-8F4D48DF653E}">
      <dsp:nvSpPr>
        <dsp:cNvPr id="0" name=""/>
        <dsp:cNvSpPr/>
      </dsp:nvSpPr>
      <dsp:spPr>
        <a:xfrm>
          <a:off x="8350396"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Group5</a:t>
          </a:r>
          <a:endParaRPr lang="en-US" sz="800" kern="1200" dirty="0"/>
        </a:p>
      </dsp:txBody>
      <dsp:txXfrm>
        <a:off x="8366130" y="1710958"/>
        <a:ext cx="464398" cy="290845"/>
      </dsp:txXfrm>
    </dsp:sp>
    <dsp:sp modelId="{5FA3E78C-2AB0-449D-B0B4-EDD97A4024EB}">
      <dsp:nvSpPr>
        <dsp:cNvPr id="0" name=""/>
        <dsp:cNvSpPr/>
      </dsp:nvSpPr>
      <dsp:spPr>
        <a:xfrm>
          <a:off x="2690176" y="166649"/>
          <a:ext cx="6259017" cy="6259017"/>
        </a:xfrm>
        <a:custGeom>
          <a:avLst/>
          <a:gdLst/>
          <a:ahLst/>
          <a:cxnLst/>
          <a:rect l="0" t="0" r="0" b="0"/>
          <a:pathLst>
            <a:path>
              <a:moveTo>
                <a:pt x="5987976" y="1855542"/>
              </a:moveTo>
              <a:arcTo wR="3129508" hR="3129508" stAng="20158701"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A6F5FBB-AD73-4ADB-B796-536C610E3FBF}">
      <dsp:nvSpPr>
        <dsp:cNvPr id="0" name=""/>
        <dsp:cNvSpPr/>
      </dsp:nvSpPr>
      <dsp:spPr>
        <a:xfrm>
          <a:off x="8635804"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Group6</a:t>
          </a:r>
          <a:endParaRPr lang="en-US" sz="800" kern="1200" dirty="0"/>
        </a:p>
      </dsp:txBody>
      <dsp:txXfrm>
        <a:off x="8651538" y="2514018"/>
        <a:ext cx="464398" cy="290845"/>
      </dsp:txXfrm>
    </dsp:sp>
    <dsp:sp modelId="{4E633252-5117-484E-A260-8EA7D4E24332}">
      <dsp:nvSpPr>
        <dsp:cNvPr id="0" name=""/>
        <dsp:cNvSpPr/>
      </dsp:nvSpPr>
      <dsp:spPr>
        <a:xfrm>
          <a:off x="2690176" y="166649"/>
          <a:ext cx="6259017" cy="6259017"/>
        </a:xfrm>
        <a:custGeom>
          <a:avLst/>
          <a:gdLst/>
          <a:ahLst/>
          <a:cxnLst/>
          <a:rect l="0" t="0" r="0" b="0"/>
          <a:pathLst>
            <a:path>
              <a:moveTo>
                <a:pt x="6223473" y="2659179"/>
              </a:moveTo>
              <a:arcTo wR="3129508" hR="3129508" stAng="21081381"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BDDD8B-BE1C-499F-8611-7311DA05BE0A}">
      <dsp:nvSpPr>
        <dsp:cNvPr id="0" name=""/>
        <dsp:cNvSpPr/>
      </dsp:nvSpPr>
      <dsp:spPr>
        <a:xfrm>
          <a:off x="8693965"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Group7</a:t>
          </a:r>
          <a:endParaRPr lang="en-US" sz="800" kern="1200" dirty="0"/>
        </a:p>
      </dsp:txBody>
      <dsp:txXfrm>
        <a:off x="8709699" y="3364301"/>
        <a:ext cx="464398" cy="290845"/>
      </dsp:txXfrm>
    </dsp:sp>
    <dsp:sp modelId="{2AFAAB34-6B6F-4CF6-A36C-4B516385AAC3}">
      <dsp:nvSpPr>
        <dsp:cNvPr id="0" name=""/>
        <dsp:cNvSpPr/>
      </dsp:nvSpPr>
      <dsp:spPr>
        <a:xfrm>
          <a:off x="2690176" y="166649"/>
          <a:ext cx="6259017" cy="6259017"/>
        </a:xfrm>
        <a:custGeom>
          <a:avLst/>
          <a:gdLst/>
          <a:ahLst/>
          <a:cxnLst/>
          <a:rect l="0" t="0" r="0" b="0"/>
          <a:pathLst>
            <a:path>
              <a:moveTo>
                <a:pt x="6235872" y="3509422"/>
              </a:moveTo>
              <a:arcTo wR="3129508" hR="3129508" stAng="418364"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7B323EC-6BE4-478A-AE3B-A66F1E83FC0E}">
      <dsp:nvSpPr>
        <dsp:cNvPr id="0" name=""/>
        <dsp:cNvSpPr/>
      </dsp:nvSpPr>
      <dsp:spPr>
        <a:xfrm>
          <a:off x="8520566"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Group8</a:t>
          </a:r>
          <a:endParaRPr lang="en-US" sz="800" kern="1200" dirty="0"/>
        </a:p>
      </dsp:txBody>
      <dsp:txXfrm>
        <a:off x="8536300" y="4198744"/>
        <a:ext cx="464398" cy="290845"/>
      </dsp:txXfrm>
    </dsp:sp>
    <dsp:sp modelId="{EC3BB6B0-4C24-4E95-8F94-7729F63B81C1}">
      <dsp:nvSpPr>
        <dsp:cNvPr id="0" name=""/>
        <dsp:cNvSpPr/>
      </dsp:nvSpPr>
      <dsp:spPr>
        <a:xfrm>
          <a:off x="2690176" y="166649"/>
          <a:ext cx="6259017" cy="6259017"/>
        </a:xfrm>
        <a:custGeom>
          <a:avLst/>
          <a:gdLst/>
          <a:ahLst/>
          <a:cxnLst/>
          <a:rect l="0" t="0" r="0" b="0"/>
          <a:pathLst>
            <a:path>
              <a:moveTo>
                <a:pt x="6014094" y="4343177"/>
              </a:moveTo>
              <a:arcTo wR="3129508" hR="3129508" stAng="1369115"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BE4530F-E5E9-4202-AECC-EE9E7AB068EE}">
      <dsp:nvSpPr>
        <dsp:cNvPr id="0" name=""/>
        <dsp:cNvSpPr/>
      </dsp:nvSpPr>
      <dsp:spPr>
        <a:xfrm>
          <a:off x="8128466"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Group9</a:t>
          </a:r>
          <a:endParaRPr lang="en-US" sz="800" kern="1200" dirty="0"/>
        </a:p>
      </dsp:txBody>
      <dsp:txXfrm>
        <a:off x="8144200" y="4955462"/>
        <a:ext cx="464398" cy="290845"/>
      </dsp:txXfrm>
    </dsp:sp>
    <dsp:sp modelId="{45F65882-A27E-4B75-B962-518A90BF48C7}">
      <dsp:nvSpPr>
        <dsp:cNvPr id="0" name=""/>
        <dsp:cNvSpPr/>
      </dsp:nvSpPr>
      <dsp:spPr>
        <a:xfrm>
          <a:off x="2690176" y="166649"/>
          <a:ext cx="6259017" cy="6259017"/>
        </a:xfrm>
        <a:custGeom>
          <a:avLst/>
          <a:gdLst/>
          <a:ahLst/>
          <a:cxnLst/>
          <a:rect l="0" t="0" r="0" b="0"/>
          <a:pathLst>
            <a:path>
              <a:moveTo>
                <a:pt x="5561920" y="5098570"/>
              </a:moveTo>
              <a:arcTo wR="3129508" hR="3129508" stAng="2339431"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BF0FE1-88C7-483A-B29C-2EEA6B43C64E}">
      <dsp:nvSpPr>
        <dsp:cNvPr id="0" name=""/>
        <dsp:cNvSpPr/>
      </dsp:nvSpPr>
      <dsp:spPr>
        <a:xfrm>
          <a:off x="7546747"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Group10</a:t>
          </a:r>
          <a:endParaRPr lang="en-US" sz="800" kern="1200" dirty="0"/>
        </a:p>
      </dsp:txBody>
      <dsp:txXfrm>
        <a:off x="7562481" y="5578331"/>
        <a:ext cx="464398" cy="290845"/>
      </dsp:txXfrm>
    </dsp:sp>
    <dsp:sp modelId="{8327AD10-BC83-42AD-BBCC-73F4E3B18F95}">
      <dsp:nvSpPr>
        <dsp:cNvPr id="0" name=""/>
        <dsp:cNvSpPr/>
      </dsp:nvSpPr>
      <dsp:spPr>
        <a:xfrm>
          <a:off x="2690176" y="166649"/>
          <a:ext cx="6259017" cy="6259017"/>
        </a:xfrm>
        <a:custGeom>
          <a:avLst/>
          <a:gdLst/>
          <a:ahLst/>
          <a:cxnLst/>
          <a:rect l="0" t="0" r="0" b="0"/>
          <a:pathLst>
            <a:path>
              <a:moveTo>
                <a:pt x="4885415" y="5719995"/>
              </a:moveTo>
              <a:arcTo wR="3129508" hR="3129508" stAng="3352167"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38C6DCC-8FD8-4920-BDC9-4F647C1C05BD}">
      <dsp:nvSpPr>
        <dsp:cNvPr id="0" name=""/>
        <dsp:cNvSpPr/>
      </dsp:nvSpPr>
      <dsp:spPr>
        <a:xfrm>
          <a:off x="6818551" y="600542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Group11</a:t>
          </a:r>
          <a:endParaRPr lang="en-US" sz="800" kern="1200" dirty="0"/>
        </a:p>
      </dsp:txBody>
      <dsp:txXfrm>
        <a:off x="6834285" y="6021156"/>
        <a:ext cx="464398" cy="290845"/>
      </dsp:txXfrm>
    </dsp:sp>
    <dsp:sp modelId="{A51679DD-6035-4397-83B9-D6971D94A953}">
      <dsp:nvSpPr>
        <dsp:cNvPr id="0" name=""/>
        <dsp:cNvSpPr/>
      </dsp:nvSpPr>
      <dsp:spPr>
        <a:xfrm>
          <a:off x="2690176" y="166649"/>
          <a:ext cx="6259017" cy="6259017"/>
        </a:xfrm>
        <a:custGeom>
          <a:avLst/>
          <a:gdLst/>
          <a:ahLst/>
          <a:cxnLst/>
          <a:rect l="0" t="0" r="0" b="0"/>
          <a:pathLst>
            <a:path>
              <a:moveTo>
                <a:pt x="4125180" y="6096403"/>
              </a:moveTo>
              <a:arcTo wR="3129508" hR="3129508" stAng="4286914"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87070A-5E4D-4C78-AF32-AC83CC867E95}">
      <dsp:nvSpPr>
        <dsp:cNvPr id="0" name=""/>
        <dsp:cNvSpPr/>
      </dsp:nvSpPr>
      <dsp:spPr>
        <a:xfrm>
          <a:off x="5997886" y="6235362"/>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Group12</a:t>
          </a:r>
          <a:endParaRPr lang="en-US" sz="800" kern="1200" dirty="0"/>
        </a:p>
      </dsp:txBody>
      <dsp:txXfrm>
        <a:off x="6013620" y="6251096"/>
        <a:ext cx="464398" cy="290845"/>
      </dsp:txXfrm>
    </dsp:sp>
    <dsp:sp modelId="{E9D604A0-67B2-4FA3-A234-FBCA3350BF49}">
      <dsp:nvSpPr>
        <dsp:cNvPr id="0" name=""/>
        <dsp:cNvSpPr/>
      </dsp:nvSpPr>
      <dsp:spPr>
        <a:xfrm>
          <a:off x="2690176" y="166649"/>
          <a:ext cx="6259017" cy="6259017"/>
        </a:xfrm>
        <a:custGeom>
          <a:avLst/>
          <a:gdLst/>
          <a:ahLst/>
          <a:cxnLst/>
          <a:rect l="0" t="0" r="0" b="0"/>
          <a:pathLst>
            <a:path>
              <a:moveTo>
                <a:pt x="3304151" y="6254141"/>
              </a:moveTo>
              <a:arcTo wR="3129508" hR="3129508" stAng="5208056" swAng="38388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F7042C-D71A-4976-87B8-30E82E99F4EC}">
      <dsp:nvSpPr>
        <dsp:cNvPr id="0" name=""/>
        <dsp:cNvSpPr/>
      </dsp:nvSpPr>
      <dsp:spPr>
        <a:xfrm>
          <a:off x="5145617" y="6235362"/>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Group13</a:t>
          </a:r>
          <a:endParaRPr lang="en-US" sz="800" b="0" kern="1200" dirty="0">
            <a:solidFill>
              <a:schemeClr val="bg1"/>
            </a:solidFill>
          </a:endParaRPr>
        </a:p>
      </dsp:txBody>
      <dsp:txXfrm>
        <a:off x="5161351" y="6251096"/>
        <a:ext cx="464398" cy="290845"/>
      </dsp:txXfrm>
    </dsp:sp>
    <dsp:sp modelId="{6D53C6B7-BB63-4AA9-AEE6-B8CC3BE1A99D}">
      <dsp:nvSpPr>
        <dsp:cNvPr id="0" name=""/>
        <dsp:cNvSpPr/>
      </dsp:nvSpPr>
      <dsp:spPr>
        <a:xfrm>
          <a:off x="2690176" y="166649"/>
          <a:ext cx="6259017" cy="6259017"/>
        </a:xfrm>
        <a:custGeom>
          <a:avLst/>
          <a:gdLst/>
          <a:ahLst/>
          <a:cxnLst/>
          <a:rect l="0" t="0" r="0" b="0"/>
          <a:pathLst>
            <a:path>
              <a:moveTo>
                <a:pt x="2452149" y="6184833"/>
              </a:moveTo>
              <a:arcTo wR="3129508" hR="3129508" stAng="6150011" swAng="36307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BCD8AD4-617C-4E13-8D3C-4C01B9001FD7}">
      <dsp:nvSpPr>
        <dsp:cNvPr id="0" name=""/>
        <dsp:cNvSpPr/>
      </dsp:nvSpPr>
      <dsp:spPr>
        <a:xfrm>
          <a:off x="4324952" y="6005422"/>
          <a:ext cx="495866" cy="322313"/>
        </a:xfrm>
        <a:prstGeom prst="roundRect">
          <a:avLst/>
        </a:prstGeom>
        <a:solidFill>
          <a:srgbClr val="1CADE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0" kern="1200" dirty="0" smtClean="0">
              <a:solidFill>
                <a:schemeClr val="bg1"/>
              </a:solidFill>
            </a:rPr>
            <a:t>Group14</a:t>
          </a:r>
          <a:endParaRPr lang="en-US" sz="800" b="0" kern="1200" dirty="0">
            <a:solidFill>
              <a:schemeClr val="bg1"/>
            </a:solidFill>
          </a:endParaRPr>
        </a:p>
      </dsp:txBody>
      <dsp:txXfrm>
        <a:off x="4340686" y="6021156"/>
        <a:ext cx="464398" cy="290845"/>
      </dsp:txXfrm>
    </dsp:sp>
    <dsp:sp modelId="{23EF2C38-F3C7-48D1-8F8E-12F1231C10CC}">
      <dsp:nvSpPr>
        <dsp:cNvPr id="0" name=""/>
        <dsp:cNvSpPr/>
      </dsp:nvSpPr>
      <dsp:spPr>
        <a:xfrm>
          <a:off x="2690176" y="166649"/>
          <a:ext cx="6259017" cy="6259017"/>
        </a:xfrm>
        <a:custGeom>
          <a:avLst/>
          <a:gdLst/>
          <a:ahLst/>
          <a:cxnLst/>
          <a:rect l="0" t="0" r="0" b="0"/>
          <a:pathLst>
            <a:path>
              <a:moveTo>
                <a:pt x="1632063" y="5877504"/>
              </a:moveTo>
              <a:arcTo wR="3129508" hR="3129508" stAng="7115219" swAng="33261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241D54-7F93-4390-B533-173AEA7E4D49}">
      <dsp:nvSpPr>
        <dsp:cNvPr id="0" name=""/>
        <dsp:cNvSpPr/>
      </dsp:nvSpPr>
      <dsp:spPr>
        <a:xfrm>
          <a:off x="3596756" y="556259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Group15</a:t>
          </a:r>
          <a:endParaRPr lang="en-US" sz="800" kern="1200" dirty="0"/>
        </a:p>
      </dsp:txBody>
      <dsp:txXfrm>
        <a:off x="3612490" y="5578331"/>
        <a:ext cx="464398" cy="290845"/>
      </dsp:txXfrm>
    </dsp:sp>
    <dsp:sp modelId="{328D56E0-37E9-4F36-A40A-0C71A9E9D8FB}">
      <dsp:nvSpPr>
        <dsp:cNvPr id="0" name=""/>
        <dsp:cNvSpPr/>
      </dsp:nvSpPr>
      <dsp:spPr>
        <a:xfrm>
          <a:off x="2690176" y="166649"/>
          <a:ext cx="6259017" cy="6259017"/>
        </a:xfrm>
        <a:custGeom>
          <a:avLst/>
          <a:gdLst/>
          <a:ahLst/>
          <a:cxnLst/>
          <a:rect l="0" t="0" r="0" b="0"/>
          <a:pathLst>
            <a:path>
              <a:moveTo>
                <a:pt x="968523" y="5393127"/>
              </a:moveTo>
              <a:arcTo wR="3129508" hR="3129508" stAng="8020272" swAng="44029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719A59-8586-4D53-B9B4-6639B7D7F596}">
      <dsp:nvSpPr>
        <dsp:cNvPr id="0" name=""/>
        <dsp:cNvSpPr/>
      </dsp:nvSpPr>
      <dsp:spPr>
        <a:xfrm>
          <a:off x="3015037" y="493972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Group16</a:t>
          </a:r>
          <a:endParaRPr lang="en-US" sz="800" kern="1200" dirty="0"/>
        </a:p>
      </dsp:txBody>
      <dsp:txXfrm>
        <a:off x="3030771" y="4955462"/>
        <a:ext cx="464398" cy="290845"/>
      </dsp:txXfrm>
    </dsp:sp>
    <dsp:sp modelId="{666842F1-7C8E-4DE9-BB00-0D0E266AFCB7}">
      <dsp:nvSpPr>
        <dsp:cNvPr id="0" name=""/>
        <dsp:cNvSpPr/>
      </dsp:nvSpPr>
      <dsp:spPr>
        <a:xfrm>
          <a:off x="2690176" y="166649"/>
          <a:ext cx="6259017" cy="6259017"/>
        </a:xfrm>
        <a:custGeom>
          <a:avLst/>
          <a:gdLst/>
          <a:ahLst/>
          <a:cxnLst/>
          <a:rect l="0" t="0" r="0" b="0"/>
          <a:pathLst>
            <a:path>
              <a:moveTo>
                <a:pt x="463771" y="4768919"/>
              </a:moveTo>
              <a:arcTo wR="3129508" hR="3129508" stAng="8904526" swAng="52636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9A0D2A-DD97-4AED-8C7F-ACBDD5FC9824}">
      <dsp:nvSpPr>
        <dsp:cNvPr id="0" name=""/>
        <dsp:cNvSpPr/>
      </dsp:nvSpPr>
      <dsp:spPr>
        <a:xfrm>
          <a:off x="2622938" y="4183010"/>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Group17</a:t>
          </a:r>
          <a:endParaRPr lang="en-US" sz="800" kern="1200" dirty="0"/>
        </a:p>
      </dsp:txBody>
      <dsp:txXfrm>
        <a:off x="2638672" y="4198744"/>
        <a:ext cx="464398" cy="290845"/>
      </dsp:txXfrm>
    </dsp:sp>
    <dsp:sp modelId="{27A4ACA9-4906-420F-9CDC-E4E9F84AEDD0}">
      <dsp:nvSpPr>
        <dsp:cNvPr id="0" name=""/>
        <dsp:cNvSpPr/>
      </dsp:nvSpPr>
      <dsp:spPr>
        <a:xfrm>
          <a:off x="2690176" y="166649"/>
          <a:ext cx="6259017" cy="6259017"/>
        </a:xfrm>
        <a:custGeom>
          <a:avLst/>
          <a:gdLst/>
          <a:ahLst/>
          <a:cxnLst/>
          <a:rect l="0" t="0" r="0" b="0"/>
          <a:pathLst>
            <a:path>
              <a:moveTo>
                <a:pt x="126811" y="4011344"/>
              </a:moveTo>
              <a:arcTo wR="3129508" hR="3129508" stAng="9818009" swAng="563627"/>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E270C5A-031F-4BF1-8E0B-89F8201DC1D4}">
      <dsp:nvSpPr>
        <dsp:cNvPr id="0" name=""/>
        <dsp:cNvSpPr/>
      </dsp:nvSpPr>
      <dsp:spPr>
        <a:xfrm>
          <a:off x="2449538" y="3348567"/>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Group18</a:t>
          </a:r>
          <a:endParaRPr lang="en-US" sz="800" kern="1200" dirty="0"/>
        </a:p>
      </dsp:txBody>
      <dsp:txXfrm>
        <a:off x="2465272" y="3364301"/>
        <a:ext cx="464398" cy="290845"/>
      </dsp:txXfrm>
    </dsp:sp>
    <dsp:sp modelId="{35818992-44D6-4EFC-AB25-8AA21C3F8347}">
      <dsp:nvSpPr>
        <dsp:cNvPr id="0" name=""/>
        <dsp:cNvSpPr/>
      </dsp:nvSpPr>
      <dsp:spPr>
        <a:xfrm>
          <a:off x="2690176" y="166649"/>
          <a:ext cx="6259017" cy="6259017"/>
        </a:xfrm>
        <a:custGeom>
          <a:avLst/>
          <a:gdLst/>
          <a:ahLst/>
          <a:cxnLst/>
          <a:rect l="0" t="0" r="0" b="0"/>
          <a:pathLst>
            <a:path>
              <a:moveTo>
                <a:pt x="354" y="3176626"/>
              </a:moveTo>
              <a:arcTo wR="3129508" hR="3129508" stAng="10748240" swAng="570379"/>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DABD85D-CCE6-49F6-8A36-BCB6B2EFAA99}">
      <dsp:nvSpPr>
        <dsp:cNvPr id="0" name=""/>
        <dsp:cNvSpPr/>
      </dsp:nvSpPr>
      <dsp:spPr>
        <a:xfrm>
          <a:off x="2507699" y="249828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Group19</a:t>
          </a:r>
          <a:endParaRPr lang="en-US" sz="800" kern="1200" dirty="0"/>
        </a:p>
      </dsp:txBody>
      <dsp:txXfrm>
        <a:off x="2523433" y="2514018"/>
        <a:ext cx="464398" cy="290845"/>
      </dsp:txXfrm>
    </dsp:sp>
    <dsp:sp modelId="{BE42E3C7-251B-41B5-B42C-09EC99014B4C}">
      <dsp:nvSpPr>
        <dsp:cNvPr id="0" name=""/>
        <dsp:cNvSpPr/>
      </dsp:nvSpPr>
      <dsp:spPr>
        <a:xfrm>
          <a:off x="2690176" y="166649"/>
          <a:ext cx="6259017" cy="6259017"/>
        </a:xfrm>
        <a:custGeom>
          <a:avLst/>
          <a:gdLst/>
          <a:ahLst/>
          <a:cxnLst/>
          <a:rect l="0" t="0" r="0" b="0"/>
          <a:pathLst>
            <a:path>
              <a:moveTo>
                <a:pt x="104722" y="2326706"/>
              </a:moveTo>
              <a:arcTo wR="3129508" hR="3129508" stAng="11691844" swAng="54945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DD6F94-3638-435E-8447-FB92FC1D414F}">
      <dsp:nvSpPr>
        <dsp:cNvPr id="0" name=""/>
        <dsp:cNvSpPr/>
      </dsp:nvSpPr>
      <dsp:spPr>
        <a:xfrm>
          <a:off x="2793107" y="1695224"/>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Group20</a:t>
          </a:r>
          <a:endParaRPr lang="en-US" sz="800" kern="1200" dirty="0"/>
        </a:p>
      </dsp:txBody>
      <dsp:txXfrm>
        <a:off x="2808841" y="1710958"/>
        <a:ext cx="464398" cy="290845"/>
      </dsp:txXfrm>
    </dsp:sp>
    <dsp:sp modelId="{DE2B5A4C-CB18-40F0-8E5B-D4D288E674C9}">
      <dsp:nvSpPr>
        <dsp:cNvPr id="0" name=""/>
        <dsp:cNvSpPr/>
      </dsp:nvSpPr>
      <dsp:spPr>
        <a:xfrm>
          <a:off x="2690176" y="166649"/>
          <a:ext cx="6259017" cy="6259017"/>
        </a:xfrm>
        <a:custGeom>
          <a:avLst/>
          <a:gdLst/>
          <a:ahLst/>
          <a:cxnLst/>
          <a:rect l="0" t="0" r="0" b="0"/>
          <a:pathLst>
            <a:path>
              <a:moveTo>
                <a:pt x="442824" y="1524656"/>
              </a:moveTo>
              <a:arcTo wR="3129508" hR="3129508" stAng="12651083" swAng="491595"/>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10162F-4B67-49EA-A357-9BB47E8DBCED}">
      <dsp:nvSpPr>
        <dsp:cNvPr id="0" name=""/>
        <dsp:cNvSpPr/>
      </dsp:nvSpPr>
      <dsp:spPr>
        <a:xfrm>
          <a:off x="3284594" y="998945"/>
          <a:ext cx="495866" cy="322313"/>
        </a:xfrm>
        <a:prstGeom prst="roundRect">
          <a:avLst/>
        </a:prstGeom>
        <a:solidFill>
          <a:srgbClr val="FF9999"/>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b="1" kern="1200" dirty="0" smtClean="0">
              <a:solidFill>
                <a:schemeClr val="tx1"/>
              </a:solidFill>
            </a:rPr>
            <a:t>Group21</a:t>
          </a:r>
          <a:endParaRPr lang="en-US" sz="800" b="1" kern="1200" dirty="0">
            <a:solidFill>
              <a:schemeClr val="tx1"/>
            </a:solidFill>
          </a:endParaRPr>
        </a:p>
      </dsp:txBody>
      <dsp:txXfrm>
        <a:off x="3300328" y="1014679"/>
        <a:ext cx="464398" cy="290845"/>
      </dsp:txXfrm>
    </dsp:sp>
    <dsp:sp modelId="{8B098E89-6F0C-4020-AAFA-412F25434574}">
      <dsp:nvSpPr>
        <dsp:cNvPr id="0" name=""/>
        <dsp:cNvSpPr/>
      </dsp:nvSpPr>
      <dsp:spPr>
        <a:xfrm>
          <a:off x="2690176" y="166649"/>
          <a:ext cx="6259017" cy="6259017"/>
        </a:xfrm>
        <a:custGeom>
          <a:avLst/>
          <a:gdLst/>
          <a:ahLst/>
          <a:cxnLst/>
          <a:rect l="0" t="0" r="0" b="0"/>
          <a:pathLst>
            <a:path>
              <a:moveTo>
                <a:pt x="1006749" y="830004"/>
              </a:moveTo>
              <a:arcTo wR="3129508" hR="3129508" stAng="13637323" swAng="36358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251AA44-A6C0-48F5-82BD-15AE1751E41B}">
      <dsp:nvSpPr>
        <dsp:cNvPr id="0" name=""/>
        <dsp:cNvSpPr/>
      </dsp:nvSpPr>
      <dsp:spPr>
        <a:xfrm>
          <a:off x="3945709" y="461088"/>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Group22</a:t>
          </a:r>
          <a:endParaRPr lang="en-US" sz="800" kern="1200" dirty="0"/>
        </a:p>
      </dsp:txBody>
      <dsp:txXfrm>
        <a:off x="3961443" y="476822"/>
        <a:ext cx="464398" cy="290845"/>
      </dsp:txXfrm>
    </dsp:sp>
    <dsp:sp modelId="{96698129-963B-4227-B693-BC3EACAB6500}">
      <dsp:nvSpPr>
        <dsp:cNvPr id="0" name=""/>
        <dsp:cNvSpPr/>
      </dsp:nvSpPr>
      <dsp:spPr>
        <a:xfrm>
          <a:off x="2690176" y="166649"/>
          <a:ext cx="6259017" cy="6259017"/>
        </a:xfrm>
        <a:custGeom>
          <a:avLst/>
          <a:gdLst/>
          <a:ahLst/>
          <a:cxnLst/>
          <a:rect l="0" t="0" r="0" b="0"/>
          <a:pathLst>
            <a:path>
              <a:moveTo>
                <a:pt x="1754194" y="318399"/>
              </a:moveTo>
              <a:arcTo wR="3129508" hR="3129508" stAng="14635809" swAng="33512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370936A-911B-4A4B-8988-2468A7FFF388}">
      <dsp:nvSpPr>
        <dsp:cNvPr id="0" name=""/>
        <dsp:cNvSpPr/>
      </dsp:nvSpPr>
      <dsp:spPr>
        <a:xfrm>
          <a:off x="4727420" y="121543"/>
          <a:ext cx="495866" cy="32231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355600">
            <a:lnSpc>
              <a:spcPct val="90000"/>
            </a:lnSpc>
            <a:spcBef>
              <a:spcPct val="0"/>
            </a:spcBef>
            <a:spcAft>
              <a:spcPct val="35000"/>
            </a:spcAft>
          </a:pPr>
          <a:r>
            <a:rPr lang="en-US" sz="800" kern="1200" dirty="0" smtClean="0"/>
            <a:t>Group23</a:t>
          </a:r>
          <a:endParaRPr lang="en-US" sz="800" kern="1200" dirty="0"/>
        </a:p>
      </dsp:txBody>
      <dsp:txXfrm>
        <a:off x="4743154" y="137277"/>
        <a:ext cx="464398" cy="290845"/>
      </dsp:txXfrm>
    </dsp:sp>
    <dsp:sp modelId="{E7236D2C-75E2-4632-A4E6-1140D5FAFAA1}">
      <dsp:nvSpPr>
        <dsp:cNvPr id="0" name=""/>
        <dsp:cNvSpPr/>
      </dsp:nvSpPr>
      <dsp:spPr>
        <a:xfrm>
          <a:off x="2690176" y="166649"/>
          <a:ext cx="6259017" cy="6259017"/>
        </a:xfrm>
        <a:custGeom>
          <a:avLst/>
          <a:gdLst/>
          <a:ahLst/>
          <a:cxnLst/>
          <a:rect l="0" t="0" r="0" b="0"/>
          <a:pathLst>
            <a:path>
              <a:moveTo>
                <a:pt x="2536563" y="56685"/>
              </a:moveTo>
              <a:arcTo wR="3129508" hR="3129508" stAng="15544692" swAng="378806"/>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D7ED61-C74C-4B13-9162-55580236230D}" type="datetimeFigureOut">
              <a:rPr lang="en-US" smtClean="0"/>
              <a:t>3/6/2022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814DF7-67C9-4127-88EA-818EB7661FFF}" type="slidenum">
              <a:rPr lang="en-US" smtClean="0"/>
              <a:t>‹#›</a:t>
            </a:fld>
            <a:endParaRPr lang="en-US"/>
          </a:p>
        </p:txBody>
      </p:sp>
    </p:spTree>
    <p:extLst>
      <p:ext uri="{BB962C8B-B14F-4D97-AF65-F5344CB8AC3E}">
        <p14:creationId xmlns:p14="http://schemas.microsoft.com/office/powerpoint/2010/main" val="2531111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The purpose is to </a:t>
            </a:r>
            <a:r>
              <a:rPr lang="en-US" sz="1200" b="0" i="0" u="none" strike="noStrike" kern="1200" dirty="0" err="1" smtClean="0">
                <a:solidFill>
                  <a:schemeClr val="tx1"/>
                </a:solidFill>
                <a:effectLst/>
                <a:latin typeface="+mn-lt"/>
                <a:ea typeface="+mn-ea"/>
                <a:cs typeface="+mn-cs"/>
              </a:rPr>
              <a:t>familiarise</a:t>
            </a:r>
            <a:r>
              <a:rPr lang="en-US" sz="1200" b="0" i="0" u="none" strike="noStrike" kern="1200" dirty="0" smtClean="0">
                <a:solidFill>
                  <a:schemeClr val="tx1"/>
                </a:solidFill>
                <a:effectLst/>
                <a:latin typeface="+mn-lt"/>
                <a:ea typeface="+mn-ea"/>
                <a:cs typeface="+mn-cs"/>
              </a:rPr>
              <a:t> the system because it will be used to evaluate your midterm proposal and final project.</a:t>
            </a:r>
            <a:endParaRPr lang="en-US" b="0" dirty="0" smtClean="0">
              <a:effectLst/>
            </a:endParaRPr>
          </a:p>
          <a:p>
            <a:pPr rtl="0"/>
            <a:r>
              <a:rPr lang="en-US" sz="1200" b="0" i="0" u="none" strike="noStrike" kern="1200" dirty="0" smtClean="0">
                <a:solidFill>
                  <a:schemeClr val="tx1"/>
                </a:solidFill>
                <a:effectLst/>
                <a:latin typeface="+mn-lt"/>
                <a:ea typeface="+mn-ea"/>
                <a:cs typeface="+mn-cs"/>
              </a:rPr>
              <a:t>And we name the system as a cross evaluation system because your group will evaluate other groups and vice versa.</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43814DF7-67C9-4127-88EA-818EB7661FFF}" type="slidenum">
              <a:rPr lang="en-US" smtClean="0"/>
              <a:t>2</a:t>
            </a:fld>
            <a:endParaRPr lang="en-US"/>
          </a:p>
        </p:txBody>
      </p:sp>
    </p:spTree>
    <p:extLst>
      <p:ext uri="{BB962C8B-B14F-4D97-AF65-F5344CB8AC3E}">
        <p14:creationId xmlns:p14="http://schemas.microsoft.com/office/powerpoint/2010/main" val="3285239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an illustration of the Evaluation form. </a:t>
            </a:r>
            <a:endParaRPr lang="en-US" b="0" dirty="0" smtClean="0">
              <a:effectLst/>
            </a:endParaRPr>
          </a:p>
          <a:p>
            <a:pPr rtl="0"/>
            <a:r>
              <a:rPr lang="en-US" sz="1200" b="0" i="0" u="none" strike="noStrike" kern="1200" dirty="0" smtClean="0">
                <a:solidFill>
                  <a:schemeClr val="tx1"/>
                </a:solidFill>
                <a:effectLst/>
                <a:latin typeface="+mn-lt"/>
                <a:ea typeface="+mn-ea"/>
                <a:cs typeface="+mn-cs"/>
              </a:rPr>
              <a:t>If you want to evaluate other groups, then first you need to find your group here, then select the presenter group. After that you can give your rank either </a:t>
            </a:r>
            <a:r>
              <a:rPr lang="en-US" sz="1200" b="0" i="0" u="none" strike="noStrike" kern="1200" dirty="0" err="1" smtClean="0">
                <a:solidFill>
                  <a:schemeClr val="tx1"/>
                </a:solidFill>
                <a:effectLst/>
                <a:latin typeface="+mn-lt"/>
                <a:ea typeface="+mn-ea"/>
                <a:cs typeface="+mn-cs"/>
              </a:rPr>
              <a:t>ABorC</a:t>
            </a:r>
            <a:r>
              <a:rPr lang="en-US" sz="1200" b="0" i="0" u="none" strike="noStrike" kern="1200" dirty="0" smtClean="0">
                <a:solidFill>
                  <a:schemeClr val="tx1"/>
                </a:solidFill>
                <a:effectLst/>
                <a:latin typeface="+mn-lt"/>
                <a:ea typeface="+mn-ea"/>
                <a:cs typeface="+mn-cs"/>
              </a:rPr>
              <a:t> including your positive and critics.</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43814DF7-67C9-4127-88EA-818EB7661FFF}" type="slidenum">
              <a:rPr lang="en-US" smtClean="0"/>
              <a:t>3</a:t>
            </a:fld>
            <a:endParaRPr lang="en-US"/>
          </a:p>
        </p:txBody>
      </p:sp>
    </p:spTree>
    <p:extLst>
      <p:ext uri="{BB962C8B-B14F-4D97-AF65-F5344CB8AC3E}">
        <p14:creationId xmlns:p14="http://schemas.microsoft.com/office/powerpoint/2010/main" val="3485296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a table to understand easier how the cross evaluation system works.</a:t>
            </a:r>
            <a:endParaRPr lang="en-US" b="0" dirty="0" smtClean="0">
              <a:effectLst/>
            </a:endParaRPr>
          </a:p>
          <a:p>
            <a:pPr rtl="0"/>
            <a:r>
              <a:rPr lang="en-US" sz="1200" b="0" i="0" u="none" strike="noStrike" kern="1200" dirty="0" smtClean="0">
                <a:solidFill>
                  <a:schemeClr val="tx1"/>
                </a:solidFill>
                <a:effectLst/>
                <a:latin typeface="+mn-lt"/>
                <a:ea typeface="+mn-ea"/>
                <a:cs typeface="+mn-cs"/>
              </a:rPr>
              <a:t>For example there are 23 groups in a class and each group will present their midterm proposal/final project</a:t>
            </a:r>
            <a:endParaRPr lang="en-US" b="0" dirty="0" smtClean="0">
              <a:effectLst/>
            </a:endParaRPr>
          </a:p>
          <a:p>
            <a:pPr rtl="0"/>
            <a:r>
              <a:rPr lang="en-US" sz="1200" b="0" i="0" u="none" strike="noStrike" kern="1200" dirty="0" smtClean="0">
                <a:solidFill>
                  <a:schemeClr val="tx1"/>
                </a:solidFill>
                <a:effectLst/>
                <a:latin typeface="+mn-lt"/>
                <a:ea typeface="+mn-ea"/>
                <a:cs typeface="+mn-cs"/>
              </a:rPr>
              <a:t>If you are as a group1, you will evaluate other presenter groups → then, you will evaluate and gives grade/score to other presenter groups</a:t>
            </a:r>
            <a:endParaRPr lang="en-US" b="0" dirty="0" smtClean="0">
              <a:effectLst/>
            </a:endParaRPr>
          </a:p>
          <a:p>
            <a:pPr rtl="0"/>
            <a:r>
              <a:rPr lang="en-US" sz="1200" b="0" i="0" u="none" strike="noStrike" kern="1200" dirty="0" smtClean="0">
                <a:solidFill>
                  <a:schemeClr val="tx1"/>
                </a:solidFill>
                <a:effectLst/>
                <a:latin typeface="+mn-lt"/>
                <a:ea typeface="+mn-ea"/>
                <a:cs typeface="+mn-cs"/>
              </a:rPr>
              <a:t>Suppose you are as a presenter group 1, you will be evaluated by other groups → then, you will Get grade/score from other groups</a:t>
            </a:r>
            <a:endParaRPr lang="en-US" b="0" dirty="0" smtClean="0">
              <a:effectLst/>
            </a:endParaRPr>
          </a:p>
          <a:p>
            <a:pPr rtl="0"/>
            <a:r>
              <a:rPr lang="en-US" sz="1200" b="0" i="0" u="none" strike="noStrike" kern="1200" dirty="0" smtClean="0">
                <a:solidFill>
                  <a:schemeClr val="tx1"/>
                </a:solidFill>
                <a:effectLst/>
                <a:latin typeface="+mn-lt"/>
                <a:ea typeface="+mn-ea"/>
                <a:cs typeface="+mn-cs"/>
              </a:rPr>
              <a:t>According to the explanation, each group should has a file which consists of 2 sheets: list of grades (1) List score you give  (2) List score you get</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43814DF7-67C9-4127-88EA-818EB7661FFF}" type="slidenum">
              <a:rPr lang="en-US" smtClean="0"/>
              <a:t>4</a:t>
            </a:fld>
            <a:endParaRPr lang="en-US"/>
          </a:p>
        </p:txBody>
      </p:sp>
    </p:spTree>
    <p:extLst>
      <p:ext uri="{BB962C8B-B14F-4D97-AF65-F5344CB8AC3E}">
        <p14:creationId xmlns:p14="http://schemas.microsoft.com/office/powerpoint/2010/main" val="2364186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Therefore, for each group, you have an online file consisting of 2 following sheets. </a:t>
            </a:r>
            <a:endParaRPr lang="en-US" b="0" dirty="0" smtClean="0">
              <a:effectLst/>
            </a:endParaRPr>
          </a:p>
          <a:p>
            <a:pPr rtl="0"/>
            <a:r>
              <a:rPr lang="en-US" sz="1200" b="0" i="0" u="none" strike="noStrike" kern="1200" dirty="0" smtClean="0">
                <a:solidFill>
                  <a:schemeClr val="tx1"/>
                </a:solidFill>
                <a:effectLst/>
                <a:latin typeface="+mn-lt"/>
                <a:ea typeface="+mn-ea"/>
                <a:cs typeface="+mn-cs"/>
              </a:rPr>
              <a:t>This is a picture when you see the list score you give</a:t>
            </a:r>
            <a:endParaRPr lang="en-US" b="0" dirty="0" smtClean="0">
              <a:effectLst/>
            </a:endParaRPr>
          </a:p>
          <a:p>
            <a:r>
              <a:rPr lang="en-US" sz="1200" b="0" i="0" u="none" strike="noStrike" kern="1200" dirty="0" smtClean="0">
                <a:solidFill>
                  <a:schemeClr val="tx1"/>
                </a:solidFill>
                <a:effectLst/>
                <a:latin typeface="+mn-lt"/>
                <a:ea typeface="+mn-ea"/>
                <a:cs typeface="+mn-cs"/>
              </a:rPr>
              <a:t>The other picture is when you see the list score you get. In here, you couldn't see who gave you rank A, B, or C. </a:t>
            </a:r>
            <a:endParaRPr lang="en-US" dirty="0"/>
          </a:p>
        </p:txBody>
      </p:sp>
      <p:sp>
        <p:nvSpPr>
          <p:cNvPr id="4" name="Slide Number Placeholder 3"/>
          <p:cNvSpPr>
            <a:spLocks noGrp="1"/>
          </p:cNvSpPr>
          <p:nvPr>
            <p:ph type="sldNum" sz="quarter" idx="10"/>
          </p:nvPr>
        </p:nvSpPr>
        <p:spPr/>
        <p:txBody>
          <a:bodyPr/>
          <a:lstStyle/>
          <a:p>
            <a:fld id="{43814DF7-67C9-4127-88EA-818EB7661FFF}" type="slidenum">
              <a:rPr lang="en-US" smtClean="0"/>
              <a:t>5</a:t>
            </a:fld>
            <a:endParaRPr lang="en-US"/>
          </a:p>
        </p:txBody>
      </p:sp>
    </p:spTree>
    <p:extLst>
      <p:ext uri="{BB962C8B-B14F-4D97-AF65-F5344CB8AC3E}">
        <p14:creationId xmlns:p14="http://schemas.microsoft.com/office/powerpoint/2010/main" val="2619079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How to view your group grade/score? TAs will send a link so you can view your own group grade/score list. In other words, you can not see other group’s grade</a:t>
            </a:r>
            <a:endParaRPr lang="en-US" b="0" dirty="0" smtClean="0">
              <a:effectLst/>
            </a:endParaRP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43814DF7-67C9-4127-88EA-818EB7661FFF}" type="slidenum">
              <a:rPr lang="en-US" smtClean="0"/>
              <a:t>6</a:t>
            </a:fld>
            <a:endParaRPr lang="en-US"/>
          </a:p>
        </p:txBody>
      </p:sp>
    </p:spTree>
    <p:extLst>
      <p:ext uri="{BB962C8B-B14F-4D97-AF65-F5344CB8AC3E}">
        <p14:creationId xmlns:p14="http://schemas.microsoft.com/office/powerpoint/2010/main" val="964108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There are some rules also that need to be followed.</a:t>
            </a:r>
            <a:endParaRPr lang="en-US" b="0" dirty="0" smtClean="0">
              <a:effectLst/>
            </a:endParaRPr>
          </a:p>
          <a:p>
            <a:pPr rtl="0"/>
            <a:r>
              <a:rPr lang="en-US" sz="1200" b="1" i="0" u="none" strike="noStrike" kern="1200" dirty="0" smtClean="0">
                <a:solidFill>
                  <a:schemeClr val="tx1"/>
                </a:solidFill>
                <a:effectLst/>
                <a:latin typeface="+mn-lt"/>
                <a:ea typeface="+mn-ea"/>
                <a:cs typeface="+mn-cs"/>
              </a:rPr>
              <a:t>First</a:t>
            </a:r>
            <a:r>
              <a:rPr lang="en-US" sz="1200" b="0" i="0" u="none" strike="noStrike" kern="1200" dirty="0" smtClean="0">
                <a:solidFill>
                  <a:schemeClr val="tx1"/>
                </a:solidFill>
                <a:effectLst/>
                <a:latin typeface="+mn-lt"/>
                <a:ea typeface="+mn-ea"/>
                <a:cs typeface="+mn-cs"/>
              </a:rPr>
              <a:t>, A group only evaluates 10 next presenter groups. For example, Group 1, 1+10 equals 11. It means Group 1 only evaluates Group 2 to Group 11.</a:t>
            </a:r>
            <a:endParaRPr lang="en-US" b="0" dirty="0" smtClean="0">
              <a:effectLst/>
            </a:endParaRPr>
          </a:p>
          <a:p>
            <a:pPr rtl="0"/>
            <a:r>
              <a:rPr lang="en-US" sz="1200" b="0" i="0" u="none" strike="noStrike" kern="1200" dirty="0" smtClean="0">
                <a:solidFill>
                  <a:schemeClr val="tx1"/>
                </a:solidFill>
                <a:effectLst/>
                <a:latin typeface="+mn-lt"/>
                <a:ea typeface="+mn-ea"/>
                <a:cs typeface="+mn-cs"/>
              </a:rPr>
              <a:t>Group 2 only evaluate Group 3 to Group 12</a:t>
            </a:r>
            <a:endParaRPr lang="en-US" b="0" dirty="0" smtClean="0">
              <a:effectLst/>
            </a:endParaRPr>
          </a:p>
          <a:p>
            <a:pPr rtl="0"/>
            <a:r>
              <a:rPr lang="en-US" sz="1200" b="0" i="0" u="none" strike="noStrike" kern="1200" dirty="0" smtClean="0">
                <a:solidFill>
                  <a:schemeClr val="tx1"/>
                </a:solidFill>
                <a:effectLst/>
                <a:latin typeface="+mn-lt"/>
                <a:ea typeface="+mn-ea"/>
                <a:cs typeface="+mn-cs"/>
              </a:rPr>
              <a:t>Starting to Group 14, memorize that the total group is 23. So 14+10 equals 24, then 24-total group, 23, then we get 1. It means that group 14 evaluates group 15 to group 23 then continue to Group 1</a:t>
            </a:r>
            <a:endParaRPr lang="en-US" b="0" dirty="0" smtClean="0">
              <a:effectLst/>
            </a:endParaRPr>
          </a:p>
          <a:p>
            <a:pPr rtl="0"/>
            <a:r>
              <a:rPr lang="en-US" sz="1200" b="0" i="0" u="none" strike="noStrike" kern="1200" dirty="0" smtClean="0">
                <a:solidFill>
                  <a:schemeClr val="tx1"/>
                </a:solidFill>
                <a:effectLst/>
                <a:latin typeface="+mn-lt"/>
                <a:ea typeface="+mn-ea"/>
                <a:cs typeface="+mn-cs"/>
              </a:rPr>
              <a:t>So do for group 23. 23+10 equals 33. 33-total group equals 10 which means Group 23 evaluate Group1 to Group 23</a:t>
            </a:r>
            <a:endParaRPr lang="en-US" b="0" dirty="0" smtClean="0">
              <a:effectLst/>
            </a:endParaRPr>
          </a:p>
        </p:txBody>
      </p:sp>
      <p:sp>
        <p:nvSpPr>
          <p:cNvPr id="4" name="Slide Number Placeholder 3"/>
          <p:cNvSpPr>
            <a:spLocks noGrp="1"/>
          </p:cNvSpPr>
          <p:nvPr>
            <p:ph type="sldNum" sz="quarter" idx="10"/>
          </p:nvPr>
        </p:nvSpPr>
        <p:spPr/>
        <p:txBody>
          <a:bodyPr/>
          <a:lstStyle/>
          <a:p>
            <a:fld id="{43814DF7-67C9-4127-88EA-818EB7661FFF}" type="slidenum">
              <a:rPr lang="en-US" smtClean="0"/>
              <a:t>7</a:t>
            </a:fld>
            <a:endParaRPr lang="en-US"/>
          </a:p>
        </p:txBody>
      </p:sp>
    </p:spTree>
    <p:extLst>
      <p:ext uri="{BB962C8B-B14F-4D97-AF65-F5344CB8AC3E}">
        <p14:creationId xmlns:p14="http://schemas.microsoft.com/office/powerpoint/2010/main" val="2894530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This is the cycle illustration of group1 only evaluates group 2 to group 11</a:t>
            </a:r>
            <a:endParaRPr lang="en-US" b="0" dirty="0" smtClean="0">
              <a:effectLst/>
            </a:endParaRPr>
          </a:p>
        </p:txBody>
      </p:sp>
      <p:sp>
        <p:nvSpPr>
          <p:cNvPr id="4" name="Slide Number Placeholder 3"/>
          <p:cNvSpPr>
            <a:spLocks noGrp="1"/>
          </p:cNvSpPr>
          <p:nvPr>
            <p:ph type="sldNum" sz="quarter" idx="10"/>
          </p:nvPr>
        </p:nvSpPr>
        <p:spPr/>
        <p:txBody>
          <a:bodyPr/>
          <a:lstStyle/>
          <a:p>
            <a:fld id="{43814DF7-67C9-4127-88EA-818EB7661FFF}" type="slidenum">
              <a:rPr lang="en-US" smtClean="0"/>
              <a:t>8</a:t>
            </a:fld>
            <a:endParaRPr lang="en-US"/>
          </a:p>
        </p:txBody>
      </p:sp>
    </p:spTree>
    <p:extLst>
      <p:ext uri="{BB962C8B-B14F-4D97-AF65-F5344CB8AC3E}">
        <p14:creationId xmlns:p14="http://schemas.microsoft.com/office/powerpoint/2010/main" val="219165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smtClean="0">
                <a:solidFill>
                  <a:schemeClr val="tx1"/>
                </a:solidFill>
                <a:effectLst/>
                <a:latin typeface="+mn-lt"/>
                <a:ea typeface="+mn-ea"/>
                <a:cs typeface="+mn-cs"/>
              </a:rPr>
              <a:t>Second rule </a:t>
            </a:r>
            <a:r>
              <a:rPr lang="en-US" sz="1200" b="0" i="0" u="none" strike="noStrike" kern="1200" dirty="0" smtClean="0">
                <a:solidFill>
                  <a:schemeClr val="tx1"/>
                </a:solidFill>
                <a:effectLst/>
                <a:latin typeface="+mn-lt"/>
                <a:ea typeface="+mn-ea"/>
                <a:cs typeface="+mn-cs"/>
              </a:rPr>
              <a:t>relates to grades. You have to give a fair assessment: there are bad, good, and better grades. You cannot give all groups A, or all groups B. </a:t>
            </a:r>
            <a:endParaRPr lang="en-US" b="0" dirty="0" smtClean="0">
              <a:effectLst/>
            </a:endParaRPr>
          </a:p>
          <a:p>
            <a:pPr rtl="0"/>
            <a:r>
              <a:rPr lang="en-US" sz="1200" b="0" i="0" u="none" strike="noStrike" kern="1200" dirty="0" smtClean="0">
                <a:solidFill>
                  <a:schemeClr val="tx1"/>
                </a:solidFill>
                <a:effectLst/>
                <a:latin typeface="+mn-lt"/>
                <a:ea typeface="+mn-ea"/>
                <a:cs typeface="+mn-cs"/>
              </a:rPr>
              <a:t>So we have rule: </a:t>
            </a:r>
            <a:endParaRPr lang="en-US" b="0" dirty="0" smtClean="0">
              <a:effectLst/>
            </a:endParaRP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you are only allowed to give C more than 0 but less than equal to 2. So only give C for 1 or 2 presenter groups</a:t>
            </a: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And give B greater equal than 6 (Give C minimum to 6 presenter groups). </a:t>
            </a:r>
          </a:p>
          <a:p>
            <a:pPr marL="228600" indent="-228600" rtl="0" fontAlgn="base">
              <a:buFont typeface="+mj-lt"/>
              <a:buAutoNum type="arabicPeriod"/>
            </a:pPr>
            <a:r>
              <a:rPr lang="en-US" sz="1200" b="0" i="0" u="none" strike="noStrike" kern="1200" dirty="0" smtClean="0">
                <a:solidFill>
                  <a:schemeClr val="tx1"/>
                </a:solidFill>
                <a:effectLst/>
                <a:latin typeface="+mn-lt"/>
                <a:ea typeface="+mn-ea"/>
                <a:cs typeface="+mn-cs"/>
              </a:rPr>
              <a:t>And give A for 1 or 3 presenter groups.</a:t>
            </a:r>
          </a:p>
          <a:p>
            <a:pPr rtl="0"/>
            <a:r>
              <a:rPr lang="en-US" sz="1200" b="0" i="0" u="none" strike="noStrike" kern="1200" dirty="0" smtClean="0">
                <a:solidFill>
                  <a:schemeClr val="tx1"/>
                </a:solidFill>
                <a:effectLst/>
                <a:latin typeface="+mn-lt"/>
                <a:ea typeface="+mn-ea"/>
                <a:cs typeface="+mn-cs"/>
              </a:rPr>
              <a:t>In that case, due to cycle evaluation, you only grade 10 presenter groups, this an example that fits the rule: We give C for 1 presenter groups, B for 7 presenter groups, A for 2 presenter groups.</a:t>
            </a:r>
            <a:endParaRPr lang="en-US" b="0" dirty="0" smtClean="0">
              <a:effectLst/>
            </a:endParaRPr>
          </a:p>
          <a:p>
            <a:pPr rtl="0"/>
            <a:r>
              <a:rPr lang="en-US" sz="1200" b="0" i="0" u="none" strike="noStrike" kern="1200" dirty="0" smtClean="0">
                <a:solidFill>
                  <a:schemeClr val="tx1"/>
                </a:solidFill>
                <a:effectLst/>
                <a:latin typeface="+mn-lt"/>
                <a:ea typeface="+mn-ea"/>
                <a:cs typeface="+mn-cs"/>
              </a:rPr>
              <a:t>Regarding this second rule, how if you want to change your rating (Your evaluation to another group)? Remember, An online file can only be viewed</a:t>
            </a:r>
            <a:endParaRPr lang="en-US" b="0" dirty="0" smtClean="0">
              <a:effectLst/>
            </a:endParaRPr>
          </a:p>
          <a:p>
            <a:pPr rtl="0"/>
            <a:r>
              <a:rPr lang="en-US" sz="1200" b="0" i="0" u="none" strike="noStrike" kern="1200" dirty="0" smtClean="0">
                <a:solidFill>
                  <a:schemeClr val="tx1"/>
                </a:solidFill>
                <a:effectLst/>
                <a:latin typeface="+mn-lt"/>
                <a:ea typeface="+mn-ea"/>
                <a:cs typeface="+mn-cs"/>
              </a:rPr>
              <a:t>For example: You have given grade C for 4 presenter groups, due to the rule you only allowed to give C for 1 or 2 presenter groups. So you need to change your evaluation.</a:t>
            </a:r>
            <a:endParaRPr lang="en-US" b="0" dirty="0" smtClean="0">
              <a:effectLst/>
            </a:endParaRPr>
          </a:p>
          <a:p>
            <a:pPr rtl="0"/>
            <a:r>
              <a:rPr lang="en-US" sz="1200" b="0" i="0" u="none" strike="noStrike" kern="1200" dirty="0" smtClean="0">
                <a:solidFill>
                  <a:schemeClr val="tx1"/>
                </a:solidFill>
                <a:effectLst/>
                <a:latin typeface="+mn-lt"/>
                <a:ea typeface="+mn-ea"/>
                <a:cs typeface="+mn-cs"/>
              </a:rPr>
              <a:t>How to change it? You can go back to the evaluation form and fill in the form again and change the rank. Because you can only view the file, then TA is the one who will check your record. If there are any duplicate presenter groups, but have different rank, then we will delete the oldest one.</a:t>
            </a:r>
            <a:endParaRPr lang="en-US" b="0" dirty="0" smtClean="0">
              <a:effectLst/>
            </a:endParaRPr>
          </a:p>
        </p:txBody>
      </p:sp>
      <p:sp>
        <p:nvSpPr>
          <p:cNvPr id="4" name="Slide Number Placeholder 3"/>
          <p:cNvSpPr>
            <a:spLocks noGrp="1"/>
          </p:cNvSpPr>
          <p:nvPr>
            <p:ph type="sldNum" sz="quarter" idx="10"/>
          </p:nvPr>
        </p:nvSpPr>
        <p:spPr/>
        <p:txBody>
          <a:bodyPr/>
          <a:lstStyle/>
          <a:p>
            <a:fld id="{43814DF7-67C9-4127-88EA-818EB7661FFF}" type="slidenum">
              <a:rPr lang="en-US" smtClean="0"/>
              <a:t>14</a:t>
            </a:fld>
            <a:endParaRPr lang="en-US"/>
          </a:p>
        </p:txBody>
      </p:sp>
    </p:spTree>
    <p:extLst>
      <p:ext uri="{BB962C8B-B14F-4D97-AF65-F5344CB8AC3E}">
        <p14:creationId xmlns:p14="http://schemas.microsoft.com/office/powerpoint/2010/main" val="1533733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3/6/2022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3/6/2022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3/6/2022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3/6/2022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3/6/2022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3/6/2022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3/6/2022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3/6/2022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3/6/2022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3/6/2022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3/6/2022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3/6/2022</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7.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Online </a:t>
            </a:r>
            <a:r>
              <a:rPr lang="en-US" dirty="0" smtClean="0"/>
              <a:t>cross evaluation system</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93261561"/>
      </p:ext>
    </p:extLst>
  </p:cSld>
  <p:clrMapOvr>
    <a:masterClrMapping/>
  </p:clrMapOvr>
  <mc:AlternateContent xmlns:mc="http://schemas.openxmlformats.org/markup-compatibility/2006" xmlns:p14="http://schemas.microsoft.com/office/powerpoint/2010/main">
    <mc:Choice Requires="p14">
      <p:transition spd="slow" p14:dur="2000" advTm="6049">
        <p:cut/>
      </p:transition>
    </mc:Choice>
    <mc:Fallback xmlns="">
      <p:transition spd="slow" advTm="6049">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a:t>
            </a:r>
          </a:p>
        </p:txBody>
      </p:sp>
      <p:sp>
        <p:nvSpPr>
          <p:cNvPr id="3" name="Content Placeholder 2"/>
          <p:cNvSpPr>
            <a:spLocks noGrp="1"/>
          </p:cNvSpPr>
          <p:nvPr>
            <p:ph idx="1"/>
          </p:nvPr>
        </p:nvSpPr>
        <p:spPr/>
        <p:txBody>
          <a:bodyPr/>
          <a:lstStyle/>
          <a:p>
            <a:r>
              <a:rPr lang="en-US" b="1" u="sng" dirty="0">
                <a:solidFill>
                  <a:schemeClr val="accent1"/>
                </a:solidFill>
              </a:rPr>
              <a:t>Familiarize</a:t>
            </a:r>
            <a:r>
              <a:rPr lang="en-US" dirty="0"/>
              <a:t> the </a:t>
            </a:r>
            <a:r>
              <a:rPr lang="en-US" dirty="0" smtClean="0"/>
              <a:t>cross </a:t>
            </a:r>
            <a:r>
              <a:rPr lang="en-US" dirty="0"/>
              <a:t>evaluation </a:t>
            </a:r>
            <a:r>
              <a:rPr lang="en-US" dirty="0" smtClean="0"/>
              <a:t>system </a:t>
            </a:r>
            <a:r>
              <a:rPr lang="en-US" dirty="0"/>
              <a:t>for </a:t>
            </a:r>
            <a:r>
              <a:rPr lang="en-US" u="sng" dirty="0"/>
              <a:t>Midterm Proposal </a:t>
            </a:r>
            <a:r>
              <a:rPr lang="en-US" dirty="0"/>
              <a:t>and </a:t>
            </a:r>
            <a:r>
              <a:rPr lang="en-US" u="sng"/>
              <a:t>Final </a:t>
            </a:r>
            <a:r>
              <a:rPr lang="en-US" u="sng" smtClean="0"/>
              <a:t>Project</a:t>
            </a:r>
            <a:endParaRPr lang="en-US" u="sng" dirty="0"/>
          </a:p>
        </p:txBody>
      </p:sp>
    </p:spTree>
    <p:extLst>
      <p:ext uri="{BB962C8B-B14F-4D97-AF65-F5344CB8AC3E}">
        <p14:creationId xmlns:p14="http://schemas.microsoft.com/office/powerpoint/2010/main" val="3276459229"/>
      </p:ext>
    </p:extLst>
  </p:cSld>
  <p:clrMapOvr>
    <a:masterClrMapping/>
  </p:clrMapOvr>
  <mc:AlternateContent xmlns:mc="http://schemas.openxmlformats.org/markup-compatibility/2006" xmlns:p14="http://schemas.microsoft.com/office/powerpoint/2010/main">
    <mc:Choice Requires="p14">
      <p:transition spd="slow" p14:dur="2000" advTm="19000">
        <p:cut/>
      </p:transition>
    </mc:Choice>
    <mc:Fallback xmlns="">
      <p:transition spd="slow" advTm="19000">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Evaluation Form</a:t>
            </a:r>
            <a:endParaRPr lang="en-US" dirty="0"/>
          </a:p>
        </p:txBody>
      </p:sp>
      <p:sp>
        <p:nvSpPr>
          <p:cNvPr id="8" name="Content Placeholder 7"/>
          <p:cNvSpPr>
            <a:spLocks noGrp="1"/>
          </p:cNvSpPr>
          <p:nvPr>
            <p:ph idx="1"/>
          </p:nvPr>
        </p:nvSpPr>
        <p:spPr/>
        <p:txBody>
          <a:bodyPr/>
          <a:lstStyle/>
          <a:p>
            <a:endParaRPr lang="en-US" dirty="0"/>
          </a:p>
        </p:txBody>
      </p:sp>
      <p:grpSp>
        <p:nvGrpSpPr>
          <p:cNvPr id="6" name="Group 5"/>
          <p:cNvGrpSpPr/>
          <p:nvPr/>
        </p:nvGrpSpPr>
        <p:grpSpPr>
          <a:xfrm>
            <a:off x="6601522" y="0"/>
            <a:ext cx="4001851" cy="6840640"/>
            <a:chOff x="6601522" y="0"/>
            <a:chExt cx="4001851" cy="6840640"/>
          </a:xfrm>
        </p:grpSpPr>
        <p:pic>
          <p:nvPicPr>
            <p:cNvPr id="4" name="Picture 3"/>
            <p:cNvPicPr>
              <a:picLocks noChangeAspect="1"/>
            </p:cNvPicPr>
            <p:nvPr/>
          </p:nvPicPr>
          <p:blipFill>
            <a:blip r:embed="rId4"/>
            <a:stretch>
              <a:fillRect/>
            </a:stretch>
          </p:blipFill>
          <p:spPr>
            <a:xfrm>
              <a:off x="6601522" y="0"/>
              <a:ext cx="4001851" cy="6840640"/>
            </a:xfrm>
            <a:prstGeom prst="rect">
              <a:avLst/>
            </a:prstGeom>
          </p:spPr>
        </p:pic>
        <p:pic>
          <p:nvPicPr>
            <p:cNvPr id="5" name="Picture 4"/>
            <p:cNvPicPr>
              <a:picLocks noChangeAspect="1"/>
            </p:cNvPicPr>
            <p:nvPr/>
          </p:nvPicPr>
          <p:blipFill>
            <a:blip r:embed="rId5"/>
            <a:stretch>
              <a:fillRect/>
            </a:stretch>
          </p:blipFill>
          <p:spPr>
            <a:xfrm>
              <a:off x="6754608" y="2480611"/>
              <a:ext cx="1287865" cy="232981"/>
            </a:xfrm>
            <a:prstGeom prst="rect">
              <a:avLst/>
            </a:prstGeom>
          </p:spPr>
        </p:pic>
      </p:grpSp>
    </p:spTree>
    <p:custDataLst>
      <p:tags r:id="rId1"/>
    </p:custDataLst>
    <p:extLst>
      <p:ext uri="{BB962C8B-B14F-4D97-AF65-F5344CB8AC3E}">
        <p14:creationId xmlns:p14="http://schemas.microsoft.com/office/powerpoint/2010/main" val="1075688883"/>
      </p:ext>
    </p:extLst>
  </p:cSld>
  <p:clrMapOvr>
    <a:masterClrMapping/>
  </p:clrMapOvr>
  <mc:AlternateContent xmlns:mc="http://schemas.openxmlformats.org/markup-compatibility/2006" xmlns:p14="http://schemas.microsoft.com/office/powerpoint/2010/main">
    <mc:Choice Requires="p14">
      <p:transition spd="slow" p14:dur="2000" advTm="25033">
        <p:cut/>
      </p:transition>
    </mc:Choice>
    <mc:Fallback xmlns="">
      <p:transition spd="slow" advTm="25033">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9847" x="820738" y="5392738"/>
          <p14:tracePt t="9897" x="835025" y="5392738"/>
          <p14:tracePt t="9914" x="928688" y="5341938"/>
          <p14:tracePt t="9931" x="1168400" y="5232400"/>
          <p14:tracePt t="9948" x="1749425" y="5021263"/>
          <p14:tracePt t="9964" x="2452688" y="4840288"/>
          <p14:tracePt t="9981" x="3200400" y="4622800"/>
          <p14:tracePt t="9998" x="4064000" y="4354513"/>
          <p14:tracePt t="10015" x="5203825" y="4035425"/>
          <p14:tracePt t="10031" x="5588000" y="3897313"/>
          <p14:tracePt t="10048" x="5813425" y="3787775"/>
          <p14:tracePt t="10065" x="5929313" y="3708400"/>
          <p14:tracePt t="10081" x="6022975" y="3643313"/>
          <p14:tracePt t="10098" x="6103938" y="3519488"/>
          <p14:tracePt t="10114" x="6189663" y="3395663"/>
          <p14:tracePt t="10131" x="6240463" y="3294063"/>
          <p14:tracePt t="10148" x="6276975" y="3222625"/>
          <p14:tracePt t="10164" x="6299200" y="3163888"/>
          <p14:tracePt t="10181" x="6313488" y="3141663"/>
          <p14:tracePt t="10198" x="6335713" y="3113088"/>
          <p14:tracePt t="10215" x="6415088" y="3005138"/>
          <p14:tracePt t="10231" x="6502400" y="2867025"/>
          <p14:tracePt t="10248" x="6596063" y="2757488"/>
          <p14:tracePt t="10266" x="6646863" y="2670175"/>
          <p14:tracePt t="10281" x="6677025" y="2613025"/>
          <p14:tracePt t="10300" x="6705600" y="2568575"/>
          <p14:tracePt t="10314" x="6734175" y="2517775"/>
          <p14:tracePt t="10331" x="6778625" y="2446338"/>
          <p14:tracePt t="10348" x="6821488" y="2365375"/>
          <p14:tracePt t="10364" x="6850063" y="2271713"/>
          <p14:tracePt t="10381" x="6872288" y="2184400"/>
          <p14:tracePt t="10398" x="6880225" y="2111375"/>
          <p14:tracePt t="10414" x="6886575" y="2074863"/>
          <p14:tracePt t="10431" x="6894513" y="2017713"/>
          <p14:tracePt t="10448" x="6908800" y="1973263"/>
          <p14:tracePt t="10464" x="6923088" y="1930400"/>
          <p14:tracePt t="10481" x="6923088" y="1879600"/>
          <p14:tracePt t="10499" x="6923088" y="1836738"/>
          <p14:tracePt t="10514" x="6945313" y="1792288"/>
          <p14:tracePt t="10532" x="6951663" y="1749425"/>
          <p14:tracePt t="10536" x="6951663" y="1735138"/>
          <p14:tracePt t="10548" x="6973888" y="1704975"/>
          <p14:tracePt t="10564" x="7018338" y="1633538"/>
          <p14:tracePt t="10581" x="7053263" y="1574800"/>
          <p14:tracePt t="10598" x="7089775" y="1546225"/>
          <p14:tracePt t="10615" x="7134225" y="1516063"/>
          <p14:tracePt t="10631" x="7242175" y="1487488"/>
          <p14:tracePt t="10648" x="7323138" y="1481138"/>
          <p14:tracePt t="10664" x="7402513" y="1481138"/>
          <p14:tracePt t="10681" x="7489825" y="1481138"/>
          <p14:tracePt t="10698" x="7569200" y="1481138"/>
          <p14:tracePt t="10714" x="7634288" y="1481138"/>
          <p14:tracePt t="10731" x="7707313" y="1481138"/>
          <p14:tracePt t="10748" x="7758113" y="1481138"/>
          <p14:tracePt t="10764" x="7823200" y="1481138"/>
          <p14:tracePt t="10781" x="7939088" y="1501775"/>
          <p14:tracePt t="10801" x="8128000" y="1560513"/>
          <p14:tracePt t="10815" x="8186738" y="1574800"/>
          <p14:tracePt t="10831" x="8359775" y="1617663"/>
          <p14:tracePt t="10848" x="8418513" y="1647825"/>
          <p14:tracePt t="10864" x="8447088" y="1668463"/>
          <p14:tracePt t="10881" x="8491538" y="1690688"/>
          <p14:tracePt t="10898" x="8512175" y="1704975"/>
          <p14:tracePt t="10915" x="8534400" y="1735138"/>
          <p14:tracePt t="10932" x="8548688" y="1749425"/>
          <p14:tracePt t="10948" x="8548688" y="1763713"/>
          <p14:tracePt t="10966" x="8556625" y="1800225"/>
          <p14:tracePt t="10982" x="8562975" y="1851025"/>
          <p14:tracePt t="10999" x="8570913" y="1922463"/>
          <p14:tracePt t="11017" x="8577263" y="1958975"/>
          <p14:tracePt t="11032" x="8577263" y="1966913"/>
          <p14:tracePt t="11056" x="8577263" y="1981200"/>
          <p14:tracePt t="11066" x="8570913" y="1989138"/>
          <p14:tracePt t="11082" x="8556625" y="2003425"/>
          <p14:tracePt t="11098" x="8542338" y="2032000"/>
          <p14:tracePt t="11117" x="8512175" y="2054225"/>
          <p14:tracePt t="11132" x="8483600" y="2068513"/>
          <p14:tracePt t="11148" x="8432800" y="2090738"/>
          <p14:tracePt t="11165" x="8396288" y="2097088"/>
          <p14:tracePt t="11181" x="8345488" y="2111375"/>
          <p14:tracePt t="11198" x="8308975" y="2125663"/>
          <p14:tracePt t="11215" x="8266113" y="2141538"/>
          <p14:tracePt t="11231" x="8215313" y="2155825"/>
          <p14:tracePt t="11248" x="8170863" y="2170113"/>
          <p14:tracePt t="11265" x="8113713" y="2170113"/>
          <p14:tracePt t="11281" x="8069263" y="2176463"/>
          <p14:tracePt t="11298" x="8034338" y="2176463"/>
          <p14:tracePt t="11315" x="8004175" y="2176463"/>
          <p14:tracePt t="11331" x="7967663" y="2176463"/>
          <p14:tracePt t="11348" x="7932738" y="2176463"/>
          <p14:tracePt t="11365" x="7881938" y="2176463"/>
          <p14:tracePt t="11382" x="7845425" y="2176463"/>
          <p14:tracePt t="11399" x="7780338" y="2176463"/>
          <p14:tracePt t="11416" x="7743825" y="2176463"/>
          <p14:tracePt t="11432" x="7713663" y="2176463"/>
          <p14:tracePt t="11449" x="7699375" y="2170113"/>
          <p14:tracePt t="11466" x="7670800" y="2155825"/>
          <p14:tracePt t="11482" x="7648575" y="2141538"/>
          <p14:tracePt t="11499" x="7634288" y="2141538"/>
          <p14:tracePt t="11515" x="7597775" y="2119313"/>
          <p14:tracePt t="11532" x="7591425" y="2119313"/>
          <p14:tracePt t="11541" x="7583488" y="2119313"/>
          <p14:tracePt t="11551" x="7569200" y="2111375"/>
          <p14:tracePt t="11604" x="7554913" y="2097088"/>
          <p14:tracePt t="11629" x="7546975" y="2097088"/>
          <p14:tracePt t="11676" x="7540625" y="2090738"/>
          <p14:tracePt t="11751" x="7532688" y="2090738"/>
          <p14:tracePt t="11784" x="7526338" y="2082800"/>
          <p14:tracePt t="12821" x="7526338" y="2090738"/>
          <p14:tracePt t="12830" x="7532688" y="2105025"/>
          <p14:tracePt t="12837" x="7546975" y="2119313"/>
          <p14:tracePt t="12848" x="7569200" y="2147888"/>
          <p14:tracePt t="12865" x="7597775" y="2192338"/>
          <p14:tracePt t="12882" x="7648575" y="2243138"/>
          <p14:tracePt t="12899" x="7743825" y="2328863"/>
          <p14:tracePt t="12915" x="7823200" y="2401888"/>
          <p14:tracePt t="12933" x="7874000" y="2438400"/>
          <p14:tracePt t="12949" x="7910513" y="2466975"/>
          <p14:tracePt t="12969" x="7932738" y="2497138"/>
          <p14:tracePt t="12985" x="7939088" y="2511425"/>
          <p14:tracePt t="12999" x="7947025" y="2517775"/>
          <p14:tracePt t="13017" x="7967663" y="2547938"/>
          <p14:tracePt t="13033" x="7967663" y="2554288"/>
          <p14:tracePt t="13040" x="7975600" y="2568575"/>
          <p14:tracePt t="13049" x="7983538" y="2576513"/>
          <p14:tracePt t="13065" x="7989888" y="2598738"/>
          <p14:tracePt t="13083" x="7997825" y="2633663"/>
          <p14:tracePt t="13099" x="8012113" y="2655888"/>
          <p14:tracePt t="13115" x="8018463" y="2678113"/>
          <p14:tracePt t="13132" x="8018463" y="2692400"/>
          <p14:tracePt t="13148" x="8018463" y="2700338"/>
          <p14:tracePt t="13165" x="8026400" y="2714625"/>
          <p14:tracePt t="13200" x="8026400" y="2720975"/>
          <p14:tracePt t="13216" x="8026400" y="2728913"/>
          <p14:tracePt t="13238" x="8026400" y="2735263"/>
          <p14:tracePt t="13255" x="8012113" y="2757488"/>
          <p14:tracePt t="13283" x="8012113" y="2765425"/>
          <p14:tracePt t="13299" x="7997825" y="2779713"/>
          <p14:tracePt t="13316" x="7983538" y="2808288"/>
          <p14:tracePt t="13336" x="7975600" y="2822575"/>
          <p14:tracePt t="13349" x="7961313" y="2836863"/>
          <p14:tracePt t="13366" x="7947025" y="2859088"/>
          <p14:tracePt t="13384" x="7924800" y="2881313"/>
          <p14:tracePt t="13399" x="7916863" y="2887663"/>
          <p14:tracePt t="13416" x="7888288" y="2903538"/>
          <p14:tracePt t="13434" x="7866063" y="2917825"/>
          <p14:tracePt t="13449" x="7837488" y="2932113"/>
          <p14:tracePt t="13466" x="7808913" y="2946400"/>
          <p14:tracePt t="13487" x="7758113" y="2968625"/>
          <p14:tracePt t="13499" x="7743825" y="2974975"/>
          <p14:tracePt t="13516" x="7721600" y="2982913"/>
          <p14:tracePt t="13533" x="7699375" y="2989263"/>
          <p14:tracePt t="13539" x="7678738" y="2989263"/>
          <p14:tracePt t="13553" x="7656513" y="2989263"/>
          <p14:tracePt t="13566" x="7642225" y="2997200"/>
          <p14:tracePt t="13586" x="7597775" y="3011488"/>
          <p14:tracePt t="13599" x="7583488" y="3011488"/>
          <p14:tracePt t="13616" x="7546975" y="3025775"/>
          <p14:tracePt t="13633" x="7518400" y="3025775"/>
          <p14:tracePt t="13650" x="7496175" y="3033713"/>
          <p14:tracePt t="13666" x="7475538" y="3033713"/>
          <p14:tracePt t="13683" x="7453313" y="3033713"/>
          <p14:tracePt t="13699" x="7431088" y="3033713"/>
          <p14:tracePt t="13716" x="7424738" y="3033713"/>
          <p14:tracePt t="13741" x="7416800" y="3033713"/>
          <p14:tracePt t="13766" x="7408863" y="3033713"/>
          <p14:tracePt t="13795" x="7402513" y="3033713"/>
          <p14:tracePt t="13815" x="7394575" y="3033713"/>
          <p14:tracePt t="13900" x="7388225" y="3033713"/>
          <p14:tracePt t="13916" x="7388225" y="3040063"/>
          <p14:tracePt t="13930" x="7380288" y="3040063"/>
          <p14:tracePt t="13941" x="7366000" y="3040063"/>
          <p14:tracePt t="13953" x="7358063" y="3040063"/>
          <p14:tracePt t="13966" x="7351713" y="3048000"/>
          <p14:tracePt t="13983" x="7337425" y="3048000"/>
          <p14:tracePt t="13999" x="7329488" y="3048000"/>
          <p14:tracePt t="14016" x="7315200" y="3048000"/>
          <p14:tracePt t="14033" x="7292975" y="3055938"/>
          <p14:tracePt t="14049" x="7272338" y="3055938"/>
          <p14:tracePt t="14066" x="7250113" y="3062288"/>
          <p14:tracePt t="14082" x="7221538" y="3062288"/>
          <p14:tracePt t="14099" x="7162800" y="3062288"/>
          <p14:tracePt t="14116" x="7075488" y="3062288"/>
          <p14:tracePt t="14132" x="7002463" y="3062288"/>
          <p14:tracePt t="14149" x="6945313" y="3062288"/>
          <p14:tracePt t="14165" x="6894513" y="3062288"/>
          <p14:tracePt t="14183" x="6835775" y="3062288"/>
          <p14:tracePt t="14199" x="6784975" y="3055938"/>
          <p14:tracePt t="14216" x="6748463" y="3048000"/>
          <p14:tracePt t="14232" x="6705600" y="3033713"/>
          <p14:tracePt t="14249" x="6677025" y="3025775"/>
          <p14:tracePt t="14265" x="6662738" y="3019425"/>
          <p14:tracePt t="14282" x="6640513" y="2997200"/>
          <p14:tracePt t="14299" x="6626225" y="2974975"/>
          <p14:tracePt t="14315" x="6604000" y="2946400"/>
          <p14:tracePt t="14332" x="6589713" y="2909888"/>
          <p14:tracePt t="14349" x="6581775" y="2873375"/>
          <p14:tracePt t="14365" x="6581775" y="2844800"/>
          <p14:tracePt t="14383" x="6581775" y="2794000"/>
          <p14:tracePt t="14399" x="6589713" y="2757488"/>
          <p14:tracePt t="14415" x="6604000" y="2728913"/>
          <p14:tracePt t="14432" x="6618288" y="2706688"/>
          <p14:tracePt t="14449" x="6646863" y="2678113"/>
          <p14:tracePt t="14465" x="6669088" y="2663825"/>
          <p14:tracePt t="14482" x="6713538" y="2633663"/>
          <p14:tracePt t="14499" x="6756400" y="2627313"/>
          <p14:tracePt t="14515" x="6850063" y="2598738"/>
          <p14:tracePt t="14532" x="6945313" y="2568575"/>
          <p14:tracePt t="14534" x="7002463" y="2562225"/>
          <p14:tracePt t="14549" x="7069138" y="2554288"/>
          <p14:tracePt t="14565" x="7191375" y="2554288"/>
          <p14:tracePt t="14582" x="7408863" y="2554288"/>
          <p14:tracePt t="14599" x="7540625" y="2554288"/>
          <p14:tracePt t="14615" x="7678738" y="2554288"/>
          <p14:tracePt t="14632" x="7823200" y="2554288"/>
          <p14:tracePt t="14649" x="7967663" y="2554288"/>
          <p14:tracePt t="14665" x="8085138" y="2554288"/>
          <p14:tracePt t="14682" x="8215313" y="2562225"/>
          <p14:tracePt t="14699" x="8323263" y="2576513"/>
          <p14:tracePt t="14715" x="8432800" y="2605088"/>
          <p14:tracePt t="14732" x="8562975" y="2633663"/>
          <p14:tracePt t="14749" x="8636000" y="2649538"/>
          <p14:tracePt t="14766" x="8709025" y="2678113"/>
          <p14:tracePt t="14782" x="8810625" y="2720975"/>
          <p14:tracePt t="14799" x="8853488" y="2751138"/>
          <p14:tracePt t="14815" x="8890000" y="2771775"/>
          <p14:tracePt t="14832" x="8912225" y="2786063"/>
          <p14:tracePt t="14849" x="8926513" y="2801938"/>
          <p14:tracePt t="14865" x="8948738" y="2830513"/>
          <p14:tracePt t="14882" x="8977313" y="2867025"/>
          <p14:tracePt t="14899" x="8999538" y="2909888"/>
          <p14:tracePt t="14915" x="9013825" y="2946400"/>
          <p14:tracePt t="14932" x="9028113" y="2989263"/>
          <p14:tracePt t="14949" x="9034463" y="3019425"/>
          <p14:tracePt t="14966" x="9042400" y="3048000"/>
          <p14:tracePt t="14982" x="9042400" y="3062288"/>
          <p14:tracePt t="14999" x="9042400" y="3084513"/>
          <p14:tracePt t="15015" x="9042400" y="3090863"/>
          <p14:tracePt t="15032" x="9042400" y="3113088"/>
          <p14:tracePt t="15049" x="9013825" y="3141663"/>
          <p14:tracePt t="15065" x="8991600" y="3171825"/>
          <p14:tracePt t="15082" x="8969375" y="3192463"/>
          <p14:tracePt t="15099" x="8955088" y="3200400"/>
          <p14:tracePt t="15116" x="8932863" y="3208338"/>
          <p14:tracePt t="15132" x="8904288" y="3222625"/>
          <p14:tracePt t="15149" x="8861425" y="3236913"/>
          <p14:tracePt t="15166" x="8816975" y="3259138"/>
          <p14:tracePt t="15182" x="8774113" y="3273425"/>
          <p14:tracePt t="15199" x="8701088" y="3287713"/>
          <p14:tracePt t="15216" x="8650288" y="3302000"/>
          <p14:tracePt t="15233" x="8607425" y="3309938"/>
          <p14:tracePt t="15249" x="8548688" y="3316288"/>
          <p14:tracePt t="15266" x="8475663" y="3338513"/>
          <p14:tracePt t="15282" x="8418513" y="3338513"/>
          <p14:tracePt t="15299" x="8339138" y="3344863"/>
          <p14:tracePt t="15316" x="8288338" y="3360738"/>
          <p14:tracePt t="15332" x="8229600" y="3367088"/>
          <p14:tracePt t="15349" x="8193088" y="3367088"/>
          <p14:tracePt t="15366" x="8164513" y="3375025"/>
          <p14:tracePt t="15382" x="8142288" y="3375025"/>
          <p14:tracePt t="15399" x="8113713" y="3381375"/>
          <p14:tracePt t="15416" x="8105775" y="3381375"/>
          <p14:tracePt t="15432" x="8091488" y="3381375"/>
          <p14:tracePt t="15449" x="8085138" y="3381375"/>
          <p14:tracePt t="15466" x="8077200" y="3381375"/>
          <p14:tracePt t="17125" x="8069263" y="3389313"/>
          <p14:tracePt t="17131" x="8069263" y="3403600"/>
          <p14:tracePt t="17137" x="8069263" y="3411538"/>
          <p14:tracePt t="17150" x="8069263" y="3432175"/>
          <p14:tracePt t="17168" x="8077200" y="3462338"/>
          <p14:tracePt t="17184" x="8091488" y="3482975"/>
          <p14:tracePt t="17201" x="8091488" y="3490913"/>
          <p14:tracePt t="17334" x="8091488" y="3497263"/>
          <p14:tracePt t="17341" x="8091488" y="3505200"/>
          <p14:tracePt t="17384" x="8091488" y="3513138"/>
          <p14:tracePt t="17395" x="8099425" y="3513138"/>
          <p14:tracePt t="17421" x="8099425" y="3519488"/>
          <p14:tracePt t="17439" x="8105775" y="3533775"/>
          <p14:tracePt t="17453" x="8113713" y="3533775"/>
          <p14:tracePt t="17460" x="8120063" y="3548063"/>
          <p14:tracePt t="17476" x="8135938" y="3563938"/>
          <p14:tracePt t="17487" x="8150225" y="3592513"/>
          <p14:tracePt t="17500" x="8150225" y="3606800"/>
          <p14:tracePt t="17517" x="8193088" y="3671888"/>
          <p14:tracePt t="17534" x="8215313" y="3708400"/>
          <p14:tracePt t="17540" x="8229600" y="3736975"/>
          <p14:tracePt t="17553" x="8243888" y="3759200"/>
          <p14:tracePt t="17567" x="8266113" y="3787775"/>
          <p14:tracePt t="17587" x="8272463" y="3802063"/>
          <p14:tracePt t="17600" x="8280400" y="3810000"/>
          <p14:tracePt t="17617" x="8288338" y="3832225"/>
          <p14:tracePt t="17635" x="8294688" y="3838575"/>
          <p14:tracePt t="17651" x="8302625" y="3852863"/>
          <p14:tracePt t="17685" x="8308975" y="3852863"/>
          <p14:tracePt t="17700" x="8308975" y="3860800"/>
          <p14:tracePt t="17723" x="8308975" y="3868738"/>
          <p14:tracePt t="18033" x="8308975" y="3875088"/>
          <p14:tracePt t="18040" x="8302625" y="3875088"/>
          <p14:tracePt t="18050" x="8280400" y="3875088"/>
          <p14:tracePt t="18067" x="8221663" y="3875088"/>
          <p14:tracePt t="18083" x="8150225" y="3875088"/>
          <p14:tracePt t="18100" x="8069263" y="3875088"/>
          <p14:tracePt t="18117" x="7983538" y="3883025"/>
          <p14:tracePt t="18133" x="7888288" y="3883025"/>
          <p14:tracePt t="18150" x="7815263" y="3883025"/>
          <p14:tracePt t="18167" x="7707313" y="3889375"/>
          <p14:tracePt t="18183" x="7642225" y="3903663"/>
          <p14:tracePt t="18200" x="7605713" y="3919538"/>
          <p14:tracePt t="18217" x="7546975" y="3933825"/>
          <p14:tracePt t="18235" x="7496175" y="3948113"/>
          <p14:tracePt t="18251" x="7453313" y="3962400"/>
          <p14:tracePt t="18267" x="7424738" y="3970338"/>
          <p14:tracePt t="18284" x="7388225" y="3976688"/>
          <p14:tracePt t="18300" x="7351713" y="3976688"/>
          <p14:tracePt t="18317" x="7300913" y="3998913"/>
          <p14:tracePt t="18333" x="7256463" y="4005263"/>
          <p14:tracePt t="18351" x="7177088" y="4021138"/>
          <p14:tracePt t="18367" x="7154863" y="4021138"/>
          <p14:tracePt t="18513" x="7148513" y="4021138"/>
          <p14:tracePt t="18529" x="7148513" y="4035425"/>
          <p14:tracePt t="18536" x="7148513" y="4049713"/>
          <p14:tracePt t="18553" x="7148513" y="4064000"/>
          <p14:tracePt t="18561" x="7148513" y="4071938"/>
          <p14:tracePt t="18568" x="7154863" y="4086225"/>
          <p14:tracePt t="18583" x="7162800" y="4100513"/>
          <p14:tracePt t="18600" x="7162800" y="4122738"/>
          <p14:tracePt t="18617" x="7162800" y="4143375"/>
          <p14:tracePt t="18634" x="7162800" y="4165600"/>
          <p14:tracePt t="18650" x="7154863" y="4179888"/>
          <p14:tracePt t="18858" x="7170738" y="4179888"/>
          <p14:tracePt t="18864" x="7205663" y="4179888"/>
          <p14:tracePt t="18873" x="7235825" y="4187825"/>
          <p14:tracePt t="18883" x="7256463" y="4194175"/>
          <p14:tracePt t="18900" x="7315200" y="4202113"/>
          <p14:tracePt t="18917" x="7358063" y="4216400"/>
          <p14:tracePt t="18934" x="7402513" y="4230688"/>
          <p14:tracePt t="18951" x="7431088" y="4252913"/>
          <p14:tracePt t="18968" x="7459663" y="4267200"/>
          <p14:tracePt t="18984" x="7467600" y="4281488"/>
          <p14:tracePt t="19000" x="7481888" y="4318000"/>
          <p14:tracePt t="19017" x="7496175" y="4368800"/>
          <p14:tracePt t="19034" x="7496175" y="4427538"/>
          <p14:tracePt t="19051" x="7496175" y="4478338"/>
          <p14:tracePt t="19067" x="7496175" y="4521200"/>
          <p14:tracePt t="19083" x="7496175" y="4535488"/>
          <p14:tracePt t="19100" x="7496175" y="4543425"/>
          <p14:tracePt t="19117" x="7496175" y="4557713"/>
          <p14:tracePt t="19134" x="7496175" y="4564063"/>
          <p14:tracePt t="19151" x="7489825" y="4572000"/>
          <p14:tracePt t="19167" x="7467600" y="4586288"/>
          <p14:tracePt t="19184" x="7453313" y="4594225"/>
          <p14:tracePt t="19200" x="7445375" y="4594225"/>
          <p14:tracePt t="19218" x="7431088" y="4600575"/>
          <p14:tracePt t="19234" x="7424738" y="4608513"/>
          <p14:tracePt t="19250" x="7402513" y="4608513"/>
          <p14:tracePt t="19267" x="7380288" y="4614863"/>
          <p14:tracePt t="19284" x="7373938" y="4614863"/>
          <p14:tracePt t="19300" x="7351713" y="4614863"/>
          <p14:tracePt t="19317" x="7343775" y="4614863"/>
          <p14:tracePt t="19351" x="7337425" y="4614863"/>
          <p14:tracePt t="19689" x="7329488" y="4614863"/>
          <p14:tracePt t="20841" x="7343775" y="4608513"/>
          <p14:tracePt t="20855" x="7351713" y="4608513"/>
          <p14:tracePt t="20863" x="7351713" y="4600575"/>
          <p14:tracePt t="20871" x="7366000" y="4600575"/>
          <p14:tracePt t="20884" x="7380288" y="4594225"/>
          <p14:tracePt t="20901" x="7394575" y="4586288"/>
          <p14:tracePt t="20917" x="7416800" y="4579938"/>
          <p14:tracePt t="20934" x="7439025" y="4579938"/>
          <p14:tracePt t="20951" x="7445375" y="4579938"/>
          <p14:tracePt t="20992" x="7459663" y="4579938"/>
          <p14:tracePt t="21001" x="7467600" y="4586288"/>
          <p14:tracePt t="21017" x="7475538" y="4600575"/>
          <p14:tracePt t="21034" x="7504113" y="4630738"/>
          <p14:tracePt t="21051" x="7510463" y="4645025"/>
          <p14:tracePt t="21068" x="7518400" y="4651375"/>
          <p14:tracePt t="21084" x="7518400" y="4659313"/>
          <p14:tracePt t="21101" x="7518400" y="4710113"/>
          <p14:tracePt t="21117" x="7518400" y="4811713"/>
          <p14:tracePt t="21135" x="7518400" y="4956175"/>
          <p14:tracePt t="21151" x="7504113" y="5006975"/>
          <p14:tracePt t="21168" x="7489825" y="5051425"/>
          <p14:tracePt t="21184" x="7481888" y="5057775"/>
          <p14:tracePt t="21201" x="7481888" y="5080000"/>
          <p14:tracePt t="21218" x="7475538" y="5102225"/>
          <p14:tracePt t="21234" x="7453313" y="5153025"/>
          <p14:tracePt t="21251" x="7439025" y="5181600"/>
          <p14:tracePt t="21268" x="7431088" y="5189538"/>
          <p14:tracePt t="21284" x="7424738" y="5195888"/>
          <p14:tracePt t="21301" x="7416800" y="5203825"/>
          <p14:tracePt t="21317" x="7408863" y="5210175"/>
          <p14:tracePt t="21334" x="7394575" y="5210175"/>
          <p14:tracePt t="21351" x="7380288" y="5224463"/>
          <p14:tracePt t="21368" x="7373938" y="5224463"/>
          <p14:tracePt t="21621" x="7358063" y="5224463"/>
          <p14:tracePt t="21629" x="7358063" y="5232400"/>
          <p14:tracePt t="21637" x="7343775" y="5240338"/>
          <p14:tracePt t="21652" x="7329488" y="5254625"/>
          <p14:tracePt t="21668" x="7307263" y="5283200"/>
          <p14:tracePt t="21685" x="7292975" y="5297488"/>
          <p14:tracePt t="21701" x="7242175" y="5334000"/>
          <p14:tracePt t="21718" x="7199313" y="5370513"/>
          <p14:tracePt t="21735" x="7170738" y="5399088"/>
          <p14:tracePt t="21751" x="7119938" y="5457825"/>
          <p14:tracePt t="21768" x="7089775" y="5494338"/>
          <p14:tracePt t="21785" x="7061200" y="5537200"/>
          <p14:tracePt t="21801" x="7024688" y="5580063"/>
          <p14:tracePt t="21818" x="6988175" y="5624513"/>
          <p14:tracePt t="21835" x="6951663" y="5653088"/>
          <p14:tracePt t="21851" x="6916738" y="5681663"/>
          <p14:tracePt t="21868" x="6886575" y="5703888"/>
          <p14:tracePt t="21885" x="6829425" y="5740400"/>
          <p14:tracePt t="21901" x="6778625" y="5748338"/>
          <p14:tracePt t="21918" x="6719888" y="5768975"/>
          <p14:tracePt t="21935" x="6669088" y="5776913"/>
          <p14:tracePt t="21951" x="6611938" y="5776913"/>
          <p14:tracePt t="21968" x="6575425" y="5776913"/>
          <p14:tracePt t="21985" x="6545263" y="5776913"/>
          <p14:tracePt t="22001" x="6516688" y="5791200"/>
          <p14:tracePt t="22018" x="6488113" y="5791200"/>
          <p14:tracePt t="22035" x="6459538" y="5791200"/>
          <p14:tracePt t="22051" x="6437313" y="5791200"/>
          <p14:tracePt t="22068" x="6408738" y="5791200"/>
          <p14:tracePt t="22085" x="6392863" y="5791200"/>
          <p14:tracePt t="22101" x="6372225" y="5776913"/>
          <p14:tracePt t="22119" x="6372225" y="5768975"/>
          <p14:tracePt t="22135" x="6342063" y="5748338"/>
          <p14:tracePt t="22151" x="6335713" y="5740400"/>
          <p14:tracePt t="22168" x="6321425" y="5726113"/>
          <p14:tracePt t="22185" x="6321425" y="5718175"/>
          <p14:tracePt t="22201" x="6313488" y="5703888"/>
          <p14:tracePt t="22234" x="6307138" y="5697538"/>
          <p14:tracePt t="22264" x="6307138" y="5689600"/>
          <p14:tracePt t="23264" x="6299200" y="5681663"/>
          <p14:tracePt t="23272" x="6284913" y="5630863"/>
          <p14:tracePt t="23280" x="6248400" y="5565775"/>
          <p14:tracePt t="23287" x="6211888" y="5435600"/>
          <p14:tracePt t="23301" x="6124575" y="5232400"/>
          <p14:tracePt t="23318" x="5689600" y="4281488"/>
          <p14:tracePt t="23335" x="5319713" y="3643313"/>
          <p14:tracePt t="23351" x="4970463" y="3149600"/>
          <p14:tracePt t="23368" x="4659313" y="2678113"/>
          <p14:tracePt t="23385" x="4411663" y="2336800"/>
          <p14:tracePt t="23401" x="4275138" y="2125663"/>
          <p14:tracePt t="23418" x="4202113" y="1995488"/>
          <p14:tracePt t="23435" x="4165600" y="1908175"/>
          <p14:tracePt t="23451" x="4143375" y="1857375"/>
          <p14:tracePt t="23468" x="4137025" y="1836738"/>
          <p14:tracePt t="23485" x="4129088" y="1814513"/>
          <p14:tracePt t="23502" x="4114800" y="1785938"/>
          <p14:tracePt t="23518" x="4092575" y="1735138"/>
          <p14:tracePt t="23535" x="4078288" y="1704975"/>
          <p14:tracePt t="23720" x="4071938" y="1698625"/>
          <p14:tracePt t="23727" x="4005263" y="1668463"/>
          <p14:tracePt t="23735" x="3889375" y="1611313"/>
          <p14:tracePt t="23752" x="3700463" y="1524000"/>
          <p14:tracePt t="23768" x="3505200" y="1400175"/>
          <p14:tracePt t="23785" x="3163888" y="1139825"/>
          <p14:tracePt t="23802" x="2684463" y="804863"/>
          <p14:tracePt t="23818" x="2141538" y="479425"/>
          <p14:tracePt t="23835" x="1763713" y="195263"/>
          <p14:tracePt t="23852" x="1552575" y="5080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extLst>
              <p:ext uri="{D42A27DB-BD31-4B8C-83A1-F6EECF244321}">
                <p14:modId xmlns:p14="http://schemas.microsoft.com/office/powerpoint/2010/main" val="1677712883"/>
              </p:ext>
            </p:extLst>
          </p:nvPr>
        </p:nvGraphicFramePr>
        <p:xfrm>
          <a:off x="1748522" y="1081883"/>
          <a:ext cx="8700024" cy="2966720"/>
        </p:xfrm>
        <a:graphic>
          <a:graphicData uri="http://schemas.openxmlformats.org/drawingml/2006/table">
            <a:tbl>
              <a:tblPr firstRow="1" bandRow="1">
                <a:tableStyleId>{5C22544A-7EE6-4342-B048-85BDC9FD1C3A}</a:tableStyleId>
              </a:tblPr>
              <a:tblGrid>
                <a:gridCol w="1087503">
                  <a:extLst>
                    <a:ext uri="{9D8B030D-6E8A-4147-A177-3AD203B41FA5}">
                      <a16:colId xmlns:a16="http://schemas.microsoft.com/office/drawing/2014/main" val="1852360198"/>
                    </a:ext>
                  </a:extLst>
                </a:gridCol>
                <a:gridCol w="1087503">
                  <a:extLst>
                    <a:ext uri="{9D8B030D-6E8A-4147-A177-3AD203B41FA5}">
                      <a16:colId xmlns:a16="http://schemas.microsoft.com/office/drawing/2014/main" val="1030009305"/>
                    </a:ext>
                  </a:extLst>
                </a:gridCol>
                <a:gridCol w="1087503">
                  <a:extLst>
                    <a:ext uri="{9D8B030D-6E8A-4147-A177-3AD203B41FA5}">
                      <a16:colId xmlns:a16="http://schemas.microsoft.com/office/drawing/2014/main" val="1445994932"/>
                    </a:ext>
                  </a:extLst>
                </a:gridCol>
                <a:gridCol w="1087503">
                  <a:extLst>
                    <a:ext uri="{9D8B030D-6E8A-4147-A177-3AD203B41FA5}">
                      <a16:colId xmlns:a16="http://schemas.microsoft.com/office/drawing/2014/main" val="3257777889"/>
                    </a:ext>
                  </a:extLst>
                </a:gridCol>
                <a:gridCol w="1087503">
                  <a:extLst>
                    <a:ext uri="{9D8B030D-6E8A-4147-A177-3AD203B41FA5}">
                      <a16:colId xmlns:a16="http://schemas.microsoft.com/office/drawing/2014/main" val="2789224573"/>
                    </a:ext>
                  </a:extLst>
                </a:gridCol>
                <a:gridCol w="1087503">
                  <a:extLst>
                    <a:ext uri="{9D8B030D-6E8A-4147-A177-3AD203B41FA5}">
                      <a16:colId xmlns:a16="http://schemas.microsoft.com/office/drawing/2014/main" val="3824912545"/>
                    </a:ext>
                  </a:extLst>
                </a:gridCol>
                <a:gridCol w="1087503">
                  <a:extLst>
                    <a:ext uri="{9D8B030D-6E8A-4147-A177-3AD203B41FA5}">
                      <a16:colId xmlns:a16="http://schemas.microsoft.com/office/drawing/2014/main" val="23541182"/>
                    </a:ext>
                  </a:extLst>
                </a:gridCol>
                <a:gridCol w="1087503">
                  <a:extLst>
                    <a:ext uri="{9D8B030D-6E8A-4147-A177-3AD203B41FA5}">
                      <a16:colId xmlns:a16="http://schemas.microsoft.com/office/drawing/2014/main" val="823680011"/>
                    </a:ext>
                  </a:extLst>
                </a:gridCol>
              </a:tblGrid>
              <a:tr h="370840">
                <a:tc>
                  <a:txBody>
                    <a:bodyPr/>
                    <a:lstStyle/>
                    <a:p>
                      <a:pPr algn="ct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a:t>
                      </a:r>
                      <a:endParaRPr lang="en-US" dirty="0"/>
                    </a:p>
                  </a:txBody>
                  <a:tcPr/>
                </a:tc>
                <a:tc>
                  <a:txBody>
                    <a:bodyPr/>
                    <a:lstStyle/>
                    <a:p>
                      <a:pPr algn="ctr"/>
                      <a:r>
                        <a:rPr lang="en-US" dirty="0" smtClean="0"/>
                        <a:t>11</a:t>
                      </a:r>
                      <a:endParaRPr lang="en-US" dirty="0"/>
                    </a:p>
                  </a:txBody>
                  <a:tcPr/>
                </a:tc>
                <a:tc>
                  <a:txBody>
                    <a:bodyPr/>
                    <a:lstStyle/>
                    <a:p>
                      <a:pPr algn="ctr"/>
                      <a:r>
                        <a:rPr lang="en-US" dirty="0" smtClean="0"/>
                        <a:t>…</a:t>
                      </a:r>
                      <a:endParaRPr lang="en-US" dirty="0"/>
                    </a:p>
                  </a:txBody>
                  <a:tcPr/>
                </a:tc>
                <a:tc>
                  <a:txBody>
                    <a:bodyPr/>
                    <a:lstStyle/>
                    <a:p>
                      <a:pPr algn="ctr"/>
                      <a:r>
                        <a:rPr lang="en-US" dirty="0" smtClean="0"/>
                        <a:t>22</a:t>
                      </a:r>
                      <a:endParaRPr lang="en-US" dirty="0"/>
                    </a:p>
                  </a:txBody>
                  <a:tcPr/>
                </a:tc>
                <a:tc>
                  <a:txBody>
                    <a:bodyPr/>
                    <a:lstStyle/>
                    <a:p>
                      <a:pPr algn="ctr"/>
                      <a:r>
                        <a:rPr lang="en-US" dirty="0" smtClean="0"/>
                        <a:t>23</a:t>
                      </a:r>
                      <a:endParaRPr lang="en-US" dirty="0"/>
                    </a:p>
                  </a:txBody>
                  <a:tcPr/>
                </a:tc>
                <a:extLst>
                  <a:ext uri="{0D108BD9-81ED-4DB2-BD59-A6C34878D82A}">
                    <a16:rowId xmlns:a16="http://schemas.microsoft.com/office/drawing/2014/main" val="11078248"/>
                  </a:ext>
                </a:extLst>
              </a:tr>
              <a:tr h="370840">
                <a:tc>
                  <a:txBody>
                    <a:bodyPr/>
                    <a:lstStyle/>
                    <a:p>
                      <a:pPr algn="ctr"/>
                      <a:r>
                        <a:rPr lang="en-US" dirty="0" smtClean="0">
                          <a:solidFill>
                            <a:schemeClr val="bg1"/>
                          </a:solidFill>
                        </a:rPr>
                        <a:t>1</a:t>
                      </a:r>
                      <a:endParaRPr lang="en-US" dirty="0">
                        <a:solidFill>
                          <a:schemeClr val="bg1"/>
                        </a:solidFill>
                      </a:endParaRPr>
                    </a:p>
                  </a:txBody>
                  <a:tcPr>
                    <a:solidFill>
                      <a:srgbClr val="1CADE4"/>
                    </a:solidFill>
                  </a:tcPr>
                </a:tc>
                <a:tc>
                  <a:txBody>
                    <a:bodyPr/>
                    <a:lstStyle/>
                    <a:p>
                      <a:pPr algn="ctr"/>
                      <a:endParaRPr lang="en-US" dirty="0"/>
                    </a:p>
                  </a:txBody>
                  <a:tcPr/>
                </a:tc>
                <a:tc>
                  <a:txBody>
                    <a:bodyPr/>
                    <a:lstStyle/>
                    <a:p>
                      <a:pPr algn="ctr"/>
                      <a:r>
                        <a:rPr lang="en-US" dirty="0" smtClean="0"/>
                        <a:t>A</a:t>
                      </a:r>
                      <a:endParaRPr lang="en-US" dirty="0"/>
                    </a:p>
                  </a:txBody>
                  <a:tcPr/>
                </a:tc>
                <a:tc>
                  <a:txBody>
                    <a:bodyPr/>
                    <a:lstStyle/>
                    <a:p>
                      <a:pPr algn="ctr"/>
                      <a:endParaRPr lang="en-US" dirty="0"/>
                    </a:p>
                  </a:txBody>
                  <a:tcPr/>
                </a:tc>
                <a:tc>
                  <a:txBody>
                    <a:bodyPr/>
                    <a:lstStyle/>
                    <a:p>
                      <a:pPr algn="ctr"/>
                      <a:r>
                        <a:rPr lang="en-US" dirty="0" smtClean="0"/>
                        <a:t>B</a:t>
                      </a: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2464880989"/>
                  </a:ext>
                </a:extLst>
              </a:tr>
              <a:tr h="370840">
                <a:tc>
                  <a:txBody>
                    <a:bodyPr/>
                    <a:lstStyle/>
                    <a:p>
                      <a:pPr algn="ctr"/>
                      <a:r>
                        <a:rPr lang="en-US" dirty="0" smtClean="0">
                          <a:solidFill>
                            <a:schemeClr val="bg1"/>
                          </a:solidFill>
                        </a:rPr>
                        <a:t>…</a:t>
                      </a:r>
                      <a:endParaRPr lang="en-US" dirty="0">
                        <a:solidFill>
                          <a:schemeClr val="bg1"/>
                        </a:solidFill>
                      </a:endParaRPr>
                    </a:p>
                  </a:txBody>
                  <a:tcPr>
                    <a:solidFill>
                      <a:srgbClr val="1CADE4"/>
                    </a:solidFill>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4080124750"/>
                  </a:ext>
                </a:extLst>
              </a:tr>
              <a:tr h="370840">
                <a:tc>
                  <a:txBody>
                    <a:bodyPr/>
                    <a:lstStyle/>
                    <a:p>
                      <a:pPr algn="ctr"/>
                      <a:r>
                        <a:rPr lang="en-US" dirty="0" smtClean="0">
                          <a:solidFill>
                            <a:schemeClr val="bg1"/>
                          </a:solidFill>
                        </a:rPr>
                        <a:t>13</a:t>
                      </a:r>
                      <a:endParaRPr lang="en-US" dirty="0">
                        <a:solidFill>
                          <a:schemeClr val="bg1"/>
                        </a:solidFill>
                      </a:endParaRPr>
                    </a:p>
                  </a:txBody>
                  <a:tcPr>
                    <a:solidFill>
                      <a:srgbClr val="1CADE4"/>
                    </a:solidFill>
                  </a:tcPr>
                </a:tc>
                <a:tc>
                  <a:txBody>
                    <a:bodyPr/>
                    <a:lstStyle/>
                    <a:p>
                      <a:pPr algn="ctr"/>
                      <a:endParaRPr lang="en-US" dirty="0"/>
                    </a:p>
                  </a:txBody>
                  <a:tcPr/>
                </a:tc>
                <a:tc>
                  <a:txBody>
                    <a:bodyPr/>
                    <a:lstStyle/>
                    <a:p>
                      <a:pPr algn="ctr"/>
                      <a:endParaRPr lang="en-US"/>
                    </a:p>
                  </a:txBody>
                  <a:tcPr/>
                </a:tc>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1815102275"/>
                  </a:ext>
                </a:extLst>
              </a:tr>
              <a:tr h="370840">
                <a:tc>
                  <a:txBody>
                    <a:bodyPr/>
                    <a:lstStyle/>
                    <a:p>
                      <a:pPr algn="ctr"/>
                      <a:r>
                        <a:rPr lang="en-US" dirty="0" smtClean="0">
                          <a:solidFill>
                            <a:schemeClr val="bg1"/>
                          </a:solidFill>
                        </a:rPr>
                        <a:t>14</a:t>
                      </a:r>
                      <a:endParaRPr lang="en-US" dirty="0">
                        <a:solidFill>
                          <a:schemeClr val="bg1"/>
                        </a:solidFill>
                      </a:endParaRPr>
                    </a:p>
                  </a:txBody>
                  <a:tcPr>
                    <a:solidFill>
                      <a:srgbClr val="1CADE4"/>
                    </a:solidFill>
                  </a:tcPr>
                </a:tc>
                <a:tc>
                  <a:txBody>
                    <a:bodyPr/>
                    <a:lstStyle/>
                    <a:p>
                      <a:pPr algn="ctr"/>
                      <a:r>
                        <a:rPr lang="en-US" dirty="0" smtClean="0"/>
                        <a:t>A</a:t>
                      </a:r>
                      <a:endParaRPr lang="en-US" dirty="0"/>
                    </a:p>
                  </a:txBody>
                  <a:tcPr/>
                </a:tc>
                <a:tc>
                  <a:txBody>
                    <a:bodyPr/>
                    <a:lstStyle/>
                    <a:p>
                      <a:pPr algn="ctr"/>
                      <a:endParaRPr lang="en-US"/>
                    </a:p>
                  </a:txBody>
                  <a:tcPr/>
                </a:tc>
                <a:tc>
                  <a:txBody>
                    <a:bodyPr/>
                    <a:lstStyle/>
                    <a:p>
                      <a:pPr algn="ctr"/>
                      <a:endParaRPr lang="en-US" dirty="0"/>
                    </a:p>
                  </a:txBody>
                  <a:tcPr/>
                </a:tc>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869363191"/>
                  </a:ext>
                </a:extLst>
              </a:tr>
              <a:tr h="370840">
                <a:tc>
                  <a:txBody>
                    <a:bodyPr/>
                    <a:lstStyle/>
                    <a:p>
                      <a:pPr algn="ctr"/>
                      <a:r>
                        <a:rPr lang="en-US" dirty="0" smtClean="0">
                          <a:solidFill>
                            <a:schemeClr val="bg1"/>
                          </a:solidFill>
                        </a:rPr>
                        <a:t>…</a:t>
                      </a:r>
                      <a:endParaRPr lang="en-US" dirty="0">
                        <a:solidFill>
                          <a:schemeClr val="bg1"/>
                        </a:solidFill>
                      </a:endParaRPr>
                    </a:p>
                  </a:txBody>
                  <a:tcPr>
                    <a:solidFill>
                      <a:srgbClr val="1CADE4"/>
                    </a:solidFill>
                  </a:tcPr>
                </a:tc>
                <a:tc>
                  <a:txBody>
                    <a:bodyPr/>
                    <a:lstStyle/>
                    <a:p>
                      <a:pPr algn="ctr"/>
                      <a:endParaRPr lang="en-US" dirty="0"/>
                    </a:p>
                  </a:txBody>
                  <a:tcPr/>
                </a:tc>
                <a:tc>
                  <a:txBody>
                    <a:bodyPr/>
                    <a:lstStyle/>
                    <a:p>
                      <a:pPr algn="ctr"/>
                      <a:endParaRPr lang="en-US"/>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796349952"/>
                  </a:ext>
                </a:extLst>
              </a:tr>
              <a:tr h="370840">
                <a:tc>
                  <a:txBody>
                    <a:bodyPr/>
                    <a:lstStyle/>
                    <a:p>
                      <a:pPr algn="ctr"/>
                      <a:r>
                        <a:rPr lang="en-US" dirty="0" smtClean="0">
                          <a:solidFill>
                            <a:schemeClr val="bg1"/>
                          </a:solidFill>
                        </a:rPr>
                        <a:t>22</a:t>
                      </a:r>
                      <a:endParaRPr lang="en-US" dirty="0">
                        <a:solidFill>
                          <a:schemeClr val="bg1"/>
                        </a:solidFill>
                      </a:endParaRPr>
                    </a:p>
                  </a:txBody>
                  <a:tcPr>
                    <a:solidFill>
                      <a:srgbClr val="1CADE4"/>
                    </a:solidFill>
                  </a:tcPr>
                </a:tc>
                <a:tc>
                  <a:txBody>
                    <a:bodyPr/>
                    <a:lstStyle/>
                    <a:p>
                      <a:pPr algn="ctr"/>
                      <a:r>
                        <a:rPr lang="en-US" dirty="0" smtClean="0"/>
                        <a:t>A</a:t>
                      </a: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dirty="0"/>
                    </a:p>
                  </a:txBody>
                  <a:tcPr/>
                </a:tc>
                <a:tc>
                  <a:txBody>
                    <a:bodyPr/>
                    <a:lstStyle/>
                    <a:p>
                      <a:pPr algn="ctr"/>
                      <a:endParaRPr lang="en-US" dirty="0"/>
                    </a:p>
                  </a:txBody>
                  <a:tcPr/>
                </a:tc>
                <a:tc>
                  <a:txBody>
                    <a:bodyPr/>
                    <a:lstStyle/>
                    <a:p>
                      <a:pPr algn="ctr"/>
                      <a:endParaRPr lang="en-US"/>
                    </a:p>
                  </a:txBody>
                  <a:tcPr/>
                </a:tc>
                <a:extLst>
                  <a:ext uri="{0D108BD9-81ED-4DB2-BD59-A6C34878D82A}">
                    <a16:rowId xmlns:a16="http://schemas.microsoft.com/office/drawing/2014/main" val="1734244062"/>
                  </a:ext>
                </a:extLst>
              </a:tr>
              <a:tr h="370840">
                <a:tc>
                  <a:txBody>
                    <a:bodyPr/>
                    <a:lstStyle/>
                    <a:p>
                      <a:pPr algn="ctr"/>
                      <a:r>
                        <a:rPr lang="en-US" dirty="0" smtClean="0">
                          <a:solidFill>
                            <a:schemeClr val="bg1"/>
                          </a:solidFill>
                        </a:rPr>
                        <a:t>23</a:t>
                      </a:r>
                      <a:endParaRPr lang="en-US" dirty="0">
                        <a:solidFill>
                          <a:schemeClr val="bg1"/>
                        </a:solidFill>
                      </a:endParaRPr>
                    </a:p>
                  </a:txBody>
                  <a:tcPr>
                    <a:solidFill>
                      <a:srgbClr val="1CADE4"/>
                    </a:solidFill>
                  </a:tcPr>
                </a:tc>
                <a:tc>
                  <a:txBody>
                    <a:bodyPr/>
                    <a:lstStyle/>
                    <a:p>
                      <a:pPr algn="ctr"/>
                      <a:r>
                        <a:rPr lang="en-US" dirty="0" smtClean="0"/>
                        <a:t>B</a:t>
                      </a: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903709994"/>
                  </a:ext>
                </a:extLst>
              </a:tr>
            </a:tbl>
          </a:graphicData>
        </a:graphic>
      </p:graphicFrame>
      <p:sp>
        <p:nvSpPr>
          <p:cNvPr id="6" name="Rectangle 5"/>
          <p:cNvSpPr/>
          <p:nvPr/>
        </p:nvSpPr>
        <p:spPr>
          <a:xfrm>
            <a:off x="5228415" y="661629"/>
            <a:ext cx="2172243" cy="363757"/>
          </a:xfrm>
          <a:prstGeom prst="rect">
            <a:avLst/>
          </a:prstGeom>
          <a:solidFill>
            <a:srgbClr val="FFC000"/>
          </a:solid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Presenter Group</a:t>
            </a:r>
            <a:endParaRPr lang="en-US" dirty="0">
              <a:ln w="0"/>
              <a:solidFill>
                <a:schemeClr val="tx1"/>
              </a:solidFill>
              <a:effectLst>
                <a:outerShdw blurRad="38100" dist="19050" dir="2700000" algn="tl" rotWithShape="0">
                  <a:schemeClr val="dk1">
                    <a:alpha val="40000"/>
                  </a:schemeClr>
                </a:outerShdw>
              </a:effectLst>
            </a:endParaRP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15840" t="13307" r="15465"/>
          <a:stretch/>
        </p:blipFill>
        <p:spPr>
          <a:xfrm>
            <a:off x="33528" y="1493196"/>
            <a:ext cx="1587732" cy="2003708"/>
          </a:xfrm>
          <a:prstGeom prst="rect">
            <a:avLst/>
          </a:prstGeom>
        </p:spPr>
      </p:pic>
      <p:sp>
        <p:nvSpPr>
          <p:cNvPr id="8" name="Rectangle 7"/>
          <p:cNvSpPr/>
          <p:nvPr/>
        </p:nvSpPr>
        <p:spPr>
          <a:xfrm>
            <a:off x="100028" y="3057992"/>
            <a:ext cx="1454727" cy="611169"/>
          </a:xfrm>
          <a:prstGeom prst="rect">
            <a:avLst/>
          </a:prstGeom>
          <a:solidFill>
            <a:srgbClr val="FFC000"/>
          </a:solid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Groups</a:t>
            </a:r>
            <a:endParaRPr lang="en-US" dirty="0">
              <a:ln w="0"/>
              <a:solidFill>
                <a:schemeClr val="tx1"/>
              </a:solidFill>
              <a:effectLst>
                <a:outerShdw blurRad="38100" dist="19050" dir="2700000" algn="tl" rotWithShape="0">
                  <a:schemeClr val="dk1">
                    <a:alpha val="40000"/>
                  </a:schemeClr>
                </a:outerShdw>
              </a:effectLst>
            </a:endParaRPr>
          </a:p>
        </p:txBody>
      </p:sp>
      <p:sp>
        <p:nvSpPr>
          <p:cNvPr id="9" name="Multiply 8"/>
          <p:cNvSpPr/>
          <p:nvPr/>
        </p:nvSpPr>
        <p:spPr>
          <a:xfrm>
            <a:off x="2744463" y="1437568"/>
            <a:ext cx="1332186" cy="409903"/>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6-Point Star 9"/>
          <p:cNvSpPr/>
          <p:nvPr/>
        </p:nvSpPr>
        <p:spPr>
          <a:xfrm>
            <a:off x="3103627" y="984647"/>
            <a:ext cx="591206" cy="567562"/>
          </a:xfrm>
          <a:prstGeom prst="star6">
            <a:avLst/>
          </a:prstGeom>
          <a:noFill/>
          <a:ln w="57150">
            <a:solidFill>
              <a:srgbClr val="FFC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6-Point Star 10"/>
          <p:cNvSpPr/>
          <p:nvPr/>
        </p:nvSpPr>
        <p:spPr>
          <a:xfrm>
            <a:off x="2011954" y="1331807"/>
            <a:ext cx="591206" cy="567562"/>
          </a:xfrm>
          <a:prstGeom prst="star6">
            <a:avLst/>
          </a:prstGeom>
          <a:noFill/>
          <a:ln w="57150">
            <a:solidFill>
              <a:srgbClr val="FFC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ounded Rectangle 11"/>
          <p:cNvSpPr/>
          <p:nvPr/>
        </p:nvSpPr>
        <p:spPr>
          <a:xfrm>
            <a:off x="4041900" y="1410635"/>
            <a:ext cx="3174977" cy="465085"/>
          </a:xfrm>
          <a:prstGeom prst="roundRect">
            <a:avLst/>
          </a:prstGeom>
          <a:noFill/>
          <a:ln w="38100">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 name="Rounded Rectangle 12"/>
          <p:cNvSpPr/>
          <p:nvPr/>
        </p:nvSpPr>
        <p:spPr>
          <a:xfrm>
            <a:off x="2897864" y="2551482"/>
            <a:ext cx="1002733" cy="1478860"/>
          </a:xfrm>
          <a:prstGeom prst="roundRect">
            <a:avLst/>
          </a:prstGeom>
          <a:noFill/>
          <a:ln w="38100">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 name="Rectangle 13"/>
          <p:cNvSpPr/>
          <p:nvPr/>
        </p:nvSpPr>
        <p:spPr>
          <a:xfrm>
            <a:off x="10625673" y="1465816"/>
            <a:ext cx="1413927" cy="15921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smtClean="0"/>
              <a:t>(A)</a:t>
            </a:r>
          </a:p>
          <a:p>
            <a:pPr algn="ctr"/>
            <a:r>
              <a:rPr lang="en-US" dirty="0" smtClean="0"/>
              <a:t>Group1 </a:t>
            </a:r>
            <a:r>
              <a:rPr lang="en-US" b="1" dirty="0" smtClean="0"/>
              <a:t>GIVES</a:t>
            </a:r>
            <a:r>
              <a:rPr lang="en-US" dirty="0" smtClean="0"/>
              <a:t> score to other presenter group</a:t>
            </a:r>
            <a:endParaRPr lang="en-US" dirty="0"/>
          </a:p>
        </p:txBody>
      </p:sp>
      <p:sp>
        <p:nvSpPr>
          <p:cNvPr id="15" name="Rectangle 14"/>
          <p:cNvSpPr/>
          <p:nvPr/>
        </p:nvSpPr>
        <p:spPr>
          <a:xfrm>
            <a:off x="1748523" y="4204852"/>
            <a:ext cx="3361862" cy="820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smtClean="0"/>
              <a:t>(B)</a:t>
            </a:r>
          </a:p>
          <a:p>
            <a:pPr algn="ctr"/>
            <a:r>
              <a:rPr lang="en-US" dirty="0" smtClean="0"/>
              <a:t>Group1 as a </a:t>
            </a:r>
            <a:r>
              <a:rPr lang="en-US" u="sng" dirty="0" smtClean="0"/>
              <a:t>presenter</a:t>
            </a:r>
            <a:r>
              <a:rPr lang="en-US" dirty="0" smtClean="0"/>
              <a:t> </a:t>
            </a:r>
            <a:r>
              <a:rPr lang="en-US" b="1" dirty="0" smtClean="0"/>
              <a:t>GET</a:t>
            </a:r>
            <a:r>
              <a:rPr lang="en-US" dirty="0" smtClean="0"/>
              <a:t> score from other groups</a:t>
            </a:r>
            <a:endParaRPr lang="en-US" dirty="0"/>
          </a:p>
        </p:txBody>
      </p:sp>
      <p:sp>
        <p:nvSpPr>
          <p:cNvPr id="2" name="Rectangle 1"/>
          <p:cNvSpPr/>
          <p:nvPr/>
        </p:nvSpPr>
        <p:spPr>
          <a:xfrm>
            <a:off x="1748521" y="5486400"/>
            <a:ext cx="8037736" cy="914400"/>
          </a:xfrm>
          <a:prstGeom prst="rect">
            <a:avLst/>
          </a:prstGeom>
          <a:ln>
            <a:solidFill>
              <a:srgbClr val="FBBC04"/>
            </a:solidFill>
          </a:ln>
        </p:spPr>
        <p:style>
          <a:lnRef idx="2">
            <a:schemeClr val="accent1"/>
          </a:lnRef>
          <a:fillRef idx="1">
            <a:schemeClr val="lt1"/>
          </a:fillRef>
          <a:effectRef idx="0">
            <a:schemeClr val="accent1"/>
          </a:effectRef>
          <a:fontRef idx="minor">
            <a:schemeClr val="dk1"/>
          </a:fontRef>
        </p:style>
        <p:txBody>
          <a:bodyPr rtlCol="0" anchor="ctr"/>
          <a:lstStyle/>
          <a:p>
            <a:r>
              <a:rPr lang="en-US" dirty="0" smtClean="0"/>
              <a:t>Each group will receive a file consists of 2 sheets:</a:t>
            </a:r>
          </a:p>
          <a:p>
            <a:pPr marL="342900" indent="-342900">
              <a:buFont typeface="+mj-lt"/>
              <a:buAutoNum type="alphaUcPeriod"/>
            </a:pPr>
            <a:r>
              <a:rPr lang="en-US" dirty="0"/>
              <a:t>List of grades </a:t>
            </a:r>
            <a:r>
              <a:rPr lang="en-US" b="1" dirty="0"/>
              <a:t>given</a:t>
            </a:r>
            <a:r>
              <a:rPr lang="en-US" dirty="0"/>
              <a:t> to evaluate other presenters group</a:t>
            </a:r>
          </a:p>
          <a:p>
            <a:pPr marL="342900" indent="-342900">
              <a:buFont typeface="+mj-lt"/>
              <a:buAutoNum type="alphaUcPeriod"/>
            </a:pPr>
            <a:r>
              <a:rPr lang="en-US" dirty="0" smtClean="0"/>
              <a:t>List </a:t>
            </a:r>
            <a:r>
              <a:rPr lang="en-US" dirty="0"/>
              <a:t>of grades </a:t>
            </a:r>
            <a:r>
              <a:rPr lang="en-US" b="1" dirty="0"/>
              <a:t>gotten</a:t>
            </a:r>
            <a:r>
              <a:rPr lang="en-US" dirty="0"/>
              <a:t> from other groups to evaluate </a:t>
            </a:r>
            <a:r>
              <a:rPr lang="en-US" dirty="0" smtClean="0"/>
              <a:t>your group’s presentation</a:t>
            </a:r>
            <a:endParaRPr lang="en-US" dirty="0"/>
          </a:p>
        </p:txBody>
      </p:sp>
    </p:spTree>
    <p:custDataLst>
      <p:tags r:id="rId1"/>
    </p:custDataLst>
    <p:extLst>
      <p:ext uri="{BB962C8B-B14F-4D97-AF65-F5344CB8AC3E}">
        <p14:creationId xmlns:p14="http://schemas.microsoft.com/office/powerpoint/2010/main" val="3597562451"/>
      </p:ext>
    </p:extLst>
  </p:cSld>
  <p:clrMapOvr>
    <a:masterClrMapping/>
  </p:clrMapOvr>
  <mc:AlternateContent xmlns:mc="http://schemas.openxmlformats.org/markup-compatibility/2006" xmlns:p14="http://schemas.microsoft.com/office/powerpoint/2010/main">
    <mc:Choice Requires="p14">
      <p:transition spd="slow" p14:dur="2000" advTm="68012">
        <p:cut/>
      </p:transition>
    </mc:Choice>
    <mc:Fallback xmlns="">
      <p:transition spd="slow" advTm="68012">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xit" presetSubtype="0" fill="hold" grpId="1" nodeType="withEffect">
                                  <p:stCondLst>
                                    <p:cond delay="0"/>
                                  </p:stCondLst>
                                  <p:childTnLst>
                                    <p:animEffect transition="out" filter="fade">
                                      <p:cBhvr>
                                        <p:cTn id="22" dur="500"/>
                                        <p:tgtEl>
                                          <p:spTgt spid="11"/>
                                        </p:tgtEl>
                                      </p:cBhvr>
                                    </p:animEffect>
                                    <p:set>
                                      <p:cBhvr>
                                        <p:cTn id="23" dur="1" fill="hold">
                                          <p:stCondLst>
                                            <p:cond delay="499"/>
                                          </p:stCondLst>
                                        </p:cTn>
                                        <p:tgtEl>
                                          <p:spTgt spid="11"/>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1" grpId="1" animBg="1"/>
      <p:bldP spid="12" grpId="0" animBg="1"/>
      <p:bldP spid="13" grpId="0" animBg="1"/>
      <p:bldP spid="14" grpId="0" animBg="1"/>
      <p:bldP spid="15" grpId="0" animBg="1"/>
      <p:bldP spid="2" grpId="0" animBg="1"/>
    </p:bldLst>
  </p:timing>
  <p:extLst mod="1">
    <p:ext uri="{3A86A75C-4F4B-4683-9AE1-C65F6400EC91}">
      <p14:laserTraceLst xmlns:p14="http://schemas.microsoft.com/office/powerpoint/2010/main">
        <p14:tracePtLst>
          <p14:tracePt t="2678" x="733425" y="5356225"/>
          <p14:tracePt t="2783" x="747713" y="5356225"/>
          <p14:tracePt t="2792" x="776288" y="5356225"/>
          <p14:tracePt t="2800" x="841375" y="5334000"/>
          <p14:tracePt t="2812" x="900113" y="5297488"/>
          <p14:tracePt t="2828" x="1052513" y="5218113"/>
          <p14:tracePt t="2845" x="1233488" y="5130800"/>
          <p14:tracePt t="2862" x="1444625" y="4992688"/>
          <p14:tracePt t="2878" x="1574800" y="4899025"/>
          <p14:tracePt t="2895" x="1712913" y="4818063"/>
          <p14:tracePt t="2912" x="1865313" y="4738688"/>
          <p14:tracePt t="2928" x="2024063" y="4645025"/>
          <p14:tracePt t="2945" x="2235200" y="4543425"/>
          <p14:tracePt t="2962" x="2373313" y="4462463"/>
          <p14:tracePt t="2978" x="2460625" y="4405313"/>
          <p14:tracePt t="2995" x="2511425" y="4360863"/>
          <p14:tracePt t="3012" x="2576513" y="4303713"/>
          <p14:tracePt t="3017" x="2605088" y="4289425"/>
          <p14:tracePt t="3028" x="2627313" y="4267200"/>
          <p14:tracePt t="3046" x="2735263" y="4187825"/>
          <p14:tracePt t="3062" x="2801938" y="4157663"/>
          <p14:tracePt t="3081" x="2859088" y="4122738"/>
          <p14:tracePt t="3095" x="2887663" y="4100513"/>
          <p14:tracePt t="3112" x="2909888" y="4092575"/>
          <p14:tracePt t="3128" x="2917825" y="4086225"/>
          <p14:tracePt t="3145" x="2924175" y="4078288"/>
          <p14:tracePt t="3249" x="2932113" y="4078288"/>
          <p14:tracePt t="4291" x="2938463" y="4078288"/>
          <p14:tracePt t="4302" x="2946400" y="4071938"/>
          <p14:tracePt t="4322" x="2946400" y="4064000"/>
          <p14:tracePt t="4348" x="2954338" y="4064000"/>
          <p14:tracePt t="4368" x="2960688" y="4056063"/>
          <p14:tracePt t="4400" x="2968625" y="4056063"/>
          <p14:tracePt t="4425" x="2974975" y="4049713"/>
          <p14:tracePt t="4440" x="2982913" y="4049713"/>
          <p14:tracePt t="6102" x="2989263" y="4049713"/>
          <p14:tracePt t="6110" x="3005138" y="4049713"/>
          <p14:tracePt t="6119" x="3011488" y="4056063"/>
          <p14:tracePt t="6142" x="3025775" y="4064000"/>
          <p14:tracePt t="6150" x="3033713" y="4064000"/>
          <p14:tracePt t="6162" x="3048000" y="4064000"/>
          <p14:tracePt t="6179" x="3090863" y="4064000"/>
          <p14:tracePt t="6196" x="3127375" y="4064000"/>
          <p14:tracePt t="6213" x="3163888" y="4056063"/>
          <p14:tracePt t="6229" x="3192463" y="4056063"/>
          <p14:tracePt t="6246" x="3208338" y="4056063"/>
          <p14:tracePt t="6361" x="3178175" y="4064000"/>
          <p14:tracePt t="6372" x="3157538" y="4078288"/>
          <p14:tracePt t="6380" x="3121025" y="4100513"/>
          <p14:tracePt t="6396" x="3019425" y="4143375"/>
          <p14:tracePt t="6414" x="2822575" y="4179888"/>
          <p14:tracePt t="6430" x="2735263" y="4179888"/>
          <p14:tracePt t="6447" x="2438400" y="4179888"/>
          <p14:tracePt t="6463" x="2300288" y="4179888"/>
          <p14:tracePt t="6481" x="2170113" y="4165600"/>
          <p14:tracePt t="6497" x="2082800" y="4137025"/>
          <p14:tracePt t="6503" x="2046288" y="4122738"/>
          <p14:tracePt t="6515" x="2017713" y="4106863"/>
          <p14:tracePt t="6530" x="1958975" y="4056063"/>
          <p14:tracePt t="6546" x="1908175" y="3962400"/>
          <p14:tracePt t="6564" x="1865313" y="3832225"/>
          <p14:tracePt t="6580" x="1800225" y="3686175"/>
          <p14:tracePt t="6597" x="1735138" y="3548063"/>
          <p14:tracePt t="6613" x="1647825" y="3395663"/>
          <p14:tracePt t="6630" x="1566863" y="3228975"/>
          <p14:tracePt t="6647" x="1473200" y="2982913"/>
          <p14:tracePt t="6663" x="1473200" y="2844800"/>
          <p14:tracePt t="6679" x="1473200" y="2700338"/>
          <p14:tracePt t="6696" x="1473200" y="2525713"/>
          <p14:tracePt t="6713" x="1481138" y="2328863"/>
          <p14:tracePt t="6729" x="1538288" y="2162175"/>
          <p14:tracePt t="6746" x="1582738" y="2003425"/>
          <p14:tracePt t="6763" x="1647825" y="1865313"/>
          <p14:tracePt t="6779" x="1727200" y="1727200"/>
          <p14:tracePt t="6796" x="1785938" y="1617663"/>
          <p14:tracePt t="6815" x="1887538" y="1450975"/>
          <p14:tracePt t="6830" x="1916113" y="1408113"/>
          <p14:tracePt t="6847" x="2009775" y="1270000"/>
          <p14:tracePt t="6863" x="2105025" y="1168400"/>
          <p14:tracePt t="6880" x="2220913" y="1058863"/>
          <p14:tracePt t="6897" x="2314575" y="987425"/>
          <p14:tracePt t="6913" x="2395538" y="928688"/>
          <p14:tracePt t="6930" x="2489200" y="877888"/>
          <p14:tracePt t="6947" x="2562225" y="841375"/>
          <p14:tracePt t="6964" x="2627313" y="812800"/>
          <p14:tracePt t="6980" x="2678113" y="790575"/>
          <p14:tracePt t="6997" x="2714625" y="784225"/>
          <p14:tracePt t="7003" x="2728913" y="784225"/>
          <p14:tracePt t="7017" x="2743200" y="784225"/>
          <p14:tracePt t="7034" x="2757488" y="784225"/>
          <p14:tracePt t="7049" x="2771775" y="784225"/>
          <p14:tracePt t="7064" x="2830513" y="835025"/>
          <p14:tracePt t="7083" x="2924175" y="950913"/>
          <p14:tracePt t="7097" x="3019425" y="1089025"/>
          <p14:tracePt t="7113" x="3090863" y="1227138"/>
          <p14:tracePt t="7130" x="3141663" y="1371600"/>
          <p14:tracePt t="7147" x="3171825" y="1481138"/>
          <p14:tracePt t="7164" x="3186113" y="1603375"/>
          <p14:tracePt t="7180" x="3186113" y="1770063"/>
          <p14:tracePt t="7197" x="3186113" y="1958975"/>
          <p14:tracePt t="7215" x="3192463" y="2263775"/>
          <p14:tracePt t="7230" x="3208338" y="2446338"/>
          <p14:tracePt t="7247" x="3228975" y="2619375"/>
          <p14:tracePt t="7265" x="3243263" y="2765425"/>
          <p14:tracePt t="7280" x="3243263" y="2917825"/>
          <p14:tracePt t="7297" x="3243263" y="3090863"/>
          <p14:tracePt t="7315" x="3243263" y="3273425"/>
          <p14:tracePt t="7330" x="3228975" y="3440113"/>
          <p14:tracePt t="7347" x="3208338" y="3563938"/>
          <p14:tracePt t="7363" x="3171825" y="3671888"/>
          <p14:tracePt t="7380" x="3127375" y="3795713"/>
          <p14:tracePt t="7396" x="3055938" y="3925888"/>
          <p14:tracePt t="7413" x="2954338" y="4078288"/>
          <p14:tracePt t="7430" x="2822575" y="4259263"/>
          <p14:tracePt t="7446" x="2743200" y="4340225"/>
          <p14:tracePt t="7463" x="2692400" y="4383088"/>
          <p14:tracePt t="7480" x="2649538" y="4411663"/>
          <p14:tracePt t="7497" x="2605088" y="4456113"/>
          <p14:tracePt t="7514" x="2576513" y="4484688"/>
          <p14:tracePt t="7530" x="2525713" y="4506913"/>
          <p14:tracePt t="7546" x="2489200" y="4521200"/>
          <p14:tracePt t="7564" x="2416175" y="4564063"/>
          <p14:tracePt t="7580" x="2365375" y="4586288"/>
          <p14:tracePt t="7597" x="2336800" y="4586288"/>
          <p14:tracePt t="7613" x="2308225" y="4600575"/>
          <p14:tracePt t="7630" x="2263775" y="4600575"/>
          <p14:tracePt t="7647" x="2235200" y="4600575"/>
          <p14:tracePt t="7663" x="2176463" y="4579938"/>
          <p14:tracePt t="7680" x="2133600" y="4557713"/>
          <p14:tracePt t="7697" x="2068513" y="4535488"/>
          <p14:tracePt t="7713" x="2032000" y="4529138"/>
          <p14:tracePt t="7730" x="1995488" y="4513263"/>
          <p14:tracePt t="7747" x="1973263" y="4498975"/>
          <p14:tracePt t="7763" x="1958975" y="4492625"/>
          <p14:tracePt t="7780" x="1938338" y="4470400"/>
          <p14:tracePt t="7797" x="1922463" y="4456113"/>
          <p14:tracePt t="7814" x="1908175" y="4433888"/>
          <p14:tracePt t="7830" x="1893888" y="4411663"/>
          <p14:tracePt t="7847" x="1887538" y="4391025"/>
          <p14:tracePt t="7863" x="1871663" y="4368800"/>
          <p14:tracePt t="7880" x="1851025" y="4354513"/>
          <p14:tracePt t="7897" x="1843088" y="4340225"/>
          <p14:tracePt t="7913" x="1836738" y="4318000"/>
          <p14:tracePt t="7930" x="1828800" y="4303713"/>
          <p14:tracePt t="7947" x="1828800" y="4295775"/>
          <p14:tracePt t="7963" x="1820863" y="4281488"/>
          <p14:tracePt t="7980" x="1820863" y="4267200"/>
          <p14:tracePt t="7997" x="1820863" y="4252913"/>
          <p14:tracePt t="8000" x="1820863" y="4230688"/>
          <p14:tracePt t="8016" x="1820863" y="4224338"/>
          <p14:tracePt t="8031" x="1814513" y="4208463"/>
          <p14:tracePt t="8047" x="1814513" y="4194175"/>
          <p14:tracePt t="8064" x="1814513" y="4187825"/>
          <p14:tracePt t="8382" x="1814513" y="4179888"/>
          <p14:tracePt t="8395" x="1814513" y="4173538"/>
          <p14:tracePt t="8407" x="1828800" y="4157663"/>
          <p14:tracePt t="8419" x="1836738" y="4151313"/>
          <p14:tracePt t="8430" x="1851025" y="4151313"/>
          <p14:tracePt t="8447" x="1865313" y="4137025"/>
          <p14:tracePt t="8472" x="1871663" y="4137025"/>
          <p14:tracePt t="8488" x="1879600" y="4137025"/>
          <p14:tracePt t="8497" x="1887538" y="4137025"/>
          <p14:tracePt t="8514" x="1893888" y="4137025"/>
          <p14:tracePt t="8531" x="1908175" y="4137025"/>
          <p14:tracePt t="8547" x="1922463" y="4137025"/>
          <p14:tracePt t="8564" x="1930400" y="4137025"/>
          <p14:tracePt t="8581" x="1938338" y="4137025"/>
          <p14:tracePt t="8597" x="1952625" y="4137025"/>
          <p14:tracePt t="8614" x="1958975" y="4137025"/>
          <p14:tracePt t="8630" x="1973263" y="4143375"/>
          <p14:tracePt t="8647" x="1995488" y="4151313"/>
          <p14:tracePt t="8664" x="2003425" y="4157663"/>
          <p14:tracePt t="8697" x="2009775" y="4165600"/>
          <p14:tracePt t="8714" x="2017713" y="4165600"/>
          <p14:tracePt t="8736" x="2024063" y="4165600"/>
          <p14:tracePt t="8758" x="2032000" y="4165600"/>
          <p14:tracePt t="8791" x="2039938" y="4173538"/>
          <p14:tracePt t="10081" x="2054225" y="4202113"/>
          <p14:tracePt t="10089" x="2082800" y="4216400"/>
          <p14:tracePt t="10099" x="2141538" y="4252913"/>
          <p14:tracePt t="10114" x="2271713" y="4310063"/>
          <p14:tracePt t="10131" x="2540000" y="4340225"/>
          <p14:tracePt t="10148" x="2924175" y="4360863"/>
          <p14:tracePt t="10165" x="3259138" y="4325938"/>
          <p14:tracePt t="10181" x="3505200" y="4202113"/>
          <p14:tracePt t="10198" x="3686175" y="3998913"/>
          <p14:tracePt t="10214" x="3889375" y="3519488"/>
          <p14:tracePt t="10232" x="3970338" y="3236913"/>
          <p14:tracePt t="10248" x="4027488" y="3055938"/>
          <p14:tracePt t="10269" x="4092575" y="2844800"/>
          <p14:tracePt t="10283" x="4129088" y="2692400"/>
          <p14:tracePt t="10297" x="4151313" y="2525713"/>
          <p14:tracePt t="10314" x="4173538" y="2379663"/>
          <p14:tracePt t="10331" x="4194175" y="2243138"/>
          <p14:tracePt t="10347" x="4208463" y="2119313"/>
          <p14:tracePt t="10364" x="4230688" y="2017713"/>
          <p14:tracePt t="10381" x="4238625" y="1930400"/>
          <p14:tracePt t="10398" x="4252913" y="1851025"/>
          <p14:tracePt t="10399" x="4267200" y="1814513"/>
          <p14:tracePt t="10414" x="4281488" y="1778000"/>
          <p14:tracePt t="10431" x="4289425" y="1763713"/>
          <p14:tracePt t="10448" x="4295775" y="1755775"/>
          <p14:tracePt t="10488" x="4303713" y="1749425"/>
          <p14:tracePt t="10506" x="4310063" y="1735138"/>
          <p14:tracePt t="10520" x="4325938" y="1698625"/>
          <p14:tracePt t="10532" x="4325938" y="1684338"/>
          <p14:tracePt t="10548" x="4340225" y="1668463"/>
          <p14:tracePt t="10564" x="4346575" y="1662113"/>
          <p14:tracePt t="10608" x="4346575" y="1654175"/>
          <p14:tracePt t="10616" x="4346575" y="1639888"/>
          <p14:tracePt t="10624" x="4354513" y="1625600"/>
          <p14:tracePt t="10632" x="4354513" y="1603375"/>
          <p14:tracePt t="10648" x="4368800" y="1574800"/>
          <p14:tracePt t="10664" x="4368800" y="1546225"/>
          <p14:tracePt t="10681" x="4376738" y="1538288"/>
          <p14:tracePt t="10698" x="4376738" y="1531938"/>
          <p14:tracePt t="10768" x="4376738" y="1524000"/>
          <p14:tracePt t="10775" x="4354513" y="1524000"/>
          <p14:tracePt t="10784" x="4303713" y="1524000"/>
          <p14:tracePt t="10797" x="4244975" y="1524000"/>
          <p14:tracePt t="10814" x="3984625" y="1524000"/>
          <p14:tracePt t="10831" x="3795713" y="1524000"/>
          <p14:tracePt t="10847" x="3629025" y="1524000"/>
          <p14:tracePt t="10864" x="3519488" y="1524000"/>
          <p14:tracePt t="10881" x="3425825" y="1524000"/>
          <p14:tracePt t="10897" x="3352800" y="1516063"/>
          <p14:tracePt t="10914" x="3316288" y="1495425"/>
          <p14:tracePt t="10931" x="3279775" y="1465263"/>
          <p14:tracePt t="10947" x="3243263" y="1422400"/>
          <p14:tracePt t="10964" x="3192463" y="1349375"/>
          <p14:tracePt t="10981" x="3141663" y="1262063"/>
          <p14:tracePt t="10997" x="3113088" y="1219200"/>
          <p14:tracePt t="10999" x="3106738" y="1190625"/>
          <p14:tracePt t="11014" x="3106738" y="1154113"/>
          <p14:tracePt t="11031" x="3106738" y="1125538"/>
          <p14:tracePt t="11047" x="3106738" y="1081088"/>
          <p14:tracePt t="11064" x="3106738" y="1044575"/>
          <p14:tracePt t="11081" x="3127375" y="1001713"/>
          <p14:tracePt t="11097" x="3149600" y="965200"/>
          <p14:tracePt t="11114" x="3171825" y="942975"/>
          <p14:tracePt t="11131" x="3200400" y="922338"/>
          <p14:tracePt t="11147" x="3251200" y="892175"/>
          <p14:tracePt t="11164" x="3309938" y="855663"/>
          <p14:tracePt t="11181" x="3389313" y="820738"/>
          <p14:tracePt t="11198" x="3548063" y="769938"/>
          <p14:tracePt t="11215" x="3694113" y="754063"/>
          <p14:tracePt t="11231" x="3838575" y="733425"/>
          <p14:tracePt t="11247" x="4005263" y="733425"/>
          <p14:tracePt t="11264" x="4165600" y="733425"/>
          <p14:tracePt t="11281" x="4340225" y="733425"/>
          <p14:tracePt t="11298" x="4513263" y="719138"/>
          <p14:tracePt t="11314" x="4687888" y="711200"/>
          <p14:tracePt t="11331" x="4884738" y="682625"/>
          <p14:tracePt t="11348" x="5102225" y="682625"/>
          <p14:tracePt t="11364" x="5305425" y="682625"/>
          <p14:tracePt t="11381" x="5508625" y="682625"/>
          <p14:tracePt t="11397" x="5819775" y="682625"/>
          <p14:tracePt t="11414" x="6053138" y="682625"/>
          <p14:tracePt t="11431" x="6313488" y="682625"/>
          <p14:tracePt t="11448" x="6575425" y="682625"/>
          <p14:tracePt t="11464" x="6829425" y="682625"/>
          <p14:tracePt t="11481" x="7148513" y="682625"/>
          <p14:tracePt t="11498" x="7424738" y="682625"/>
          <p14:tracePt t="11514" x="7670800" y="682625"/>
          <p14:tracePt t="11531" x="7896225" y="682625"/>
          <p14:tracePt t="11548" x="8069263" y="682625"/>
          <p14:tracePt t="11564" x="8237538" y="682625"/>
          <p14:tracePt t="11582" x="8461375" y="682625"/>
          <p14:tracePt t="11598" x="8607425" y="703263"/>
          <p14:tracePt t="11614" x="8766175" y="733425"/>
          <p14:tracePt t="11631" x="8853488" y="733425"/>
          <p14:tracePt t="11648" x="8955088" y="733425"/>
          <p14:tracePt t="11665" x="9042400" y="747713"/>
          <p14:tracePt t="11681" x="9144000" y="769938"/>
          <p14:tracePt t="11698" x="9223375" y="776288"/>
          <p14:tracePt t="11714" x="9288463" y="790575"/>
          <p14:tracePt t="11731" x="9339263" y="804863"/>
          <p14:tracePt t="11748" x="9405938" y="835025"/>
          <p14:tracePt t="11764" x="9456738" y="841375"/>
          <p14:tracePt t="11782" x="9578975" y="900113"/>
          <p14:tracePt t="11798" x="9694863" y="957263"/>
          <p14:tracePt t="11814" x="9796463" y="1023938"/>
          <p14:tracePt t="11831" x="9913938" y="1081088"/>
          <p14:tracePt t="11848" x="9993313" y="1131888"/>
          <p14:tracePt t="11864" x="10044113" y="1154113"/>
          <p14:tracePt t="11881" x="10086975" y="1190625"/>
          <p14:tracePt t="11898" x="10117138" y="1211263"/>
          <p14:tracePt t="11914" x="10131425" y="1219200"/>
          <p14:tracePt t="11931" x="10145713" y="1233488"/>
          <p14:tracePt t="11948" x="10152063" y="1247775"/>
          <p14:tracePt t="11964" x="10174288" y="1262063"/>
          <p14:tracePt t="11981" x="10182225" y="1277938"/>
          <p14:tracePt t="12014" x="10188575" y="1292225"/>
          <p14:tracePt t="12031" x="10202863" y="1306513"/>
          <p14:tracePt t="12048" x="10210800" y="1343025"/>
          <p14:tracePt t="12065" x="10233025" y="1357313"/>
          <p14:tracePt t="12081" x="10253663" y="1385888"/>
          <p14:tracePt t="12098" x="10261600" y="1408113"/>
          <p14:tracePt t="12114" x="10269538" y="1408113"/>
          <p14:tracePt t="12131" x="10269538" y="1414463"/>
          <p14:tracePt t="12167" x="10269538" y="1422400"/>
          <p14:tracePt t="12191" x="10269538" y="1430338"/>
          <p14:tracePt t="12199" x="10269538" y="1436688"/>
          <p14:tracePt t="12216" x="10269538" y="1444625"/>
          <p14:tracePt t="12231" x="10269538" y="1450975"/>
          <p14:tracePt t="12248" x="10269538" y="1465263"/>
          <p14:tracePt t="12264" x="10269538" y="1473200"/>
          <p14:tracePt t="12281" x="10269538" y="1487488"/>
          <p14:tracePt t="12314" x="10269538" y="1495425"/>
          <p14:tracePt t="12331" x="10269538" y="1501775"/>
          <p14:tracePt t="12351" x="10269538" y="1509713"/>
          <p14:tracePt t="12364" x="10261600" y="1516063"/>
          <p14:tracePt t="12381" x="10261600" y="1524000"/>
          <p14:tracePt t="12398" x="10253663" y="1538288"/>
          <p14:tracePt t="12415" x="10239375" y="1538288"/>
          <p14:tracePt t="12431" x="10233025" y="1552575"/>
          <p14:tracePt t="12448" x="10225088" y="1552575"/>
          <p14:tracePt t="12465" x="10210800" y="1560513"/>
          <p14:tracePt t="12498" x="10202863" y="1566863"/>
          <p14:tracePt t="12515" x="10196513" y="1566863"/>
          <p14:tracePt t="12535" x="10188575" y="1574800"/>
          <p14:tracePt t="12567" x="10182225" y="1574800"/>
          <p14:tracePt t="12583" x="10174288" y="1582738"/>
          <p14:tracePt t="12607" x="10167938" y="1582738"/>
          <p14:tracePt t="12631" x="10160000" y="1582738"/>
          <p14:tracePt t="12663" x="10145713" y="1589088"/>
          <p14:tracePt t="12679" x="10137775" y="1589088"/>
          <p14:tracePt t="12695" x="10131425" y="1589088"/>
          <p14:tracePt t="12702" x="10123488" y="1597025"/>
          <p14:tracePt t="12715" x="10117138" y="1597025"/>
          <p14:tracePt t="12731" x="10101263" y="1603375"/>
          <p14:tracePt t="12748" x="10080625" y="1603375"/>
          <p14:tracePt t="12765" x="10044113" y="1603375"/>
          <p14:tracePt t="12783" x="9993313" y="1603375"/>
          <p14:tracePt t="12798" x="9948863" y="1603375"/>
          <p14:tracePt t="12815" x="9913938" y="1603375"/>
          <p14:tracePt t="12832" x="9869488" y="1603375"/>
          <p14:tracePt t="12849" x="9826625" y="1603375"/>
          <p14:tracePt t="12865" x="9775825" y="1603375"/>
          <p14:tracePt t="12882" x="9717088" y="1603375"/>
          <p14:tracePt t="12898" x="9623425" y="1603375"/>
          <p14:tracePt t="12915" x="9550400" y="1603375"/>
          <p14:tracePt t="12932" x="9448800" y="1603375"/>
          <p14:tracePt t="12949" x="9339263" y="1603375"/>
          <p14:tracePt t="12969" x="9151938" y="1603375"/>
          <p14:tracePt t="12983" x="9013825" y="1582738"/>
          <p14:tracePt t="12999" x="8890000" y="1566863"/>
          <p14:tracePt t="13007" x="8839200" y="1560513"/>
          <p14:tracePt t="13020" x="8780463" y="1552575"/>
          <p14:tracePt t="13034" x="8701088" y="1538288"/>
          <p14:tracePt t="13049" x="8599488" y="1531938"/>
          <p14:tracePt t="13066" x="8483600" y="1509713"/>
          <p14:tracePt t="13082" x="8353425" y="1495425"/>
          <p14:tracePt t="13099" x="8229600" y="1473200"/>
          <p14:tracePt t="13116" x="8128000" y="1458913"/>
          <p14:tracePt t="13132" x="8018463" y="1436688"/>
          <p14:tracePt t="13149" x="7916863" y="1422400"/>
          <p14:tracePt t="13166" x="7808913" y="1400175"/>
          <p14:tracePt t="13182" x="7678738" y="1357313"/>
          <p14:tracePt t="13199" x="7546975" y="1335088"/>
          <p14:tracePt t="13206" x="7504113" y="1320800"/>
          <p14:tracePt t="13218" x="7453313" y="1312863"/>
          <p14:tracePt t="13232" x="7388225" y="1298575"/>
          <p14:tracePt t="13248" x="7323138" y="1284288"/>
          <p14:tracePt t="13265" x="7250113" y="1255713"/>
          <p14:tracePt t="13282" x="7177088" y="1247775"/>
          <p14:tracePt t="13299" x="7104063" y="1233488"/>
          <p14:tracePt t="13315" x="7053263" y="1227138"/>
          <p14:tracePt t="13335" x="6959600" y="1219200"/>
          <p14:tracePt t="13348" x="6931025" y="1211263"/>
          <p14:tracePt t="13365" x="6850063" y="1196975"/>
          <p14:tracePt t="13382" x="6770688" y="1196975"/>
          <p14:tracePt t="13399" x="6713538" y="1196975"/>
          <p14:tracePt t="13415" x="6654800" y="1196975"/>
          <p14:tracePt t="13432" x="6596063" y="1196975"/>
          <p14:tracePt t="13448" x="6516688" y="1211263"/>
          <p14:tracePt t="13466" x="6423025" y="1233488"/>
          <p14:tracePt t="13483" x="6299200" y="1270000"/>
          <p14:tracePt t="13498" x="6154738" y="1306513"/>
          <p14:tracePt t="13503" x="6073775" y="1312863"/>
          <p14:tracePt t="13515" x="6008688" y="1320800"/>
          <p14:tracePt t="13532" x="5834063" y="1349375"/>
          <p14:tracePt t="13548" x="5697538" y="1363663"/>
          <p14:tracePt t="13565" x="5551488" y="1363663"/>
          <p14:tracePt t="13581" x="5407025" y="1385888"/>
          <p14:tracePt t="13598" x="5326063" y="1393825"/>
          <p14:tracePt t="13615" x="5246688" y="1414463"/>
          <p14:tracePt t="13632" x="5159375" y="1422400"/>
          <p14:tracePt t="13648" x="5057775" y="1422400"/>
          <p14:tracePt t="13665" x="4970463" y="1422400"/>
          <p14:tracePt t="13682" x="4884738" y="1422400"/>
          <p14:tracePt t="13699" x="4775200" y="1422400"/>
          <p14:tracePt t="13718" x="4630738" y="1422400"/>
          <p14:tracePt t="13732" x="4572000" y="1422400"/>
          <p14:tracePt t="13749" x="4492625" y="1422400"/>
          <p14:tracePt t="13766" x="4411663" y="1422400"/>
          <p14:tracePt t="13782" x="4383088" y="1422400"/>
          <p14:tracePt t="13799" x="4340225" y="1422400"/>
          <p14:tracePt t="13815" x="4332288" y="1422400"/>
          <p14:tracePt t="13832" x="4310063" y="1422400"/>
          <p14:tracePt t="13849" x="4289425" y="1422400"/>
          <p14:tracePt t="13912" x="4289425" y="1408113"/>
          <p14:tracePt t="13923" x="4303713" y="1371600"/>
          <p14:tracePt t="13932" x="4340225" y="1328738"/>
          <p14:tracePt t="13948" x="4391025" y="1247775"/>
          <p14:tracePt t="13966" x="4462463" y="1182688"/>
          <p14:tracePt t="13982" x="4557713" y="1066800"/>
          <p14:tracePt t="13999" x="4614863" y="1008063"/>
          <p14:tracePt t="14015" x="4681538" y="928688"/>
          <p14:tracePt t="14032" x="4724400" y="863600"/>
          <p14:tracePt t="14049" x="4783138" y="784225"/>
          <p14:tracePt t="14066" x="4811713" y="762000"/>
          <p14:tracePt t="14082" x="4848225" y="711200"/>
          <p14:tracePt t="14099" x="4868863" y="696913"/>
          <p14:tracePt t="14115" x="4919663" y="674688"/>
          <p14:tracePt t="14132" x="4956175" y="652463"/>
          <p14:tracePt t="14149" x="5000625" y="646113"/>
          <p14:tracePt t="14166" x="5087938" y="623888"/>
          <p14:tracePt t="14182" x="5167313" y="623888"/>
          <p14:tracePt t="14199" x="5246688" y="623888"/>
          <p14:tracePt t="14215" x="5297488" y="623888"/>
          <p14:tracePt t="14232" x="5319713" y="617538"/>
          <p14:tracePt t="14249" x="5326063" y="617538"/>
          <p14:tracePt t="14592" x="5348288" y="609600"/>
          <p14:tracePt t="14600" x="5362575" y="601663"/>
          <p14:tracePt t="14608" x="5384800" y="587375"/>
          <p14:tracePt t="14615" x="5427663" y="566738"/>
          <p14:tracePt t="14632" x="5522913" y="544513"/>
          <p14:tracePt t="14649" x="5667375" y="508000"/>
          <p14:tracePt t="14665" x="5805488" y="493713"/>
          <p14:tracePt t="14682" x="5965825" y="465138"/>
          <p14:tracePt t="14699" x="6110288" y="449263"/>
          <p14:tracePt t="14715" x="6240463" y="449263"/>
          <p14:tracePt t="14736" x="6437313" y="449263"/>
          <p14:tracePt t="14752" x="6575425" y="449263"/>
          <p14:tracePt t="14767" x="6691313" y="449263"/>
          <p14:tracePt t="14785" x="6799263" y="449263"/>
          <p14:tracePt t="14799" x="6886575" y="449263"/>
          <p14:tracePt t="14816" x="6951663" y="449263"/>
          <p14:tracePt t="14833" x="7010400" y="449263"/>
          <p14:tracePt t="14850" x="7089775" y="449263"/>
          <p14:tracePt t="14866" x="7191375" y="449263"/>
          <p14:tracePt t="14883" x="7307263" y="449263"/>
          <p14:tracePt t="14899" x="7453313" y="465138"/>
          <p14:tracePt t="14916" x="7577138" y="485775"/>
          <p14:tracePt t="14934" x="7685088" y="493713"/>
          <p14:tracePt t="14950" x="7794625" y="515938"/>
          <p14:tracePt t="14966" x="7939088" y="536575"/>
          <p14:tracePt t="14983" x="8142288" y="595313"/>
          <p14:tracePt t="15000" x="8258175" y="631825"/>
          <p14:tracePt t="15010" x="8302625" y="638175"/>
          <p14:tracePt t="15022" x="8374063" y="668338"/>
          <p14:tracePt t="15032" x="8404225" y="674688"/>
          <p14:tracePt t="15049" x="8432800" y="682625"/>
          <p14:tracePt t="15066" x="8469313" y="703263"/>
          <p14:tracePt t="15083" x="8505825" y="725488"/>
          <p14:tracePt t="15099" x="8556625" y="769938"/>
          <p14:tracePt t="15116" x="8613775" y="804863"/>
          <p14:tracePt t="15133" x="8672513" y="849313"/>
          <p14:tracePt t="15149" x="8709025" y="877888"/>
          <p14:tracePt t="15166" x="8729663" y="906463"/>
          <p14:tracePt t="15182" x="8745538" y="936625"/>
          <p14:tracePt t="15199" x="8751888" y="965200"/>
          <p14:tracePt t="15216" x="8751888" y="987425"/>
          <p14:tracePt t="15232" x="8751888" y="1001713"/>
          <p14:tracePt t="15250" x="8751888" y="1023938"/>
          <p14:tracePt t="15266" x="8751888" y="1044575"/>
          <p14:tracePt t="15282" x="8737600" y="1066800"/>
          <p14:tracePt t="15299" x="8709025" y="1089025"/>
          <p14:tracePt t="15316" x="8678863" y="1117600"/>
          <p14:tracePt t="15332" x="8628063" y="1146175"/>
          <p14:tracePt t="15349" x="8570913" y="1182688"/>
          <p14:tracePt t="15366" x="8497888" y="1219200"/>
          <p14:tracePt t="15383" x="8440738" y="1241425"/>
          <p14:tracePt t="15399" x="8418513" y="1247775"/>
          <p14:tracePt t="15416" x="8389938" y="1255713"/>
          <p14:tracePt t="15433" x="8367713" y="1262063"/>
          <p14:tracePt t="15449" x="8331200" y="1270000"/>
          <p14:tracePt t="15466" x="8294688" y="1284288"/>
          <p14:tracePt t="15482" x="8266113" y="1292225"/>
          <p14:tracePt t="15499" x="8258175" y="1298575"/>
          <p14:tracePt t="15504" x="8243888" y="1298575"/>
          <p14:tracePt t="15516" x="8237538" y="1298575"/>
          <p14:tracePt t="15533" x="8229600" y="1298575"/>
          <p14:tracePt t="15549" x="8221663" y="1298575"/>
          <p14:tracePt t="15566" x="8215313" y="1298575"/>
          <p14:tracePt t="16861" x="8237538" y="1298575"/>
          <p14:tracePt t="16869" x="8251825" y="1312863"/>
          <p14:tracePt t="19582" x="8258175" y="1312863"/>
          <p14:tracePt t="19596" x="8266113" y="1320800"/>
          <p14:tracePt t="19619" x="8272463" y="1335088"/>
          <p14:tracePt t="19634" x="8280400" y="1335088"/>
          <p14:tracePt t="19648" x="8294688" y="1363663"/>
          <p14:tracePt t="19659" x="8302625" y="1371600"/>
          <p14:tracePt t="19671" x="8316913" y="1393825"/>
          <p14:tracePt t="19684" x="8323263" y="1414463"/>
          <p14:tracePt t="19701" x="8339138" y="1430338"/>
          <p14:tracePt t="19717" x="8345488" y="1444625"/>
          <p14:tracePt t="19733" x="8353425" y="1473200"/>
          <p14:tracePt t="19750" x="8353425" y="1538288"/>
          <p14:tracePt t="19767" x="8359775" y="1611313"/>
          <p14:tracePt t="19783" x="8367713" y="1676400"/>
          <p14:tracePt t="19801" x="8374063" y="1727200"/>
          <p14:tracePt t="19817" x="8374063" y="1755775"/>
          <p14:tracePt t="19834" x="8374063" y="1785938"/>
          <p14:tracePt t="19851" x="8374063" y="1806575"/>
          <p14:tracePt t="19867" x="8359775" y="1843088"/>
          <p14:tracePt t="19884" x="8339138" y="1879600"/>
          <p14:tracePt t="19900" x="8323263" y="1893888"/>
          <p14:tracePt t="19918" x="8294688" y="1922463"/>
          <p14:tracePt t="19935" x="8258175" y="1944688"/>
          <p14:tracePt t="19952" x="8221663" y="1966913"/>
          <p14:tracePt t="19967" x="8178800" y="1995488"/>
          <p14:tracePt t="19984" x="8150225" y="2009775"/>
          <p14:tracePt t="20000" x="8105775" y="2032000"/>
          <p14:tracePt t="20017" x="8048625" y="2060575"/>
          <p14:tracePt t="20034" x="8018463" y="2068513"/>
          <p14:tracePt t="20050" x="7983538" y="2082800"/>
          <p14:tracePt t="20067" x="7939088" y="2082800"/>
          <p14:tracePt t="20084" x="7896225" y="2090738"/>
          <p14:tracePt t="20101" x="7859713" y="2097088"/>
          <p14:tracePt t="20118" x="7786688" y="2111375"/>
          <p14:tracePt t="20134" x="7713663" y="2111375"/>
          <p14:tracePt t="20151" x="7642225" y="2119313"/>
          <p14:tracePt t="20167" x="7583488" y="2125663"/>
          <p14:tracePt t="20184" x="7518400" y="2141538"/>
          <p14:tracePt t="20201" x="7467600" y="2147888"/>
          <p14:tracePt t="20217" x="7431088" y="2147888"/>
          <p14:tracePt t="20234" x="7388225" y="2155825"/>
          <p14:tracePt t="20251" x="7343775" y="2155825"/>
          <p14:tracePt t="20267" x="7292975" y="2155825"/>
          <p14:tracePt t="20284" x="7256463" y="2155825"/>
          <p14:tracePt t="20301" x="7221538" y="2155825"/>
          <p14:tracePt t="20318" x="7170738" y="2155825"/>
          <p14:tracePt t="20334" x="7134225" y="2155825"/>
          <p14:tracePt t="20351" x="7097713" y="2155825"/>
          <p14:tracePt t="20368" x="7061200" y="2155825"/>
          <p14:tracePt t="20384" x="7018338" y="2155825"/>
          <p14:tracePt t="20401" x="6973888" y="2155825"/>
          <p14:tracePt t="20417" x="6931025" y="2147888"/>
          <p14:tracePt t="20434" x="6894513" y="2133600"/>
          <p14:tracePt t="20451" x="6850063" y="2133600"/>
          <p14:tracePt t="20467" x="6829425" y="2111375"/>
          <p14:tracePt t="20484" x="6792913" y="2111375"/>
          <p14:tracePt t="20501" x="6764338" y="2111375"/>
          <p14:tracePt t="20504" x="6748463" y="2105025"/>
          <p14:tracePt t="20518" x="6713538" y="2090738"/>
          <p14:tracePt t="20534" x="6683375" y="2082800"/>
          <p14:tracePt t="20551" x="6662738" y="2074863"/>
          <p14:tracePt t="20567" x="6646863" y="2074863"/>
          <p14:tracePt t="20584" x="6640513" y="2068513"/>
          <p14:tracePt t="20601" x="6626225" y="2060575"/>
          <p14:tracePt t="20617" x="6611938" y="2060575"/>
          <p14:tracePt t="20634" x="6604000" y="2054225"/>
          <p14:tracePt t="20651" x="6589713" y="2046288"/>
          <p14:tracePt t="20668" x="6581775" y="2039938"/>
          <p14:tracePt t="20684" x="6575425" y="2032000"/>
          <p14:tracePt t="20721" x="6575425" y="2024063"/>
          <p14:tracePt t="20736" x="6575425" y="2017713"/>
          <p14:tracePt t="20744" x="6575425" y="2009775"/>
          <p14:tracePt t="20752" x="6575425" y="2003425"/>
          <p14:tracePt t="20769" x="6575425" y="1995488"/>
          <p14:tracePt t="20785" x="6575425" y="1981200"/>
          <p14:tracePt t="20808" x="6575425" y="1973263"/>
          <p14:tracePt t="20862" x="6567488" y="1973263"/>
          <p14:tracePt t="20870" x="6545263" y="1973263"/>
          <p14:tracePt t="20878" x="6510338" y="1973263"/>
          <p14:tracePt t="20895" x="6400800" y="1973263"/>
          <p14:tracePt t="20906" x="6350000" y="1973263"/>
          <p14:tracePt t="20919" x="6211888" y="1966913"/>
          <p14:tracePt t="20937" x="6088063" y="1952625"/>
          <p14:tracePt t="20955" x="5915025" y="1952625"/>
          <p14:tracePt t="20969" x="5776913" y="1952625"/>
          <p14:tracePt t="20984" x="5646738" y="1952625"/>
          <p14:tracePt t="21001" x="5565775" y="1952625"/>
          <p14:tracePt t="21011" x="5537200" y="1952625"/>
          <p14:tracePt t="21021" x="5494338" y="1952625"/>
          <p14:tracePt t="21034" x="5443538" y="1952625"/>
          <p14:tracePt t="21051" x="5384800" y="1952625"/>
          <p14:tracePt t="21067" x="5305425" y="1952625"/>
          <p14:tracePt t="21084" x="5254625" y="1952625"/>
          <p14:tracePt t="21101" x="5189538" y="1952625"/>
          <p14:tracePt t="21117" x="5116513" y="1952625"/>
          <p14:tracePt t="21134" x="5006975" y="1952625"/>
          <p14:tracePt t="21151" x="4927600" y="1952625"/>
          <p14:tracePt t="21167" x="4840288" y="1952625"/>
          <p14:tracePt t="21184" x="4746625" y="1952625"/>
          <p14:tracePt t="21201" x="4645025" y="1952625"/>
          <p14:tracePt t="21217" x="4572000" y="1952625"/>
          <p14:tracePt t="21234" x="4478338" y="1952625"/>
          <p14:tracePt t="21251" x="4411663" y="1952625"/>
          <p14:tracePt t="21267" x="4340225" y="1952625"/>
          <p14:tracePt t="21284" x="4259263" y="1944688"/>
          <p14:tracePt t="21301" x="4179888" y="1930400"/>
          <p14:tracePt t="21317" x="4106863" y="1901825"/>
          <p14:tracePt t="21334" x="4056063" y="1879600"/>
          <p14:tracePt t="21351" x="4035425" y="1871663"/>
          <p14:tracePt t="21368" x="4005263" y="1836738"/>
          <p14:tracePt t="21384" x="3990975" y="1800225"/>
          <p14:tracePt t="21401" x="3970338" y="1749425"/>
          <p14:tracePt t="21420" x="3948113" y="1698625"/>
          <p14:tracePt t="21439" x="3933825" y="1647825"/>
          <p14:tracePt t="21452" x="3933825" y="1625600"/>
          <p14:tracePt t="21468" x="3933825" y="1597025"/>
          <p14:tracePt t="21485" x="3933825" y="1566863"/>
          <p14:tracePt t="21503" x="3933825" y="1501775"/>
          <p14:tracePt t="21521" x="3940175" y="1458913"/>
          <p14:tracePt t="21534" x="3976688" y="1400175"/>
          <p14:tracePt t="21551" x="4005263" y="1357313"/>
          <p14:tracePt t="21568" x="4021138" y="1335088"/>
          <p14:tracePt t="21584" x="4041775" y="1312863"/>
          <p14:tracePt t="21601" x="4071938" y="1284288"/>
          <p14:tracePt t="21618" x="4114800" y="1247775"/>
          <p14:tracePt t="21634" x="4151313" y="1219200"/>
          <p14:tracePt t="21651" x="4202113" y="1196975"/>
          <p14:tracePt t="21668" x="4224338" y="1176338"/>
          <p14:tracePt t="21686" x="4267200" y="1160463"/>
          <p14:tracePt t="21701" x="4275138" y="1154113"/>
          <p14:tracePt t="21718" x="4340225" y="1131888"/>
          <p14:tracePt t="21734" x="4391025" y="1125538"/>
          <p14:tracePt t="21751" x="4448175" y="1117600"/>
          <p14:tracePt t="21768" x="4513263" y="1109663"/>
          <p14:tracePt t="21784" x="4564063" y="1103313"/>
          <p14:tracePt t="21801" x="4630738" y="1103313"/>
          <p14:tracePt t="21818" x="4695825" y="1103313"/>
          <p14:tracePt t="21835" x="4783138" y="1089025"/>
          <p14:tracePt t="21851" x="4899025" y="1089025"/>
          <p14:tracePt t="21868" x="5065713" y="1089025"/>
          <p14:tracePt t="21884" x="5210175" y="1089025"/>
          <p14:tracePt t="21902" x="5413375" y="1089025"/>
          <p14:tracePt t="21918" x="5457825" y="1089025"/>
          <p14:tracePt t="21935" x="5595938" y="1089025"/>
          <p14:tracePt t="21951" x="5675313" y="1095375"/>
          <p14:tracePt t="21968" x="5768975" y="1117600"/>
          <p14:tracePt t="21984" x="5849938" y="1125538"/>
          <p14:tracePt t="22001" x="5943600" y="1139825"/>
          <p14:tracePt t="22018" x="6030913" y="1154113"/>
          <p14:tracePt t="22034" x="6132513" y="1168400"/>
          <p14:tracePt t="22052" x="6211888" y="1176338"/>
          <p14:tracePt t="22068" x="6299200" y="1196975"/>
          <p14:tracePt t="22085" x="6378575" y="1204913"/>
          <p14:tracePt t="22102" x="6480175" y="1233488"/>
          <p14:tracePt t="22118" x="6604000" y="1255713"/>
          <p14:tracePt t="22135" x="6734175" y="1298575"/>
          <p14:tracePt t="22152" x="6799263" y="1312863"/>
          <p14:tracePt t="22168" x="6850063" y="1335088"/>
          <p14:tracePt t="22184" x="6880225" y="1343025"/>
          <p14:tracePt t="22202" x="6916738" y="1363663"/>
          <p14:tracePt t="22218" x="6959600" y="1385888"/>
          <p14:tracePt t="22234" x="6988175" y="1393825"/>
          <p14:tracePt t="22251" x="7018338" y="1414463"/>
          <p14:tracePt t="22268" x="7046913" y="1430338"/>
          <p14:tracePt t="22286" x="7061200" y="1450975"/>
          <p14:tracePt t="22303" x="7089775" y="1473200"/>
          <p14:tracePt t="22319" x="7097713" y="1495425"/>
          <p14:tracePt t="22335" x="7104063" y="1516063"/>
          <p14:tracePt t="22352" x="7112000" y="1538288"/>
          <p14:tracePt t="22369" x="7119938" y="1560513"/>
          <p14:tracePt t="22385" x="7134225" y="1582738"/>
          <p14:tracePt t="22405" x="7134225" y="1597025"/>
          <p14:tracePt t="22419" x="7148513" y="1611313"/>
          <p14:tracePt t="22435" x="7148513" y="1617663"/>
          <p14:tracePt t="22452" x="7148513" y="1633538"/>
          <p14:tracePt t="22470" x="7154863" y="1639888"/>
          <p14:tracePt t="22487" x="7154863" y="1654175"/>
          <p14:tracePt t="22687" x="7162800" y="1662113"/>
          <p14:tracePt t="26161" x="7191375" y="1662113"/>
          <p14:tracePt t="26168" x="7242175" y="1647825"/>
          <p14:tracePt t="26175" x="7323138" y="1633538"/>
          <p14:tracePt t="26186" x="7380288" y="1625600"/>
          <p14:tracePt t="26203" x="7546975" y="1597025"/>
          <p14:tracePt t="26219" x="7758113" y="1597025"/>
          <p14:tracePt t="26236" x="7975600" y="1597025"/>
          <p14:tracePt t="26253" x="8201025" y="1597025"/>
          <p14:tracePt t="26269" x="8447088" y="1597025"/>
          <p14:tracePt t="26286" x="8831263" y="1654175"/>
          <p14:tracePt t="26303" x="9042400" y="1676400"/>
          <p14:tracePt t="26319" x="9223375" y="1698625"/>
          <p14:tracePt t="26336" x="9412288" y="1698625"/>
          <p14:tracePt t="26353" x="9593263" y="1698625"/>
          <p14:tracePt t="26369" x="9761538" y="1698625"/>
          <p14:tracePt t="26386" x="9913938" y="1698625"/>
          <p14:tracePt t="26403" x="10036175" y="1698625"/>
          <p14:tracePt t="26421" x="10145713" y="1704975"/>
          <p14:tracePt t="26436" x="10247313" y="1719263"/>
          <p14:tracePt t="26455" x="10442575" y="1749425"/>
          <p14:tracePt t="26469" x="10515600" y="1755775"/>
          <p14:tracePt t="26486" x="10710863" y="1785938"/>
          <p14:tracePt t="26503" x="10848975" y="1800225"/>
          <p14:tracePt t="26519" x="10950575" y="1814513"/>
          <p14:tracePt t="26536" x="10995025" y="1820863"/>
          <p14:tracePt t="26553" x="11031538" y="1820863"/>
          <p14:tracePt t="26569" x="11060113" y="1820863"/>
          <p14:tracePt t="26586" x="11110913" y="1820863"/>
          <p14:tracePt t="26603" x="11168063" y="1828800"/>
          <p14:tracePt t="26619" x="11212513" y="1828800"/>
          <p14:tracePt t="26636" x="11263313" y="1828800"/>
          <p14:tracePt t="26657" x="11320463" y="1828800"/>
          <p14:tracePt t="26671" x="11379200" y="1828800"/>
          <p14:tracePt t="26687" x="11458575" y="1828800"/>
          <p14:tracePt t="26705" x="11568113" y="1828800"/>
          <p14:tracePt t="26720" x="11647488" y="1843088"/>
          <p14:tracePt t="26736" x="11742738" y="1857375"/>
          <p14:tracePt t="26754" x="11799888" y="1857375"/>
          <p14:tracePt t="26769" x="11850688" y="1871663"/>
          <p14:tracePt t="26786" x="11909425" y="1887538"/>
          <p14:tracePt t="26802" x="11974513" y="1922463"/>
          <p14:tracePt t="26820" x="12039600" y="1958975"/>
          <p14:tracePt t="26836" x="12098338" y="2003425"/>
          <p14:tracePt t="26854" x="12155488" y="2060575"/>
          <p14:tracePt t="26870" x="12163425" y="2074863"/>
          <p14:tracePt t="26887" x="12184063" y="2206625"/>
          <p14:tracePt t="26905" x="12184063" y="2300288"/>
          <p14:tracePt t="26922" x="12184063" y="2379663"/>
          <p14:tracePt t="26936" x="12184063" y="2452688"/>
          <p14:tracePt t="26958" x="12184063" y="2511425"/>
          <p14:tracePt t="26970" x="12184063" y="2582863"/>
          <p14:tracePt t="26986" x="12184063" y="2633663"/>
          <p14:tracePt t="27003" x="12184063" y="2700338"/>
          <p14:tracePt t="27011" x="12184063" y="2720975"/>
          <p14:tracePt t="27023" x="12184063" y="2771775"/>
          <p14:tracePt t="27037" x="12184063" y="2779713"/>
          <p14:tracePt t="27054" x="12184063" y="2808288"/>
          <p14:tracePt t="27070" x="12184063" y="2822575"/>
          <p14:tracePt t="27087" x="12177713" y="2852738"/>
          <p14:tracePt t="27103" x="12169775" y="2867025"/>
          <p14:tracePt t="27120" x="12155488" y="2887663"/>
          <p14:tracePt t="27137" x="12141200" y="2895600"/>
          <p14:tracePt t="27156" x="12141200" y="2903538"/>
          <p14:tracePt t="27170" x="12133263" y="2909888"/>
          <p14:tracePt t="27186" x="12126913" y="2909888"/>
          <p14:tracePt t="27203" x="12126913" y="2917825"/>
          <p14:tracePt t="27259" x="12118975" y="2917825"/>
          <p14:tracePt t="27700" x="12112625" y="2924175"/>
          <p14:tracePt t="27711" x="12112625" y="2932113"/>
          <p14:tracePt t="27724" x="12104688" y="2938463"/>
          <p14:tracePt t="27744" x="12090400" y="2938463"/>
          <p14:tracePt t="27770" x="12076113" y="2938463"/>
          <p14:tracePt t="27787" x="12061825" y="2946400"/>
          <p14:tracePt t="27804" x="12053888" y="2946400"/>
          <p14:tracePt t="27820" x="12047538" y="2946400"/>
          <p14:tracePt t="27837" x="12031663" y="2946400"/>
          <p14:tracePt t="27853" x="12017375" y="2946400"/>
          <p14:tracePt t="27869" x="12003088" y="2954338"/>
          <p14:tracePt t="27886" x="11974513" y="2954338"/>
          <p14:tracePt t="27903" x="11952288" y="2954338"/>
          <p14:tracePt t="27919" x="11938000" y="2954338"/>
          <p14:tracePt t="27936" x="11923713" y="2954338"/>
          <p14:tracePt t="27953" x="11909425" y="2954338"/>
          <p14:tracePt t="27969" x="11895138" y="2954338"/>
          <p14:tracePt t="27986" x="11887200" y="2954338"/>
          <p14:tracePt t="28003" x="11872913" y="2954338"/>
          <p14:tracePt t="28485" x="11864975" y="2954338"/>
          <p14:tracePt t="34964" x="11828463" y="2968625"/>
          <p14:tracePt t="34972" x="11785600" y="3011488"/>
          <p14:tracePt t="34979" x="11720513" y="3076575"/>
          <p14:tracePt t="34988" x="11655425" y="3127375"/>
          <p14:tracePt t="35005" x="11458575" y="3316288"/>
          <p14:tracePt t="35009" x="11299825" y="3446463"/>
          <p14:tracePt t="35022" x="10907713" y="3686175"/>
          <p14:tracePt t="35039" x="10464800" y="3911600"/>
          <p14:tracePt t="35055" x="9999663" y="4106863"/>
          <p14:tracePt t="35072" x="9629775" y="4267200"/>
          <p14:tracePt t="35089" x="9274175" y="4411663"/>
          <p14:tracePt t="35105" x="9005888" y="4529138"/>
          <p14:tracePt t="35123" x="8824913" y="4579938"/>
          <p14:tracePt t="35139" x="8658225" y="4651375"/>
          <p14:tracePt t="35155" x="8520113" y="4695825"/>
          <p14:tracePt t="35172" x="8455025" y="4716463"/>
          <p14:tracePt t="35189" x="8404225" y="4752975"/>
          <p14:tracePt t="35206" x="8359775" y="4775200"/>
          <p14:tracePt t="35222" x="8331200" y="4789488"/>
          <p14:tracePt t="35239" x="8294688" y="4818063"/>
          <p14:tracePt t="35255" x="8221663" y="4868863"/>
          <p14:tracePt t="35272" x="8142288" y="4919663"/>
          <p14:tracePt t="35289" x="8085138" y="4956175"/>
          <p14:tracePt t="35305" x="8048625" y="4978400"/>
          <p14:tracePt t="35322" x="8004175" y="5000625"/>
          <p14:tracePt t="35339" x="7961313" y="5014913"/>
          <p14:tracePt t="35356" x="7910513" y="5037138"/>
          <p14:tracePt t="35372" x="7823200" y="5065713"/>
          <p14:tracePt t="35390" x="7693025" y="5080000"/>
          <p14:tracePt t="35405" x="7662863" y="5094288"/>
          <p14:tracePt t="35422" x="7569200" y="5094288"/>
          <p14:tracePt t="35438" x="7459663" y="5094288"/>
          <p14:tracePt t="35455" x="7323138" y="5043488"/>
          <p14:tracePt t="35472" x="7162800" y="4992688"/>
          <p14:tracePt t="35489" x="6996113" y="4919663"/>
          <p14:tracePt t="35505" x="6850063" y="4854575"/>
          <p14:tracePt t="35522" x="6662738" y="4767263"/>
          <p14:tracePt t="35539" x="6494463" y="4687888"/>
          <p14:tracePt t="35556" x="6321425" y="4600575"/>
          <p14:tracePt t="35572" x="6118225" y="4513263"/>
          <p14:tracePt t="35589" x="5943600" y="4427538"/>
          <p14:tracePt t="35606" x="5748338" y="4310063"/>
          <p14:tracePt t="35609" x="5675313" y="4267200"/>
          <p14:tracePt t="35623" x="5494338" y="4173538"/>
          <p14:tracePt t="35639" x="5341938" y="4100513"/>
          <p14:tracePt t="35656" x="5240338" y="4064000"/>
          <p14:tracePt t="35672" x="5153025" y="4056063"/>
          <p14:tracePt t="35689" x="5094288" y="4035425"/>
          <p14:tracePt t="35705" x="5021263" y="4021138"/>
          <p14:tracePt t="35722" x="4919663" y="4005263"/>
          <p14:tracePt t="35739" x="4840288" y="3998913"/>
          <p14:tracePt t="35755" x="4746625" y="3984625"/>
          <p14:tracePt t="35772" x="4665663" y="3962400"/>
          <p14:tracePt t="35789" x="4543425" y="3925888"/>
          <p14:tracePt t="35806" x="4411663" y="3897313"/>
          <p14:tracePt t="35822" x="4252913" y="3852863"/>
          <p14:tracePt t="35839" x="4202113" y="3846513"/>
          <p14:tracePt t="35858" x="4129088" y="3846513"/>
          <p14:tracePt t="35872" x="4064000" y="3846513"/>
          <p14:tracePt t="35889" x="3976688" y="3846513"/>
          <p14:tracePt t="35906" x="3875088" y="3846513"/>
          <p14:tracePt t="35922" x="3787775" y="3846513"/>
          <p14:tracePt t="35939" x="3700463" y="3846513"/>
          <p14:tracePt t="35955" x="3629025" y="3846513"/>
          <p14:tracePt t="35975" x="3578225" y="3868738"/>
          <p14:tracePt t="35989" x="3570288" y="3875088"/>
          <p14:tracePt t="36006" x="3556000" y="3883025"/>
          <p14:tracePt t="36056" x="3556000" y="3889375"/>
          <p14:tracePt t="36066" x="3570288" y="3889375"/>
          <p14:tracePt t="36073" x="3578225" y="3889375"/>
          <p14:tracePt t="36089" x="3629025" y="3883025"/>
          <p14:tracePt t="36106" x="3700463" y="3795713"/>
          <p14:tracePt t="36123" x="3767138" y="3671888"/>
          <p14:tracePt t="36139" x="3832225" y="3490913"/>
          <p14:tracePt t="36156" x="3860800" y="3338513"/>
          <p14:tracePt t="36172" x="3868738" y="3178175"/>
          <p14:tracePt t="36189" x="3868738" y="3033713"/>
          <p14:tracePt t="36206" x="3846513" y="2909888"/>
          <p14:tracePt t="36224" x="3730625" y="2714625"/>
          <p14:tracePt t="36239" x="3665538" y="2641600"/>
          <p14:tracePt t="36256" x="3621088" y="2598738"/>
          <p14:tracePt t="36272" x="3578225" y="2568575"/>
          <p14:tracePt t="36289" x="3541713" y="2540000"/>
          <p14:tracePt t="36306" x="3505200" y="2525713"/>
          <p14:tracePt t="36322" x="3468688" y="2511425"/>
          <p14:tracePt t="36339" x="3417888" y="2503488"/>
          <p14:tracePt t="36356" x="3352800" y="2481263"/>
          <p14:tracePt t="36373" x="3273425" y="2452688"/>
          <p14:tracePt t="36389" x="3200400" y="2438400"/>
          <p14:tracePt t="36406" x="3106738" y="2416175"/>
          <p14:tracePt t="36422" x="2968625" y="2409825"/>
          <p14:tracePt t="36439" x="2903538" y="2409825"/>
          <p14:tracePt t="36456" x="2852738" y="2409825"/>
          <p14:tracePt t="36473" x="2801938" y="2416175"/>
          <p14:tracePt t="36489" x="2757488" y="2430463"/>
          <p14:tracePt t="36506" x="2684463" y="2481263"/>
          <p14:tracePt t="36522" x="2633663" y="2511425"/>
          <p14:tracePt t="36539" x="2562225" y="2554288"/>
          <p14:tracePt t="36556" x="2497138" y="2605088"/>
          <p14:tracePt t="36574" x="2430463" y="2663825"/>
          <p14:tracePt t="36589" x="2401888" y="2684463"/>
          <p14:tracePt t="36606" x="2359025" y="2735263"/>
          <p14:tracePt t="36609" x="2336800" y="2765425"/>
          <p14:tracePt t="36622" x="2293938" y="2822575"/>
          <p14:tracePt t="36641" x="2257425" y="2881313"/>
          <p14:tracePt t="36656" x="2235200" y="2938463"/>
          <p14:tracePt t="36673" x="2198688" y="3005138"/>
          <p14:tracePt t="36689" x="2184400" y="3070225"/>
          <p14:tracePt t="36705" x="2162175" y="3149600"/>
          <p14:tracePt t="36722" x="2141538" y="3251200"/>
          <p14:tracePt t="36739" x="2133600" y="3352800"/>
          <p14:tracePt t="36755" x="2125663" y="3440113"/>
          <p14:tracePt t="36772" x="2125663" y="3513138"/>
          <p14:tracePt t="36789" x="2125663" y="3584575"/>
          <p14:tracePt t="36805" x="2141538" y="3730625"/>
          <p14:tracePt t="36822" x="2162175" y="3802063"/>
          <p14:tracePt t="36839" x="2212975" y="3889375"/>
          <p14:tracePt t="36855" x="2286000" y="3976688"/>
          <p14:tracePt t="36873" x="2409825" y="4056063"/>
          <p14:tracePt t="36889" x="2568575" y="4129088"/>
          <p14:tracePt t="36905" x="2728913" y="4173538"/>
          <p14:tracePt t="36922" x="2881313" y="4224338"/>
          <p14:tracePt t="36939" x="2989263" y="4244975"/>
          <p14:tracePt t="36955" x="3084513" y="4244975"/>
          <p14:tracePt t="36972" x="3157538" y="4244975"/>
          <p14:tracePt t="36989" x="3243263" y="4244975"/>
          <p14:tracePt t="37005" x="3411538" y="4165600"/>
          <p14:tracePt t="37022" x="3533775" y="4086225"/>
          <p14:tracePt t="37039" x="3679825" y="3998913"/>
          <p14:tracePt t="37055" x="3795713" y="3919538"/>
          <p14:tracePt t="37072" x="3883025" y="3852863"/>
          <p14:tracePt t="37089" x="3948113" y="3802063"/>
          <p14:tracePt t="37105" x="3984625" y="3730625"/>
          <p14:tracePt t="37124" x="4021138" y="3665538"/>
          <p14:tracePt t="37139" x="4035425" y="3598863"/>
          <p14:tracePt t="37156" x="4049713" y="3541713"/>
          <p14:tracePt t="37173" x="4071938" y="3497263"/>
          <p14:tracePt t="37189" x="4071938" y="3476625"/>
          <p14:tracePt t="37206" x="4078288" y="3454400"/>
          <p14:tracePt t="37223" x="4086225" y="3432175"/>
          <p14:tracePt t="37239" x="4092575" y="3411538"/>
          <p14:tracePt t="37256" x="4092575" y="3395663"/>
          <p14:tracePt t="37273" x="4100513" y="3381375"/>
          <p14:tracePt t="37290" x="4100513" y="3375025"/>
          <p14:tracePt t="37306" x="4100513" y="3367088"/>
          <p14:tracePt t="37339" x="4100513" y="3360738"/>
          <p14:tracePt t="37357" x="4100513" y="3352800"/>
          <p14:tracePt t="47280" x="4114800" y="3367088"/>
          <p14:tracePt t="47287" x="4129088" y="3395663"/>
          <p14:tracePt t="47296" x="4137025" y="3417888"/>
          <p14:tracePt t="47313" x="4157663" y="3468688"/>
          <p14:tracePt t="47330" x="4187825" y="3519488"/>
          <p14:tracePt t="47344" x="4194175" y="3563938"/>
          <p14:tracePt t="47360" x="4230688" y="3614738"/>
          <p14:tracePt t="47376" x="4267200" y="3686175"/>
          <p14:tracePt t="47393" x="4318000" y="3759200"/>
          <p14:tracePt t="47410" x="4354513" y="3810000"/>
          <p14:tracePt t="47427" x="4376738" y="3838575"/>
          <p14:tracePt t="47443" x="4397375" y="3875088"/>
          <p14:tracePt t="47459" x="4427538" y="3903663"/>
          <p14:tracePt t="47476" x="4462463" y="3954463"/>
          <p14:tracePt t="47494" x="4529138" y="4021138"/>
          <p14:tracePt t="47510" x="4651375" y="4092575"/>
          <p14:tracePt t="47521" x="4687888" y="4114800"/>
          <p14:tracePt t="47530" x="4710113" y="4129088"/>
          <p14:tracePt t="47546" x="4738688" y="4143375"/>
          <p14:tracePt t="47560" x="4775200" y="4151313"/>
          <p14:tracePt t="47577" x="4818063" y="4173538"/>
          <p14:tracePt t="47593" x="4862513" y="4179888"/>
          <p14:tracePt t="47609" x="4927600" y="4202113"/>
          <p14:tracePt t="47626" x="5006975" y="4224338"/>
          <p14:tracePt t="47643" x="5072063" y="4238625"/>
          <p14:tracePt t="47660" x="5173663" y="4281488"/>
          <p14:tracePt t="47676" x="5291138" y="4318000"/>
          <p14:tracePt t="47693" x="5370513" y="4360863"/>
          <p14:tracePt t="47709" x="5457825" y="4391025"/>
          <p14:tracePt t="47711" x="5494338" y="4411663"/>
          <p14:tracePt t="47726" x="5588000" y="4448175"/>
          <p14:tracePt t="47742" x="5689600" y="4492625"/>
          <p14:tracePt t="47760" x="5791200" y="4543425"/>
          <p14:tracePt t="47776" x="5878513" y="4579938"/>
          <p14:tracePt t="47793" x="5957888" y="4614863"/>
          <p14:tracePt t="47811" x="6016625" y="4645025"/>
          <p14:tracePt t="47826" x="6110288" y="4673600"/>
          <p14:tracePt t="47843" x="6240463" y="4738688"/>
          <p14:tracePt t="47860" x="6386513" y="4826000"/>
          <p14:tracePt t="47876" x="6502400" y="4905375"/>
          <p14:tracePt t="47892" x="6561138" y="4949825"/>
          <p14:tracePt t="47909" x="6589713" y="4978400"/>
          <p14:tracePt t="47926" x="6604000" y="4992688"/>
          <p14:tracePt t="47942" x="6611938" y="5029200"/>
          <p14:tracePt t="47959" x="6611938" y="5087938"/>
          <p14:tracePt t="47976" x="6611938" y="5181600"/>
          <p14:tracePt t="47993" x="6604000" y="5291138"/>
          <p14:tracePt t="48009" x="6575425" y="5376863"/>
          <p14:tracePt t="48014" x="6575425" y="5399088"/>
          <p14:tracePt t="48026" x="6567488" y="5413375"/>
          <p14:tracePt t="48042" x="6553200" y="5435600"/>
          <p14:tracePt t="48059" x="6530975" y="5449888"/>
          <p14:tracePt t="48076" x="6516688" y="5464175"/>
          <p14:tracePt t="48092" x="6494463" y="5486400"/>
          <p14:tracePt t="48110" x="6443663" y="5522913"/>
          <p14:tracePt t="48126" x="6415088" y="5545138"/>
          <p14:tracePt t="48145" x="6392863" y="5565775"/>
          <p14:tracePt t="48159" x="6357938" y="5588000"/>
          <p14:tracePt t="48176" x="6321425" y="5610225"/>
          <p14:tracePt t="48193" x="6276975" y="5646738"/>
          <p14:tracePt t="48209" x="6240463" y="5681663"/>
          <p14:tracePt t="48226" x="6211888" y="5703888"/>
          <p14:tracePt t="48243" x="6197600" y="5718175"/>
          <p14:tracePt t="48259" x="6169025" y="5732463"/>
          <p14:tracePt t="48276" x="6146800" y="5740400"/>
          <p14:tracePt t="48293" x="6124575" y="5754688"/>
          <p14:tracePt t="48312" x="6073775" y="5776913"/>
          <p14:tracePt t="48326" x="6045200" y="5791200"/>
          <p14:tracePt t="48343" x="6016625" y="5799138"/>
          <p14:tracePt t="48360" x="5994400" y="5805488"/>
          <p14:tracePt t="48376" x="5965825" y="5805488"/>
          <p14:tracePt t="48393" x="5943600" y="5813425"/>
          <p14:tracePt t="48410" x="5921375" y="5813425"/>
          <p14:tracePt t="48426" x="5892800" y="5813425"/>
          <p14:tracePt t="48444" x="5856288" y="5813425"/>
          <p14:tracePt t="48459" x="5791200" y="5805488"/>
          <p14:tracePt t="48476" x="5740400" y="5791200"/>
          <p14:tracePt t="48493" x="5703888" y="5776913"/>
          <p14:tracePt t="48510" x="5689600" y="5768975"/>
          <p14:tracePt t="48526" x="5675313" y="5762625"/>
          <p14:tracePt t="48560" x="5675313" y="5754688"/>
          <p14:tracePt t="48577" x="5675313" y="5732463"/>
          <p14:tracePt t="48594" x="5675313" y="5718175"/>
          <p14:tracePt t="48611" x="5675313" y="5703888"/>
          <p14:tracePt t="48626" x="5703888" y="5681663"/>
          <p14:tracePt t="48645" x="5776913" y="5646738"/>
          <p14:tracePt t="48659" x="5856288" y="5624513"/>
          <p14:tracePt t="48676" x="5935663" y="5610225"/>
          <p14:tracePt t="48693" x="6016625" y="5588000"/>
          <p14:tracePt t="48710" x="6124575" y="5559425"/>
          <p14:tracePt t="48726" x="6189663" y="5551488"/>
          <p14:tracePt t="48743" x="6248400" y="5551488"/>
          <p14:tracePt t="48759" x="6291263" y="5551488"/>
          <p14:tracePt t="48776" x="6327775" y="5551488"/>
          <p14:tracePt t="48794" x="6357938" y="5551488"/>
          <p14:tracePt t="48809" x="6392863" y="5565775"/>
          <p14:tracePt t="48828" x="6437313" y="5580063"/>
          <p14:tracePt t="48844" x="6465888" y="5595938"/>
          <p14:tracePt t="48859" x="6480175" y="5610225"/>
          <p14:tracePt t="48876" x="6510338" y="5616575"/>
          <p14:tracePt t="48893" x="6516688" y="5624513"/>
          <p14:tracePt t="48910" x="6524625" y="5630863"/>
          <p14:tracePt t="48926" x="6524625" y="5638800"/>
          <p14:tracePt t="48943" x="6530975" y="5646738"/>
          <p14:tracePt t="48985" x="6538913" y="5653088"/>
          <p14:tracePt t="50355" x="6538913" y="5667375"/>
          <p14:tracePt t="50386" x="6538913" y="5675313"/>
          <p14:tracePt t="50400" x="6538913" y="5689600"/>
          <p14:tracePt t="50418" x="6530975" y="5697538"/>
          <p14:tracePt t="50429" x="6530975" y="5711825"/>
          <p14:tracePt t="50444" x="6524625" y="5718175"/>
          <p14:tracePt t="50460" x="6516688" y="5732463"/>
          <p14:tracePt t="50494" x="6510338" y="5748338"/>
          <p14:tracePt t="50510" x="6494463" y="5768975"/>
          <p14:tracePt t="50528" x="6488113" y="5783263"/>
          <p14:tracePt t="50560" x="6480175" y="5791200"/>
          <p14:tracePt t="50580" x="6465888" y="5805488"/>
          <p14:tracePt t="50594" x="6465888" y="5813425"/>
          <p14:tracePt t="50611" x="6459538" y="5813425"/>
          <p14:tracePt t="50628" x="6451600" y="5819775"/>
          <p14:tracePt t="50663" x="6443663" y="5819775"/>
          <p14:tracePt t="50716" x="6437313" y="5827713"/>
          <p14:tracePt t="51181" x="6429375" y="5827713"/>
          <p14:tracePt t="51191" x="6378575" y="5842000"/>
          <p14:tracePt t="51198" x="6335713" y="5856288"/>
          <p14:tracePt t="51210" x="6276975" y="5864225"/>
          <p14:tracePt t="51227" x="6154738" y="5878513"/>
          <p14:tracePt t="51244" x="6002338" y="5900738"/>
          <p14:tracePt t="51260" x="5834063" y="5921375"/>
          <p14:tracePt t="51277" x="5653088" y="5972175"/>
          <p14:tracePt t="51296" x="5370513" y="6016625"/>
          <p14:tracePt t="51310" x="5181600" y="6030913"/>
          <p14:tracePt t="51327" x="5029200" y="6037263"/>
          <p14:tracePt t="51343" x="4905375" y="6053138"/>
          <p14:tracePt t="51360" x="4783138" y="6059488"/>
          <p14:tracePt t="51377" x="4681538" y="6059488"/>
          <p14:tracePt t="51393" x="4579938" y="6059488"/>
          <p14:tracePt t="51410" x="4498975" y="6059488"/>
          <p14:tracePt t="51427" x="4391025" y="6053138"/>
          <p14:tracePt t="51443" x="4252913" y="6022975"/>
          <p14:tracePt t="51460" x="4165600" y="6008688"/>
          <p14:tracePt t="51477" x="4071938" y="6002338"/>
          <p14:tracePt t="51493" x="4013200" y="6002338"/>
          <p14:tracePt t="51510" x="3954463" y="6002338"/>
          <p14:tracePt t="51527" x="3911600" y="6002338"/>
          <p14:tracePt t="51543" x="3875088" y="6002338"/>
          <p14:tracePt t="51560" x="3832225" y="6002338"/>
          <p14:tracePt t="51577" x="3781425" y="6002338"/>
          <p14:tracePt t="51594" x="3744913" y="6002338"/>
          <p14:tracePt t="51610" x="3716338" y="6002338"/>
          <p14:tracePt t="51627" x="3694113" y="6002338"/>
          <p14:tracePt t="51643" x="3649663" y="6002338"/>
          <p14:tracePt t="51660" x="3614738" y="6002338"/>
          <p14:tracePt t="51677" x="3584575" y="6002338"/>
          <p14:tracePt t="51693" x="3541713" y="6008688"/>
          <p14:tracePt t="51710" x="3527425" y="6008688"/>
          <p14:tracePt t="51727" x="3513138" y="6016625"/>
          <p14:tracePt t="51743" x="3505200" y="6016625"/>
          <p14:tracePt t="51760" x="3490913" y="6016625"/>
          <p14:tracePt t="51777" x="3482975" y="6016625"/>
          <p14:tracePt t="51793" x="3468688" y="6016625"/>
          <p14:tracePt t="51827" x="3462338" y="6016625"/>
          <p14:tracePt t="51999" x="3462338" y="6030913"/>
          <p14:tracePt t="52014" x="3462338" y="6037263"/>
          <p14:tracePt t="52022" x="3468688" y="6037263"/>
          <p14:tracePt t="52030" x="3482975" y="6045200"/>
          <p14:tracePt t="52043" x="3497263" y="6059488"/>
          <p14:tracePt t="52060" x="3519488" y="6073775"/>
          <p14:tracePt t="52077" x="3533775" y="6081713"/>
          <p14:tracePt t="52093" x="3584575" y="6096000"/>
          <p14:tracePt t="52110" x="3614738" y="6110288"/>
          <p14:tracePt t="52127" x="3621088" y="6110288"/>
          <p14:tracePt t="52144" x="3635375" y="6110288"/>
          <p14:tracePt t="52160" x="3643313" y="6110288"/>
          <p14:tracePt t="52177" x="3657600" y="6110288"/>
          <p14:tracePt t="52194" x="3679825" y="6110288"/>
          <p14:tracePt t="52210" x="3708400" y="6110288"/>
          <p14:tracePt t="52227" x="3730625" y="6110288"/>
          <p14:tracePt t="52244" x="3736975" y="6110288"/>
          <p14:tracePt t="52260" x="3759200" y="6110288"/>
          <p14:tracePt t="52277" x="3795713" y="6110288"/>
          <p14:tracePt t="52294" x="3832225" y="6103938"/>
          <p14:tracePt t="52312" x="3868738" y="6103938"/>
          <p14:tracePt t="52327" x="3897313" y="6088063"/>
          <p14:tracePt t="52344" x="3933825" y="6088063"/>
          <p14:tracePt t="52360" x="3962400" y="6088063"/>
          <p14:tracePt t="52377" x="4013200" y="6088063"/>
          <p14:tracePt t="52394" x="4086225" y="6088063"/>
          <p14:tracePt t="52410" x="4179888" y="6088063"/>
          <p14:tracePt t="52427" x="4252913" y="6088063"/>
          <p14:tracePt t="52444" x="4303713" y="6088063"/>
          <p14:tracePt t="52460" x="4325938" y="6088063"/>
          <p14:tracePt t="52477" x="4340225" y="6088063"/>
          <p14:tracePt t="52510" x="4346575" y="6088063"/>
          <p14:tracePt t="52527" x="4354513" y="6088063"/>
          <p14:tracePt t="52544" x="4368800" y="6088063"/>
          <p14:tracePt t="52560" x="4383088" y="6088063"/>
          <p14:tracePt t="52577" x="4397375" y="6081713"/>
          <p14:tracePt t="52594" x="4427538" y="6081713"/>
          <p14:tracePt t="52610" x="4478338" y="6073775"/>
          <p14:tracePt t="52627" x="4513263" y="6073775"/>
          <p14:tracePt t="52644" x="4564063" y="6073775"/>
          <p14:tracePt t="52661" x="4630738" y="6073775"/>
          <p14:tracePt t="52677" x="4724400" y="6073775"/>
          <p14:tracePt t="52694" x="4919663" y="6073775"/>
          <p14:tracePt t="52711" x="5080000" y="6073775"/>
          <p14:tracePt t="52727" x="5210175" y="6073775"/>
          <p14:tracePt t="52744" x="5319713" y="6073775"/>
          <p14:tracePt t="52760" x="5392738" y="6073775"/>
          <p14:tracePt t="52777" x="5449888" y="6073775"/>
          <p14:tracePt t="52794" x="5500688" y="6073775"/>
          <p14:tracePt t="52811" x="5537200" y="6073775"/>
          <p14:tracePt t="52831" x="5573713" y="6073775"/>
          <p14:tracePt t="52845" x="5580063" y="6073775"/>
          <p14:tracePt t="52862" x="5610225" y="6073775"/>
          <p14:tracePt t="52878" x="5624513" y="6073775"/>
          <p14:tracePt t="52894" x="5661025" y="6073775"/>
          <p14:tracePt t="52911" x="5681663" y="6073775"/>
          <p14:tracePt t="52928" x="5703888" y="6073775"/>
          <p14:tracePt t="52944" x="5718175" y="6073775"/>
          <p14:tracePt t="52961" x="5740400" y="6073775"/>
          <p14:tracePt t="52978" x="5748338" y="6073775"/>
          <p14:tracePt t="52994" x="5754688" y="6073775"/>
          <p14:tracePt t="53011" x="5762625" y="6073775"/>
          <p14:tracePt t="53028" x="5776913" y="6073775"/>
          <p14:tracePt t="53047" x="5799138" y="6081713"/>
          <p14:tracePt t="53062" x="5813425" y="6081713"/>
          <p14:tracePt t="53078" x="5819775" y="6081713"/>
          <p14:tracePt t="53094" x="5834063" y="6088063"/>
          <p14:tracePt t="54400" x="5856288" y="6088063"/>
          <p14:tracePt t="54427" x="5864225" y="6088063"/>
          <p14:tracePt t="54438" x="5878513" y="6088063"/>
          <p14:tracePt t="54475" x="5884863" y="6088063"/>
          <p14:tracePt t="54509" x="5892800" y="6088063"/>
          <p14:tracePt t="54521" x="5900738" y="6088063"/>
          <p14:tracePt t="54959" x="5943600" y="6088063"/>
          <p14:tracePt t="54967" x="5986463" y="6088063"/>
          <p14:tracePt t="54978" x="6022975" y="6088063"/>
          <p14:tracePt t="54994" x="6138863" y="6088063"/>
          <p14:tracePt t="55011" x="6262688" y="6081713"/>
          <p14:tracePt t="55015" x="6327775" y="6073775"/>
          <p14:tracePt t="55028" x="6357938" y="6067425"/>
          <p14:tracePt t="55045" x="6459538" y="6037263"/>
          <p14:tracePt t="55062" x="6567488" y="6016625"/>
          <p14:tracePt t="55078" x="6604000" y="6016625"/>
          <p14:tracePt t="55095" x="6626225" y="6008688"/>
          <p14:tracePt t="55111" x="6640513" y="6008688"/>
          <p14:tracePt t="55128" x="6662738" y="6008688"/>
          <p14:tracePt t="55145" x="6683375" y="6008688"/>
          <p14:tracePt t="55161" x="6705600" y="6002338"/>
          <p14:tracePt t="55178" x="6713538" y="6002338"/>
          <p14:tracePt t="55195" x="6719888" y="6002338"/>
          <p14:tracePt t="55211" x="6748463" y="6002338"/>
          <p14:tracePt t="55228" x="6829425" y="5986463"/>
          <p14:tracePt t="55245" x="6967538" y="5986463"/>
          <p14:tracePt t="55263" x="7256463" y="5943600"/>
          <p14:tracePt t="55278" x="7467600" y="5892800"/>
          <p14:tracePt t="55295" x="7729538" y="5805488"/>
          <p14:tracePt t="55311" x="8062913" y="5661025"/>
          <p14:tracePt t="55328" x="8404225" y="5478463"/>
          <p14:tracePt t="55345" x="8723313" y="5246688"/>
          <p14:tracePt t="55361" x="8918575" y="5080000"/>
          <p14:tracePt t="55378" x="9129713" y="4905375"/>
          <p14:tracePt t="55395" x="9324975" y="4738688"/>
          <p14:tracePt t="55411" x="9499600" y="4572000"/>
          <p14:tracePt t="55428" x="9745663" y="4405313"/>
          <p14:tracePt t="55445" x="9928225" y="4275138"/>
          <p14:tracePt t="55461" x="10066338" y="4173538"/>
          <p14:tracePt t="55478" x="10188575" y="4071938"/>
          <p14:tracePt t="55495" x="10247313" y="4005263"/>
          <p14:tracePt t="55512" x="10326688" y="3868738"/>
          <p14:tracePt t="55530" x="10399713" y="3730625"/>
          <p14:tracePt t="55545" x="10442575" y="3643313"/>
          <p14:tracePt t="55564" x="10472738" y="3584575"/>
          <p14:tracePt t="55578" x="10501313" y="3527425"/>
          <p14:tracePt t="55595" x="10515600" y="3462338"/>
          <p14:tracePt t="55611" x="10537825" y="3381375"/>
          <p14:tracePt t="55628" x="10558463" y="3279775"/>
          <p14:tracePt t="55645" x="10580688" y="3178175"/>
          <p14:tracePt t="55661" x="10602913" y="3084513"/>
          <p14:tracePt t="55678" x="10639425" y="2954338"/>
          <p14:tracePt t="55695" x="10660063" y="2887663"/>
          <p14:tracePt t="55712" x="10704513" y="2816225"/>
          <p14:tracePt t="55729" x="10726738" y="2743200"/>
          <p14:tracePt t="55745" x="10783888" y="2641600"/>
          <p14:tracePt t="55763" x="10834688" y="2554288"/>
          <p14:tracePt t="55778" x="10885488" y="2489200"/>
          <p14:tracePt t="55796" x="10944225" y="2438400"/>
          <p14:tracePt t="55813" x="10995025" y="2387600"/>
          <p14:tracePt t="55833" x="11074400" y="2336800"/>
          <p14:tracePt t="55847" x="11117263" y="2308225"/>
          <p14:tracePt t="55866" x="11161713" y="2278063"/>
          <p14:tracePt t="55879" x="11218863" y="2263775"/>
          <p14:tracePt t="55895" x="11249025" y="2249488"/>
          <p14:tracePt t="55912" x="11291888" y="2243138"/>
          <p14:tracePt t="55929" x="11342688" y="2243138"/>
          <p14:tracePt t="55946" x="11401425" y="2243138"/>
          <p14:tracePt t="55962" x="11472863" y="2243138"/>
          <p14:tracePt t="55979" x="11568113" y="2263775"/>
          <p14:tracePt t="55995" x="11655425" y="2308225"/>
          <p14:tracePt t="56012" x="11734800" y="2344738"/>
          <p14:tracePt t="56022" x="11793538" y="2379663"/>
          <p14:tracePt t="56047" x="11828463" y="2416175"/>
          <p14:tracePt t="56065" x="11844338" y="2430463"/>
          <p14:tracePt t="56083" x="11850688" y="2460625"/>
          <p14:tracePt t="56095" x="11858625" y="2489200"/>
          <p14:tracePt t="56112" x="11864975" y="2532063"/>
          <p14:tracePt t="56129" x="11864975" y="2562225"/>
          <p14:tracePt t="56146" x="11864975" y="2590800"/>
          <p14:tracePt t="56162" x="11864975" y="2627313"/>
          <p14:tracePt t="56179" x="11864975" y="2670175"/>
          <p14:tracePt t="56196" x="11858625" y="2692400"/>
          <p14:tracePt t="56212" x="11836400" y="2720975"/>
          <p14:tracePt t="56228" x="11822113" y="2743200"/>
          <p14:tracePt t="56246" x="11799888" y="2751138"/>
          <p14:tracePt t="56262" x="11793538" y="2751138"/>
          <p14:tracePt t="56278" x="11785600" y="2751138"/>
          <p14:tracePt t="56295" x="11777663" y="2751138"/>
          <p14:tracePt t="56311" x="11757025" y="2765425"/>
          <p14:tracePt t="56328" x="11749088" y="2765425"/>
          <p14:tracePt t="56346" x="11742738" y="2765425"/>
          <p14:tracePt t="56363" x="11734800" y="2765425"/>
          <p14:tracePt t="56379" x="11726863" y="2765425"/>
          <p14:tracePt t="56397" x="11720513" y="2765425"/>
          <p14:tracePt t="56412" x="11706225" y="2765425"/>
          <p14:tracePt t="56430" x="11669713" y="2757488"/>
          <p14:tracePt t="56446" x="11641138" y="2735263"/>
          <p14:tracePt t="56462" x="11610975" y="2720975"/>
          <p14:tracePt t="56479" x="11596688" y="2714625"/>
          <p14:tracePt t="56495" x="11590338" y="2706688"/>
          <p14:tracePt t="56515" x="11582400" y="2706688"/>
          <p14:tracePt t="56529" x="11574463" y="2700338"/>
          <p14:tracePt t="56941" x="11574463" y="2714625"/>
          <p14:tracePt t="56949" x="11574463" y="2743200"/>
          <p14:tracePt t="56962" x="11574463" y="2816225"/>
          <p14:tracePt t="56979" x="11568113" y="2924175"/>
          <p14:tracePt t="56996" x="11560175" y="3019425"/>
          <p14:tracePt t="57005" x="11545888" y="3070225"/>
          <p14:tracePt t="57012" x="11539538" y="3121025"/>
          <p14:tracePt t="57029" x="11531600" y="3192463"/>
          <p14:tracePt t="57046" x="11509375" y="3294063"/>
          <p14:tracePt t="57065" x="11466513" y="3411538"/>
          <p14:tracePt t="57082" x="11422063" y="3505200"/>
          <p14:tracePt t="57096" x="11356975" y="3614738"/>
          <p14:tracePt t="57112" x="11285538" y="3700463"/>
          <p14:tracePt t="57129" x="11212513" y="3781425"/>
          <p14:tracePt t="57147" x="11133138" y="3860800"/>
          <p14:tracePt t="57162" x="11037888" y="3925888"/>
          <p14:tracePt t="57179" x="10936288" y="3998913"/>
          <p14:tracePt t="57196" x="10806113" y="4071938"/>
          <p14:tracePt t="57212" x="10675938" y="4151313"/>
          <p14:tracePt t="57229" x="10529888" y="4224338"/>
          <p14:tracePt t="57247" x="10304463" y="4346575"/>
          <p14:tracePt t="57267" x="10188575" y="4433888"/>
          <p14:tracePt t="57279" x="10029825" y="4549775"/>
          <p14:tracePt t="57296" x="9913938" y="4630738"/>
          <p14:tracePt t="57313" x="9840913" y="4673600"/>
          <p14:tracePt t="57329" x="9782175" y="4716463"/>
          <p14:tracePt t="57346" x="9753600" y="4738688"/>
          <p14:tracePt t="57363" x="9725025" y="4752975"/>
          <p14:tracePt t="57379" x="9674225" y="4789488"/>
          <p14:tracePt t="57396" x="9586913" y="4854575"/>
          <p14:tracePt t="57412" x="9521825" y="4905375"/>
          <p14:tracePt t="57428" x="9440863" y="4978400"/>
          <p14:tracePt t="57445" x="9383713" y="5021263"/>
          <p14:tracePt t="57462" x="9355138" y="5051425"/>
          <p14:tracePt t="57479" x="9318625" y="5087938"/>
          <p14:tracePt t="57495" x="9274175" y="5122863"/>
          <p14:tracePt t="57512" x="9223375" y="5153025"/>
          <p14:tracePt t="57529" x="9186863" y="5173663"/>
          <p14:tracePt t="57546" x="9158288" y="5195888"/>
          <p14:tracePt t="57563" x="9129713" y="5203825"/>
          <p14:tracePt t="57581" x="9115425" y="5218113"/>
          <p14:tracePt t="57596" x="9107488" y="5224463"/>
          <p14:tracePt t="57630" x="9078913" y="5254625"/>
          <p14:tracePt t="57663" x="9056688" y="5254625"/>
          <p14:tracePt t="57679" x="9042400" y="5254625"/>
          <p14:tracePt t="57696" x="9020175" y="5254625"/>
          <p14:tracePt t="57713" x="9013825" y="5260975"/>
          <p14:tracePt t="57729" x="9013825" y="5268913"/>
          <p14:tracePt t="57746" x="9005888" y="5268913"/>
          <p14:tracePt t="57762" x="8991600" y="5268913"/>
          <p14:tracePt t="57779" x="8977313" y="5268913"/>
          <p14:tracePt t="57796" x="8955088" y="5275263"/>
          <p14:tracePt t="57812" x="8948738" y="5275263"/>
          <p14:tracePt t="57830" x="8932863" y="5275263"/>
          <p14:tracePt t="57862" x="8918575" y="5275263"/>
          <p14:tracePt t="57879" x="8912225" y="5275263"/>
          <p14:tracePt t="57913" x="8890000" y="5291138"/>
          <p14:tracePt t="57929" x="8882063" y="5291138"/>
          <p14:tracePt t="57946" x="8875713" y="5291138"/>
          <p14:tracePt t="57963" x="8867775" y="5291138"/>
          <p14:tracePt t="58051" x="8861425" y="5291138"/>
          <p14:tracePt t="58878" x="8839200" y="5291138"/>
          <p14:tracePt t="58896" x="8788400" y="5291138"/>
          <p14:tracePt t="58914" x="8709025" y="5297488"/>
          <p14:tracePt t="58929" x="8570913" y="5319713"/>
          <p14:tracePt t="58946" x="8404225" y="5348288"/>
          <p14:tracePt t="58963" x="8170863" y="5384800"/>
          <p14:tracePt t="58979" x="7983538" y="5407025"/>
          <p14:tracePt t="58999" x="7713663" y="5443538"/>
          <p14:tracePt t="59006" x="7627938" y="5449888"/>
          <p14:tracePt t="59019" x="7526338" y="5449888"/>
          <p14:tracePt t="59030" x="7416800" y="5472113"/>
          <p14:tracePt t="59047" x="7221538" y="5494338"/>
          <p14:tracePt t="59063" x="6967538" y="5500688"/>
          <p14:tracePt t="59083" x="6829425" y="5537200"/>
          <p14:tracePt t="59096" x="6646863" y="5573713"/>
          <p14:tracePt t="59116" x="6488113" y="5624513"/>
          <p14:tracePt t="59130" x="6342063" y="5675313"/>
          <p14:tracePt t="59146" x="6197600" y="5726113"/>
          <p14:tracePt t="59163" x="6067425" y="5783263"/>
          <p14:tracePt t="59180" x="5915025" y="5842000"/>
          <p14:tracePt t="59197" x="5783263" y="5892800"/>
          <p14:tracePt t="59214" x="5580063" y="5935663"/>
          <p14:tracePt t="59230" x="5494338" y="5943600"/>
          <p14:tracePt t="59246" x="5210175" y="5986463"/>
          <p14:tracePt t="59267" x="5051425" y="6008688"/>
          <p14:tracePt t="59283" x="4891088" y="6037263"/>
          <p14:tracePt t="59296" x="4767263" y="6053138"/>
          <p14:tracePt t="59316" x="4622800" y="6081713"/>
          <p14:tracePt t="59330" x="4462463" y="6096000"/>
          <p14:tracePt t="59347" x="4354513" y="6118225"/>
          <p14:tracePt t="59367" x="4244975" y="6124575"/>
          <p14:tracePt t="59380" x="4208463" y="6146800"/>
          <p14:tracePt t="59396" x="4137025" y="6161088"/>
          <p14:tracePt t="59415" x="3990975" y="6197600"/>
          <p14:tracePt t="59430" x="3948113" y="6219825"/>
          <p14:tracePt t="59446" x="3802063" y="6240463"/>
          <p14:tracePt t="59464" x="3716338" y="6270625"/>
          <p14:tracePt t="59480" x="3665538" y="6276975"/>
          <p14:tracePt t="59497" x="3614738" y="6299200"/>
          <p14:tracePt t="59506" x="3592513" y="6299200"/>
          <p14:tracePt t="59519" x="3490913" y="6335713"/>
          <p14:tracePt t="59532" x="3446463" y="6342063"/>
          <p14:tracePt t="59547" x="3375025" y="6364288"/>
          <p14:tracePt t="59568" x="3251200" y="6400800"/>
          <p14:tracePt t="59584" x="3192463" y="6423025"/>
          <p14:tracePt t="59597" x="3178175" y="6423025"/>
          <p14:tracePt t="59614" x="3121025" y="6423025"/>
          <p14:tracePt t="59631" x="3098800" y="6423025"/>
          <p14:tracePt t="59647" x="3025775" y="6423025"/>
          <p14:tracePt t="59664" x="2989263" y="6423025"/>
          <p14:tracePt t="59680" x="2954338" y="6423025"/>
          <p14:tracePt t="59697" x="2938463" y="6423025"/>
          <p14:tracePt t="59714" x="2924175" y="6423025"/>
          <p14:tracePt t="59747" x="2917825" y="6423025"/>
          <p14:tracePt t="59764" x="2909888" y="6423025"/>
          <p14:tracePt t="59779" x="2903538" y="6423025"/>
          <p14:tracePt t="60126" x="2903538" y="6400800"/>
          <p14:tracePt t="60147" x="2938463" y="6392863"/>
          <p14:tracePt t="60163" x="2960688" y="6378575"/>
          <p14:tracePt t="60180" x="3005138" y="6378575"/>
          <p14:tracePt t="60197" x="3062288" y="6372225"/>
          <p14:tracePt t="60218" x="3141663" y="6364288"/>
          <p14:tracePt t="60230" x="3163888" y="6364288"/>
          <p14:tracePt t="60247" x="3236913" y="6364288"/>
          <p14:tracePt t="60268" x="3287713" y="6364288"/>
          <p14:tracePt t="60283" x="3330575" y="6364288"/>
          <p14:tracePt t="60297" x="3367088" y="6364288"/>
          <p14:tracePt t="60314" x="3395663" y="6364288"/>
          <p14:tracePt t="60330" x="3432175" y="6364288"/>
          <p14:tracePt t="60347" x="3446463" y="6350000"/>
          <p14:tracePt t="60363" x="3476625" y="6350000"/>
          <p14:tracePt t="60380" x="3490913" y="6350000"/>
          <p14:tracePt t="60397" x="3519488" y="6350000"/>
          <p14:tracePt t="60415" x="3533775" y="6350000"/>
          <p14:tracePt t="60430" x="3541713" y="6350000"/>
          <p14:tracePt t="60448" x="3556000" y="6350000"/>
          <p14:tracePt t="60464" x="3578225" y="6350000"/>
          <p14:tracePt t="60481" x="3614738" y="6350000"/>
          <p14:tracePt t="60497" x="3643313" y="6350000"/>
          <p14:tracePt t="60507" x="3657600" y="6350000"/>
          <p14:tracePt t="60518" x="3665538" y="6350000"/>
          <p14:tracePt t="60534" x="3671888" y="6350000"/>
          <p14:tracePt t="60546" x="3679825" y="6350000"/>
          <p14:tracePt t="60580" x="3686175" y="6350000"/>
          <p14:tracePt t="60588" x="3694113" y="6350000"/>
          <p14:tracePt t="60601" x="3708400" y="6350000"/>
          <p14:tracePt t="60629" x="3722688" y="6342063"/>
          <p14:tracePt t="60649" x="3736975" y="6335713"/>
          <p14:tracePt t="60669" x="3751263" y="6335713"/>
          <p14:tracePt t="60680" x="3767138" y="6321425"/>
          <p14:tracePt t="60696" x="3795713" y="6321425"/>
          <p14:tracePt t="60713" x="3817938" y="6321425"/>
          <p14:tracePt t="60731" x="3838575" y="6313488"/>
          <p14:tracePt t="60747" x="3875088" y="6299200"/>
          <p14:tracePt t="60766" x="3911600" y="6299200"/>
          <p14:tracePt t="60780" x="3925888" y="6299200"/>
          <p14:tracePt t="60796" x="3948113" y="6299200"/>
          <p14:tracePt t="60814" x="3976688" y="6299200"/>
          <p14:tracePt t="60830" x="4027488" y="6299200"/>
          <p14:tracePt t="60847" x="4049713" y="6299200"/>
          <p14:tracePt t="60863" x="4078288" y="6307138"/>
          <p14:tracePt t="60880" x="4092575" y="6307138"/>
          <p14:tracePt t="60897" x="4114800" y="6313488"/>
          <p14:tracePt t="60913" x="4129088" y="6313488"/>
          <p14:tracePt t="60930" x="4157663" y="6327775"/>
          <p14:tracePt t="60946" x="4179888" y="6327775"/>
          <p14:tracePt t="60963" x="4208463" y="6335713"/>
          <p14:tracePt t="60979" x="4244975" y="6335713"/>
          <p14:tracePt t="60997" x="4275138" y="6335713"/>
          <p14:tracePt t="61001" x="4295775" y="6335713"/>
          <p14:tracePt t="61015" x="4346575" y="6335713"/>
          <p14:tracePt t="61031" x="4397375" y="6335713"/>
          <p14:tracePt t="61047" x="4456113" y="6335713"/>
          <p14:tracePt t="61063" x="4513263" y="6335713"/>
          <p14:tracePt t="61083" x="4549775" y="6335713"/>
          <p14:tracePt t="61097" x="4579938" y="6335713"/>
          <p14:tracePt t="61113" x="4594225" y="6335713"/>
          <p14:tracePt t="61130" x="4608513" y="6335713"/>
          <p14:tracePt t="61147" x="4637088" y="6335713"/>
          <p14:tracePt t="61164" x="4665663" y="6335713"/>
          <p14:tracePt t="61180" x="4716463" y="6335713"/>
          <p14:tracePt t="61197" x="4767263" y="6335713"/>
          <p14:tracePt t="61214" x="4848225" y="6335713"/>
          <p14:tracePt t="61230" x="4905375" y="6335713"/>
          <p14:tracePt t="61249" x="4949825" y="6335713"/>
          <p14:tracePt t="61265" x="5014913" y="6335713"/>
          <p14:tracePt t="61281" x="5065713" y="6335713"/>
          <p14:tracePt t="61297" x="5108575" y="6335713"/>
          <p14:tracePt t="61314" x="5145088" y="6335713"/>
          <p14:tracePt t="61330" x="5173663" y="6335713"/>
          <p14:tracePt t="61347" x="5218113" y="6335713"/>
          <p14:tracePt t="61363" x="5260975" y="6321425"/>
          <p14:tracePt t="61380" x="5305425" y="6321425"/>
          <p14:tracePt t="61397" x="5334000" y="6313488"/>
          <p14:tracePt t="61414" x="5362575" y="6313488"/>
          <p14:tracePt t="61430" x="5413375" y="6299200"/>
          <p14:tracePt t="61447" x="5427663" y="6299200"/>
          <p14:tracePt t="61463" x="5443538" y="6299200"/>
          <p14:tracePt t="61480" x="5457825" y="6299200"/>
          <p14:tracePt t="61498" x="5478463" y="6299200"/>
          <p14:tracePt t="61501" x="5486400" y="6299200"/>
          <p14:tracePt t="61515" x="5494338" y="6291263"/>
          <p14:tracePt t="61531" x="5522913" y="6291263"/>
          <p14:tracePt t="61547" x="5529263" y="6291263"/>
          <p14:tracePt t="61564" x="5559425" y="6291263"/>
          <p14:tracePt t="61580" x="5573713" y="6291263"/>
          <p14:tracePt t="61597" x="5602288" y="6284913"/>
          <p14:tracePt t="61614" x="5616575" y="6284913"/>
          <p14:tracePt t="61630" x="5646738" y="6284913"/>
          <p14:tracePt t="61647" x="5675313" y="6284913"/>
          <p14:tracePt t="61663" x="5697538" y="6284913"/>
          <p14:tracePt t="61680" x="5740400" y="6284913"/>
          <p14:tracePt t="61697" x="5783263" y="6284913"/>
          <p14:tracePt t="61713" x="5834063" y="6284913"/>
          <p14:tracePt t="61730" x="5884863" y="6284913"/>
          <p14:tracePt t="61747" x="5915025" y="6284913"/>
          <p14:tracePt t="61766" x="5943600" y="6284913"/>
          <p14:tracePt t="61780" x="5951538" y="6284913"/>
          <p14:tracePt t="61797" x="5957888" y="6284913"/>
          <p14:tracePt t="61884" x="5965825" y="6284913"/>
          <p14:tracePt t="61897" x="5980113" y="6284913"/>
          <p14:tracePt t="61909" x="5986463" y="6284913"/>
          <p14:tracePt t="61919" x="6002338" y="6284913"/>
          <p14:tracePt t="61931" x="6022975" y="6284913"/>
          <p14:tracePt t="61948" x="6053138" y="6284913"/>
          <p14:tracePt t="61964" x="6073775" y="6284913"/>
          <p14:tracePt t="61981" x="6110288" y="6284913"/>
          <p14:tracePt t="62001" x="6197600" y="6307138"/>
          <p14:tracePt t="62010" x="6234113" y="6307138"/>
          <p14:tracePt t="62023" x="6299200" y="6307138"/>
          <p14:tracePt t="62032" x="6321425" y="6307138"/>
          <p14:tracePt t="62047" x="6364288" y="6307138"/>
          <p14:tracePt t="62067" x="6378575" y="6307138"/>
          <p14:tracePt t="62080" x="6392863" y="6307138"/>
          <p14:tracePt t="62160" x="6408738" y="6313488"/>
          <p14:tracePt t="62176" x="6415088" y="6313488"/>
          <p14:tracePt t="62183" x="6429375" y="6321425"/>
          <p14:tracePt t="62193" x="6437313" y="6321425"/>
          <p14:tracePt t="62206" x="6465888" y="6321425"/>
          <p14:tracePt t="62215" x="6473825" y="6327775"/>
          <p14:tracePt t="62230" x="6494463" y="6335713"/>
          <p14:tracePt t="62247" x="6516688" y="6335713"/>
          <p14:tracePt t="62266" x="6530975" y="6335713"/>
          <p14:tracePt t="62280" x="6545263" y="6350000"/>
          <p14:tracePt t="62297" x="6567488" y="6350000"/>
          <p14:tracePt t="62314" x="6611938" y="6364288"/>
          <p14:tracePt t="62330" x="6646863" y="6378575"/>
          <p14:tracePt t="62347" x="6683375" y="6378575"/>
          <p14:tracePt t="62364" x="6719888" y="6386513"/>
          <p14:tracePt t="62380" x="6748463" y="6386513"/>
          <p14:tracePt t="62397" x="6778625" y="6392863"/>
          <p14:tracePt t="62414" x="6821488" y="6400800"/>
          <p14:tracePt t="62431" x="6858000" y="6400800"/>
          <p14:tracePt t="62447" x="6908800" y="6415088"/>
          <p14:tracePt t="62464" x="6945313" y="6415088"/>
          <p14:tracePt t="62481" x="6996113" y="6415088"/>
          <p14:tracePt t="62498" x="7024688" y="6415088"/>
          <p14:tracePt t="62502" x="7038975" y="6415088"/>
          <p14:tracePt t="62515" x="7053263" y="6415088"/>
          <p14:tracePt t="62531" x="7083425" y="6415088"/>
          <p14:tracePt t="62547" x="7104063" y="6415088"/>
          <p14:tracePt t="62564" x="7126288" y="6415088"/>
          <p14:tracePt t="62580" x="7154863" y="6415088"/>
          <p14:tracePt t="62597" x="7177088" y="6415088"/>
          <p14:tracePt t="62614" x="7205663" y="6415088"/>
          <p14:tracePt t="62630" x="7221538" y="6415088"/>
          <p14:tracePt t="62647" x="7242175" y="6415088"/>
          <p14:tracePt t="62664" x="7256463" y="6415088"/>
          <p14:tracePt t="62680" x="7278688" y="6415088"/>
          <p14:tracePt t="62697" x="7292975" y="6415088"/>
          <p14:tracePt t="62714" x="7315200" y="6415088"/>
          <p14:tracePt t="62730" x="7337425" y="6415088"/>
          <p14:tracePt t="62747" x="7358063" y="6415088"/>
          <p14:tracePt t="62763" x="7388225" y="6415088"/>
          <p14:tracePt t="62780" x="7416800" y="6408738"/>
          <p14:tracePt t="62798" x="7459663" y="6408738"/>
          <p14:tracePt t="62814" x="7489825" y="6400800"/>
          <p14:tracePt t="62830" x="7518400" y="6392863"/>
          <p14:tracePt t="62847" x="7554913" y="6386513"/>
          <p14:tracePt t="62864" x="7583488" y="6386513"/>
          <p14:tracePt t="62881" x="7605713" y="6378575"/>
          <p14:tracePt t="62897" x="7634288" y="6378575"/>
          <p14:tracePt t="62914" x="7662863" y="6372225"/>
          <p14:tracePt t="62931" x="7693025" y="6372225"/>
          <p14:tracePt t="62947" x="7713663" y="6372225"/>
          <p14:tracePt t="62964" x="7743825" y="6357938"/>
          <p14:tracePt t="62981" x="7764463" y="6357938"/>
          <p14:tracePt t="62999" x="7800975" y="6350000"/>
          <p14:tracePt t="63014" x="7823200" y="6342063"/>
          <p14:tracePt t="63031" x="7845425" y="6342063"/>
          <p14:tracePt t="63047" x="7874000" y="6327775"/>
          <p14:tracePt t="63080" x="7896225" y="6327775"/>
          <p14:tracePt t="63097" x="7902575" y="6327775"/>
          <p14:tracePt t="63114" x="7916863" y="6327775"/>
          <p14:tracePt t="63131" x="7932738" y="6327775"/>
          <p14:tracePt t="63148" x="7953375" y="6321425"/>
          <p14:tracePt t="63164" x="7975600" y="6321425"/>
          <p14:tracePt t="63181" x="7983538" y="6321425"/>
          <p14:tracePt t="63197" x="8004175" y="6321425"/>
          <p14:tracePt t="63214" x="8048625" y="6307138"/>
          <p14:tracePt t="63231" x="8077200" y="6307138"/>
          <p14:tracePt t="63247" x="8099425" y="6299200"/>
          <p14:tracePt t="63264" x="8120063" y="6299200"/>
          <p14:tracePt t="63281" x="8142288" y="6299200"/>
          <p14:tracePt t="63297" x="8170863" y="6291263"/>
          <p14:tracePt t="63317" x="8193088" y="6291263"/>
          <p14:tracePt t="63331" x="8221663" y="6284913"/>
          <p14:tracePt t="63347" x="8243888" y="6284913"/>
          <p14:tracePt t="63364" x="8272463" y="6276975"/>
          <p14:tracePt t="63381" x="8280400" y="6276975"/>
          <p14:tracePt t="63399" x="8302625" y="6276975"/>
          <p14:tracePt t="63414" x="8316913" y="6276975"/>
          <p14:tracePt t="63431" x="8331200" y="6276975"/>
          <p14:tracePt t="63464" x="8339138" y="6276975"/>
          <p14:tracePt t="63481" x="8345488" y="6276975"/>
          <p14:tracePt t="63498" x="8367713" y="6276975"/>
          <p14:tracePt t="63506" x="8382000" y="6276975"/>
          <p14:tracePt t="63515" x="8389938" y="6276975"/>
          <p14:tracePt t="63531" x="8404225" y="6276975"/>
          <p14:tracePt t="63548" x="8410575" y="6276975"/>
          <p14:tracePt t="63564" x="8432800" y="6276975"/>
          <p14:tracePt t="63584" x="8497888" y="6276975"/>
          <p14:tracePt t="63598" x="8512175" y="6276975"/>
          <p14:tracePt t="63614" x="8556625" y="6276975"/>
          <p14:tracePt t="63631" x="8585200" y="6276975"/>
          <p14:tracePt t="63648" x="8599488" y="6276975"/>
          <p14:tracePt t="63664" x="8613775" y="6276975"/>
          <p14:tracePt t="63681" x="8621713" y="6276975"/>
          <p14:tracePt t="63698" x="8636000" y="6276975"/>
          <p14:tracePt t="63715" x="8664575" y="6276975"/>
          <p14:tracePt t="63732" x="8686800" y="6276975"/>
          <p14:tracePt t="63748" x="8709025" y="6276975"/>
          <p14:tracePt t="63767" x="8751888" y="6276975"/>
          <p14:tracePt t="63798" x="8780463" y="6276975"/>
          <p14:tracePt t="63814" x="8839200" y="6276975"/>
          <p14:tracePt t="63831" x="8867775" y="6276975"/>
          <p14:tracePt t="63848" x="8904288" y="6276975"/>
          <p14:tracePt t="63864" x="8932863" y="6276975"/>
          <p14:tracePt t="63881" x="8940800" y="6276975"/>
          <p14:tracePt t="63898" x="8955088" y="6276975"/>
          <p14:tracePt t="63914" x="8963025" y="6276975"/>
          <p14:tracePt t="63931" x="8977313" y="6276975"/>
          <p14:tracePt t="63948" x="8983663" y="6276975"/>
          <p14:tracePt t="65652" x="8991600" y="6276975"/>
          <p14:tracePt t="65729" x="8983663" y="6276975"/>
          <p14:tracePt t="65754" x="8969375" y="6276975"/>
          <p14:tracePt t="65771" x="8963025" y="6276975"/>
          <p14:tracePt t="65779" x="8963025" y="6270625"/>
          <p14:tracePt t="65789" x="8955088" y="6270625"/>
          <p14:tracePt t="65800" x="8940800" y="6262688"/>
          <p14:tracePt t="65816" x="8932863" y="6262688"/>
          <p14:tracePt t="65832" x="8918575" y="6262688"/>
          <p14:tracePt t="65865" x="8904288" y="6256338"/>
          <p14:tracePt t="65894" x="8897938" y="6256338"/>
          <p14:tracePt t="65914" x="8890000" y="6256338"/>
          <p14:tracePt t="65962" x="8882063" y="6256338"/>
          <p14:tracePt t="66007" x="8875713" y="6256338"/>
          <p14:tracePt t="66090" x="8867775" y="6256338"/>
          <p14:tracePt t="66149" x="8861425" y="6256338"/>
          <p14:tracePt t="66206" x="8853488" y="6256338"/>
          <p14:tracePt t="66318" x="8847138" y="6256338"/>
          <p14:tracePt t="66468" x="8839200" y="6256338"/>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record for each </a:t>
            </a:r>
            <a:r>
              <a:rPr lang="en-US" dirty="0" smtClean="0"/>
              <a:t>student (VIEW)</a:t>
            </a:r>
            <a:endParaRPr lang="en-US" dirty="0"/>
          </a:p>
        </p:txBody>
      </p:sp>
      <p:sp>
        <p:nvSpPr>
          <p:cNvPr id="11" name="Text Placeholder 10">
            <a:extLst>
              <a:ext uri="{FF2B5EF4-FFF2-40B4-BE49-F238E27FC236}">
                <a16:creationId xmlns:a16="http://schemas.microsoft.com/office/drawing/2014/main" id="{B2A67B6C-4FE2-4921-B1B4-606131972D5E}"/>
              </a:ext>
            </a:extLst>
          </p:cNvPr>
          <p:cNvSpPr>
            <a:spLocks noGrp="1"/>
          </p:cNvSpPr>
          <p:nvPr>
            <p:ph type="body" idx="1"/>
          </p:nvPr>
        </p:nvSpPr>
        <p:spPr>
          <a:xfrm>
            <a:off x="1024127" y="2179636"/>
            <a:ext cx="5098403" cy="822960"/>
          </a:xfrm>
        </p:spPr>
        <p:txBody>
          <a:bodyPr>
            <a:normAutofit fontScale="92500"/>
          </a:bodyPr>
          <a:lstStyle/>
          <a:p>
            <a:pPr algn="ctr"/>
            <a:r>
              <a:rPr lang="en-US" dirty="0" smtClean="0"/>
              <a:t>(A)</a:t>
            </a:r>
            <a:endParaRPr lang="en-US" dirty="0"/>
          </a:p>
          <a:p>
            <a:pPr algn="ctr"/>
            <a:r>
              <a:rPr lang="en-US" dirty="0"/>
              <a:t>Your Evaluation to Other </a:t>
            </a:r>
            <a:r>
              <a:rPr lang="en-US" dirty="0" smtClean="0"/>
              <a:t>Presenter Groups</a:t>
            </a:r>
            <a:endParaRPr lang="en-US" dirty="0"/>
          </a:p>
        </p:txBody>
      </p:sp>
      <p:sp>
        <p:nvSpPr>
          <p:cNvPr id="13" name="Text Placeholder 12">
            <a:extLst>
              <a:ext uri="{FF2B5EF4-FFF2-40B4-BE49-F238E27FC236}">
                <a16:creationId xmlns:a16="http://schemas.microsoft.com/office/drawing/2014/main" id="{C271FA66-9DE6-43D0-9546-6E4CEFDEBFF2}"/>
              </a:ext>
            </a:extLst>
          </p:cNvPr>
          <p:cNvSpPr>
            <a:spLocks noGrp="1"/>
          </p:cNvSpPr>
          <p:nvPr>
            <p:ph type="body" sz="quarter" idx="3"/>
          </p:nvPr>
        </p:nvSpPr>
        <p:spPr/>
        <p:txBody>
          <a:bodyPr>
            <a:normAutofit/>
          </a:bodyPr>
          <a:lstStyle/>
          <a:p>
            <a:pPr algn="ctr"/>
            <a:r>
              <a:rPr lang="en-US" dirty="0"/>
              <a:t>(B)</a:t>
            </a:r>
          </a:p>
          <a:p>
            <a:pPr algn="ctr"/>
            <a:r>
              <a:rPr lang="en-US" dirty="0"/>
              <a:t>Your Score from other </a:t>
            </a:r>
            <a:r>
              <a:rPr lang="en-US" dirty="0" smtClean="0"/>
              <a:t>groups</a:t>
            </a:r>
            <a:endParaRPr lang="en-US" dirty="0"/>
          </a:p>
        </p:txBody>
      </p:sp>
      <p:sp>
        <p:nvSpPr>
          <p:cNvPr id="20" name="Content Placeholder 19">
            <a:extLst>
              <a:ext uri="{FF2B5EF4-FFF2-40B4-BE49-F238E27FC236}">
                <a16:creationId xmlns:a16="http://schemas.microsoft.com/office/drawing/2014/main" id="{236D8AB3-7E0A-4E42-ACEC-259225282D38}"/>
              </a:ext>
            </a:extLst>
          </p:cNvPr>
          <p:cNvSpPr>
            <a:spLocks noGrp="1"/>
          </p:cNvSpPr>
          <p:nvPr>
            <p:ph sz="quarter" idx="4"/>
          </p:nvPr>
        </p:nvSpPr>
        <p:spPr/>
        <p:txBody>
          <a:bodyPr/>
          <a:lstStyle/>
          <a:p>
            <a:endParaRPr lang="en-US" dirty="0"/>
          </a:p>
        </p:txBody>
      </p:sp>
      <p:sp>
        <p:nvSpPr>
          <p:cNvPr id="25" name="Content Placeholder 24">
            <a:extLst>
              <a:ext uri="{FF2B5EF4-FFF2-40B4-BE49-F238E27FC236}">
                <a16:creationId xmlns:a16="http://schemas.microsoft.com/office/drawing/2014/main" id="{83449DAD-03F7-49E7-8507-9E631007193C}"/>
              </a:ext>
            </a:extLst>
          </p:cNvPr>
          <p:cNvSpPr>
            <a:spLocks noGrp="1"/>
          </p:cNvSpPr>
          <p:nvPr>
            <p:ph sz="half" idx="2"/>
          </p:nvPr>
        </p:nvSpPr>
        <p:spPr/>
        <p:txBody>
          <a:bodyPr/>
          <a:lstStyle/>
          <a:p>
            <a:endParaRPr lang="en-US" dirty="0"/>
          </a:p>
        </p:txBody>
      </p:sp>
      <p:grpSp>
        <p:nvGrpSpPr>
          <p:cNvPr id="6" name="Group 5"/>
          <p:cNvGrpSpPr/>
          <p:nvPr/>
        </p:nvGrpSpPr>
        <p:grpSpPr>
          <a:xfrm>
            <a:off x="6463240" y="2968949"/>
            <a:ext cx="4060841" cy="3351310"/>
            <a:chOff x="6337907" y="2962919"/>
            <a:chExt cx="4060841" cy="3351310"/>
          </a:xfrm>
        </p:grpSpPr>
        <p:pic>
          <p:nvPicPr>
            <p:cNvPr id="23" name="Picture 22">
              <a:extLst>
                <a:ext uri="{FF2B5EF4-FFF2-40B4-BE49-F238E27FC236}">
                  <a16:creationId xmlns:a16="http://schemas.microsoft.com/office/drawing/2014/main" id="{72EC709A-B86F-44A8-B8DC-605F9AC2D75C}"/>
                </a:ext>
              </a:extLst>
            </p:cNvPr>
            <p:cNvPicPr>
              <a:picLocks noChangeAspect="1"/>
            </p:cNvPicPr>
            <p:nvPr/>
          </p:nvPicPr>
          <p:blipFill>
            <a:blip r:embed="rId3"/>
            <a:stretch>
              <a:fillRect/>
            </a:stretch>
          </p:blipFill>
          <p:spPr>
            <a:xfrm>
              <a:off x="6337907" y="2962919"/>
              <a:ext cx="4060841" cy="3351310"/>
            </a:xfrm>
            <a:prstGeom prst="rect">
              <a:avLst/>
            </a:prstGeom>
          </p:spPr>
        </p:pic>
        <p:sp>
          <p:nvSpPr>
            <p:cNvPr id="28" name="Rectangle 27">
              <a:extLst>
                <a:ext uri="{FF2B5EF4-FFF2-40B4-BE49-F238E27FC236}">
                  <a16:creationId xmlns:a16="http://schemas.microsoft.com/office/drawing/2014/main" id="{D4380A78-394C-46CA-94C6-261D7BDBA39C}"/>
                </a:ext>
              </a:extLst>
            </p:cNvPr>
            <p:cNvSpPr/>
            <p:nvPr/>
          </p:nvSpPr>
          <p:spPr>
            <a:xfrm>
              <a:off x="7760043" y="4514335"/>
              <a:ext cx="1606379" cy="119448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911877" y="2956889"/>
            <a:ext cx="5098403" cy="3270188"/>
            <a:chOff x="5990888" y="2967788"/>
            <a:chExt cx="5098403" cy="3270188"/>
          </a:xfrm>
        </p:grpSpPr>
        <p:grpSp>
          <p:nvGrpSpPr>
            <p:cNvPr id="5" name="Group 4"/>
            <p:cNvGrpSpPr/>
            <p:nvPr/>
          </p:nvGrpSpPr>
          <p:grpSpPr>
            <a:xfrm>
              <a:off x="5990888" y="2967788"/>
              <a:ext cx="5098403" cy="3270188"/>
              <a:chOff x="718975" y="3002597"/>
              <a:chExt cx="5098403" cy="3270188"/>
            </a:xfrm>
          </p:grpSpPr>
          <p:grpSp>
            <p:nvGrpSpPr>
              <p:cNvPr id="4" name="Group 3"/>
              <p:cNvGrpSpPr/>
              <p:nvPr/>
            </p:nvGrpSpPr>
            <p:grpSpPr>
              <a:xfrm>
                <a:off x="718975" y="3002597"/>
                <a:ext cx="5098403" cy="3270188"/>
                <a:chOff x="718975" y="3002597"/>
                <a:chExt cx="5098403" cy="3270188"/>
              </a:xfrm>
            </p:grpSpPr>
            <p:pic>
              <p:nvPicPr>
                <p:cNvPr id="30" name="Picture 29">
                  <a:extLst>
                    <a:ext uri="{FF2B5EF4-FFF2-40B4-BE49-F238E27FC236}">
                      <a16:creationId xmlns:a16="http://schemas.microsoft.com/office/drawing/2014/main" id="{10963B59-7D19-41F0-8C28-18525F39D0DA}"/>
                    </a:ext>
                  </a:extLst>
                </p:cNvPr>
                <p:cNvPicPr>
                  <a:picLocks noChangeAspect="1"/>
                </p:cNvPicPr>
                <p:nvPr/>
              </p:nvPicPr>
              <p:blipFill>
                <a:blip r:embed="rId4"/>
                <a:stretch>
                  <a:fillRect/>
                </a:stretch>
              </p:blipFill>
              <p:spPr>
                <a:xfrm>
                  <a:off x="718975" y="3002597"/>
                  <a:ext cx="5098403" cy="3270188"/>
                </a:xfrm>
                <a:prstGeom prst="rect">
                  <a:avLst/>
                </a:prstGeom>
              </p:spPr>
            </p:pic>
            <p:sp>
              <p:nvSpPr>
                <p:cNvPr id="3" name="Rectangle 2"/>
                <p:cNvSpPr/>
                <p:nvPr/>
              </p:nvSpPr>
              <p:spPr>
                <a:xfrm>
                  <a:off x="3968681" y="4636656"/>
                  <a:ext cx="558899" cy="110836"/>
                </a:xfrm>
                <a:prstGeom prst="rect">
                  <a:avLst/>
                </a:prstGeom>
                <a:solidFill>
                  <a:srgbClr val="FFD966"/>
                </a:solidFill>
                <a:ln>
                  <a:solidFill>
                    <a:srgbClr val="FFD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64E8CAE3-B710-4355-A3DC-405835363D8B}"/>
                  </a:ext>
                </a:extLst>
              </p:cNvPr>
              <p:cNvSpPr/>
              <p:nvPr/>
            </p:nvSpPr>
            <p:spPr>
              <a:xfrm>
                <a:off x="3657601" y="4942703"/>
                <a:ext cx="1556950" cy="76611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grpSp>
        <p:pic>
          <p:nvPicPr>
            <p:cNvPr id="9" name="Picture 8"/>
            <p:cNvPicPr>
              <a:picLocks noChangeAspect="1"/>
            </p:cNvPicPr>
            <p:nvPr/>
          </p:nvPicPr>
          <p:blipFill rotWithShape="1">
            <a:blip r:embed="rId5"/>
            <a:srcRect l="12745" t="25674" r="8272" b="17236"/>
            <a:stretch/>
          </p:blipFill>
          <p:spPr>
            <a:xfrm>
              <a:off x="7862888" y="4814888"/>
              <a:ext cx="1071562" cy="71437"/>
            </a:xfrm>
            <a:prstGeom prst="rect">
              <a:avLst/>
            </a:prstGeom>
          </p:spPr>
        </p:pic>
      </p:grpSp>
    </p:spTree>
    <p:extLst>
      <p:ext uri="{BB962C8B-B14F-4D97-AF65-F5344CB8AC3E}">
        <p14:creationId xmlns:p14="http://schemas.microsoft.com/office/powerpoint/2010/main" val="3358609494"/>
      </p:ext>
    </p:extLst>
  </p:cSld>
  <p:clrMapOvr>
    <a:masterClrMapping/>
  </p:clrMapOvr>
  <mc:AlternateContent xmlns:mc="http://schemas.openxmlformats.org/markup-compatibility/2006" xmlns:p14="http://schemas.microsoft.com/office/powerpoint/2010/main">
    <mc:Choice Requires="p14">
      <p:transition spd="slow" p14:dur="2000" advTm="30234">
        <p:cut/>
      </p:transition>
    </mc:Choice>
    <mc:Fallback xmlns="">
      <p:transition spd="slow" advTm="30234">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5055" x="739775" y="5392738"/>
          <p14:tracePt t="5449" x="762000" y="5362575"/>
          <p14:tracePt t="5455" x="769938" y="5348288"/>
          <p14:tracePt t="5464" x="776288" y="5319713"/>
          <p14:tracePt t="5480" x="812800" y="5268913"/>
          <p14:tracePt t="5488" x="827088" y="5246688"/>
          <p14:tracePt t="5495" x="841375" y="5224463"/>
          <p14:tracePt t="5509" x="841375" y="5203825"/>
          <p14:tracePt t="5526" x="877888" y="5145088"/>
          <p14:tracePt t="5543" x="906463" y="5087938"/>
          <p14:tracePt t="5559" x="957263" y="4949825"/>
          <p14:tracePt t="5578" x="1016000" y="4797425"/>
          <p14:tracePt t="5593" x="1089025" y="4637088"/>
          <p14:tracePt t="5609" x="1168400" y="4484688"/>
          <p14:tracePt t="5626" x="1211263" y="4376738"/>
          <p14:tracePt t="5642" x="1247775" y="4289425"/>
          <p14:tracePt t="5659" x="1292225" y="4194175"/>
          <p14:tracePt t="5675" x="1343025" y="4106863"/>
          <p14:tracePt t="5692" x="1385888" y="4049713"/>
          <p14:tracePt t="5709" x="1436688" y="3990975"/>
          <p14:tracePt t="5727" x="1481138" y="3933825"/>
          <p14:tracePt t="5743" x="1546225" y="3883025"/>
          <p14:tracePt t="5759" x="1603375" y="3846513"/>
          <p14:tracePt t="5775" x="1639888" y="3824288"/>
          <p14:tracePt t="5792" x="1690688" y="3817938"/>
          <p14:tracePt t="5809" x="1741488" y="3795713"/>
          <p14:tracePt t="5827" x="1792288" y="3787775"/>
          <p14:tracePt t="5842" x="1851025" y="3767138"/>
          <p14:tracePt t="5859" x="1930400" y="3759200"/>
          <p14:tracePt t="5875" x="1995488" y="3751263"/>
          <p14:tracePt t="5892" x="2046288" y="3751263"/>
          <p14:tracePt t="5908" x="2090738" y="3751263"/>
          <p14:tracePt t="5925" x="2119313" y="3751263"/>
          <p14:tracePt t="5942" x="2133600" y="3751263"/>
          <p14:tracePt t="5960" x="2162175" y="3751263"/>
          <p14:tracePt t="5977" x="2212975" y="3751263"/>
          <p14:tracePt t="5982" x="2235200" y="3751263"/>
          <p14:tracePt t="5992" x="2243138" y="3751263"/>
          <p14:tracePt t="6009" x="2257425" y="3751263"/>
          <p14:tracePt t="6026" x="2263775" y="3751263"/>
          <p14:tracePt t="6043" x="2278063" y="3751263"/>
          <p14:tracePt t="6081" x="2286000" y="3751263"/>
          <p14:tracePt t="6105" x="2300288" y="3751263"/>
          <p14:tracePt t="6120" x="2308225" y="3751263"/>
          <p14:tracePt t="6137" x="2322513" y="3751263"/>
          <p14:tracePt t="6161" x="2328863" y="3751263"/>
          <p14:tracePt t="6178" x="2344738" y="3751263"/>
          <p14:tracePt t="6184" x="2351088" y="3751263"/>
          <p14:tracePt t="6192" x="2359025" y="3751263"/>
          <p14:tracePt t="6209" x="2365375" y="3751263"/>
          <p14:tracePt t="6227" x="2373313" y="3751263"/>
          <p14:tracePt t="6258" x="2387600" y="3751263"/>
          <p14:tracePt t="6281" x="2395538" y="3751263"/>
          <p14:tracePt t="6296" x="2409825" y="3751263"/>
          <p14:tracePt t="6306" x="2416175" y="3751263"/>
          <p14:tracePt t="6312" x="2430463" y="3744913"/>
          <p14:tracePt t="6325" x="2446338" y="3730625"/>
          <p14:tracePt t="6343" x="2481263" y="3679825"/>
          <p14:tracePt t="6359" x="2511425" y="3649663"/>
          <p14:tracePt t="6375" x="2547938" y="3592513"/>
          <p14:tracePt t="6392" x="2582863" y="3541713"/>
          <p14:tracePt t="6409" x="2613025" y="3482975"/>
          <p14:tracePt t="6426" x="2663825" y="3411538"/>
          <p14:tracePt t="6442" x="2720975" y="3309938"/>
          <p14:tracePt t="6459" x="2779713" y="3214688"/>
          <p14:tracePt t="6475" x="2852738" y="3135313"/>
          <p14:tracePt t="6481" x="2895600" y="3090863"/>
          <p14:tracePt t="6492" x="2946400" y="3048000"/>
          <p14:tracePt t="6509" x="3019425" y="2974975"/>
          <p14:tracePt t="6526" x="3171825" y="2852738"/>
          <p14:tracePt t="6545" x="3236913" y="2786063"/>
          <p14:tracePt t="6559" x="3279775" y="2757488"/>
          <p14:tracePt t="6576" x="3309938" y="2720975"/>
          <p14:tracePt t="6592" x="3330575" y="2692400"/>
          <p14:tracePt t="6609" x="3344863" y="2663825"/>
          <p14:tracePt t="6626" x="3367088" y="2641600"/>
          <p14:tracePt t="6642" x="3381375" y="2619375"/>
          <p14:tracePt t="6659" x="3389313" y="2605088"/>
          <p14:tracePt t="6676" x="3411538" y="2582863"/>
          <p14:tracePt t="6692" x="3411538" y="2568575"/>
          <p14:tracePt t="6709" x="3417888" y="2562225"/>
          <p14:tracePt t="6748" x="3417888" y="2547938"/>
          <p14:tracePt t="6753" x="3417888" y="2540000"/>
          <p14:tracePt t="6760" x="3417888" y="2525713"/>
          <p14:tracePt t="6776" x="3417888" y="2503488"/>
          <p14:tracePt t="6793" x="3417888" y="2489200"/>
          <p14:tracePt t="6809" x="3411538" y="2460625"/>
          <p14:tracePt t="6828" x="3403600" y="2460625"/>
          <p14:tracePt t="6842" x="3389313" y="2446338"/>
          <p14:tracePt t="6859" x="3381375" y="2438400"/>
          <p14:tracePt t="6876" x="3381375" y="2430463"/>
          <p14:tracePt t="6892" x="3375025" y="2416175"/>
          <p14:tracePt t="6909" x="3360738" y="2395538"/>
          <p14:tracePt t="6927" x="3352800" y="2351088"/>
          <p14:tracePt t="6943" x="3344863" y="2344738"/>
          <p14:tracePt t="6959" x="3344863" y="2328863"/>
          <p14:tracePt t="6976" x="3344863" y="2314575"/>
          <p14:tracePt t="6992" x="3344863" y="2308225"/>
          <p14:tracePt t="7009" x="3344863" y="2286000"/>
          <p14:tracePt t="7027" x="3344863" y="2278063"/>
          <p14:tracePt t="7042" x="3375025" y="2249488"/>
          <p14:tracePt t="7059" x="3417888" y="2220913"/>
          <p14:tracePt t="7076" x="3476625" y="2198688"/>
          <p14:tracePt t="7093" x="3541713" y="2184400"/>
          <p14:tracePt t="7109" x="3614738" y="2162175"/>
          <p14:tracePt t="7126" x="3708400" y="2141538"/>
          <p14:tracePt t="7142" x="3824288" y="2125663"/>
          <p14:tracePt t="7159" x="4005263" y="2119313"/>
          <p14:tracePt t="7176" x="4129088" y="2119313"/>
          <p14:tracePt t="7192" x="4244975" y="2119313"/>
          <p14:tracePt t="7210" x="4340225" y="2119313"/>
          <p14:tracePt t="7228" x="4391025" y="2119313"/>
          <p14:tracePt t="7243" x="4427538" y="2125663"/>
          <p14:tracePt t="7259" x="4456113" y="2141538"/>
          <p14:tracePt t="7276" x="4521200" y="2192338"/>
          <p14:tracePt t="7292" x="4564063" y="2257425"/>
          <p14:tracePt t="7309" x="4586288" y="2328863"/>
          <p14:tracePt t="7325" x="4586288" y="2424113"/>
          <p14:tracePt t="7342" x="4564063" y="2532063"/>
          <p14:tracePt t="7359" x="4448175" y="2700338"/>
          <p14:tracePt t="7375" x="4360863" y="2771775"/>
          <p14:tracePt t="7392" x="4244975" y="2808288"/>
          <p14:tracePt t="7410" x="4086225" y="2816225"/>
          <p14:tracePt t="7426" x="3868738" y="2816225"/>
          <p14:tracePt t="7443" x="3657600" y="2816225"/>
          <p14:tracePt t="7461" x="3446463" y="2816225"/>
          <p14:tracePt t="7476" x="3243263" y="2816225"/>
          <p14:tracePt t="7493" x="3033713" y="2816225"/>
          <p14:tracePt t="7509" x="2822575" y="2816225"/>
          <p14:tracePt t="7527" x="2547938" y="2816225"/>
          <p14:tracePt t="7542" x="2481263" y="2816225"/>
          <p14:tracePt t="7559" x="2314575" y="2816225"/>
          <p14:tracePt t="7576" x="2220913" y="2816225"/>
          <p14:tracePt t="7592" x="2147888" y="2816225"/>
          <p14:tracePt t="7609" x="2090738" y="2816225"/>
          <p14:tracePt t="7626" x="2039938" y="2816225"/>
          <p14:tracePt t="7642" x="2009775" y="2816225"/>
          <p14:tracePt t="7659" x="1989138" y="2816225"/>
          <p14:tracePt t="7676" x="1981200" y="2816225"/>
          <p14:tracePt t="7709" x="1973263" y="2816225"/>
          <p14:tracePt t="7728" x="1958975" y="2822575"/>
          <p14:tracePt t="7742" x="1922463" y="2836863"/>
          <p14:tracePt t="7759" x="1887538" y="2844800"/>
          <p14:tracePt t="7776" x="1828800" y="2859088"/>
          <p14:tracePt t="7792" x="1735138" y="2881313"/>
          <p14:tracePt t="7809" x="1625600" y="2895600"/>
          <p14:tracePt t="7826" x="1538288" y="2909888"/>
          <p14:tracePt t="7843" x="1473200" y="2917825"/>
          <p14:tracePt t="7859" x="1408113" y="2917825"/>
          <p14:tracePt t="7876" x="1363663" y="2917825"/>
          <p14:tracePt t="7893" x="1328738" y="2917825"/>
          <p14:tracePt t="7909" x="1255713" y="2917825"/>
          <p14:tracePt t="7928" x="1182688" y="2895600"/>
          <p14:tracePt t="7943" x="1160463" y="2887663"/>
          <p14:tracePt t="7961" x="1131888" y="2873375"/>
          <p14:tracePt t="7993" x="1125538" y="2852738"/>
          <p14:tracePt t="8009" x="1117600" y="2822575"/>
          <p14:tracePt t="8026" x="1117600" y="2786063"/>
          <p14:tracePt t="8043" x="1117600" y="2751138"/>
          <p14:tracePt t="8059" x="1131888" y="2684463"/>
          <p14:tracePt t="8076" x="1190625" y="2598738"/>
          <p14:tracePt t="8093" x="1241425" y="2532063"/>
          <p14:tracePt t="8109" x="1277938" y="2497138"/>
          <p14:tracePt t="8127" x="1320800" y="2460625"/>
          <p14:tracePt t="8143" x="1357313" y="2430463"/>
          <p14:tracePt t="8159" x="1422400" y="2401888"/>
          <p14:tracePt t="8176" x="1509713" y="2365375"/>
          <p14:tracePt t="8193" x="1633538" y="2328863"/>
          <p14:tracePt t="8209" x="1778000" y="2286000"/>
          <p14:tracePt t="8226" x="1908175" y="2271713"/>
          <p14:tracePt t="8243" x="2009775" y="2249488"/>
          <p14:tracePt t="8259" x="2068513" y="2235200"/>
          <p14:tracePt t="8276" x="2111375" y="2220913"/>
          <p14:tracePt t="8293" x="2170113" y="2212975"/>
          <p14:tracePt t="8309" x="2243138" y="2212975"/>
          <p14:tracePt t="8327" x="2416175" y="2212975"/>
          <p14:tracePt t="8343" x="2532063" y="2212975"/>
          <p14:tracePt t="8359" x="2678113" y="2212975"/>
          <p14:tracePt t="8376" x="2830513" y="2212975"/>
          <p14:tracePt t="8393" x="2997200" y="2212975"/>
          <p14:tracePt t="8409" x="3192463" y="2212975"/>
          <p14:tracePt t="8426" x="3395663" y="2212975"/>
          <p14:tracePt t="8442" x="3570288" y="2212975"/>
          <p14:tracePt t="8459" x="3708400" y="2212975"/>
          <p14:tracePt t="8476" x="3838575" y="2212975"/>
          <p14:tracePt t="8492" x="3970338" y="2212975"/>
          <p14:tracePt t="8509" x="4106863" y="2212975"/>
          <p14:tracePt t="8526" x="4295775" y="2212975"/>
          <p14:tracePt t="8543" x="4529138" y="2212975"/>
          <p14:tracePt t="8559" x="4645025" y="2212975"/>
          <p14:tracePt t="8576" x="4738688" y="2212975"/>
          <p14:tracePt t="8593" x="4797425" y="2212975"/>
          <p14:tracePt t="8609" x="4833938" y="2212975"/>
          <p14:tracePt t="8626" x="4876800" y="2212975"/>
          <p14:tracePt t="8643" x="4949825" y="2212975"/>
          <p14:tracePt t="8659" x="5021263" y="2220913"/>
          <p14:tracePt t="8676" x="5108575" y="2227263"/>
          <p14:tracePt t="8693" x="5195888" y="2249488"/>
          <p14:tracePt t="8711" x="5311775" y="2263775"/>
          <p14:tracePt t="8731" x="5392738" y="2271713"/>
          <p14:tracePt t="8744" x="5472113" y="2300288"/>
          <p14:tracePt t="8760" x="5529263" y="2314575"/>
          <p14:tracePt t="8781" x="5624513" y="2322513"/>
          <p14:tracePt t="8797" x="5681663" y="2336800"/>
          <p14:tracePt t="8810" x="5732463" y="2359025"/>
          <p14:tracePt t="8827" x="5768975" y="2365375"/>
          <p14:tracePt t="8843" x="5827713" y="2379663"/>
          <p14:tracePt t="8860" x="5878513" y="2409825"/>
          <p14:tracePt t="8876" x="5957888" y="2446338"/>
          <p14:tracePt t="8893" x="6037263" y="2474913"/>
          <p14:tracePt t="8911" x="6175375" y="2525713"/>
          <p14:tracePt t="8928" x="6248400" y="2562225"/>
          <p14:tracePt t="8943" x="6321425" y="2605088"/>
          <p14:tracePt t="8960" x="6357938" y="2627313"/>
          <p14:tracePt t="8981" x="6378575" y="2641600"/>
          <p14:tracePt t="8992" x="6392863" y="2655888"/>
          <p14:tracePt t="9001" x="6400800" y="2670175"/>
          <p14:tracePt t="9010" x="6400800" y="2692400"/>
          <p14:tracePt t="9027" x="6429375" y="2735263"/>
          <p14:tracePt t="9043" x="6443663" y="2794000"/>
          <p14:tracePt t="9060" x="6459538" y="2852738"/>
          <p14:tracePt t="9077" x="6465888" y="2903538"/>
          <p14:tracePt t="9093" x="6465888" y="2932113"/>
          <p14:tracePt t="9111" x="6465888" y="2960688"/>
          <p14:tracePt t="9127" x="6465888" y="2974975"/>
          <p14:tracePt t="9144" x="6423025" y="3019425"/>
          <p14:tracePt t="9160" x="6372225" y="3040063"/>
          <p14:tracePt t="9177" x="6307138" y="3076575"/>
          <p14:tracePt t="9194" x="6197600" y="3106738"/>
          <p14:tracePt t="9212" x="6088063" y="3121025"/>
          <p14:tracePt t="9232" x="5935663" y="3127375"/>
          <p14:tracePt t="9243" x="5870575" y="3127375"/>
          <p14:tracePt t="9260" x="5748338" y="3127375"/>
          <p14:tracePt t="9277" x="5602288" y="3127375"/>
          <p14:tracePt t="9297" x="5376863" y="3127375"/>
          <p14:tracePt t="9312" x="5260975" y="3127375"/>
          <p14:tracePt t="9327" x="5203825" y="3127375"/>
          <p14:tracePt t="9344" x="5087938" y="3106738"/>
          <p14:tracePt t="9360" x="5029200" y="3098800"/>
          <p14:tracePt t="9377" x="4978400" y="3090863"/>
          <p14:tracePt t="9393" x="4891088" y="3070225"/>
          <p14:tracePt t="9410" x="4797425" y="3070225"/>
          <p14:tracePt t="9427" x="4702175" y="3062288"/>
          <p14:tracePt t="9444" x="4630738" y="3040063"/>
          <p14:tracePt t="9465" x="4557713" y="3033713"/>
          <p14:tracePt t="9479" x="4535488" y="3025775"/>
          <p14:tracePt t="9493" x="4529138" y="3025775"/>
          <p14:tracePt t="9510" x="4521200" y="3025775"/>
          <p14:tracePt t="9527" x="4492625" y="3025775"/>
          <p14:tracePt t="9543" x="4470400" y="3025775"/>
          <p14:tracePt t="9560" x="4448175" y="3025775"/>
          <p14:tracePt t="9576" x="4433888" y="3025775"/>
          <p14:tracePt t="9593" x="4405313" y="3025775"/>
          <p14:tracePt t="9609" x="4397375" y="3025775"/>
          <p14:tracePt t="9626" x="4383088" y="3025775"/>
          <p14:tracePt t="9643" x="4376738" y="3025775"/>
          <p14:tracePt t="9660" x="4354513" y="3025775"/>
          <p14:tracePt t="9677" x="4332288" y="3025775"/>
          <p14:tracePt t="9693" x="4303713" y="3025775"/>
          <p14:tracePt t="9711" x="4230688" y="3025775"/>
          <p14:tracePt t="9726" x="4194175" y="3025775"/>
          <p14:tracePt t="9743" x="4165600" y="3025775"/>
          <p14:tracePt t="9760" x="4137025" y="3025775"/>
          <p14:tracePt t="9776" x="4100513" y="3025775"/>
          <p14:tracePt t="9793" x="4086225" y="3025775"/>
          <p14:tracePt t="9810" x="4064000" y="3025775"/>
          <p14:tracePt t="9827" x="4035425" y="3025775"/>
          <p14:tracePt t="9843" x="4021138" y="3025775"/>
          <p14:tracePt t="9860" x="4005263" y="3025775"/>
          <p14:tracePt t="9877" x="3998913" y="3025775"/>
          <p14:tracePt t="9897" x="3990975" y="3025775"/>
          <p14:tracePt t="9946" x="3984625" y="3025775"/>
          <p14:tracePt t="9979" x="3976688" y="3025775"/>
          <p14:tracePt t="12176" x="3970338" y="3025775"/>
          <p14:tracePt t="12192" x="3962400" y="3025775"/>
          <p14:tracePt t="12200" x="3954463" y="3025775"/>
          <p14:tracePt t="12212" x="3940175" y="3033713"/>
          <p14:tracePt t="12227" x="3933825" y="3040063"/>
          <p14:tracePt t="12244" x="3925888" y="3040063"/>
          <p14:tracePt t="12260" x="3919538" y="3040063"/>
          <p14:tracePt t="12277" x="3911600" y="3048000"/>
          <p14:tracePt t="12296" x="3897313" y="3055938"/>
          <p14:tracePt t="12312" x="3889375" y="3062288"/>
          <p14:tracePt t="12328" x="3875088" y="3076575"/>
          <p14:tracePt t="12344" x="3852863" y="3090863"/>
          <p14:tracePt t="12361" x="3832225" y="3113088"/>
          <p14:tracePt t="12377" x="3810000" y="3141663"/>
          <p14:tracePt t="12394" x="3781425" y="3171825"/>
          <p14:tracePt t="12411" x="3751263" y="3214688"/>
          <p14:tracePt t="12427" x="3744913" y="3251200"/>
          <p14:tracePt t="12444" x="3716338" y="3344863"/>
          <p14:tracePt t="12461" x="3694113" y="3440113"/>
          <p14:tracePt t="12477" x="3679825" y="3527425"/>
          <p14:tracePt t="12480" x="3679825" y="3563938"/>
          <p14:tracePt t="12494" x="3671888" y="3592513"/>
          <p14:tracePt t="12511" x="3649663" y="3716338"/>
          <p14:tracePt t="12527" x="3635375" y="3781425"/>
          <p14:tracePt t="12544" x="3614738" y="3817938"/>
          <p14:tracePt t="12560" x="3578225" y="3860800"/>
          <p14:tracePt t="12577" x="3541713" y="3889375"/>
          <p14:tracePt t="12594" x="3513138" y="3919538"/>
          <p14:tracePt t="12611" x="3490913" y="3948113"/>
          <p14:tracePt t="12627" x="3454400" y="3976688"/>
          <p14:tracePt t="12644" x="3425825" y="3998913"/>
          <p14:tracePt t="12661" x="3395663" y="4027488"/>
          <p14:tracePt t="12677" x="3367088" y="4041775"/>
          <p14:tracePt t="12694" x="3344863" y="4049713"/>
          <p14:tracePt t="12696" x="3338513" y="4056063"/>
          <p14:tracePt t="12711" x="3324225" y="4064000"/>
          <p14:tracePt t="12768" x="3309938" y="4064000"/>
          <p14:tracePt t="12784" x="3302000" y="4071938"/>
          <p14:tracePt t="12891" x="3302000" y="4078288"/>
          <p14:tracePt t="13050" x="3302000" y="4086225"/>
          <p14:tracePt t="13104" x="3302000" y="4092575"/>
          <p14:tracePt t="13115" x="3309938" y="4092575"/>
          <p14:tracePt t="13128" x="3344863" y="4092575"/>
          <p14:tracePt t="13135" x="3381375" y="4092575"/>
          <p14:tracePt t="13144" x="3411538" y="4092575"/>
          <p14:tracePt t="13161" x="3505200" y="4106863"/>
          <p14:tracePt t="13178" x="3584575" y="4114800"/>
          <p14:tracePt t="13194" x="3686175" y="4129088"/>
          <p14:tracePt t="13211" x="3767138" y="4143375"/>
          <p14:tracePt t="13227" x="3832225" y="4157663"/>
          <p14:tracePt t="13244" x="3883025" y="4179888"/>
          <p14:tracePt t="13261" x="3889375" y="4187825"/>
          <p14:tracePt t="13278" x="3889375" y="4202113"/>
          <p14:tracePt t="13295" x="3889375" y="4259263"/>
          <p14:tracePt t="13311" x="3832225" y="4354513"/>
          <p14:tracePt t="13328" x="3744913" y="4448175"/>
          <p14:tracePt t="13344" x="3635375" y="4521200"/>
          <p14:tracePt t="13361" x="3519488" y="4600575"/>
          <p14:tracePt t="13378" x="3411538" y="4645025"/>
          <p14:tracePt t="13394" x="3265488" y="4710113"/>
          <p14:tracePt t="13411" x="3135313" y="4752975"/>
          <p14:tracePt t="13429" x="3005138" y="4789488"/>
          <p14:tracePt t="13447" x="2830513" y="4840288"/>
          <p14:tracePt t="13461" x="2779713" y="4854575"/>
          <p14:tracePt t="13477" x="2692400" y="4868863"/>
          <p14:tracePt t="13481" x="2641600" y="4876800"/>
          <p14:tracePt t="13494" x="2590800" y="4891088"/>
          <p14:tracePt t="13511" x="2409825" y="4899025"/>
          <p14:tracePt t="13528" x="2271713" y="4899025"/>
          <p14:tracePt t="13544" x="2133600" y="4899025"/>
          <p14:tracePt t="13561" x="2009775" y="4899025"/>
          <p14:tracePt t="13578" x="1901825" y="4884738"/>
          <p14:tracePt t="13595" x="1800225" y="4848225"/>
          <p14:tracePt t="13611" x="1698625" y="4818063"/>
          <p14:tracePt t="13628" x="1574800" y="4767263"/>
          <p14:tracePt t="13644" x="1430338" y="4710113"/>
          <p14:tracePt t="13661" x="1298575" y="4651375"/>
          <p14:tracePt t="13679" x="1117600" y="4549775"/>
          <p14:tracePt t="13695" x="1081088" y="4535488"/>
          <p14:tracePt t="13711" x="950913" y="4462463"/>
          <p14:tracePt t="13728" x="906463" y="4427538"/>
          <p14:tracePt t="13744" x="855663" y="4376738"/>
          <p14:tracePt t="13761" x="820738" y="4332288"/>
          <p14:tracePt t="13778" x="804863" y="4244975"/>
          <p14:tracePt t="13794" x="784225" y="4157663"/>
          <p14:tracePt t="13811" x="776288" y="4064000"/>
          <p14:tracePt t="13828" x="776288" y="3984625"/>
          <p14:tracePt t="13844" x="762000" y="3911600"/>
          <p14:tracePt t="13861" x="762000" y="3852863"/>
          <p14:tracePt t="13878" x="769938" y="3781425"/>
          <p14:tracePt t="13895" x="855663" y="3643313"/>
          <p14:tracePt t="13911" x="928688" y="3563938"/>
          <p14:tracePt t="13928" x="993775" y="3497263"/>
          <p14:tracePt t="13944" x="1081088" y="3440113"/>
          <p14:tracePt t="13961" x="1182688" y="3389313"/>
          <p14:tracePt t="13978" x="1262063" y="3344863"/>
          <p14:tracePt t="13995" x="1371600" y="3302000"/>
          <p14:tracePt t="14011" x="1487488" y="3273425"/>
          <p14:tracePt t="14028" x="1611313" y="3236913"/>
          <p14:tracePt t="14045" x="1755775" y="3200400"/>
          <p14:tracePt t="14061" x="1893888" y="3186113"/>
          <p14:tracePt t="14078" x="2017713" y="3163888"/>
          <p14:tracePt t="14095" x="2155825" y="3149600"/>
          <p14:tracePt t="14111" x="2206625" y="3141663"/>
          <p14:tracePt t="14128" x="2263775" y="3141663"/>
          <p14:tracePt t="14145" x="2336800" y="3141663"/>
          <p14:tracePt t="14161" x="2430463" y="3141663"/>
          <p14:tracePt t="14178" x="2540000" y="3141663"/>
          <p14:tracePt t="14195" x="2663825" y="3141663"/>
          <p14:tracePt t="14211" x="2801938" y="3141663"/>
          <p14:tracePt t="14228" x="2917825" y="3141663"/>
          <p14:tracePt t="14245" x="3025775" y="3163888"/>
          <p14:tracePt t="14261" x="3149600" y="3200400"/>
          <p14:tracePt t="14279" x="3294063" y="3243263"/>
          <p14:tracePt t="14295" x="3389313" y="3279775"/>
          <p14:tracePt t="14312" x="3513138" y="3324225"/>
          <p14:tracePt t="14328" x="3635375" y="3381375"/>
          <p14:tracePt t="14345" x="3736975" y="3432175"/>
          <p14:tracePt t="14361" x="3824288" y="3468688"/>
          <p14:tracePt t="14378" x="3925888" y="3527425"/>
          <p14:tracePt t="14395" x="4013200" y="3592513"/>
          <p14:tracePt t="14411" x="4100513" y="3665538"/>
          <p14:tracePt t="14428" x="4187825" y="3767138"/>
          <p14:tracePt t="14445" x="4252913" y="3860800"/>
          <p14:tracePt t="14462" x="4303713" y="3948113"/>
          <p14:tracePt t="14478" x="4383088" y="4100513"/>
          <p14:tracePt t="14495" x="4456113" y="4252913"/>
          <p14:tracePt t="14511" x="4498975" y="4405313"/>
          <p14:tracePt t="14528" x="4535488" y="4549775"/>
          <p14:tracePt t="14544" x="4543425" y="4687888"/>
          <p14:tracePt t="14561" x="4543425" y="4811713"/>
          <p14:tracePt t="14578" x="4529138" y="4927600"/>
          <p14:tracePt t="14595" x="4478338" y="5037138"/>
          <p14:tracePt t="14611" x="4397375" y="5153025"/>
          <p14:tracePt t="14628" x="4289425" y="5283200"/>
          <p14:tracePt t="14645" x="4157663" y="5399088"/>
          <p14:tracePt t="14661" x="4005263" y="5494338"/>
          <p14:tracePt t="14678" x="3860800" y="5573713"/>
          <p14:tracePt t="14681" x="3802063" y="5616575"/>
          <p14:tracePt t="14695" x="3649663" y="5675313"/>
          <p14:tracePt t="14711" x="3490913" y="5740400"/>
          <p14:tracePt t="14728" x="3330575" y="5805488"/>
          <p14:tracePt t="14745" x="3163888" y="5864225"/>
          <p14:tracePt t="14761" x="3025775" y="5892800"/>
          <p14:tracePt t="14778" x="2895600" y="5915025"/>
          <p14:tracePt t="14795" x="2765425" y="5929313"/>
          <p14:tracePt t="14811" x="2655888" y="5935663"/>
          <p14:tracePt t="14828" x="2562225" y="5951538"/>
          <p14:tracePt t="14845" x="2460625" y="5951538"/>
          <p14:tracePt t="14861" x="2373313" y="5951538"/>
          <p14:tracePt t="14878" x="2293938" y="5951538"/>
          <p14:tracePt t="14895" x="2162175" y="5951538"/>
          <p14:tracePt t="14911" x="2074863" y="5943600"/>
          <p14:tracePt t="14928" x="1989138" y="5921375"/>
          <p14:tracePt t="14945" x="1871663" y="5907088"/>
          <p14:tracePt t="14961" x="1792288" y="5907088"/>
          <p14:tracePt t="14978" x="1712913" y="5884863"/>
          <p14:tracePt t="14982" x="1690688" y="5878513"/>
          <p14:tracePt t="14995" x="1647825" y="5864225"/>
          <p14:tracePt t="15012" x="1597025" y="5842000"/>
          <p14:tracePt t="15028" x="1516063" y="5819775"/>
          <p14:tracePt t="15045" x="1444625" y="5783263"/>
          <p14:tracePt t="15061" x="1379538" y="5748338"/>
          <p14:tracePt t="15078" x="1306513" y="5703888"/>
          <p14:tracePt t="15095" x="1211263" y="5616575"/>
          <p14:tracePt t="15112" x="1146175" y="5529263"/>
          <p14:tracePt t="15129" x="1095375" y="5435600"/>
          <p14:tracePt t="15145" x="1066800" y="5341938"/>
          <p14:tracePt t="15162" x="1038225" y="5246688"/>
          <p14:tracePt t="15178" x="1030288" y="5189538"/>
          <p14:tracePt t="15195" x="1023938" y="5116513"/>
          <p14:tracePt t="15211" x="1023938" y="5065713"/>
          <p14:tracePt t="15228" x="1023938" y="5000625"/>
          <p14:tracePt t="15245" x="1023938" y="4899025"/>
          <p14:tracePt t="15262" x="1038225" y="4811713"/>
          <p14:tracePt t="15278" x="1066800" y="4724400"/>
          <p14:tracePt t="15295" x="1125538" y="4594225"/>
          <p14:tracePt t="15312" x="1176338" y="4529138"/>
          <p14:tracePt t="15328" x="1219200" y="4448175"/>
          <p14:tracePt t="15345" x="1292225" y="4376738"/>
          <p14:tracePt t="15362" x="1363663" y="4325938"/>
          <p14:tracePt t="15378" x="1458913" y="4267200"/>
          <p14:tracePt t="15395" x="1531938" y="4230688"/>
          <p14:tracePt t="15412" x="1639888" y="4202113"/>
          <p14:tracePt t="15430" x="1792288" y="4157663"/>
          <p14:tracePt t="15445" x="1851025" y="4151313"/>
          <p14:tracePt t="15462" x="1973263" y="4143375"/>
          <p14:tracePt t="15478" x="2133600" y="4106863"/>
          <p14:tracePt t="15481" x="2212975" y="4100513"/>
          <p14:tracePt t="15495" x="2387600" y="4086225"/>
          <p14:tracePt t="15512" x="2568575" y="4086225"/>
          <p14:tracePt t="15528" x="2743200" y="4086225"/>
          <p14:tracePt t="15545" x="2903538" y="4086225"/>
          <p14:tracePt t="15562" x="3062288" y="4086225"/>
          <p14:tracePt t="15578" x="3178175" y="4086225"/>
          <p14:tracePt t="15595" x="3259138" y="4100513"/>
          <p14:tracePt t="15612" x="3338513" y="4129088"/>
          <p14:tracePt t="15628" x="3417888" y="4165600"/>
          <p14:tracePt t="15645" x="3490913" y="4216400"/>
          <p14:tracePt t="15662" x="3563938" y="4275138"/>
          <p14:tracePt t="15680" x="3716338" y="4478338"/>
          <p14:tracePt t="15695" x="3767138" y="4608513"/>
          <p14:tracePt t="15711" x="3817938" y="4732338"/>
          <p14:tracePt t="15728" x="3838575" y="4833938"/>
          <p14:tracePt t="15745" x="3838575" y="4935538"/>
          <p14:tracePt t="15761" x="3838575" y="5043488"/>
          <p14:tracePt t="15778" x="3838575" y="5153025"/>
          <p14:tracePt t="15795" x="3787775" y="5283200"/>
          <p14:tracePt t="15812" x="3716338" y="5435600"/>
          <p14:tracePt t="15828" x="3629025" y="5529263"/>
          <p14:tracePt t="15845" x="3519488" y="5630863"/>
          <p14:tracePt t="15861" x="3403600" y="5703888"/>
          <p14:tracePt t="15878" x="3222625" y="5783263"/>
          <p14:tracePt t="15895" x="3106738" y="5834063"/>
          <p14:tracePt t="15912" x="2974975" y="5864225"/>
          <p14:tracePt t="15928" x="2852738" y="5900738"/>
          <p14:tracePt t="15945" x="2735263" y="5907088"/>
          <p14:tracePt t="15961" x="2613025" y="5921375"/>
          <p14:tracePt t="15978" x="2481263" y="5921375"/>
          <p14:tracePt t="15995" x="2336800" y="5921375"/>
          <p14:tracePt t="16012" x="2162175" y="5915025"/>
          <p14:tracePt t="16029" x="1989138" y="5870575"/>
          <p14:tracePt t="16045" x="1857375" y="5834063"/>
          <p14:tracePt t="16062" x="1778000" y="5805488"/>
          <p14:tracePt t="16080" x="1741488" y="5791200"/>
          <p14:tracePt t="16095" x="1735138" y="5776913"/>
          <p14:tracePt t="16112" x="1735138" y="5748338"/>
          <p14:tracePt t="16128" x="1735138" y="5697538"/>
          <p14:tracePt t="16145" x="1735138" y="5624513"/>
          <p14:tracePt t="16162" x="1785938" y="5522913"/>
          <p14:tracePt t="16178" x="1865313" y="5427663"/>
          <p14:tracePt t="16195" x="1966913" y="5341938"/>
          <p14:tracePt t="16212" x="2068513" y="5283200"/>
          <p14:tracePt t="16229" x="2206625" y="5240338"/>
          <p14:tracePt t="16245" x="2328863" y="5224463"/>
          <p14:tracePt t="16262" x="2466975" y="5195888"/>
          <p14:tracePt t="16279" x="2619375" y="5189538"/>
          <p14:tracePt t="16295" x="2684463" y="5189538"/>
          <p14:tracePt t="16312" x="2692400" y="5189538"/>
          <p14:tracePt t="16676" x="2700338" y="5189538"/>
          <p14:tracePt t="16686" x="2728913" y="5189538"/>
          <p14:tracePt t="16699" x="2816225" y="5189538"/>
          <p14:tracePt t="16713" x="2960688" y="5189538"/>
          <p14:tracePt t="16731" x="3214688" y="5189538"/>
          <p14:tracePt t="16746" x="3606800" y="5189538"/>
          <p14:tracePt t="16762" x="4100513" y="5189538"/>
          <p14:tracePt t="16779" x="4651375" y="5189538"/>
          <p14:tracePt t="16796" x="5260975" y="5189538"/>
          <p14:tracePt t="16813" x="5856288" y="5189538"/>
          <p14:tracePt t="16829" x="6465888" y="5189538"/>
          <p14:tracePt t="16848" x="7250113" y="5189538"/>
          <p14:tracePt t="16862" x="7439025" y="5167313"/>
          <p14:tracePt t="16879" x="7837488" y="5102225"/>
          <p14:tracePt t="16895" x="7989888" y="5051425"/>
          <p14:tracePt t="16912" x="8069263" y="5000625"/>
          <p14:tracePt t="16929" x="8099425" y="4949825"/>
          <p14:tracePt t="16945" x="8113713" y="4868863"/>
          <p14:tracePt t="16962" x="8113713" y="4752975"/>
          <p14:tracePt t="16979" x="8128000" y="4645025"/>
          <p14:tracePt t="16995" x="8142288" y="4535488"/>
          <p14:tracePt t="17012" x="8142288" y="4456113"/>
          <p14:tracePt t="17029" x="8142288" y="4360863"/>
          <p14:tracePt t="17045" x="8142288" y="4281488"/>
          <p14:tracePt t="17062" x="8142288" y="4230688"/>
          <p14:tracePt t="17079" x="8164513" y="4137025"/>
          <p14:tracePt t="17095" x="8164513" y="4086225"/>
          <p14:tracePt t="17112" x="8164513" y="4027488"/>
          <p14:tracePt t="17129" x="8105775" y="3925888"/>
          <p14:tracePt t="17146" x="8018463" y="3832225"/>
          <p14:tracePt t="17163" x="7924800" y="3736975"/>
          <p14:tracePt t="17179" x="7859713" y="3657600"/>
          <p14:tracePt t="17195" x="7815263" y="3606800"/>
          <p14:tracePt t="17212" x="7764463" y="3548063"/>
          <p14:tracePt t="17229" x="7685088" y="3482975"/>
          <p14:tracePt t="17245" x="7583488" y="3411538"/>
          <p14:tracePt t="17262" x="7467600" y="3287713"/>
          <p14:tracePt t="17279" x="7358063" y="3163888"/>
          <p14:tracePt t="17295" x="7315200" y="3106738"/>
          <p14:tracePt t="17312" x="7292975" y="3076575"/>
          <p14:tracePt t="17329" x="7278688" y="3033713"/>
          <p14:tracePt t="17345" x="7264400" y="2997200"/>
          <p14:tracePt t="17362" x="7256463" y="2954338"/>
          <p14:tracePt t="17379" x="7256463" y="2917825"/>
          <p14:tracePt t="17397" x="7256463" y="2873375"/>
          <p14:tracePt t="17413" x="7256463" y="2836863"/>
          <p14:tracePt t="17429" x="7286625" y="2779713"/>
          <p14:tracePt t="17446" x="7329488" y="2735263"/>
          <p14:tracePt t="17463" x="7388225" y="2678113"/>
          <p14:tracePt t="17479" x="7540625" y="2582863"/>
          <p14:tracePt t="17496" x="7642225" y="2547938"/>
          <p14:tracePt t="17513" x="7743825" y="2511425"/>
          <p14:tracePt t="17529" x="7866063" y="2481263"/>
          <p14:tracePt t="17546" x="7983538" y="2460625"/>
          <p14:tracePt t="17563" x="8091488" y="2446338"/>
          <p14:tracePt t="17579" x="8215313" y="2424113"/>
          <p14:tracePt t="17596" x="8302625" y="2416175"/>
          <p14:tracePt t="17613" x="8396288" y="2401888"/>
          <p14:tracePt t="17629" x="8497888" y="2401888"/>
          <p14:tracePt t="17648" x="8628063" y="2401888"/>
          <p14:tracePt t="17663" x="8658225" y="2401888"/>
          <p14:tracePt t="17679" x="8737600" y="2401888"/>
          <p14:tracePt t="17696" x="8780463" y="2401888"/>
          <p14:tracePt t="17713" x="8847138" y="2416175"/>
          <p14:tracePt t="17729" x="8918575" y="2446338"/>
          <p14:tracePt t="17747" x="8999538" y="2474913"/>
          <p14:tracePt t="17763" x="9034463" y="2511425"/>
          <p14:tracePt t="17779" x="9101138" y="2554288"/>
          <p14:tracePt t="17797" x="9158288" y="2619375"/>
          <p14:tracePt t="17812" x="9209088" y="2678113"/>
          <p14:tracePt t="17829" x="9259888" y="2794000"/>
          <p14:tracePt t="17846" x="9304338" y="2887663"/>
          <p14:tracePt t="17862" x="9347200" y="2982913"/>
          <p14:tracePt t="17879" x="9383713" y="3090863"/>
          <p14:tracePt t="17896" x="9390063" y="3135313"/>
          <p14:tracePt t="17913" x="9390063" y="3157538"/>
          <p14:tracePt t="17929" x="9390063" y="3186113"/>
          <p14:tracePt t="17947" x="9375775" y="3200400"/>
          <p14:tracePt t="17962" x="9361488" y="3236913"/>
          <p14:tracePt t="17979" x="9310688" y="3273425"/>
          <p14:tracePt t="17983" x="9296400" y="3287713"/>
          <p14:tracePt t="17996" x="9267825" y="3309938"/>
          <p14:tracePt t="18012" x="9209088" y="3338513"/>
          <p14:tracePt t="18029" x="9129713" y="3360738"/>
          <p14:tracePt t="18047" x="9013825" y="3375025"/>
          <p14:tracePt t="18062" x="8912225" y="3375025"/>
          <p14:tracePt t="18079" x="8816975" y="3375025"/>
          <p14:tracePt t="18096" x="8745538" y="3375025"/>
          <p14:tracePt t="18112" x="8686800" y="3375025"/>
          <p14:tracePt t="18129" x="8628063" y="3352800"/>
          <p14:tracePt t="18147" x="8577263" y="3330575"/>
          <p14:tracePt t="18165" x="8534400" y="3324225"/>
          <p14:tracePt t="18179" x="8475663" y="3302000"/>
          <p14:tracePt t="18196" x="8424863" y="3294063"/>
          <p14:tracePt t="18212" x="8353425" y="3273425"/>
          <p14:tracePt t="18229" x="8294688" y="3259138"/>
          <p14:tracePt t="18248" x="8237538" y="3243263"/>
          <p14:tracePt t="18263" x="8207375" y="3236913"/>
          <p14:tracePt t="18280" x="8150225" y="3228975"/>
          <p14:tracePt t="18298" x="8099425" y="3228975"/>
          <p14:tracePt t="18313" x="8062913" y="3228975"/>
          <p14:tracePt t="18330" x="8004175" y="3222625"/>
          <p14:tracePt t="18346" x="7916863" y="3208338"/>
          <p14:tracePt t="18363" x="7845425" y="3208338"/>
          <p14:tracePt t="18380" x="7794625" y="3208338"/>
          <p14:tracePt t="18399" x="7743825" y="3200400"/>
          <p14:tracePt t="18413" x="7729538" y="3186113"/>
          <p14:tracePt t="18431" x="7678738" y="3186113"/>
          <p14:tracePt t="18449" x="7620000" y="3178175"/>
          <p14:tracePt t="18463" x="7569200" y="3171825"/>
          <p14:tracePt t="18480" x="7532688" y="3157538"/>
          <p14:tracePt t="18488" x="7526338" y="3157538"/>
          <p14:tracePt t="18499" x="7518400" y="3157538"/>
          <p14:tracePt t="18513" x="7504113" y="3149600"/>
          <p14:tracePt t="18530" x="7489825" y="3149600"/>
          <p14:tracePt t="18546" x="7459663" y="3141663"/>
          <p14:tracePt t="18563" x="7416800" y="3135313"/>
          <p14:tracePt t="18580" x="7388225" y="3121025"/>
          <p14:tracePt t="18596" x="7358063" y="3121025"/>
          <p14:tracePt t="18613" x="7343775" y="3106738"/>
          <p14:tracePt t="18630" x="7329488" y="3106738"/>
          <p14:tracePt t="18648" x="7323138" y="3098800"/>
          <p14:tracePt t="18667" x="7292975" y="3098800"/>
          <p14:tracePt t="18681" x="7286625" y="3090863"/>
          <p14:tracePt t="18698" x="7272338" y="3090863"/>
          <p14:tracePt t="18713" x="7264400" y="3090863"/>
          <p14:tracePt t="18800" x="7256463" y="3090863"/>
          <p14:tracePt t="18807" x="7250113" y="3090863"/>
          <p14:tracePt t="18815" x="7242175" y="3090863"/>
          <p14:tracePt t="18829" x="7235825" y="3090863"/>
          <p14:tracePt t="18846" x="7213600" y="3090863"/>
          <p14:tracePt t="18862" x="7126288" y="3076575"/>
          <p14:tracePt t="18879" x="7046913" y="3062288"/>
          <p14:tracePt t="18896" x="6967538" y="3033713"/>
          <p14:tracePt t="18912" x="6900863" y="3005138"/>
          <p14:tracePt t="18929" x="6843713" y="2982913"/>
          <p14:tracePt t="18946" x="6799263" y="2960688"/>
          <p14:tracePt t="18963" x="6770688" y="2938463"/>
          <p14:tracePt t="18979" x="6727825" y="2917825"/>
          <p14:tracePt t="18996" x="6691313" y="2895600"/>
          <p14:tracePt t="19012" x="6669088" y="2887663"/>
          <p14:tracePt t="19029" x="6662738" y="2881313"/>
          <p14:tracePt t="19119" x="6662738" y="2873375"/>
          <p14:tracePt t="19135" x="6662738" y="2867025"/>
          <p14:tracePt t="19143" x="6677025" y="2844800"/>
          <p14:tracePt t="19151" x="6691313" y="2844800"/>
          <p14:tracePt t="19162" x="6719888" y="2830513"/>
          <p14:tracePt t="19179" x="6792913" y="2794000"/>
          <p14:tracePt t="19196" x="6872288" y="2765425"/>
          <p14:tracePt t="19213" x="6967538" y="2735263"/>
          <p14:tracePt t="19229" x="7069138" y="2706688"/>
          <p14:tracePt t="19246" x="7162800" y="2692400"/>
          <p14:tracePt t="19263" x="7323138" y="2670175"/>
          <p14:tracePt t="19279" x="7408863" y="2655888"/>
          <p14:tracePt t="19296" x="7518400" y="2655888"/>
          <p14:tracePt t="19313" x="7642225" y="2641600"/>
          <p14:tracePt t="19329" x="7764463" y="2641600"/>
          <p14:tracePt t="19346" x="7866063" y="2641600"/>
          <p14:tracePt t="19363" x="7983538" y="2641600"/>
          <p14:tracePt t="19380" x="8091488" y="2641600"/>
          <p14:tracePt t="19397" x="8178800" y="2641600"/>
          <p14:tracePt t="19413" x="8251825" y="2649538"/>
          <p14:tracePt t="19429" x="8308975" y="2663825"/>
          <p14:tracePt t="19446" x="8345488" y="2678113"/>
          <p14:tracePt t="19463" x="8404225" y="2692400"/>
          <p14:tracePt t="19479" x="8432800" y="2700338"/>
          <p14:tracePt t="19496" x="8455025" y="2706688"/>
          <p14:tracePt t="19513" x="8505825" y="2728913"/>
          <p14:tracePt t="19529" x="8542338" y="2751138"/>
          <p14:tracePt t="19546" x="8585200" y="2757488"/>
          <p14:tracePt t="19563" x="8613775" y="2779713"/>
          <p14:tracePt t="19579" x="8658225" y="2794000"/>
          <p14:tracePt t="19596" x="8701088" y="2808288"/>
          <p14:tracePt t="19613" x="8729663" y="2822575"/>
          <p14:tracePt t="19629" x="8759825" y="2830513"/>
          <p14:tracePt t="19646" x="8780463" y="2836863"/>
          <p14:tracePt t="19663" x="8810625" y="2844800"/>
          <p14:tracePt t="19679" x="8824913" y="2844800"/>
          <p14:tracePt t="19696" x="8839200" y="2852738"/>
          <p14:tracePt t="19713" x="8853488" y="2852738"/>
          <p14:tracePt t="19729" x="8867775" y="2867025"/>
          <p14:tracePt t="19748" x="8882063" y="2867025"/>
          <p14:tracePt t="19763" x="8904288" y="2867025"/>
          <p14:tracePt t="19780" x="8912225" y="2867025"/>
          <p14:tracePt t="19796" x="8926513" y="2881313"/>
          <p14:tracePt t="19829" x="8932863" y="2881313"/>
          <p14:tracePt t="19846" x="8940800" y="2881313"/>
          <p14:tracePt t="19896" x="8955088" y="2887663"/>
          <p14:tracePt t="19928" x="8963025" y="2887663"/>
          <p14:tracePt t="19944" x="8969375" y="2887663"/>
          <p14:tracePt t="19951" x="8983663" y="2895600"/>
          <p14:tracePt t="19983" x="8999538" y="2895600"/>
          <p14:tracePt t="19991" x="9005888" y="2895600"/>
          <p14:tracePt t="19999" x="9013825" y="2895600"/>
          <p14:tracePt t="20013" x="9020175" y="2903538"/>
          <p14:tracePt t="20029" x="9034463" y="2903538"/>
          <p14:tracePt t="20046" x="9070975" y="2909888"/>
          <p14:tracePt t="20063" x="9093200" y="2909888"/>
          <p14:tracePt t="20079" x="9129713" y="2917825"/>
          <p14:tracePt t="20096" x="9166225" y="2924175"/>
          <p14:tracePt t="20113" x="9209088" y="2932113"/>
          <p14:tracePt t="20130" x="9245600" y="2932113"/>
          <p14:tracePt t="20147" x="9282113" y="2932113"/>
          <p14:tracePt t="20163" x="9318625" y="2938463"/>
          <p14:tracePt t="20180" x="9339263" y="2938463"/>
          <p14:tracePt t="20196" x="9369425" y="2938463"/>
          <p14:tracePt t="20213" x="9405938" y="2938463"/>
          <p14:tracePt t="20229" x="9420225" y="2938463"/>
          <p14:tracePt t="20246" x="9456738" y="2938463"/>
          <p14:tracePt t="20263" x="9463088" y="2938463"/>
          <p14:tracePt t="20280" x="9485313" y="2938463"/>
          <p14:tracePt t="20296" x="9499600" y="2938463"/>
          <p14:tracePt t="20313" x="9528175" y="2938463"/>
          <p14:tracePt t="20329" x="9542463" y="2938463"/>
          <p14:tracePt t="20346" x="9558338" y="2938463"/>
          <p14:tracePt t="20363" x="9578975" y="2938463"/>
          <p14:tracePt t="20396" x="9586913" y="2938463"/>
          <p14:tracePt t="20413" x="9593263" y="2938463"/>
          <p14:tracePt t="20485" x="9601200" y="2938463"/>
          <p14:tracePt t="20924" x="9601200" y="2954338"/>
          <p14:tracePt t="20937" x="9615488" y="2989263"/>
          <p14:tracePt t="20948" x="9644063" y="3011488"/>
          <p14:tracePt t="20964" x="9680575" y="3048000"/>
          <p14:tracePt t="20980" x="9725025" y="3070225"/>
          <p14:tracePt t="20987" x="9731375" y="3076575"/>
          <p14:tracePt t="20999" x="9753600" y="3090863"/>
          <p14:tracePt t="21014" x="9761538" y="3090863"/>
          <p14:tracePt t="22186" x="9761538" y="3098800"/>
          <p14:tracePt t="22198" x="9761538" y="3106738"/>
          <p14:tracePt t="22205" x="9761538" y="3121025"/>
          <p14:tracePt t="22223" x="9767888" y="3149600"/>
          <p14:tracePt t="22233" x="9775825" y="3163888"/>
          <p14:tracePt t="22248" x="9782175" y="3186113"/>
          <p14:tracePt t="22264" x="9796463" y="3208338"/>
          <p14:tracePt t="22281" x="9804400" y="3222625"/>
          <p14:tracePt t="22297" x="9812338" y="3243263"/>
          <p14:tracePt t="22314" x="9818688" y="3273425"/>
          <p14:tracePt t="22331" x="9832975" y="3324225"/>
          <p14:tracePt t="22347" x="9847263" y="3389313"/>
          <p14:tracePt t="22364" x="9863138" y="3454400"/>
          <p14:tracePt t="22385" x="9906000" y="3541713"/>
          <p14:tracePt t="22397" x="9913938" y="3578225"/>
          <p14:tracePt t="22415" x="9928225" y="3665538"/>
          <p14:tracePt t="22431" x="9928225" y="3686175"/>
          <p14:tracePt t="22449" x="9928225" y="3787775"/>
          <p14:tracePt t="22464" x="9928225" y="3846513"/>
          <p14:tracePt t="22481" x="9928225" y="3911600"/>
          <p14:tracePt t="22489" x="9928225" y="3940175"/>
          <p14:tracePt t="22501" x="9928225" y="3962400"/>
          <p14:tracePt t="22514" x="9920288" y="3990975"/>
          <p14:tracePt t="22531" x="9883775" y="4056063"/>
          <p14:tracePt t="22551" x="9840913" y="4157663"/>
          <p14:tracePt t="22564" x="9812338" y="4202113"/>
          <p14:tracePt t="22581" x="9761538" y="4267200"/>
          <p14:tracePt t="22598" x="9702800" y="4332288"/>
          <p14:tracePt t="22618" x="9586913" y="4419600"/>
          <p14:tracePt t="22631" x="9499600" y="4484688"/>
          <p14:tracePt t="22649" x="9383713" y="4549775"/>
          <p14:tracePt t="22668" x="9231313" y="4630738"/>
          <p14:tracePt t="22681" x="9050338" y="4702175"/>
          <p14:tracePt t="22698" x="8897938" y="4760913"/>
          <p14:tracePt t="22714" x="8745538" y="4803775"/>
          <p14:tracePt t="22730" x="8628063" y="4811713"/>
          <p14:tracePt t="22747" x="8505825" y="4833938"/>
          <p14:tracePt t="22763" x="8374063" y="4833938"/>
          <p14:tracePt t="22780" x="8207375" y="4833938"/>
          <p14:tracePt t="22797" x="8018463" y="4833938"/>
          <p14:tracePt t="22814" x="7888288" y="4833938"/>
          <p14:tracePt t="22830" x="7693025" y="4789488"/>
          <p14:tracePt t="22847" x="7597775" y="4752975"/>
          <p14:tracePt t="22864" x="7496175" y="4710113"/>
          <p14:tracePt t="22882" x="7424738" y="4673600"/>
          <p14:tracePt t="22898" x="7351713" y="4614863"/>
          <p14:tracePt t="22918" x="7286625" y="4564063"/>
          <p14:tracePt t="22931" x="7242175" y="4521200"/>
          <p14:tracePt t="22948" x="7213600" y="4470400"/>
          <p14:tracePt t="22964" x="7185025" y="4391025"/>
          <p14:tracePt t="22981" x="7170738" y="4318000"/>
          <p14:tracePt t="22988" x="7162800" y="4289425"/>
          <p14:tracePt t="22999" x="7140575" y="4224338"/>
          <p14:tracePt t="23016" x="7134225" y="4187825"/>
          <p14:tracePt t="23031" x="7119938" y="4143375"/>
          <p14:tracePt t="23047" x="7119938" y="4106863"/>
          <p14:tracePt t="23064" x="7119938" y="4064000"/>
          <p14:tracePt t="23081" x="7119938" y="4021138"/>
          <p14:tracePt t="23098" x="7119938" y="3970338"/>
          <p14:tracePt t="23114" x="7119938" y="3919538"/>
          <p14:tracePt t="23134" x="7119938" y="3868738"/>
          <p14:tracePt t="23148" x="7140575" y="3824288"/>
          <p14:tracePt t="23169" x="7199313" y="3716338"/>
          <p14:tracePt t="23183" x="7227888" y="3649663"/>
          <p14:tracePt t="23200" x="7264400" y="3592513"/>
          <p14:tracePt t="23216" x="7307263" y="3533775"/>
          <p14:tracePt t="23231" x="7366000" y="3468688"/>
          <p14:tracePt t="23248" x="7431088" y="3425825"/>
          <p14:tracePt t="23265" x="7504113" y="3381375"/>
          <p14:tracePt t="23281" x="7569200" y="3352800"/>
          <p14:tracePt t="23298" x="7627938" y="3330575"/>
          <p14:tracePt t="23314" x="7662863" y="3316288"/>
          <p14:tracePt t="23331" x="7693025" y="3309938"/>
          <p14:tracePt t="23348" x="7735888" y="3294063"/>
          <p14:tracePt t="23365" x="7772400" y="3294063"/>
          <p14:tracePt t="23381" x="7823200" y="3287713"/>
          <p14:tracePt t="23399" x="7874000" y="3287713"/>
          <p14:tracePt t="23416" x="7924800" y="3287713"/>
          <p14:tracePt t="23431" x="7967663" y="3287713"/>
          <p14:tracePt t="23448" x="8048625" y="3287713"/>
          <p14:tracePt t="23464" x="8135938" y="3287713"/>
          <p14:tracePt t="23481" x="8229600" y="3287713"/>
          <p14:tracePt t="23487" x="8272463" y="3287713"/>
          <p14:tracePt t="23498" x="8308975" y="3287713"/>
          <p14:tracePt t="23514" x="8382000" y="3287713"/>
          <p14:tracePt t="23531" x="8424863" y="3287713"/>
          <p14:tracePt t="23548" x="8505825" y="3287713"/>
          <p14:tracePt t="23565" x="8585200" y="3287713"/>
          <p14:tracePt t="23581" x="8686800" y="3316288"/>
          <p14:tracePt t="23598" x="8796338" y="3344863"/>
          <p14:tracePt t="23616" x="8932863" y="3389313"/>
          <p14:tracePt t="23631" x="9005888" y="3411538"/>
          <p14:tracePt t="23648" x="9056688" y="3425825"/>
          <p14:tracePt t="23668" x="9115425" y="3446463"/>
          <p14:tracePt t="23681" x="9151938" y="3462338"/>
          <p14:tracePt t="23698" x="9180513" y="3476625"/>
          <p14:tracePt t="23714" x="9194800" y="3482975"/>
          <p14:tracePt t="23731" x="9231313" y="3513138"/>
          <p14:tracePt t="23748" x="9267825" y="3556000"/>
          <p14:tracePt t="23764" x="9310688" y="3621088"/>
          <p14:tracePt t="23781" x="9355138" y="3716338"/>
          <p14:tracePt t="23798" x="9405938" y="3817938"/>
          <p14:tracePt t="23815" x="9440863" y="3933825"/>
          <p14:tracePt t="23832" x="9477375" y="4071938"/>
          <p14:tracePt t="23848" x="9491663" y="4137025"/>
          <p14:tracePt t="23867" x="9491663" y="4194175"/>
          <p14:tracePt t="23882" x="9491663" y="4244975"/>
          <p14:tracePt t="23898" x="9477375" y="4303713"/>
          <p14:tracePt t="23914" x="9440863" y="4368800"/>
          <p14:tracePt t="23931" x="9420225" y="4397375"/>
          <p14:tracePt t="23948" x="9398000" y="4427538"/>
          <p14:tracePt t="23965" x="9375775" y="4456113"/>
          <p14:tracePt t="23981" x="9369425" y="4462463"/>
          <p14:tracePt t="23998" x="9361488" y="4470400"/>
          <p14:tracePt t="24475" x="9361488" y="4478338"/>
          <p14:tracePt t="24483" x="9361488" y="4484688"/>
          <p14:tracePt t="24492" x="9369425" y="4506913"/>
          <p14:tracePt t="24498" x="9369425" y="4521200"/>
          <p14:tracePt t="24515" x="9375775" y="4557713"/>
          <p14:tracePt t="24531" x="9383713" y="4600575"/>
          <p14:tracePt t="24548" x="9398000" y="4659313"/>
          <p14:tracePt t="24565" x="9405938" y="4710113"/>
          <p14:tracePt t="24581" x="9405938" y="4752975"/>
          <p14:tracePt t="24599" x="9412288" y="4818063"/>
          <p14:tracePt t="24619" x="9426575" y="4862513"/>
          <p14:tracePt t="24632" x="9434513" y="4899025"/>
          <p14:tracePt t="24648" x="9434513" y="4927600"/>
          <p14:tracePt t="24667" x="9434513" y="4964113"/>
          <p14:tracePt t="24683" x="9440863" y="4978400"/>
          <p14:tracePt t="24698" x="9440863" y="5014913"/>
          <p14:tracePt t="24716" x="9440863" y="5043488"/>
          <p14:tracePt t="24731" x="9440863" y="5080000"/>
          <p14:tracePt t="24748" x="9440863" y="5122863"/>
          <p14:tracePt t="24765" x="9434513" y="5159375"/>
          <p14:tracePt t="24781" x="9412288" y="5189538"/>
          <p14:tracePt t="24799" x="9375775" y="5232400"/>
          <p14:tracePt t="24815" x="9347200" y="5254625"/>
          <p14:tracePt t="24831" x="9324975" y="5260975"/>
          <p14:tracePt t="24848" x="9304338" y="5268913"/>
          <p14:tracePt t="24867" x="9296400" y="5268913"/>
          <p14:tracePt t="24907" x="9282113" y="5268913"/>
          <p14:tracePt t="24917" x="9274175" y="5260975"/>
          <p14:tracePt t="24923" x="9259888" y="5232400"/>
          <p14:tracePt t="24931" x="9237663" y="5203825"/>
          <p14:tracePt t="24948" x="9151938" y="5094288"/>
          <p14:tracePt t="24965" x="9042400" y="4992688"/>
          <p14:tracePt t="24982" x="8904288" y="4899025"/>
          <p14:tracePt t="24988" x="8847138" y="4862513"/>
          <p14:tracePt t="24999" x="8745538" y="4803775"/>
          <p14:tracePt t="25016" x="8678863" y="4783138"/>
          <p14:tracePt t="25032" x="8621713" y="4767263"/>
          <p14:tracePt t="25048" x="8534400" y="4738688"/>
          <p14:tracePt t="25064" x="8447088" y="4732338"/>
          <p14:tracePt t="25081" x="8359775" y="4710113"/>
          <p14:tracePt t="25098" x="8308975" y="4710113"/>
          <p14:tracePt t="25115" x="8258175" y="4710113"/>
          <p14:tracePt t="25132" x="8221663" y="4710113"/>
          <p14:tracePt t="25148" x="8170863" y="4710113"/>
          <p14:tracePt t="25164" x="8120063" y="4710113"/>
          <p14:tracePt t="25181" x="8069263" y="4710113"/>
          <p14:tracePt t="25198" x="8026400" y="4710113"/>
          <p14:tracePt t="25215" x="7932738" y="4710113"/>
          <p14:tracePt t="25231" x="7881938" y="4716463"/>
          <p14:tracePt t="25248" x="7823200" y="4716463"/>
          <p14:tracePt t="25265" x="7772400" y="4716463"/>
          <p14:tracePt t="25281" x="7729538" y="4716463"/>
          <p14:tracePt t="25298" x="7693025" y="4716463"/>
          <p14:tracePt t="25315" x="7662863" y="4716463"/>
          <p14:tracePt t="25331" x="7634288" y="4716463"/>
          <p14:tracePt t="25348" x="7597775" y="4702175"/>
          <p14:tracePt t="25365" x="7546975" y="4687888"/>
          <p14:tracePt t="25383" x="7481888" y="4659313"/>
          <p14:tracePt t="25398" x="7459663" y="4651375"/>
          <p14:tracePt t="25402" x="7439025" y="4645025"/>
          <p14:tracePt t="25416" x="7416800" y="4630738"/>
          <p14:tracePt t="25431" x="7380288" y="4608513"/>
          <p14:tracePt t="25448" x="7358063" y="4594225"/>
          <p14:tracePt t="25465" x="7329488" y="4579938"/>
          <p14:tracePt t="25481" x="7307263" y="4564063"/>
          <p14:tracePt t="25498" x="7300913" y="4535488"/>
          <p14:tracePt t="25515" x="7278688" y="4506913"/>
          <p14:tracePt t="25531" x="7272338" y="4478338"/>
          <p14:tracePt t="25548" x="7264400" y="4456113"/>
          <p14:tracePt t="25565" x="7264400" y="4433888"/>
          <p14:tracePt t="25581" x="7264400" y="4411663"/>
          <p14:tracePt t="25598" x="7264400" y="4383088"/>
          <p14:tracePt t="25615" x="7292975" y="4340225"/>
          <p14:tracePt t="25631" x="7329488" y="4310063"/>
          <p14:tracePt t="25648" x="7373938" y="4281488"/>
          <p14:tracePt t="25665" x="7402513" y="4267200"/>
          <p14:tracePt t="25681" x="7424738" y="4259263"/>
          <p14:tracePt t="25698" x="7453313" y="4244975"/>
          <p14:tracePt t="25715" x="7489825" y="4230688"/>
          <p14:tracePt t="25731" x="7526338" y="4216400"/>
          <p14:tracePt t="25748" x="7591425" y="4194175"/>
          <p14:tracePt t="25765" x="7670800" y="4173538"/>
          <p14:tracePt t="25781" x="7764463" y="4165600"/>
          <p14:tracePt t="25798" x="7881938" y="4143375"/>
          <p14:tracePt t="25815" x="8105775" y="4137025"/>
          <p14:tracePt t="25832" x="8258175" y="4137025"/>
          <p14:tracePt t="25848" x="8404225" y="4137025"/>
          <p14:tracePt t="25865" x="8520113" y="4137025"/>
          <p14:tracePt t="25882" x="8621713" y="4137025"/>
          <p14:tracePt t="25898" x="8678863" y="4143375"/>
          <p14:tracePt t="25915" x="8715375" y="4151313"/>
          <p14:tracePt t="25931" x="8745538" y="4151313"/>
          <p14:tracePt t="25948" x="8788400" y="4173538"/>
          <p14:tracePt t="25965" x="8824913" y="4179888"/>
          <p14:tracePt t="25981" x="8831263" y="4187825"/>
          <p14:tracePt t="25985" x="8853488" y="4194175"/>
          <p14:tracePt t="25998" x="8867775" y="4202113"/>
          <p14:tracePt t="26015" x="8932863" y="4238625"/>
          <p14:tracePt t="26031" x="8999538" y="4267200"/>
          <p14:tracePt t="26048" x="9028113" y="4281488"/>
          <p14:tracePt t="26065" x="9064625" y="4295775"/>
          <p14:tracePt t="26082" x="9078913" y="4310063"/>
          <p14:tracePt t="26098" x="9085263" y="4310063"/>
          <p14:tracePt t="26115" x="9101138" y="4318000"/>
          <p14:tracePt t="26132" x="9107488" y="4325938"/>
          <p14:tracePt t="26148" x="9121775" y="4340225"/>
          <p14:tracePt t="26165" x="9151938" y="4360863"/>
          <p14:tracePt t="26182" x="9172575" y="4391025"/>
          <p14:tracePt t="26199" x="9223375" y="4470400"/>
          <p14:tracePt t="26215" x="9288463" y="4549775"/>
          <p14:tracePt t="26231" x="9355138" y="4651375"/>
          <p14:tracePt t="26248" x="9405938" y="4738688"/>
          <p14:tracePt t="26265" x="9448800" y="4797425"/>
          <p14:tracePt t="26282" x="9477375" y="4862513"/>
          <p14:tracePt t="26298" x="9491663" y="4899025"/>
          <p14:tracePt t="26315" x="9491663" y="4949825"/>
          <p14:tracePt t="26332" x="9491663" y="5006975"/>
          <p14:tracePt t="26350" x="9491663" y="5057775"/>
          <p14:tracePt t="26365" x="9491663" y="5116513"/>
          <p14:tracePt t="26382" x="9471025" y="5181600"/>
          <p14:tracePt t="26398" x="9412288" y="5254625"/>
          <p14:tracePt t="26415" x="9339263" y="5305425"/>
          <p14:tracePt t="26431" x="9259888" y="5356225"/>
          <p14:tracePt t="26448" x="9180513" y="5392738"/>
          <p14:tracePt t="26465" x="9085263" y="5427663"/>
          <p14:tracePt t="26482" x="8999538" y="5443538"/>
          <p14:tracePt t="26498" x="8912225" y="5464175"/>
          <p14:tracePt t="26515" x="8847138" y="5464175"/>
          <p14:tracePt t="26532" x="8802688" y="5464175"/>
          <p14:tracePt t="26548" x="8766175" y="5464175"/>
          <p14:tracePt t="26565" x="8737600" y="5464175"/>
          <p14:tracePt t="26582" x="8715375" y="5464175"/>
          <p14:tracePt t="26598" x="8694738" y="5457825"/>
          <p14:tracePt t="26618" x="8672513" y="5457825"/>
          <p14:tracePt t="26633" x="8664575" y="5449888"/>
          <p14:tracePt t="26650" x="8658225" y="5449888"/>
          <p14:tracePt t="26667" x="8643938" y="5443538"/>
          <p14:tracePt t="26682" x="8643938" y="5435600"/>
          <p14:tracePt t="26699" x="8628063" y="5435600"/>
          <p14:tracePt t="26715" x="8621713" y="5427663"/>
          <p14:tracePt t="26907" x="8613775" y="5427663"/>
          <p14:tracePt t="26933" x="8607425" y="5427663"/>
          <p14:tracePt t="26948" x="8599488" y="5427663"/>
          <p14:tracePt t="27050" x="8593138" y="5427663"/>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How to view your grade/score?</a:t>
            </a:r>
            <a:endParaRPr lang="en-US" dirty="0"/>
          </a:p>
        </p:txBody>
      </p:sp>
      <p:sp>
        <p:nvSpPr>
          <p:cNvPr id="8" name="Content Placeholder 7"/>
          <p:cNvSpPr>
            <a:spLocks noGrp="1"/>
          </p:cNvSpPr>
          <p:nvPr>
            <p:ph idx="1"/>
          </p:nvPr>
        </p:nvSpPr>
        <p:spPr/>
        <p:txBody>
          <a:bodyPr>
            <a:normAutofit/>
          </a:bodyPr>
          <a:lstStyle/>
          <a:p>
            <a:r>
              <a:rPr lang="en-US" sz="2400" dirty="0" smtClean="0">
                <a:sym typeface="Wingdings" panose="05000000000000000000" pitchFamily="2" charset="2"/>
              </a:rPr>
              <a:t>TAs will send a </a:t>
            </a:r>
            <a:r>
              <a:rPr lang="en-US" sz="2400" b="1" u="sng" dirty="0" smtClean="0">
                <a:solidFill>
                  <a:schemeClr val="accent1"/>
                </a:solidFill>
                <a:sym typeface="Wingdings" panose="05000000000000000000" pitchFamily="2" charset="2"/>
              </a:rPr>
              <a:t>link</a:t>
            </a:r>
            <a:r>
              <a:rPr lang="en-US" sz="2400" dirty="0" smtClean="0">
                <a:sym typeface="Wingdings" panose="05000000000000000000" pitchFamily="2" charset="2"/>
              </a:rPr>
              <a:t> so you can </a:t>
            </a:r>
            <a:r>
              <a:rPr lang="en-US" sz="2400" b="1" dirty="0" smtClean="0">
                <a:solidFill>
                  <a:schemeClr val="accent1"/>
                </a:solidFill>
                <a:sym typeface="Wingdings" panose="05000000000000000000" pitchFamily="2" charset="2"/>
              </a:rPr>
              <a:t>VIEW</a:t>
            </a:r>
            <a:r>
              <a:rPr lang="en-US" sz="2400" dirty="0" smtClean="0">
                <a:sym typeface="Wingdings" panose="05000000000000000000" pitchFamily="2" charset="2"/>
              </a:rPr>
              <a:t> your grade/score list</a:t>
            </a:r>
            <a:endParaRPr lang="en-US" sz="2400" dirty="0"/>
          </a:p>
        </p:txBody>
      </p:sp>
    </p:spTree>
    <p:extLst>
      <p:ext uri="{BB962C8B-B14F-4D97-AF65-F5344CB8AC3E}">
        <p14:creationId xmlns:p14="http://schemas.microsoft.com/office/powerpoint/2010/main" val="2863349396"/>
      </p:ext>
    </p:extLst>
  </p:cSld>
  <p:clrMapOvr>
    <a:masterClrMapping/>
  </p:clrMapOvr>
  <mc:AlternateContent xmlns:mc="http://schemas.openxmlformats.org/markup-compatibility/2006" xmlns:p14="http://schemas.microsoft.com/office/powerpoint/2010/main">
    <mc:Choice Requires="p14">
      <p:transition spd="slow" p14:dur="2000" advTm="12969">
        <p:cut/>
      </p:transition>
    </mc:Choice>
    <mc:Fallback xmlns="">
      <p:transition spd="slow" advTm="12969">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2245" x="8570913" y="5427663"/>
          <p14:tracePt t="2295" x="8562975" y="5427663"/>
          <p14:tracePt t="2328" x="8556625" y="5427663"/>
          <p14:tracePt t="2338" x="8548688" y="5427663"/>
          <p14:tracePt t="2354" x="8542338" y="5427663"/>
          <p14:tracePt t="2361" x="8534400" y="5427663"/>
          <p14:tracePt t="2370" x="8526463" y="5435600"/>
          <p14:tracePt t="2418" x="8520113" y="5435600"/>
          <p14:tracePt t="2433" x="8497888" y="5435600"/>
          <p14:tracePt t="2440" x="8469313" y="5443538"/>
          <p14:tracePt t="2450" x="8447088" y="5443538"/>
          <p14:tracePt t="2468" x="8396288" y="5449888"/>
          <p14:tracePt t="3278" x="8288338" y="5464175"/>
          <p14:tracePt t="3285" x="8221663" y="5472113"/>
          <p14:tracePt t="3303" x="8026400" y="5494338"/>
          <p14:tracePt t="3317" x="7851775" y="5522913"/>
          <p14:tracePt t="3337" x="7656513" y="5529263"/>
          <p14:tracePt t="3351" x="7518400" y="5529263"/>
          <p14:tracePt t="3368" x="7416800" y="5529263"/>
          <p14:tracePt t="3384" x="7307263" y="5514975"/>
          <p14:tracePt t="3400" x="7162800" y="5478463"/>
          <p14:tracePt t="3421" x="6908800" y="5384800"/>
          <p14:tracePt t="3434" x="6829425" y="5348288"/>
          <p14:tracePt t="3451" x="6683375" y="5291138"/>
          <p14:tracePt t="3468" x="6567488" y="5240338"/>
          <p14:tracePt t="3484" x="6473825" y="5181600"/>
          <p14:tracePt t="3501" x="6386513" y="5153025"/>
          <p14:tracePt t="3517" x="6299200" y="5116513"/>
          <p14:tracePt t="3534" x="6175375" y="5051425"/>
          <p14:tracePt t="3551" x="6045200" y="4978400"/>
          <p14:tracePt t="3570" x="5921375" y="4935538"/>
          <p14:tracePt t="3585" x="5813425" y="4891088"/>
          <p14:tracePt t="3603" x="5726113" y="4848225"/>
          <p14:tracePt t="3618" x="5661025" y="4811713"/>
          <p14:tracePt t="3634" x="5588000" y="4783138"/>
          <p14:tracePt t="3654" x="5472113" y="4732338"/>
          <p14:tracePt t="3667" x="5457825" y="4724400"/>
          <p14:tracePt t="3684" x="5376863" y="4665663"/>
          <p14:tracePt t="3700" x="5341938" y="4637088"/>
          <p14:tracePt t="3718" x="5283200" y="4594225"/>
          <p14:tracePt t="3728" x="5246688" y="4564063"/>
          <p14:tracePt t="3736" x="5218113" y="4543425"/>
          <p14:tracePt t="3751" x="5145088" y="4498975"/>
          <p14:tracePt t="3767" x="5080000" y="4470400"/>
          <p14:tracePt t="3783" x="4992688" y="4427538"/>
          <p14:tracePt t="3801" x="4899025" y="4383088"/>
          <p14:tracePt t="3817" x="4767263" y="4318000"/>
          <p14:tracePt t="3833" x="4614863" y="4252913"/>
          <p14:tracePt t="3850" x="4462463" y="4194175"/>
          <p14:tracePt t="3867" x="4310063" y="4122738"/>
          <p14:tracePt t="3884" x="4106863" y="4035425"/>
          <p14:tracePt t="3902" x="3984625" y="3990975"/>
          <p14:tracePt t="3917" x="3860800" y="3925888"/>
          <p14:tracePt t="3934" x="3751263" y="3883025"/>
          <p14:tracePt t="3950" x="3649663" y="3838575"/>
          <p14:tracePt t="3967" x="3556000" y="3802063"/>
          <p14:tracePt t="3984" x="3468688" y="3767138"/>
          <p14:tracePt t="4000" x="3395663" y="3730625"/>
          <p14:tracePt t="4017" x="3309938" y="3694113"/>
          <p14:tracePt t="4034" x="3222625" y="3671888"/>
          <p14:tracePt t="4050" x="3163888" y="3657600"/>
          <p14:tracePt t="4067" x="3090863" y="3635375"/>
          <p14:tracePt t="4084" x="2982913" y="3598863"/>
          <p14:tracePt t="4102" x="2938463" y="3584575"/>
          <p14:tracePt t="4117" x="2903538" y="3570288"/>
          <p14:tracePt t="4134" x="2895600" y="3570288"/>
          <p14:tracePt t="4151" x="2887663" y="3563938"/>
          <p14:tracePt t="4167" x="2881313" y="3563938"/>
          <p14:tracePt t="6630" x="2873375" y="3556000"/>
          <p14:tracePt t="6645" x="2873375" y="3533775"/>
          <p14:tracePt t="6653" x="2873375" y="3462338"/>
          <p14:tracePt t="6660" x="2873375" y="3395663"/>
          <p14:tracePt t="6669" x="2873375" y="3330575"/>
          <p14:tracePt t="6684" x="2873375" y="3200400"/>
          <p14:tracePt t="6701" x="2873375" y="3121025"/>
          <p14:tracePt t="6718" x="2873375" y="3070225"/>
          <p14:tracePt t="6734" x="2873375" y="3025775"/>
          <p14:tracePt t="6751" x="2873375" y="2989263"/>
          <p14:tracePt t="6768" x="2859088" y="2960688"/>
          <p14:tracePt t="6785" x="2852738" y="2946400"/>
          <p14:tracePt t="6801" x="2830513" y="2917825"/>
          <p14:tracePt t="6818" x="2808288" y="2895600"/>
          <p14:tracePt t="6834" x="2757488" y="2873375"/>
          <p14:tracePt t="6851" x="2655888" y="2822575"/>
          <p14:tracePt t="6868" x="2576513" y="2816225"/>
          <p14:tracePt t="6884" x="2497138" y="2808288"/>
          <p14:tracePt t="6901" x="2438400" y="2808288"/>
          <p14:tracePt t="6918" x="2387600" y="2808288"/>
          <p14:tracePt t="6935" x="2336800" y="2808288"/>
          <p14:tracePt t="6951" x="2271713" y="2808288"/>
          <p14:tracePt t="6968" x="2227263" y="2808288"/>
          <p14:tracePt t="6985" x="2192338" y="2808288"/>
          <p14:tracePt t="7001" x="2162175" y="2794000"/>
          <p14:tracePt t="7018" x="2141538" y="2794000"/>
          <p14:tracePt t="7035" x="2141538" y="2786063"/>
          <p14:tracePt t="7051" x="2133600" y="2786063"/>
          <p14:tracePt t="7070" x="2125663" y="2786063"/>
          <p14:tracePt t="7093" x="2119313" y="2786063"/>
          <p14:tracePt t="7108" x="2111375" y="2786063"/>
          <p14:tracePt t="7151" x="2105025" y="2786063"/>
          <p14:tracePt t="7164" x="2097088" y="2786063"/>
          <p14:tracePt t="7173" x="2090738" y="2779713"/>
          <p14:tracePt t="7184" x="2082800" y="2779713"/>
          <p14:tracePt t="7201" x="2046288" y="2765425"/>
          <p14:tracePt t="7218" x="2003425" y="2757488"/>
          <p14:tracePt t="7221" x="1989138" y="2757488"/>
          <p14:tracePt t="7234" x="1966913" y="2751138"/>
          <p14:tracePt t="7251" x="1938338" y="2751138"/>
          <p14:tracePt t="7268" x="1930400" y="2751138"/>
          <p14:tracePt t="7760" x="1922463" y="2751138"/>
          <p14:tracePt t="8174" x="1938338" y="2743200"/>
          <p14:tracePt t="8186" x="1966913" y="2743200"/>
          <p14:tracePt t="8202" x="2068513" y="2743200"/>
          <p14:tracePt t="8220" x="2235200" y="2743200"/>
          <p14:tracePt t="8229" x="2293938" y="2743200"/>
          <p14:tracePt t="8238" x="2328863" y="2743200"/>
          <p14:tracePt t="8252" x="2387600" y="2743200"/>
          <p14:tracePt t="8269" x="2430463" y="2743200"/>
          <p14:tracePt t="8285" x="2466975" y="2743200"/>
          <p14:tracePt t="8303" x="2497138" y="2743200"/>
          <p14:tracePt t="8321" x="2517775" y="2743200"/>
          <p14:tracePt t="8336" x="2540000" y="2743200"/>
          <p14:tracePt t="8352" x="2562225" y="2743200"/>
          <p14:tracePt t="8369" x="2568575" y="2743200"/>
          <p14:tracePt t="8386" x="2582863" y="2743200"/>
          <p14:tracePt t="8415" x="2590800" y="2743200"/>
          <p14:tracePt t="8434" x="2605088" y="2743200"/>
          <p14:tracePt t="8449" x="2613025" y="2743200"/>
          <p14:tracePt t="8463" x="2627313" y="2743200"/>
          <p14:tracePt t="8480" x="2633663" y="2743200"/>
          <p14:tracePt t="8493" x="2649538" y="2743200"/>
          <p14:tracePt t="8502" x="2655888" y="2743200"/>
          <p14:tracePt t="8519" x="2670175" y="2743200"/>
          <p14:tracePt t="8537" x="2692400" y="2743200"/>
          <p14:tracePt t="8552" x="2706688" y="2743200"/>
          <p14:tracePt t="8569" x="2728913" y="2743200"/>
          <p14:tracePt t="8588" x="2771775" y="2743200"/>
          <p14:tracePt t="8602" x="2801938" y="2743200"/>
          <p14:tracePt t="8621" x="2887663" y="2743200"/>
          <p14:tracePt t="8635" x="2917825" y="2743200"/>
          <p14:tracePt t="8652" x="2982913" y="2743200"/>
          <p14:tracePt t="8669" x="3025775" y="2743200"/>
          <p14:tracePt t="8685" x="3055938" y="2743200"/>
          <p14:tracePt t="8702" x="3090863" y="2743200"/>
          <p14:tracePt t="8719" x="3135313" y="2743200"/>
          <p14:tracePt t="8725" x="3157538" y="2743200"/>
          <p14:tracePt t="8735" x="3163888" y="2743200"/>
          <p14:tracePt t="8752" x="3192463" y="2743200"/>
          <p14:tracePt t="8769" x="3222625" y="2743200"/>
          <p14:tracePt t="8785" x="3243263" y="2743200"/>
          <p14:tracePt t="8802" x="3259138" y="2743200"/>
          <p14:tracePt t="8820" x="3279775" y="2743200"/>
          <p14:tracePt t="8837" x="3302000" y="2743200"/>
          <p14:tracePt t="8852" x="3324225" y="2743200"/>
          <p14:tracePt t="8868" x="3344863" y="2743200"/>
          <p14:tracePt t="8885" x="3360738" y="2743200"/>
          <p14:tracePt t="8902" x="3375025" y="2743200"/>
          <p14:tracePt t="8919" x="3389313" y="2743200"/>
          <p14:tracePt t="8935" x="3417888" y="2743200"/>
          <p14:tracePt t="8952" x="3454400" y="2743200"/>
          <p14:tracePt t="8969" x="3505200" y="2743200"/>
          <p14:tracePt t="8985" x="3563938" y="2743200"/>
          <p14:tracePt t="9002" x="3629025" y="2743200"/>
          <p14:tracePt t="9020" x="3730625" y="2743200"/>
          <p14:tracePt t="9036" x="3787775" y="2743200"/>
          <p14:tracePt t="9052" x="3846513" y="2743200"/>
          <p14:tracePt t="9069" x="3889375" y="2743200"/>
          <p14:tracePt t="9086" x="3933825" y="2743200"/>
          <p14:tracePt t="9102" x="3954463" y="2743200"/>
          <p14:tracePt t="9119" x="3970338" y="2743200"/>
          <p14:tracePt t="9136" x="3990975" y="2743200"/>
          <p14:tracePt t="9152" x="3998913" y="2743200"/>
          <p14:tracePt t="9169" x="4013200" y="2743200"/>
          <p14:tracePt t="9202" x="4021138" y="2743200"/>
          <p14:tracePt t="9219" x="4027488" y="2743200"/>
          <p14:tracePt t="9240" x="4035425" y="2743200"/>
          <p14:tracePt t="9463" x="4056063" y="2743200"/>
          <p14:tracePt t="9472" x="4078288" y="2743200"/>
          <p14:tracePt t="9486" x="4137025" y="2743200"/>
          <p14:tracePt t="9502" x="4216400" y="2743200"/>
          <p14:tracePt t="9523" x="4325938" y="2743200"/>
          <p14:tracePt t="9536" x="4427538" y="2743200"/>
          <p14:tracePt t="9553" x="4529138" y="2743200"/>
          <p14:tracePt t="9573" x="4614863" y="2743200"/>
          <p14:tracePt t="9590" x="4651375" y="2743200"/>
          <p14:tracePt t="9607" x="4681538" y="2743200"/>
          <p14:tracePt t="9621" x="4702175" y="2743200"/>
          <p14:tracePt t="9636" x="4738688" y="2743200"/>
          <p14:tracePt t="9652" x="4775200" y="2743200"/>
          <p14:tracePt t="9669" x="4826000" y="2743200"/>
          <p14:tracePt t="9686" x="4876800" y="2743200"/>
          <p14:tracePt t="9702" x="4927600" y="2743200"/>
          <p14:tracePt t="9719" x="4978400" y="2743200"/>
          <p14:tracePt t="9724" x="5000625" y="2743200"/>
          <p14:tracePt t="9736" x="5021263" y="2743200"/>
          <p14:tracePt t="9753" x="5065713" y="2743200"/>
          <p14:tracePt t="9770" x="5116513" y="2743200"/>
          <p14:tracePt t="9786" x="5159375" y="2743200"/>
          <p14:tracePt t="9802" x="5189538" y="2743200"/>
          <p14:tracePt t="9819" x="5203825" y="2743200"/>
          <p14:tracePt t="9836" x="5232400" y="2743200"/>
          <p14:tracePt t="9853" x="5254625" y="2743200"/>
          <p14:tracePt t="9869" x="5291138" y="2743200"/>
          <p14:tracePt t="9886" x="5348288" y="2751138"/>
          <p14:tracePt t="9902" x="5421313" y="2765425"/>
          <p14:tracePt t="9919" x="5478463" y="2771775"/>
          <p14:tracePt t="9936" x="5537200" y="2779713"/>
          <p14:tracePt t="9953" x="5588000" y="2786063"/>
          <p14:tracePt t="9969" x="5624513" y="2794000"/>
          <p14:tracePt t="9985" x="5653088" y="2801938"/>
          <p14:tracePt t="10002" x="5689600" y="2801938"/>
          <p14:tracePt t="10019" x="5697538" y="2801938"/>
          <p14:tracePt t="10036" x="5740400" y="2801938"/>
          <p14:tracePt t="10052" x="5762625" y="2801938"/>
          <p14:tracePt t="10069" x="5791200" y="2801938"/>
          <p14:tracePt t="10086" x="5819775" y="2801938"/>
          <p14:tracePt t="10102" x="5849938" y="2801938"/>
          <p14:tracePt t="10119" x="5884863" y="2801938"/>
          <p14:tracePt t="10136" x="5929313" y="2801938"/>
          <p14:tracePt t="10153" x="5980113" y="2801938"/>
          <p14:tracePt t="10170" x="6045200" y="2801938"/>
          <p14:tracePt t="10186" x="6110288" y="2801938"/>
          <p14:tracePt t="10203" x="6175375" y="2801938"/>
          <p14:tracePt t="10219" x="6248400" y="2801938"/>
          <p14:tracePt t="10225" x="6284913" y="2801938"/>
          <p14:tracePt t="10236" x="6350000" y="2801938"/>
          <p14:tracePt t="10253" x="6408738" y="2801938"/>
          <p14:tracePt t="10270" x="6465888" y="2801938"/>
          <p14:tracePt t="10287" x="6538913" y="2801938"/>
          <p14:tracePt t="10302" x="6596063" y="2801938"/>
          <p14:tracePt t="10320" x="6654800" y="2801938"/>
          <p14:tracePt t="10336" x="6705600" y="2801938"/>
          <p14:tracePt t="10352" x="6756400" y="2801938"/>
          <p14:tracePt t="10369" x="6792913" y="2801938"/>
          <p14:tracePt t="10386" x="6835775" y="2801938"/>
          <p14:tracePt t="10403" x="6872288" y="2801938"/>
          <p14:tracePt t="10419" x="6908800" y="2801938"/>
          <p14:tracePt t="10436" x="6945313" y="2801938"/>
          <p14:tracePt t="10452" x="6973888" y="2801938"/>
          <p14:tracePt t="10469" x="7002463" y="2801938"/>
          <p14:tracePt t="10486" x="7024688" y="2801938"/>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Rules (1)</a:t>
            </a:r>
            <a:endParaRPr lang="en-US" dirty="0"/>
          </a:p>
        </p:txBody>
      </p:sp>
      <p:sp>
        <p:nvSpPr>
          <p:cNvPr id="3" name="Content Placeholder 2"/>
          <p:cNvSpPr>
            <a:spLocks noGrp="1"/>
          </p:cNvSpPr>
          <p:nvPr>
            <p:ph idx="1"/>
          </p:nvPr>
        </p:nvSpPr>
        <p:spPr/>
        <p:txBody>
          <a:bodyPr/>
          <a:lstStyle/>
          <a:p>
            <a:r>
              <a:rPr lang="en-US" dirty="0" smtClean="0"/>
              <a:t>Cycle Evaluation: A Group only evaluate 10 </a:t>
            </a:r>
            <a:r>
              <a:rPr lang="en-US" dirty="0"/>
              <a:t>next </a:t>
            </a:r>
            <a:r>
              <a:rPr lang="en-US" dirty="0" smtClean="0"/>
              <a:t>presenters group</a:t>
            </a:r>
            <a:r>
              <a:rPr lang="en-US" dirty="0"/>
              <a:t>.</a:t>
            </a:r>
            <a:endParaRPr lang="en-US" dirty="0" smtClean="0"/>
          </a:p>
        </p:txBody>
      </p:sp>
      <p:sp>
        <p:nvSpPr>
          <p:cNvPr id="6" name="Rectangle 5"/>
          <p:cNvSpPr/>
          <p:nvPr/>
        </p:nvSpPr>
        <p:spPr>
          <a:xfrm>
            <a:off x="1160694" y="2985795"/>
            <a:ext cx="4652278" cy="2444621"/>
          </a:xfrm>
          <a:prstGeom prst="rect">
            <a:avLst/>
          </a:prstGeom>
          <a:ln>
            <a:solidFill>
              <a:srgbClr val="FBBC04"/>
            </a:solidFill>
          </a:ln>
        </p:spPr>
        <p:style>
          <a:lnRef idx="2">
            <a:schemeClr val="accent1"/>
          </a:lnRef>
          <a:fillRef idx="1">
            <a:schemeClr val="lt1"/>
          </a:fillRef>
          <a:effectRef idx="0">
            <a:schemeClr val="accent1"/>
          </a:effectRef>
          <a:fontRef idx="minor">
            <a:schemeClr val="dk1"/>
          </a:fontRef>
        </p:style>
        <p:txBody>
          <a:bodyPr rtlCol="0" anchor="t"/>
          <a:lstStyle/>
          <a:p>
            <a:r>
              <a:rPr lang="en-US" dirty="0" smtClean="0"/>
              <a:t>Group1 </a:t>
            </a:r>
            <a:r>
              <a:rPr lang="en-US" dirty="0" smtClean="0">
                <a:sym typeface="Wingdings" panose="05000000000000000000" pitchFamily="2" charset="2"/>
              </a:rPr>
              <a:t> 1+10 = 11</a:t>
            </a:r>
          </a:p>
          <a:p>
            <a:r>
              <a:rPr lang="en-US" dirty="0" smtClean="0">
                <a:sym typeface="Wingdings" panose="05000000000000000000" pitchFamily="2" charset="2"/>
              </a:rPr>
              <a:t>Group1 only evaluate Group 2 to Group 11</a:t>
            </a:r>
          </a:p>
          <a:p>
            <a:r>
              <a:rPr lang="en-US" dirty="0" smtClean="0"/>
              <a:t>------</a:t>
            </a:r>
          </a:p>
          <a:p>
            <a:r>
              <a:rPr lang="en-US" dirty="0" smtClean="0"/>
              <a:t>Group2 </a:t>
            </a:r>
            <a:r>
              <a:rPr lang="en-US" dirty="0">
                <a:sym typeface="Wingdings" panose="05000000000000000000" pitchFamily="2" charset="2"/>
              </a:rPr>
              <a:t> </a:t>
            </a:r>
            <a:r>
              <a:rPr lang="en-US" dirty="0" smtClean="0">
                <a:sym typeface="Wingdings" panose="05000000000000000000" pitchFamily="2" charset="2"/>
              </a:rPr>
              <a:t>2+10 </a:t>
            </a:r>
            <a:r>
              <a:rPr lang="en-US" dirty="0">
                <a:sym typeface="Wingdings" panose="05000000000000000000" pitchFamily="2" charset="2"/>
              </a:rPr>
              <a:t>= </a:t>
            </a:r>
            <a:r>
              <a:rPr lang="en-US" dirty="0" smtClean="0">
                <a:sym typeface="Wingdings" panose="05000000000000000000" pitchFamily="2" charset="2"/>
              </a:rPr>
              <a:t>12</a:t>
            </a:r>
            <a:endParaRPr lang="en-US" dirty="0">
              <a:sym typeface="Wingdings" panose="05000000000000000000" pitchFamily="2" charset="2"/>
            </a:endParaRPr>
          </a:p>
          <a:p>
            <a:r>
              <a:rPr lang="en-US" dirty="0" smtClean="0">
                <a:sym typeface="Wingdings" panose="05000000000000000000" pitchFamily="2" charset="2"/>
              </a:rPr>
              <a:t>Group2 </a:t>
            </a:r>
            <a:r>
              <a:rPr lang="en-US" dirty="0">
                <a:sym typeface="Wingdings" panose="05000000000000000000" pitchFamily="2" charset="2"/>
              </a:rPr>
              <a:t>only evaluate Group </a:t>
            </a:r>
            <a:r>
              <a:rPr lang="en-US" dirty="0" smtClean="0">
                <a:sym typeface="Wingdings" panose="05000000000000000000" pitchFamily="2" charset="2"/>
              </a:rPr>
              <a:t>3 </a:t>
            </a:r>
            <a:r>
              <a:rPr lang="en-US" dirty="0">
                <a:sym typeface="Wingdings" panose="05000000000000000000" pitchFamily="2" charset="2"/>
              </a:rPr>
              <a:t>to Group </a:t>
            </a:r>
            <a:r>
              <a:rPr lang="en-US" dirty="0" smtClean="0">
                <a:sym typeface="Wingdings" panose="05000000000000000000" pitchFamily="2" charset="2"/>
              </a:rPr>
              <a:t>12</a:t>
            </a:r>
            <a:endParaRPr lang="en-US" dirty="0">
              <a:sym typeface="Wingdings" panose="05000000000000000000" pitchFamily="2" charset="2"/>
            </a:endParaRPr>
          </a:p>
        </p:txBody>
      </p:sp>
      <p:sp>
        <p:nvSpPr>
          <p:cNvPr id="8" name="Rectangle 7"/>
          <p:cNvSpPr/>
          <p:nvPr/>
        </p:nvSpPr>
        <p:spPr>
          <a:xfrm>
            <a:off x="6360955" y="2985795"/>
            <a:ext cx="4652278" cy="2444621"/>
          </a:xfrm>
          <a:prstGeom prst="rect">
            <a:avLst/>
          </a:prstGeom>
          <a:ln>
            <a:solidFill>
              <a:srgbClr val="FBBC04"/>
            </a:solidFill>
          </a:ln>
        </p:spPr>
        <p:style>
          <a:lnRef idx="2">
            <a:schemeClr val="accent1"/>
          </a:lnRef>
          <a:fillRef idx="1">
            <a:schemeClr val="lt1"/>
          </a:fillRef>
          <a:effectRef idx="0">
            <a:schemeClr val="accent1"/>
          </a:effectRef>
          <a:fontRef idx="minor">
            <a:schemeClr val="dk1"/>
          </a:fontRef>
        </p:style>
        <p:txBody>
          <a:bodyPr rtlCol="0" anchor="t"/>
          <a:lstStyle/>
          <a:p>
            <a:r>
              <a:rPr lang="en-US" dirty="0" smtClean="0"/>
              <a:t>Total Group = 23</a:t>
            </a:r>
          </a:p>
          <a:p>
            <a:endParaRPr lang="en-US" dirty="0" smtClean="0"/>
          </a:p>
          <a:p>
            <a:r>
              <a:rPr lang="en-US" dirty="0" smtClean="0"/>
              <a:t>Group14 </a:t>
            </a:r>
            <a:r>
              <a:rPr lang="en-US" dirty="0">
                <a:sym typeface="Wingdings" panose="05000000000000000000" pitchFamily="2" charset="2"/>
              </a:rPr>
              <a:t> </a:t>
            </a:r>
            <a:r>
              <a:rPr lang="en-US" dirty="0" smtClean="0">
                <a:sym typeface="Wingdings" panose="05000000000000000000" pitchFamily="2" charset="2"/>
              </a:rPr>
              <a:t>14+10 </a:t>
            </a:r>
            <a:r>
              <a:rPr lang="en-US" dirty="0">
                <a:sym typeface="Wingdings" panose="05000000000000000000" pitchFamily="2" charset="2"/>
              </a:rPr>
              <a:t>= </a:t>
            </a:r>
            <a:r>
              <a:rPr lang="en-US" dirty="0" smtClean="0">
                <a:sym typeface="Wingdings" panose="05000000000000000000" pitchFamily="2" charset="2"/>
              </a:rPr>
              <a:t>24  (24-23=1)</a:t>
            </a:r>
            <a:endParaRPr lang="en-US" dirty="0">
              <a:sym typeface="Wingdings" panose="05000000000000000000" pitchFamily="2" charset="2"/>
            </a:endParaRPr>
          </a:p>
          <a:p>
            <a:r>
              <a:rPr lang="en-US" dirty="0" smtClean="0">
                <a:sym typeface="Wingdings" panose="05000000000000000000" pitchFamily="2" charset="2"/>
              </a:rPr>
              <a:t>Group14 </a:t>
            </a:r>
            <a:r>
              <a:rPr lang="en-US" dirty="0">
                <a:sym typeface="Wingdings" panose="05000000000000000000" pitchFamily="2" charset="2"/>
              </a:rPr>
              <a:t>only evaluate Group </a:t>
            </a:r>
            <a:r>
              <a:rPr lang="en-US" dirty="0" smtClean="0">
                <a:sym typeface="Wingdings" panose="05000000000000000000" pitchFamily="2" charset="2"/>
              </a:rPr>
              <a:t>15 </a:t>
            </a:r>
            <a:r>
              <a:rPr lang="en-US" dirty="0">
                <a:sym typeface="Wingdings" panose="05000000000000000000" pitchFamily="2" charset="2"/>
              </a:rPr>
              <a:t>to Group </a:t>
            </a:r>
            <a:r>
              <a:rPr lang="en-US" dirty="0" smtClean="0">
                <a:sym typeface="Wingdings" panose="05000000000000000000" pitchFamily="2" charset="2"/>
              </a:rPr>
              <a:t>23 then continue to Group 1</a:t>
            </a:r>
            <a:endParaRPr lang="en-US" dirty="0">
              <a:sym typeface="Wingdings" panose="05000000000000000000" pitchFamily="2" charset="2"/>
            </a:endParaRPr>
          </a:p>
          <a:p>
            <a:r>
              <a:rPr lang="en-US" dirty="0" smtClean="0"/>
              <a:t>------</a:t>
            </a:r>
          </a:p>
          <a:p>
            <a:r>
              <a:rPr lang="en-US" dirty="0" smtClean="0"/>
              <a:t>Group23 </a:t>
            </a:r>
            <a:r>
              <a:rPr lang="en-US" dirty="0">
                <a:sym typeface="Wingdings" panose="05000000000000000000" pitchFamily="2" charset="2"/>
              </a:rPr>
              <a:t> </a:t>
            </a:r>
            <a:r>
              <a:rPr lang="en-US" dirty="0" smtClean="0">
                <a:sym typeface="Wingdings" panose="05000000000000000000" pitchFamily="2" charset="2"/>
              </a:rPr>
              <a:t>23+10 </a:t>
            </a:r>
            <a:r>
              <a:rPr lang="en-US" dirty="0">
                <a:sym typeface="Wingdings" panose="05000000000000000000" pitchFamily="2" charset="2"/>
              </a:rPr>
              <a:t>= </a:t>
            </a:r>
            <a:r>
              <a:rPr lang="en-US" dirty="0" smtClean="0">
                <a:sym typeface="Wingdings" panose="05000000000000000000" pitchFamily="2" charset="2"/>
              </a:rPr>
              <a:t>33 (33-23=10)</a:t>
            </a:r>
            <a:endParaRPr lang="en-US" dirty="0">
              <a:sym typeface="Wingdings" panose="05000000000000000000" pitchFamily="2" charset="2"/>
            </a:endParaRPr>
          </a:p>
          <a:p>
            <a:r>
              <a:rPr lang="en-US" dirty="0" smtClean="0">
                <a:sym typeface="Wingdings" panose="05000000000000000000" pitchFamily="2" charset="2"/>
              </a:rPr>
              <a:t>Group23 </a:t>
            </a:r>
            <a:r>
              <a:rPr lang="en-US" dirty="0">
                <a:sym typeface="Wingdings" panose="05000000000000000000" pitchFamily="2" charset="2"/>
              </a:rPr>
              <a:t>only evaluate </a:t>
            </a:r>
            <a:r>
              <a:rPr lang="en-US" dirty="0" smtClean="0">
                <a:sym typeface="Wingdings" panose="05000000000000000000" pitchFamily="2" charset="2"/>
              </a:rPr>
              <a:t>Group 1 to Group 10</a:t>
            </a:r>
            <a:endParaRPr lang="en-US" dirty="0">
              <a:sym typeface="Wingdings" panose="05000000000000000000" pitchFamily="2" charset="2"/>
            </a:endParaRPr>
          </a:p>
        </p:txBody>
      </p:sp>
    </p:spTree>
    <p:custDataLst>
      <p:tags r:id="rId1"/>
    </p:custDataLst>
    <p:extLst>
      <p:ext uri="{BB962C8B-B14F-4D97-AF65-F5344CB8AC3E}">
        <p14:creationId xmlns:p14="http://schemas.microsoft.com/office/powerpoint/2010/main" val="2707700328"/>
      </p:ext>
    </p:extLst>
  </p:cSld>
  <p:clrMapOvr>
    <a:masterClrMapping/>
  </p:clrMapOvr>
  <mc:AlternateContent xmlns:mc="http://schemas.openxmlformats.org/markup-compatibility/2006" xmlns:p14="http://schemas.microsoft.com/office/powerpoint/2010/main">
    <mc:Choice Requires="p14">
      <p:transition spd="slow" p14:dur="2000" advTm="90140">
        <p:cut/>
      </p:transition>
    </mc:Choice>
    <mc:Fallback xmlns="">
      <p:transition spd="slow" advTm="90140">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extLst mod="1">
    <p:ext uri="{3A86A75C-4F4B-4683-9AE1-C65F6400EC91}">
      <p14:laserTraceLst xmlns:p14="http://schemas.microsoft.com/office/powerpoint/2010/main">
        <p14:tracePtLst>
          <p14:tracePt t="14277" x="835025" y="5334000"/>
          <p14:tracePt t="14390" x="835025" y="5319713"/>
          <p14:tracePt t="14399" x="871538" y="5275263"/>
          <p14:tracePt t="14406" x="914400" y="5240338"/>
          <p14:tracePt t="14423" x="1074738" y="5102225"/>
          <p14:tracePt t="14437" x="1298575" y="4956175"/>
          <p14:tracePt t="14454" x="1560513" y="4767263"/>
          <p14:tracePt t="14470" x="1792288" y="4622800"/>
          <p14:tracePt t="14487" x="1981200" y="4521200"/>
          <p14:tracePt t="14504" x="2227263" y="4376738"/>
          <p14:tracePt t="14520" x="2497138" y="4224338"/>
          <p14:tracePt t="14537" x="2735263" y="4086225"/>
          <p14:tracePt t="14554" x="2844800" y="4035425"/>
          <p14:tracePt t="14571" x="2909888" y="3984625"/>
          <p14:tracePt t="14587" x="2917825" y="3976688"/>
          <p14:tracePt t="14796" x="2932113" y="3970338"/>
          <p14:tracePt t="18085" x="2844800" y="3976688"/>
          <p14:tracePt t="18105" x="2771775" y="3998913"/>
          <p14:tracePt t="18125" x="2852738" y="3911600"/>
          <p14:tracePt t="18139" x="2917825" y="3838575"/>
          <p14:tracePt t="18159" x="3076575" y="3643313"/>
          <p14:tracePt t="18173" x="3121025" y="3578225"/>
          <p14:tracePt t="18189" x="3135313" y="3541713"/>
          <p14:tracePt t="18207" x="3149600" y="3476625"/>
          <p14:tracePt t="18223" x="3149600" y="3454400"/>
          <p14:tracePt t="18239" x="3149600" y="3432175"/>
          <p14:tracePt t="18256" x="3149600" y="3417888"/>
          <p14:tracePt t="18273" x="3157538" y="3395663"/>
          <p14:tracePt t="18289" x="3163888" y="3344863"/>
          <p14:tracePt t="18306" x="3163888" y="3273425"/>
          <p14:tracePt t="18325" x="3157538" y="3200400"/>
          <p14:tracePt t="18344" x="3121025" y="3141663"/>
          <p14:tracePt t="18367" x="3106738" y="3127375"/>
          <p14:tracePt t="18380" x="3076575" y="3127375"/>
          <p14:tracePt t="18391" x="2989263" y="3127375"/>
          <p14:tracePt t="18405" x="2887663" y="3127375"/>
          <p14:tracePt t="18423" x="2794000" y="3127375"/>
          <p14:tracePt t="18438" x="2692400" y="3127375"/>
          <p14:tracePt t="18455" x="2598738" y="3127375"/>
          <p14:tracePt t="18472" x="2532063" y="3127375"/>
          <p14:tracePt t="18488" x="2452688" y="3127375"/>
          <p14:tracePt t="18493" x="2416175" y="3127375"/>
          <p14:tracePt t="18505" x="2373313" y="3127375"/>
          <p14:tracePt t="18522" x="2286000" y="3141663"/>
          <p14:tracePt t="18539" x="2206625" y="3149600"/>
          <p14:tracePt t="18555" x="2147888" y="3163888"/>
          <p14:tracePt t="18574" x="2090738" y="3178175"/>
          <p14:tracePt t="18591" x="2054225" y="3192463"/>
          <p14:tracePt t="18605" x="2009775" y="3208338"/>
          <p14:tracePt t="18622" x="1989138" y="3208338"/>
          <p14:tracePt t="18639" x="1973263" y="3214688"/>
          <p14:tracePt t="18655" x="1958975" y="3222625"/>
          <p14:tracePt t="19553" x="1952625" y="3228975"/>
          <p14:tracePt t="19569" x="1952625" y="3236913"/>
          <p14:tracePt t="19584" x="1952625" y="3265488"/>
          <p14:tracePt t="19607" x="1952625" y="3279775"/>
          <p14:tracePt t="19626" x="1952625" y="3287713"/>
          <p14:tracePt t="19640" x="1952625" y="3302000"/>
          <p14:tracePt t="19658" x="1952625" y="3309938"/>
          <p14:tracePt t="19675" x="1952625" y="3324225"/>
          <p14:tracePt t="19689" x="1952625" y="3338513"/>
          <p14:tracePt t="19706" x="1944688" y="3352800"/>
          <p14:tracePt t="20286" x="1958975" y="3360738"/>
          <p14:tracePt t="20306" x="2003425" y="3360738"/>
          <p14:tracePt t="20326" x="2060575" y="3367088"/>
          <p14:tracePt t="20343" x="2090738" y="3381375"/>
          <p14:tracePt t="20358" x="2125663" y="3381375"/>
          <p14:tracePt t="20373" x="2141538" y="3381375"/>
          <p14:tracePt t="20390" x="2155825" y="3381375"/>
          <p14:tracePt t="20406" x="2170113" y="3381375"/>
          <p14:tracePt t="20424" x="2192338" y="3381375"/>
          <p14:tracePt t="20439" x="2220913" y="3381375"/>
          <p14:tracePt t="20456" x="2263775" y="3381375"/>
          <p14:tracePt t="20472" x="2293938" y="3381375"/>
          <p14:tracePt t="20489" x="2336800" y="3389313"/>
          <p14:tracePt t="20492" x="2351088" y="3389313"/>
          <p14:tracePt t="20523" x="2373313" y="3389313"/>
          <p14:tracePt t="20540" x="2395538" y="3389313"/>
          <p14:tracePt t="20559" x="2430463" y="3389313"/>
          <p14:tracePt t="20573" x="2460625" y="3389313"/>
          <p14:tracePt t="20593" x="2489200" y="3389313"/>
          <p14:tracePt t="20607" x="2497138" y="3389313"/>
          <p14:tracePt t="20623" x="2503488" y="3389313"/>
          <p14:tracePt t="20639" x="2511425" y="3389313"/>
          <p14:tracePt t="20673" x="2517775" y="3389313"/>
          <p14:tracePt t="20690" x="2532063" y="3389313"/>
          <p14:tracePt t="20723" x="2540000" y="3389313"/>
          <p14:tracePt t="21050" x="2547938" y="3389313"/>
          <p14:tracePt t="21057" x="2554288" y="3389313"/>
          <p14:tracePt t="21072" x="2562225" y="3389313"/>
          <p14:tracePt t="21089" x="2576513" y="3389313"/>
          <p14:tracePt t="21105" x="2582863" y="3389313"/>
          <p14:tracePt t="21114" x="2590800" y="3389313"/>
          <p14:tracePt t="21129" x="2598738" y="3389313"/>
          <p14:tracePt t="21140" x="2605088" y="3389313"/>
          <p14:tracePt t="21156" x="2619375" y="3389313"/>
          <p14:tracePt t="21172" x="2633663" y="3389313"/>
          <p14:tracePt t="21274" x="2641600" y="3389313"/>
          <p14:tracePt t="21314" x="2649538" y="3389313"/>
          <p14:tracePt t="21338" x="2655888" y="3389313"/>
          <p14:tracePt t="21395" x="2663825" y="3389313"/>
          <p14:tracePt t="21450" x="2678113" y="3389313"/>
          <p14:tracePt t="21478" x="2684463" y="3389313"/>
          <p14:tracePt t="21511" x="2700338" y="3389313"/>
          <p14:tracePt t="21527" x="2706688" y="3389313"/>
          <p14:tracePt t="21544" x="2714625" y="3389313"/>
          <p14:tracePt t="21560" x="2728913" y="3389313"/>
          <p14:tracePt t="21575" x="2743200" y="3381375"/>
          <p14:tracePt t="21583" x="2751138" y="3381375"/>
          <p14:tracePt t="21592" x="2765425" y="3381375"/>
          <p14:tracePt t="21606" x="2779713" y="3375025"/>
          <p14:tracePt t="21623" x="2816225" y="3375025"/>
          <p14:tracePt t="21639" x="2844800" y="3375025"/>
          <p14:tracePt t="21656" x="2867025" y="3375025"/>
          <p14:tracePt t="21673" x="2881313" y="3360738"/>
          <p14:tracePt t="21689" x="2909888" y="3360738"/>
          <p14:tracePt t="21706" x="2946400" y="3360738"/>
          <p14:tracePt t="21723" x="2968625" y="3352800"/>
          <p14:tracePt t="21740" x="2997200" y="3352800"/>
          <p14:tracePt t="21756" x="3011488" y="3344863"/>
          <p14:tracePt t="21773" x="3033713" y="3344863"/>
          <p14:tracePt t="21789" x="3055938" y="3338513"/>
          <p14:tracePt t="21806" x="3098800" y="3330575"/>
          <p14:tracePt t="21823" x="3127375" y="3330575"/>
          <p14:tracePt t="21840" x="3163888" y="3324225"/>
          <p14:tracePt t="21856" x="3186113" y="3324225"/>
          <p14:tracePt t="21873" x="3208338" y="3324225"/>
          <p14:tracePt t="21890" x="3228975" y="3309938"/>
          <p14:tracePt t="21906" x="3251200" y="3309938"/>
          <p14:tracePt t="21923" x="3259138" y="3309938"/>
          <p14:tracePt t="21940" x="3273425" y="3309938"/>
          <p14:tracePt t="22455" x="3251200" y="3309938"/>
          <p14:tracePt t="22462" x="3214688" y="3309938"/>
          <p14:tracePt t="22473" x="3163888" y="3309938"/>
          <p14:tracePt t="22489" x="3076575" y="3309938"/>
          <p14:tracePt t="22492" x="3005138" y="3309938"/>
          <p14:tracePt t="22507" x="2968625" y="3316288"/>
          <p14:tracePt t="22523" x="2873375" y="3324225"/>
          <p14:tracePt t="22541" x="2779713" y="3338513"/>
          <p14:tracePt t="22558" x="2706688" y="3352800"/>
          <p14:tracePt t="22574" x="2619375" y="3360738"/>
          <p14:tracePt t="22594" x="2525713" y="3381375"/>
          <p14:tracePt t="22607" x="2446338" y="3389313"/>
          <p14:tracePt t="22628" x="2373313" y="3411538"/>
          <p14:tracePt t="22640" x="2314575" y="3417888"/>
          <p14:tracePt t="22657" x="2249488" y="3425825"/>
          <p14:tracePt t="22673" x="2192338" y="3446463"/>
          <p14:tracePt t="22690" x="2141538" y="3462338"/>
          <p14:tracePt t="22707" x="2097088" y="3476625"/>
          <p14:tracePt t="22724" x="2054225" y="3482975"/>
          <p14:tracePt t="22741" x="2009775" y="3505200"/>
          <p14:tracePt t="22757" x="1981200" y="3505200"/>
          <p14:tracePt t="22774" x="1958975" y="3513138"/>
          <p14:tracePt t="22790" x="1922463" y="3519488"/>
          <p14:tracePt t="22808" x="1901825" y="3533775"/>
          <p14:tracePt t="22827" x="1887538" y="3533775"/>
          <p14:tracePt t="22840" x="1857375" y="3548063"/>
          <p14:tracePt t="22858" x="1836738" y="3556000"/>
          <p14:tracePt t="22875" x="1814513" y="3570288"/>
          <p14:tracePt t="22890" x="1800225" y="3578225"/>
          <p14:tracePt t="22907" x="1785938" y="3584575"/>
          <p14:tracePt t="22924" x="1770063" y="3598863"/>
          <p14:tracePt t="22943" x="1741488" y="3629025"/>
          <p14:tracePt t="22957" x="1727200" y="3643313"/>
          <p14:tracePt t="22973" x="1712913" y="3657600"/>
          <p14:tracePt t="22990" x="1704975" y="3671888"/>
          <p14:tracePt t="23019" x="1698625" y="3679825"/>
          <p14:tracePt t="23027" x="1690688" y="3679825"/>
          <p14:tracePt t="23045" x="1668463" y="3708400"/>
          <p14:tracePt t="23074" x="1633538" y="3736975"/>
          <p14:tracePt t="23095" x="1603375" y="3744913"/>
          <p14:tracePt t="23107" x="1597025" y="3751263"/>
          <p14:tracePt t="23126" x="1552575" y="3767138"/>
          <p14:tracePt t="23157" x="1531938" y="3767138"/>
          <p14:tracePt t="23174" x="1524000" y="3767138"/>
          <p14:tracePt t="23191" x="1509713" y="3767138"/>
          <p14:tracePt t="23207" x="1495425" y="3767138"/>
          <p14:tracePt t="23224" x="1465263" y="3767138"/>
          <p14:tracePt t="23240" x="1458913" y="3767138"/>
          <p14:tracePt t="23257" x="1422400" y="3767138"/>
          <p14:tracePt t="23274" x="1408113" y="3767138"/>
          <p14:tracePt t="23290" x="1393825" y="3767138"/>
          <p14:tracePt t="23307" x="1385888" y="3767138"/>
          <p14:tracePt t="23329" x="1371600" y="3759200"/>
          <p14:tracePt t="23362" x="1363663" y="3759200"/>
          <p14:tracePt t="23369" x="1357313" y="3759200"/>
          <p14:tracePt t="23378" x="1349375" y="3759200"/>
          <p14:tracePt t="23408" x="1335088" y="3751263"/>
          <p14:tracePt t="23414" x="1335088" y="3744913"/>
          <p14:tracePt t="23430" x="1328738" y="3744913"/>
          <p14:tracePt t="23477" x="1320800" y="3744913"/>
          <p14:tracePt t="23489" x="1320800" y="3736975"/>
          <p14:tracePt t="23522" x="1306513" y="3736975"/>
          <p14:tracePt t="23583" x="1298575" y="3730625"/>
          <p14:tracePt t="23592" x="1298575" y="3722688"/>
          <p14:tracePt t="23615" x="1292225" y="3722688"/>
          <p14:tracePt t="23631" x="1284288" y="3716338"/>
          <p14:tracePt t="23656" x="1277938" y="3716338"/>
          <p14:tracePt t="23703" x="1277938" y="3708400"/>
          <p14:tracePt t="23799" x="1270000" y="3708400"/>
          <p14:tracePt t="23904" x="1270000" y="3700463"/>
          <p14:tracePt t="23910" x="1262063" y="3700463"/>
          <p14:tracePt t="23952" x="1262063" y="3694113"/>
          <p14:tracePt t="24033" x="1262063" y="3686175"/>
          <p14:tracePt t="24055" x="1262063" y="3679825"/>
          <p14:tracePt t="24096" x="1262063" y="3665538"/>
          <p14:tracePt t="24127" x="1262063" y="3657600"/>
          <p14:tracePt t="24160" x="1262063" y="3649663"/>
          <p14:tracePt t="24184" x="1262063" y="3643313"/>
          <p14:tracePt t="24191" x="1262063" y="3635375"/>
          <p14:tracePt t="24326" x="1270000" y="3635375"/>
          <p14:tracePt t="24391" x="1270000" y="3621088"/>
          <p14:tracePt t="24634" x="1277938" y="3614738"/>
          <p14:tracePt t="24641" x="1284288" y="3614738"/>
          <p14:tracePt t="24649" x="1320800" y="3592513"/>
          <p14:tracePt t="24663" x="1363663" y="3578225"/>
          <p14:tracePt t="24674" x="1408113" y="3563938"/>
          <p14:tracePt t="24690" x="1516063" y="3541713"/>
          <p14:tracePt t="24707" x="1654175" y="3519488"/>
          <p14:tracePt t="24723" x="1741488" y="3513138"/>
          <p14:tracePt t="24741" x="1820863" y="3505200"/>
          <p14:tracePt t="24757" x="1901825" y="3505200"/>
          <p14:tracePt t="24774" x="1938338" y="3505200"/>
          <p14:tracePt t="24791" x="1966913" y="3505200"/>
          <p14:tracePt t="24807" x="1995488" y="3505200"/>
          <p14:tracePt t="24825" x="2017713" y="3505200"/>
          <p14:tracePt t="24861" x="2032000" y="3513138"/>
          <p14:tracePt t="24874" x="2032000" y="3519488"/>
          <p14:tracePt t="24891" x="2039938" y="3548063"/>
          <p14:tracePt t="24907" x="2046288" y="3563938"/>
          <p14:tracePt t="24925" x="2054225" y="3592513"/>
          <p14:tracePt t="24978" x="2060575" y="3606800"/>
          <p14:tracePt t="24994" x="2068513" y="3614738"/>
          <p14:tracePt t="25010" x="2074863" y="3614738"/>
          <p14:tracePt t="25017" x="2090738" y="3621088"/>
          <p14:tracePt t="25033" x="2097088" y="3629025"/>
          <p14:tracePt t="25041" x="2111375" y="3629025"/>
          <p14:tracePt t="25057" x="2125663" y="3629025"/>
          <p14:tracePt t="25075" x="2141538" y="3629025"/>
          <p14:tracePt t="25091" x="2162175" y="3629025"/>
          <p14:tracePt t="25110" x="2198688" y="3629025"/>
          <p14:tracePt t="25125" x="2227263" y="3629025"/>
          <p14:tracePt t="25142" x="2271713" y="3635375"/>
          <p14:tracePt t="25158" x="2300288" y="3635375"/>
          <p14:tracePt t="25174" x="2328863" y="3649663"/>
          <p14:tracePt t="25191" x="2359025" y="3657600"/>
          <p14:tracePt t="25208" x="2379663" y="3665538"/>
          <p14:tracePt t="25224" x="2395538" y="3665538"/>
          <p14:tracePt t="25241" x="2416175" y="3671888"/>
          <p14:tracePt t="25258" x="2446338" y="3686175"/>
          <p14:tracePt t="25275" x="2489200" y="3694113"/>
          <p14:tracePt t="25291" x="2497138" y="3694113"/>
          <p14:tracePt t="25308" x="2511425" y="3694113"/>
          <p14:tracePt t="25325" x="2517775" y="3694113"/>
          <p14:tracePt t="25341" x="2525713" y="3694113"/>
          <p14:tracePt t="25358" x="2532063" y="3694113"/>
          <p14:tracePt t="25375" x="2540000" y="3694113"/>
          <p14:tracePt t="25391" x="2554288" y="3694113"/>
          <p14:tracePt t="25408" x="2568575" y="3694113"/>
          <p14:tracePt t="25425" x="2582863" y="3686175"/>
          <p14:tracePt t="25441" x="2598738" y="3679825"/>
          <p14:tracePt t="25461" x="2613025" y="3671888"/>
          <p14:tracePt t="25475" x="2613025" y="3665538"/>
          <p14:tracePt t="25491" x="2627313" y="3665538"/>
          <p14:tracePt t="25509" x="2649538" y="3649663"/>
          <p14:tracePt t="25525" x="2655888" y="3649663"/>
          <p14:tracePt t="25541" x="2684463" y="3635375"/>
          <p14:tracePt t="25558" x="2692400" y="3635375"/>
          <p14:tracePt t="25574" x="2714625" y="3635375"/>
          <p14:tracePt t="25592" x="2720975" y="3635375"/>
          <p14:tracePt t="25608" x="2735263" y="3635375"/>
          <p14:tracePt t="25625" x="2743200" y="3635375"/>
          <p14:tracePt t="25641" x="2765425" y="3643313"/>
          <p14:tracePt t="25658" x="2794000" y="3665538"/>
          <p14:tracePt t="25674" x="2816225" y="3671888"/>
          <p14:tracePt t="25692" x="2822575" y="3679825"/>
          <p14:tracePt t="25708" x="2836863" y="3686175"/>
          <p14:tracePt t="25724" x="2844800" y="3686175"/>
          <p14:tracePt t="25741" x="2859088" y="3686175"/>
          <p14:tracePt t="25781" x="2867025" y="3686175"/>
          <p14:tracePt t="25790" x="2881313" y="3686175"/>
          <p14:tracePt t="25807" x="2903538" y="3679825"/>
          <p14:tracePt t="25824" x="2917825" y="3665538"/>
          <p14:tracePt t="25840" x="2932113" y="3643313"/>
          <p14:tracePt t="25857" x="2954338" y="3629025"/>
          <p14:tracePt t="25874" x="2968625" y="3621088"/>
          <p14:tracePt t="25891" x="2974975" y="3614738"/>
          <p14:tracePt t="25907" x="3005138" y="3606800"/>
          <p14:tracePt t="25924" x="3025775" y="3598863"/>
          <p14:tracePt t="25941" x="3055938" y="3584575"/>
          <p14:tracePt t="25957" x="3076575" y="3584575"/>
          <p14:tracePt t="25974" x="3090863" y="3584575"/>
          <p14:tracePt t="25991" x="3121025" y="3584575"/>
          <p14:tracePt t="26007" x="3149600" y="3584575"/>
          <p14:tracePt t="26024" x="3200400" y="3592513"/>
          <p14:tracePt t="26041" x="3236913" y="3606800"/>
          <p14:tracePt t="26057" x="3287713" y="3621088"/>
          <p14:tracePt t="26075" x="3324225" y="3635375"/>
          <p14:tracePt t="26090" x="3338513" y="3635375"/>
          <p14:tracePt t="26107" x="3344863" y="3635375"/>
          <p14:tracePt t="26124" x="3381375" y="3635375"/>
          <p14:tracePt t="26141" x="3454400" y="3614738"/>
          <p14:tracePt t="26157" x="3505200" y="3606800"/>
          <p14:tracePt t="26174" x="3533775" y="3592513"/>
          <p14:tracePt t="26191" x="3563938" y="3584575"/>
          <p14:tracePt t="26207" x="3606800" y="3578225"/>
          <p14:tracePt t="26224" x="3643313" y="3563938"/>
          <p14:tracePt t="26241" x="3700463" y="3548063"/>
          <p14:tracePt t="26257" x="3744913" y="3533775"/>
          <p14:tracePt t="26274" x="3781425" y="3527425"/>
          <p14:tracePt t="26291" x="3817938" y="3519488"/>
          <p14:tracePt t="26307" x="3846513" y="3505200"/>
          <p14:tracePt t="26324" x="3903663" y="3497263"/>
          <p14:tracePt t="26341" x="3925888" y="3497263"/>
          <p14:tracePt t="26357" x="3940175" y="3497263"/>
          <p14:tracePt t="26374" x="3948113" y="3497263"/>
          <p14:tracePt t="26407" x="3970338" y="3497263"/>
          <p14:tracePt t="26424" x="3990975" y="3497263"/>
          <p14:tracePt t="26441" x="4035425" y="3497263"/>
          <p14:tracePt t="26457" x="4078288" y="3497263"/>
          <p14:tracePt t="26474" x="4092575" y="3505200"/>
          <p14:tracePt t="26491" x="4106863" y="3513138"/>
          <p14:tracePt t="26734" x="4122738" y="3513138"/>
          <p14:tracePt t="26749" x="4151313" y="3513138"/>
          <p14:tracePt t="26758" x="4179888" y="3519488"/>
          <p14:tracePt t="26774" x="4230688" y="3533775"/>
          <p14:tracePt t="26792" x="4303713" y="3548063"/>
          <p14:tracePt t="26808" x="4340225" y="3570288"/>
          <p14:tracePt t="26825" x="4360863" y="3592513"/>
          <p14:tracePt t="26843" x="4376738" y="3606800"/>
          <p14:tracePt t="26858" x="4383088" y="3614738"/>
          <p14:tracePt t="26895" x="4391025" y="3621088"/>
          <p14:tracePt t="27198" x="4397375" y="3621088"/>
          <p14:tracePt t="27222" x="4405313" y="3621088"/>
          <p14:tracePt t="27238" x="4411663" y="3621088"/>
          <p14:tracePt t="27246" x="4427538" y="3621088"/>
          <p14:tracePt t="27254" x="4441825" y="3614738"/>
          <p14:tracePt t="27262" x="4448175" y="3614738"/>
          <p14:tracePt t="27275" x="4470400" y="3606800"/>
          <p14:tracePt t="27292" x="4513263" y="3592513"/>
          <p14:tracePt t="27308" x="4557713" y="3578225"/>
          <p14:tracePt t="27324" x="4622800" y="3563938"/>
          <p14:tracePt t="27342" x="4637088" y="3556000"/>
          <p14:tracePt t="27358" x="4659313" y="3548063"/>
          <p14:tracePt t="27374" x="4673600" y="3541713"/>
          <p14:tracePt t="27392" x="4681538" y="3541713"/>
          <p14:tracePt t="27408" x="4687888" y="3527425"/>
          <p14:tracePt t="27425" x="4702175" y="3513138"/>
          <p14:tracePt t="27441" x="4716463" y="3497263"/>
          <p14:tracePt t="27458" x="4738688" y="3482975"/>
          <p14:tracePt t="27475" x="4752975" y="3476625"/>
          <p14:tracePt t="27491" x="4767263" y="3462338"/>
          <p14:tracePt t="27494" x="4783138" y="3462338"/>
          <p14:tracePt t="27508" x="4797425" y="3454400"/>
          <p14:tracePt t="27524" x="4840288" y="3440113"/>
          <p14:tracePt t="27541" x="4891088" y="3432175"/>
          <p14:tracePt t="27558" x="4935538" y="3417888"/>
          <p14:tracePt t="27574" x="4956175" y="3417888"/>
          <p14:tracePt t="27591" x="4992688" y="3411538"/>
          <p14:tracePt t="27608" x="5006975" y="3411538"/>
          <p14:tracePt t="27625" x="5029200" y="3411538"/>
          <p14:tracePt t="27641" x="5065713" y="3411538"/>
          <p14:tracePt t="27658" x="5094288" y="3411538"/>
          <p14:tracePt t="27675" x="5116513" y="3411538"/>
          <p14:tracePt t="27691" x="5130800" y="3411538"/>
          <p14:tracePt t="27708" x="5145088" y="3411538"/>
          <p14:tracePt t="27725" x="5153025" y="3411538"/>
          <p14:tracePt t="27750" x="5159375" y="3411538"/>
          <p14:tracePt t="27758" x="5173663" y="3411538"/>
          <p14:tracePt t="27775" x="5189538" y="3411538"/>
          <p14:tracePt t="27793" x="5218113" y="3417888"/>
          <p14:tracePt t="27808" x="5260975" y="3440113"/>
          <p14:tracePt t="27825" x="5291138" y="3454400"/>
          <p14:tracePt t="27841" x="5319713" y="3468688"/>
          <p14:tracePt t="27858" x="5362575" y="3482975"/>
          <p14:tracePt t="27875" x="5376863" y="3490913"/>
          <p14:tracePt t="27891" x="5399088" y="3497263"/>
          <p14:tracePt t="27908" x="5413375" y="3513138"/>
          <p14:tracePt t="27925" x="5435600" y="3527425"/>
          <p14:tracePt t="27941" x="5457825" y="3548063"/>
          <p14:tracePt t="27958" x="5486400" y="3570288"/>
          <p14:tracePt t="27975" x="5500688" y="3584575"/>
          <p14:tracePt t="27991" x="5508625" y="3592513"/>
          <p14:tracePt t="28008" x="5537200" y="3614738"/>
          <p14:tracePt t="28025" x="5559425" y="3635375"/>
          <p14:tracePt t="28041" x="5565775" y="3649663"/>
          <p14:tracePt t="28058" x="5580063" y="3665538"/>
          <p14:tracePt t="28102" x="5580063" y="3671888"/>
          <p14:tracePt t="28899" x="5580063" y="3679825"/>
          <p14:tracePt t="28911" x="5508625" y="3716338"/>
          <p14:tracePt t="28917" x="5435600" y="3744913"/>
          <p14:tracePt t="28927" x="5376863" y="3767138"/>
          <p14:tracePt t="28942" x="5224463" y="3838575"/>
          <p14:tracePt t="28959" x="5102225" y="3903663"/>
          <p14:tracePt t="28975" x="5000625" y="3948113"/>
          <p14:tracePt t="28994" x="4884738" y="3990975"/>
          <p14:tracePt t="29003" x="4826000" y="4013200"/>
          <p14:tracePt t="29009" x="4752975" y="4035425"/>
          <p14:tracePt t="29025" x="4600575" y="4078288"/>
          <p14:tracePt t="29046" x="4354513" y="4143375"/>
          <p14:tracePt t="29059" x="4295775" y="4173538"/>
          <p14:tracePt t="29075" x="4143375" y="4187825"/>
          <p14:tracePt t="29097" x="3889375" y="4194175"/>
          <p14:tracePt t="29101" x="3781425" y="4194175"/>
          <p14:tracePt t="29109" x="3686175" y="4194175"/>
          <p14:tracePt t="29126" x="3482975" y="4194175"/>
          <p14:tracePt t="29143" x="3309938" y="4224338"/>
          <p14:tracePt t="29159" x="3141663" y="4252913"/>
          <p14:tracePt t="29176" x="2968625" y="4267200"/>
          <p14:tracePt t="29193" x="2794000" y="4295775"/>
          <p14:tracePt t="29209" x="2590800" y="4295775"/>
          <p14:tracePt t="29226" x="2416175" y="4295775"/>
          <p14:tracePt t="29243" x="2293938" y="4295775"/>
          <p14:tracePt t="29259" x="2176463" y="4295775"/>
          <p14:tracePt t="29275" x="2068513" y="4295775"/>
          <p14:tracePt t="29295" x="1871663" y="4295775"/>
          <p14:tracePt t="29310" x="1727200" y="4295775"/>
          <p14:tracePt t="29325" x="1582738" y="4295775"/>
          <p14:tracePt t="29346" x="1473200" y="4289425"/>
          <p14:tracePt t="29360" x="1400175" y="4275138"/>
          <p14:tracePt t="29376" x="1335088" y="4259263"/>
          <p14:tracePt t="29393" x="1247775" y="4259263"/>
          <p14:tracePt t="29408" x="1176338" y="4244975"/>
          <p14:tracePt t="29425" x="1131888" y="4238625"/>
          <p14:tracePt t="29441" x="1089025" y="4224338"/>
          <p14:tracePt t="29458" x="1066800" y="4224338"/>
          <p14:tracePt t="29476" x="1044575" y="4216400"/>
          <p14:tracePt t="29494" x="1016000" y="4216400"/>
          <p14:tracePt t="29509" x="987425" y="4208463"/>
          <p14:tracePt t="29526" x="965200" y="4208463"/>
          <p14:tracePt t="29544" x="942975" y="4202113"/>
          <p14:tracePt t="29559" x="928688" y="4202113"/>
          <p14:tracePt t="29576" x="922338" y="4194175"/>
          <p14:tracePt t="29595" x="914400" y="4194175"/>
          <p14:tracePt t="29609" x="900113" y="4194175"/>
          <p14:tracePt t="29643" x="885825" y="4187825"/>
          <p14:tracePt t="29659" x="877888" y="4179888"/>
          <p14:tracePt t="29707" x="877888" y="4173538"/>
          <p14:tracePt t="29714" x="877888" y="4165600"/>
          <p14:tracePt t="29725" x="871538" y="4165600"/>
          <p14:tracePt t="29744" x="871538" y="4143375"/>
          <p14:tracePt t="29759" x="871538" y="4129088"/>
          <p14:tracePt t="29776" x="871538" y="4092575"/>
          <p14:tracePt t="29795" x="871538" y="4064000"/>
          <p14:tracePt t="29810" x="885825" y="4021138"/>
          <p14:tracePt t="29826" x="922338" y="3984625"/>
          <p14:tracePt t="29846" x="973138" y="3933825"/>
          <p14:tracePt t="29859" x="993775" y="3911600"/>
          <p14:tracePt t="29876" x="1044575" y="3889375"/>
          <p14:tracePt t="29894" x="1146175" y="3846513"/>
          <p14:tracePt t="29909" x="1227138" y="3838575"/>
          <p14:tracePt t="29926" x="1312863" y="3832225"/>
          <p14:tracePt t="29942" x="1408113" y="3832225"/>
          <p14:tracePt t="29959" x="1465263" y="3832225"/>
          <p14:tracePt t="29976" x="1516063" y="3832225"/>
          <p14:tracePt t="29992" x="1546225" y="3832225"/>
          <p14:tracePt t="30003" x="1566863" y="3832225"/>
          <p14:tracePt t="30009" x="1582738" y="3832225"/>
          <p14:tracePt t="30026" x="1611313" y="3832225"/>
          <p14:tracePt t="30044" x="1704975" y="3875088"/>
          <p14:tracePt t="30060" x="1749425" y="3897313"/>
          <p14:tracePt t="30077" x="1820863" y="3954463"/>
          <p14:tracePt t="30097" x="1908175" y="3998913"/>
          <p14:tracePt t="30109" x="1952625" y="4027488"/>
          <p14:tracePt t="30126" x="1989138" y="4049713"/>
          <p14:tracePt t="30146" x="2003425" y="4064000"/>
          <p14:tracePt t="30159" x="2003425" y="4071938"/>
          <p14:tracePt t="30176" x="2003425" y="4078288"/>
          <p14:tracePt t="30192" x="2009775" y="4092575"/>
          <p14:tracePt t="30209" x="2009775" y="4106863"/>
          <p14:tracePt t="30474" x="2017713" y="4106863"/>
          <p14:tracePt t="30485" x="2046288" y="4106863"/>
          <p14:tracePt t="30495" x="2068513" y="4106863"/>
          <p14:tracePt t="30509" x="2147888" y="4100513"/>
          <p14:tracePt t="30526" x="2278063" y="4078288"/>
          <p14:tracePt t="30546" x="2395538" y="4078288"/>
          <p14:tracePt t="30559" x="2452688" y="4078288"/>
          <p14:tracePt t="30576" x="2474913" y="4078288"/>
          <p14:tracePt t="30592" x="2481263" y="4078288"/>
          <p14:tracePt t="30608" x="2489200" y="4078288"/>
          <p14:tracePt t="30625" x="2503488" y="4078288"/>
          <p14:tracePt t="30642" x="2511425" y="4078288"/>
          <p14:tracePt t="30706" x="2517775" y="4086225"/>
          <p14:tracePt t="30785" x="2517775" y="4092575"/>
          <p14:tracePt t="30801" x="2517775" y="4100513"/>
          <p14:tracePt t="30810" x="2517775" y="4114800"/>
          <p14:tracePt t="30817" x="2517775" y="4129088"/>
          <p14:tracePt t="30826" x="2517775" y="4151313"/>
          <p14:tracePt t="30847" x="2503488" y="4173538"/>
          <p14:tracePt t="30876" x="2497138" y="4179888"/>
          <p14:tracePt t="30962" x="2489200" y="4179888"/>
          <p14:tracePt t="30996" x="2481263" y="4179888"/>
          <p14:tracePt t="31005" x="2460625" y="4173538"/>
          <p14:tracePt t="31030" x="2424113" y="4143375"/>
          <p14:tracePt t="31045" x="2401888" y="4122738"/>
          <p14:tracePt t="31064" x="2395538" y="4114800"/>
          <p14:tracePt t="31076" x="2387600" y="4106863"/>
          <p14:tracePt t="31097" x="2379663" y="4100513"/>
          <p14:tracePt t="31110" x="2379663" y="4092575"/>
          <p14:tracePt t="31126" x="2379663" y="4071938"/>
          <p14:tracePt t="31145" x="2379663" y="4056063"/>
          <p14:tracePt t="31160" x="2379663" y="4035425"/>
          <p14:tracePt t="31176" x="2379663" y="4021138"/>
          <p14:tracePt t="31193" x="2379663" y="4013200"/>
          <p14:tracePt t="31209" x="2379663" y="3998913"/>
          <p14:tracePt t="31227" x="2395538" y="3984625"/>
          <p14:tracePt t="31243" x="2401888" y="3976688"/>
          <p14:tracePt t="31260" x="2430463" y="3970338"/>
          <p14:tracePt t="31280" x="2446338" y="3962400"/>
          <p14:tracePt t="31315" x="2452688" y="3962400"/>
          <p14:tracePt t="31353" x="2460625" y="3962400"/>
          <p14:tracePt t="31367" x="2481263" y="3970338"/>
          <p14:tracePt t="31385" x="2481263" y="3984625"/>
          <p14:tracePt t="31393" x="2481263" y="4005263"/>
          <p14:tracePt t="31409" x="2489200" y="4013200"/>
          <p14:tracePt t="31428" x="2489200" y="4035425"/>
          <p14:tracePt t="31443" x="2497138" y="4049713"/>
          <p14:tracePt t="31568" x="2503488" y="4049713"/>
          <p14:tracePt t="31597" x="2525713" y="4049713"/>
          <p14:tracePt t="31617" x="2540000" y="4049713"/>
          <p14:tracePt t="31626" x="2554288" y="4049713"/>
          <p14:tracePt t="31646" x="2582863" y="4049713"/>
          <p14:tracePt t="31661" x="2598738" y="4049713"/>
          <p14:tracePt t="31676" x="2613025" y="4049713"/>
          <p14:tracePt t="31692" x="2619375" y="4049713"/>
          <p14:tracePt t="31709" x="2633663" y="4049713"/>
          <p14:tracePt t="31749" x="2641600" y="4049713"/>
          <p14:tracePt t="31765" x="2649538" y="4049713"/>
          <p14:tracePt t="31781" x="2663825" y="4035425"/>
          <p14:tracePt t="31861" x="2678113" y="4035425"/>
          <p14:tracePt t="31870" x="2678113" y="4027488"/>
          <p14:tracePt t="31885" x="2684463" y="4027488"/>
          <p14:tracePt t="31894" x="2700338" y="4021138"/>
          <p14:tracePt t="31909" x="2706688" y="4013200"/>
          <p14:tracePt t="31926" x="2714625" y="4005263"/>
          <p14:tracePt t="31950" x="2728913" y="4005263"/>
          <p14:tracePt t="31966" x="2743200" y="4005263"/>
          <p14:tracePt t="31981" x="2751138" y="4005263"/>
          <p14:tracePt t="31998" x="2757488" y="3998913"/>
          <p14:tracePt t="32061" x="2765425" y="3998913"/>
          <p14:tracePt t="32069" x="2771775" y="3998913"/>
          <p14:tracePt t="32093" x="2779713" y="3998913"/>
          <p14:tracePt t="32101" x="2779713" y="4005263"/>
          <p14:tracePt t="32117" x="2794000" y="4013200"/>
          <p14:tracePt t="32142" x="2794000" y="4021138"/>
          <p14:tracePt t="32149" x="2794000" y="4035425"/>
          <p14:tracePt t="32181" x="2801938" y="4041775"/>
          <p14:tracePt t="32406" x="2816225" y="4041775"/>
          <p14:tracePt t="32437" x="2822575" y="4041775"/>
          <p14:tracePt t="32450" x="2830513" y="4041775"/>
          <p14:tracePt t="32469" x="2844800" y="4041775"/>
          <p14:tracePt t="32494" x="2887663" y="4041775"/>
          <p14:tracePt t="32511" x="2917825" y="4041775"/>
          <p14:tracePt t="32527" x="2946400" y="4041775"/>
          <p14:tracePt t="32543" x="2968625" y="4041775"/>
          <p14:tracePt t="32560" x="2982913" y="4041775"/>
          <p14:tracePt t="32576" x="3005138" y="4041775"/>
          <p14:tracePt t="32593" x="3011488" y="4041775"/>
          <p14:tracePt t="32610" x="3040063" y="4041775"/>
          <p14:tracePt t="32627" x="3055938" y="4041775"/>
          <p14:tracePt t="32643" x="3062288" y="4041775"/>
          <p14:tracePt t="32661" x="3076575" y="4041775"/>
          <p14:tracePt t="32677" x="3098800" y="4041775"/>
          <p14:tracePt t="32693" x="3127375" y="4041775"/>
          <p14:tracePt t="32710" x="3135313" y="4041775"/>
          <p14:tracePt t="32726" x="3149600" y="4041775"/>
          <p14:tracePt t="32743" x="3149600" y="4035425"/>
          <p14:tracePt t="32760" x="3157538" y="4027488"/>
          <p14:tracePt t="32789" x="3163888" y="4027488"/>
          <p14:tracePt t="32800" x="3171825" y="4027488"/>
          <p14:tracePt t="32811" x="3186113" y="4027488"/>
          <p14:tracePt t="32826" x="3192463" y="4027488"/>
          <p14:tracePt t="32843" x="3214688" y="4021138"/>
          <p14:tracePt t="32876" x="3222625" y="4021138"/>
          <p14:tracePt t="32893" x="3228975" y="4021138"/>
          <p14:tracePt t="32951" x="3236913" y="4021138"/>
          <p14:tracePt t="32958" x="3243263" y="4021138"/>
          <p14:tracePt t="32985" x="3251200" y="4021138"/>
          <p14:tracePt t="33023" x="3259138" y="4021138"/>
          <p14:tracePt t="33031" x="3265488" y="4021138"/>
          <p14:tracePt t="33046" x="3273425" y="4021138"/>
          <p14:tracePt t="33064" x="3279775" y="4027488"/>
          <p14:tracePt t="33079" x="3279775" y="4035425"/>
          <p14:tracePt t="33094" x="3287713" y="4035425"/>
          <p14:tracePt t="33118" x="3294063" y="4041775"/>
          <p14:tracePt t="33126" x="3302000" y="4049713"/>
          <p14:tracePt t="33144" x="3302000" y="4056063"/>
          <p14:tracePt t="33150" x="3316288" y="4064000"/>
          <p14:tracePt t="33167" x="3316288" y="4078288"/>
          <p14:tracePt t="33511" x="3316288" y="4086225"/>
          <p14:tracePt t="33517" x="3302000" y="4086225"/>
          <p14:tracePt t="33526" x="3294063" y="4092575"/>
          <p14:tracePt t="33830" x="3324225" y="4092575"/>
          <p14:tracePt t="33837" x="3367088" y="4092575"/>
          <p14:tracePt t="33845" x="3395663" y="4092575"/>
          <p14:tracePt t="33860" x="3446463" y="4092575"/>
          <p14:tracePt t="33877" x="3533775" y="4092575"/>
          <p14:tracePt t="33893" x="3570288" y="4092575"/>
          <p14:tracePt t="33910" x="3606800" y="4100513"/>
          <p14:tracePt t="33927" x="3629025" y="4100513"/>
          <p14:tracePt t="33943" x="3679825" y="4122738"/>
          <p14:tracePt t="33960" x="3700463" y="4137025"/>
          <p14:tracePt t="33976" x="3716338" y="4137025"/>
          <p14:tracePt t="33993" x="3722688" y="4137025"/>
          <p14:tracePt t="34312" x="3700463" y="4143375"/>
          <p14:tracePt t="34318" x="3671888" y="4151313"/>
          <p14:tracePt t="34327" x="3621088" y="4165600"/>
          <p14:tracePt t="34345" x="3482975" y="4230688"/>
          <p14:tracePt t="34360" x="3294063" y="4332288"/>
          <p14:tracePt t="34377" x="3084513" y="4433888"/>
          <p14:tracePt t="34393" x="2954338" y="4492625"/>
          <p14:tracePt t="34410" x="2859088" y="4535488"/>
          <p14:tracePt t="34427" x="2801938" y="4579938"/>
          <p14:tracePt t="34443" x="2743200" y="4608513"/>
          <p14:tracePt t="34448" x="2714625" y="4622800"/>
          <p14:tracePt t="34461" x="2655888" y="4659313"/>
          <p14:tracePt t="34477" x="2540000" y="4695825"/>
          <p14:tracePt t="34493" x="2424113" y="4716463"/>
          <p14:tracePt t="34510" x="2322513" y="4724400"/>
          <p14:tracePt t="34527" x="2176463" y="4724400"/>
          <p14:tracePt t="34544" x="2009775" y="4724400"/>
          <p14:tracePt t="34560" x="1828800" y="4724400"/>
          <p14:tracePt t="34577" x="1676400" y="4724400"/>
          <p14:tracePt t="34595" x="1546225" y="4702175"/>
          <p14:tracePt t="34610" x="1444625" y="4681538"/>
          <p14:tracePt t="34627" x="1379538" y="4673600"/>
          <p14:tracePt t="34644" x="1306513" y="4645025"/>
          <p14:tracePt t="34660" x="1241425" y="4622800"/>
          <p14:tracePt t="34677" x="1176338" y="4608513"/>
          <p14:tracePt t="34693" x="1146175" y="4594225"/>
          <p14:tracePt t="34710" x="1131888" y="4586288"/>
          <p14:tracePt t="34727" x="1117600" y="4579938"/>
          <p14:tracePt t="34743" x="1109663" y="4572000"/>
          <p14:tracePt t="34760" x="1103313" y="4564063"/>
          <p14:tracePt t="34838" x="1095375" y="4557713"/>
          <p14:tracePt t="34845" x="1095375" y="4549775"/>
          <p14:tracePt t="34861" x="1095375" y="4543425"/>
          <p14:tracePt t="34869" x="1095375" y="4535488"/>
          <p14:tracePt t="34877" x="1095375" y="4529138"/>
          <p14:tracePt t="34893" x="1095375" y="4506913"/>
          <p14:tracePt t="34910" x="1095375" y="4492625"/>
          <p14:tracePt t="34927" x="1095375" y="4478338"/>
          <p14:tracePt t="34943" x="1095375" y="4470400"/>
          <p14:tracePt t="34960" x="1095375" y="4456113"/>
          <p14:tracePt t="34977" x="1095375" y="4448175"/>
          <p14:tracePt t="34993" x="1095375" y="4433888"/>
          <p14:tracePt t="34996" x="1103313" y="4427538"/>
          <p14:tracePt t="35011" x="1103313" y="4419600"/>
          <p14:tracePt t="35027" x="1117600" y="4391025"/>
          <p14:tracePt t="35043" x="1131888" y="4360863"/>
          <p14:tracePt t="35060" x="1154113" y="4332288"/>
          <p14:tracePt t="35077" x="1176338" y="4310063"/>
          <p14:tracePt t="35093" x="1196975" y="4281488"/>
          <p14:tracePt t="35110" x="1211263" y="4252913"/>
          <p14:tracePt t="35127" x="1247775" y="4224338"/>
          <p14:tracePt t="35143" x="1277938" y="4202113"/>
          <p14:tracePt t="35160" x="1312863" y="4179888"/>
          <p14:tracePt t="35177" x="1363663" y="4165600"/>
          <p14:tracePt t="35193" x="1414463" y="4143375"/>
          <p14:tracePt t="35210" x="1465263" y="4114800"/>
          <p14:tracePt t="35227" x="1524000" y="4100513"/>
          <p14:tracePt t="35243" x="1589088" y="4100513"/>
          <p14:tracePt t="35260" x="1712913" y="4100513"/>
          <p14:tracePt t="35278" x="1800225" y="4100513"/>
          <p14:tracePt t="35293" x="1851025" y="4100513"/>
          <p14:tracePt t="35310" x="1871663" y="4100513"/>
          <p14:tracePt t="35327" x="1893888" y="4114800"/>
          <p14:tracePt t="35343" x="1908175" y="4143375"/>
          <p14:tracePt t="35360" x="1930400" y="4179888"/>
          <p14:tracePt t="35377" x="1958975" y="4230688"/>
          <p14:tracePt t="35393" x="1989138" y="4289425"/>
          <p14:tracePt t="35410" x="2009775" y="4340225"/>
          <p14:tracePt t="35427" x="2024063" y="4383088"/>
          <p14:tracePt t="35443" x="2024063" y="4397375"/>
          <p14:tracePt t="35460" x="2032000" y="4433888"/>
          <p14:tracePt t="35477" x="2032000" y="4441825"/>
          <p14:tracePt t="35493" x="2032000" y="4448175"/>
          <p14:tracePt t="35510" x="2032000" y="4456113"/>
          <p14:tracePt t="35576" x="2032000" y="4462463"/>
          <p14:tracePt t="35717" x="2032000" y="4470400"/>
          <p14:tracePt t="35734" x="2054225" y="4470400"/>
          <p14:tracePt t="35742" x="2074863" y="4470400"/>
          <p14:tracePt t="35749" x="2105025" y="4462463"/>
          <p14:tracePt t="35761" x="2141538" y="4456113"/>
          <p14:tracePt t="35777" x="2184400" y="4441825"/>
          <p14:tracePt t="35794" x="2227263" y="4441825"/>
          <p14:tracePt t="35810" x="2286000" y="4433888"/>
          <p14:tracePt t="35827" x="2322513" y="4433888"/>
          <p14:tracePt t="35844" x="2409825" y="4427538"/>
          <p14:tracePt t="35860" x="2481263" y="4427538"/>
          <p14:tracePt t="35877" x="2554288" y="4427538"/>
          <p14:tracePt t="35894" x="2627313" y="4427538"/>
          <p14:tracePt t="35910" x="2678113" y="4427538"/>
          <p14:tracePt t="35928" x="2706688" y="4427538"/>
          <p14:tracePt t="35944" x="2735263" y="4427538"/>
          <p14:tracePt t="35960" x="2743200" y="4427538"/>
          <p14:tracePt t="35977" x="2757488" y="4427538"/>
          <p14:tracePt t="35994" x="2757488" y="4441825"/>
          <p14:tracePt t="35996" x="2765425" y="4441825"/>
          <p14:tracePt t="36011" x="2765425" y="4448175"/>
          <p14:tracePt t="36027" x="2765425" y="4456113"/>
          <p14:tracePt t="36044" x="2765425" y="4470400"/>
          <p14:tracePt t="36061" x="2765425" y="4484688"/>
          <p14:tracePt t="36077" x="2765425" y="4498975"/>
          <p14:tracePt t="36094" x="2765425" y="4513263"/>
          <p14:tracePt t="36111" x="2765425" y="4521200"/>
          <p14:tracePt t="36217" x="2765425" y="4529138"/>
          <p14:tracePt t="36301" x="2765425" y="4521200"/>
          <p14:tracePt t="36309" x="2765425" y="4506913"/>
          <p14:tracePt t="36325" x="2765425" y="4498975"/>
          <p14:tracePt t="36333" x="2765425" y="4478338"/>
          <p14:tracePt t="36344" x="2765425" y="4470400"/>
          <p14:tracePt t="36360" x="2786063" y="4441825"/>
          <p14:tracePt t="36377" x="2852738" y="4419600"/>
          <p14:tracePt t="36394" x="2924175" y="4405313"/>
          <p14:tracePt t="36411" x="3019425" y="4391025"/>
          <p14:tracePt t="36427" x="3121025" y="4391025"/>
          <p14:tracePt t="36444" x="3228975" y="4391025"/>
          <p14:tracePt t="36460" x="3360738" y="4391025"/>
          <p14:tracePt t="36477" x="3395663" y="4391025"/>
          <p14:tracePt t="36494" x="3432175" y="4397375"/>
          <p14:tracePt t="36511" x="3446463" y="4405313"/>
          <p14:tracePt t="36527" x="3462338" y="4419600"/>
          <p14:tracePt t="36544" x="3482975" y="4433888"/>
          <p14:tracePt t="36561" x="3519488" y="4456113"/>
          <p14:tracePt t="36577" x="3541713" y="4462463"/>
          <p14:tracePt t="36594" x="3556000" y="4470400"/>
          <p14:tracePt t="36611" x="3570288" y="4478338"/>
          <p14:tracePt t="36627" x="3592513" y="4478338"/>
          <p14:tracePt t="36644" x="3621088" y="4478338"/>
          <p14:tracePt t="36661" x="3700463" y="4478338"/>
          <p14:tracePt t="36677" x="3781425" y="4478338"/>
          <p14:tracePt t="36694" x="3868738" y="4478338"/>
          <p14:tracePt t="36711" x="3940175" y="4478338"/>
          <p14:tracePt t="36727" x="3984625" y="4462463"/>
          <p14:tracePt t="36744" x="4021138" y="4456113"/>
          <p14:tracePt t="36761" x="4041775" y="4456113"/>
          <p14:tracePt t="36777" x="4071938" y="4448175"/>
          <p14:tracePt t="36794" x="4086225" y="4441825"/>
          <p14:tracePt t="36811" x="4122738" y="4433888"/>
          <p14:tracePt t="36827" x="4143375" y="4433888"/>
          <p14:tracePt t="36844" x="4187825" y="4433888"/>
          <p14:tracePt t="36861" x="4224338" y="4433888"/>
          <p14:tracePt t="36877" x="4252913" y="4433888"/>
          <p14:tracePt t="36894" x="4281488" y="4433888"/>
          <p14:tracePt t="36911" x="4310063" y="4433888"/>
          <p14:tracePt t="36927" x="4332288" y="4433888"/>
          <p14:tracePt t="36944" x="4376738" y="4448175"/>
          <p14:tracePt t="36961" x="4391025" y="4470400"/>
          <p14:tracePt t="36977" x="4427538" y="4492625"/>
          <p14:tracePt t="36994" x="4448175" y="4513263"/>
          <p14:tracePt t="36997" x="4470400" y="4529138"/>
          <p14:tracePt t="37011" x="4470400" y="4535488"/>
          <p14:tracePt t="37027" x="4484688" y="4549775"/>
          <p14:tracePt t="37044" x="4492625" y="4557713"/>
          <p14:tracePt t="37061" x="4492625" y="4564063"/>
          <p14:tracePt t="37189" x="4498975" y="4564063"/>
          <p14:tracePt t="37285" x="4506913" y="4564063"/>
          <p14:tracePt t="37366" x="4513263" y="4564063"/>
          <p14:tracePt t="37373" x="4529138" y="4549775"/>
          <p14:tracePt t="37381" x="4549775" y="4543425"/>
          <p14:tracePt t="37394" x="4557713" y="4529138"/>
          <p14:tracePt t="37411" x="4608513" y="4506913"/>
          <p14:tracePt t="37427" x="4645025" y="4484688"/>
          <p14:tracePt t="37444" x="4702175" y="4462463"/>
          <p14:tracePt t="37461" x="4716463" y="4456113"/>
          <p14:tracePt t="37478" x="4732338" y="4456113"/>
          <p14:tracePt t="37494" x="4738688" y="4456113"/>
          <p14:tracePt t="37517" x="4746625" y="4448175"/>
          <p14:tracePt t="37597" x="4752975" y="4448175"/>
          <p14:tracePt t="37637" x="4760913" y="4448175"/>
          <p14:tracePt t="37669" x="4767263" y="4441825"/>
          <p14:tracePt t="37677" x="4775200" y="4441825"/>
          <p14:tracePt t="37685" x="4783138" y="4433888"/>
          <p14:tracePt t="37703" x="4789488" y="4433888"/>
          <p14:tracePt t="37711" x="4797425" y="4433888"/>
          <p14:tracePt t="37728" x="4811713" y="4427538"/>
          <p14:tracePt t="37745" x="4826000" y="4419600"/>
          <p14:tracePt t="37761" x="4840288" y="4411663"/>
          <p14:tracePt t="37778" x="4840288" y="4405313"/>
          <p14:tracePt t="37795" x="4848225" y="4405313"/>
          <p14:tracePt t="37811" x="4854575" y="4405313"/>
          <p14:tracePt t="37858" x="4862513" y="4405313"/>
          <p14:tracePt t="38200" x="4868863" y="4405313"/>
          <p14:tracePt t="38209" x="4884738" y="4405313"/>
          <p14:tracePt t="38222" x="4913313" y="4397375"/>
          <p14:tracePt t="38249" x="4992688" y="4368800"/>
          <p14:tracePt t="38262" x="5043488" y="4340225"/>
          <p14:tracePt t="38279" x="5080000" y="4340225"/>
          <p14:tracePt t="38296" x="5087938" y="4340225"/>
          <p14:tracePt t="38312" x="5102225" y="4340225"/>
          <p14:tracePt t="38332" x="5108575" y="4340225"/>
          <p14:tracePt t="38371" x="5122863" y="4340225"/>
          <p14:tracePt t="38400" x="5130800" y="4340225"/>
          <p14:tracePt t="38425" x="5145088" y="4340225"/>
          <p14:tracePt t="38449" x="5153025" y="4340225"/>
          <p14:tracePt t="38473" x="5153025" y="4346575"/>
          <p14:tracePt t="38483" x="5159375" y="4354513"/>
          <p14:tracePt t="38505" x="5167313" y="4354513"/>
          <p14:tracePt t="38520" x="5173663" y="4360863"/>
          <p14:tracePt t="38546" x="5181600" y="4368800"/>
          <p14:tracePt t="38563" x="5189538" y="4376738"/>
          <p14:tracePt t="38569" x="5195888" y="4383088"/>
          <p14:tracePt t="38578" x="5203825" y="4391025"/>
          <p14:tracePt t="38595" x="5224463" y="4411663"/>
          <p14:tracePt t="38614" x="5240338" y="4433888"/>
          <p14:tracePt t="38629" x="5246688" y="4441825"/>
          <p14:tracePt t="38645" x="5254625" y="4456113"/>
          <p14:tracePt t="38662" x="5260975" y="4462463"/>
          <p14:tracePt t="38695" x="5260975" y="4470400"/>
          <p14:tracePt t="38711" x="5260975" y="4478338"/>
          <p14:tracePt t="38958" x="5246688" y="4484688"/>
          <p14:tracePt t="38967" x="5240338" y="4484688"/>
          <p14:tracePt t="38973" x="5224463" y="4484688"/>
          <p14:tracePt t="38981" x="5210175" y="4484688"/>
          <p14:tracePt t="38995" x="5210175" y="4492625"/>
          <p14:tracePt t="39013" x="5173663" y="4492625"/>
          <p14:tracePt t="39028" x="5167313" y="4498975"/>
          <p14:tracePt t="39063" x="5159375" y="4498975"/>
          <p14:tracePt t="39078" x="5153025" y="4498975"/>
          <p14:tracePt t="39095" x="5145088" y="4498975"/>
          <p14:tracePt t="39111" x="5138738" y="4498975"/>
          <p14:tracePt t="39134" x="5130800" y="4498975"/>
          <p14:tracePt t="39157" x="5122863" y="4498975"/>
          <p14:tracePt t="39199" x="5116513" y="4498975"/>
          <p14:tracePt t="39222" x="5108575" y="4498975"/>
          <p14:tracePt t="39299" x="5102225" y="4498975"/>
          <p14:tracePt t="39315" x="5087938" y="4506913"/>
          <p14:tracePt t="39385" x="5080000" y="4506913"/>
          <p14:tracePt t="39460" x="5072063" y="4506913"/>
          <p14:tracePt t="39507" x="5065713" y="4506913"/>
          <p14:tracePt t="39547" x="5065713" y="4513263"/>
          <p14:tracePt t="39585" x="5057775" y="4513263"/>
          <p14:tracePt t="39667" x="5051425" y="4513263"/>
          <p14:tracePt t="39800" x="5043488" y="4513263"/>
          <p14:tracePt t="42322" x="5037138" y="4513263"/>
          <p14:tracePt t="42336" x="5000625" y="4513263"/>
          <p14:tracePt t="42347" x="4992688" y="4513263"/>
          <p14:tracePt t="42363" x="4956175" y="4498975"/>
          <p14:tracePt t="42380" x="4941888" y="4498975"/>
          <p14:tracePt t="42397" x="4919663" y="4478338"/>
          <p14:tracePt t="42413" x="4913313" y="4470400"/>
          <p14:tracePt t="42456" x="4899025" y="4470400"/>
          <p14:tracePt t="42599" x="5087938" y="4360863"/>
          <p14:tracePt t="42606" x="5203825" y="4295775"/>
          <p14:tracePt t="42614" x="5297488" y="4238625"/>
          <p14:tracePt t="42630" x="5443538" y="4165600"/>
          <p14:tracePt t="42646" x="5522913" y="4129088"/>
          <p14:tracePt t="42663" x="5610225" y="4106863"/>
          <p14:tracePt t="42680" x="5653088" y="4100513"/>
          <p14:tracePt t="42697" x="5703888" y="4092575"/>
          <p14:tracePt t="42713" x="5762625" y="4086225"/>
          <p14:tracePt t="42730" x="5799138" y="4086225"/>
          <p14:tracePt t="42747" x="5878513" y="4078288"/>
          <p14:tracePt t="42763" x="6022975" y="4035425"/>
          <p14:tracePt t="42766" x="6110288" y="4027488"/>
          <p14:tracePt t="42781" x="6299200" y="3998913"/>
          <p14:tracePt t="42797" x="6378575" y="3984625"/>
          <p14:tracePt t="42813" x="6553200" y="3925888"/>
          <p14:tracePt t="42830" x="6626225" y="3911600"/>
          <p14:tracePt t="42847" x="6677025" y="3897313"/>
          <p14:tracePt t="42863" x="6713538" y="3889375"/>
          <p14:tracePt t="42879" x="6748463" y="3889375"/>
          <p14:tracePt t="42896" x="6792913" y="3889375"/>
          <p14:tracePt t="42914" x="6835775" y="3889375"/>
          <p14:tracePt t="42930" x="6872288" y="3889375"/>
          <p14:tracePt t="42946" x="6923088" y="3889375"/>
          <p14:tracePt t="42964" x="6973888" y="3889375"/>
          <p14:tracePt t="42980" x="7010400" y="3889375"/>
          <p14:tracePt t="42990" x="7038975" y="3897313"/>
          <p14:tracePt t="43009" x="7053263" y="3903663"/>
          <p14:tracePt t="43025" x="7061200" y="3911600"/>
          <p14:tracePt t="43036" x="7069138" y="3911600"/>
          <p14:tracePt t="43057" x="7069138" y="3919538"/>
          <p14:tracePt t="43073" x="7075488" y="3919538"/>
          <p14:tracePt t="46885" x="7075488" y="3933825"/>
          <p14:tracePt t="46908" x="7061200" y="3948113"/>
          <p14:tracePt t="47354" x="7053263" y="3948113"/>
          <p14:tracePt t="47362" x="7032625" y="3948113"/>
          <p14:tracePt t="47369" x="7032625" y="3940175"/>
          <p14:tracePt t="47503" x="7038975" y="3940175"/>
          <p14:tracePt t="47510" x="7046913" y="3940175"/>
          <p14:tracePt t="47528" x="7053263" y="3940175"/>
          <p14:tracePt t="47534" x="7069138" y="3940175"/>
          <p14:tracePt t="47547" x="7083425" y="3940175"/>
          <p14:tracePt t="47564" x="7134225" y="3940175"/>
          <p14:tracePt t="47581" x="7205663" y="3940175"/>
          <p14:tracePt t="47597" x="7242175" y="3940175"/>
          <p14:tracePt t="47614" x="7292975" y="3940175"/>
          <p14:tracePt t="47631" x="7388225" y="3948113"/>
          <p14:tracePt t="47648" x="7459663" y="3976688"/>
          <p14:tracePt t="47664" x="7496175" y="3976688"/>
          <p14:tracePt t="47681" x="7554913" y="3976688"/>
          <p14:tracePt t="47698" x="7577138" y="3984625"/>
          <p14:tracePt t="47715" x="7591425" y="3984625"/>
          <p14:tracePt t="47731" x="7597775" y="3984625"/>
          <p14:tracePt t="47775" x="7605713" y="3984625"/>
          <p14:tracePt t="47799" x="7612063" y="3984625"/>
          <p14:tracePt t="48287" x="7620000" y="3976688"/>
          <p14:tracePt t="48296" x="7620000" y="3970338"/>
          <p14:tracePt t="48304" x="7620000" y="3940175"/>
          <p14:tracePt t="48315" x="7620000" y="3911600"/>
          <p14:tracePt t="48332" x="7620000" y="3824288"/>
          <p14:tracePt t="48349" x="7634288" y="3722688"/>
          <p14:tracePt t="48365" x="7648575" y="3649663"/>
          <p14:tracePt t="48381" x="7656513" y="3621088"/>
          <p14:tracePt t="48397" x="7662863" y="3598863"/>
          <p14:tracePt t="48414" x="7662863" y="3584575"/>
          <p14:tracePt t="49198" x="7662863" y="3578225"/>
          <p14:tracePt t="49245" x="7662863" y="3563938"/>
          <p14:tracePt t="49262" x="7662863" y="3556000"/>
          <p14:tracePt t="49269" x="7656513" y="3548063"/>
          <p14:tracePt t="49277" x="7656513" y="3541713"/>
          <p14:tracePt t="49293" x="7656513" y="3527425"/>
          <p14:tracePt t="49301" x="7656513" y="3513138"/>
          <p14:tracePt t="49314" x="7656513" y="3490913"/>
          <p14:tracePt t="49331" x="7656513" y="3462338"/>
          <p14:tracePt t="49348" x="7656513" y="3432175"/>
          <p14:tracePt t="49364" x="7656513" y="3389313"/>
          <p14:tracePt t="49381" x="7670800" y="3360738"/>
          <p14:tracePt t="49398" x="7693025" y="3330575"/>
          <p14:tracePt t="49414" x="7707313" y="3309938"/>
          <p14:tracePt t="49431" x="7721600" y="3294063"/>
          <p14:tracePt t="49448" x="7735888" y="3279775"/>
          <p14:tracePt t="49464" x="7743825" y="3265488"/>
          <p14:tracePt t="49481" x="7758113" y="3259138"/>
          <p14:tracePt t="49498" x="7772400" y="3259138"/>
          <p14:tracePt t="49514" x="7780338" y="3251200"/>
          <p14:tracePt t="49531" x="7794625" y="3251200"/>
          <p14:tracePt t="49548" x="7800975" y="3251200"/>
          <p14:tracePt t="49564" x="7845425" y="3243263"/>
          <p14:tracePt t="49581" x="7874000" y="3243263"/>
          <p14:tracePt t="49598" x="7910513" y="3236913"/>
          <p14:tracePt t="49615" x="7932738" y="3228975"/>
          <p14:tracePt t="49631" x="7961313" y="3228975"/>
          <p14:tracePt t="49648" x="7983538" y="3222625"/>
          <p14:tracePt t="49665" x="8004175" y="3222625"/>
          <p14:tracePt t="49682" x="8012113" y="3222625"/>
          <p14:tracePt t="49698" x="8026400" y="3222625"/>
          <p14:tracePt t="49717" x="8040688" y="3222625"/>
          <p14:tracePt t="49750" x="8048625" y="3222625"/>
          <p14:tracePt t="49757" x="8062913" y="3222625"/>
          <p14:tracePt t="49773" x="8069263" y="3222625"/>
          <p14:tracePt t="49781" x="8085138" y="3222625"/>
          <p14:tracePt t="49798" x="8091488" y="3222625"/>
          <p14:tracePt t="49815" x="8105775" y="3222625"/>
          <p14:tracePt t="51581" x="8113713" y="3222625"/>
          <p14:tracePt t="51589" x="8113713" y="3228975"/>
          <p14:tracePt t="51598" x="8113713" y="3265488"/>
          <p14:tracePt t="51615" x="8105775" y="3367088"/>
          <p14:tracePt t="51632" x="8077200" y="3476625"/>
          <p14:tracePt t="51649" x="8054975" y="3541713"/>
          <p14:tracePt t="51665" x="8018463" y="3614738"/>
          <p14:tracePt t="51682" x="7967663" y="3686175"/>
          <p14:tracePt t="51699" x="7902575" y="3751263"/>
          <p14:tracePt t="51717" x="7808913" y="3817938"/>
          <p14:tracePt t="51732" x="7764463" y="3838575"/>
          <p14:tracePt t="51749" x="7693025" y="3889375"/>
          <p14:tracePt t="51765" x="7648575" y="3897313"/>
          <p14:tracePt t="51782" x="7612063" y="3919538"/>
          <p14:tracePt t="51799" x="7569200" y="3933825"/>
          <p14:tracePt t="51815" x="7540625" y="3940175"/>
          <p14:tracePt t="51833" x="7510463" y="3962400"/>
          <p14:tracePt t="51849" x="7475538" y="3962400"/>
          <p14:tracePt t="51866" x="7445375" y="3976688"/>
          <p14:tracePt t="51883" x="7394575" y="3990975"/>
          <p14:tracePt t="51899" x="7351713" y="3998913"/>
          <p14:tracePt t="51917" x="7300913" y="4021138"/>
          <p14:tracePt t="51934" x="7227888" y="4035425"/>
          <p14:tracePt t="51950" x="7177088" y="4035425"/>
          <p14:tracePt t="51966" x="7140575" y="4035425"/>
          <p14:tracePt t="51984" x="7126288" y="4035425"/>
          <p14:tracePt t="51993" x="7112000" y="4035425"/>
          <p14:tracePt t="52008" x="7097713" y="4035425"/>
          <p14:tracePt t="52019" x="7089775" y="4035425"/>
          <p14:tracePt t="52032" x="7053263" y="4035425"/>
          <p14:tracePt t="52049" x="7010400" y="4035425"/>
          <p14:tracePt t="52065" x="6967538" y="4035425"/>
          <p14:tracePt t="52083" x="6945313" y="4035425"/>
          <p14:tracePt t="52099" x="6923088" y="4035425"/>
          <p14:tracePt t="52116" x="6886575" y="4035425"/>
          <p14:tracePt t="52132" x="6858000" y="4035425"/>
          <p14:tracePt t="52149" x="6829425" y="4035425"/>
          <p14:tracePt t="52166" x="6792913" y="4035425"/>
          <p14:tracePt t="52182" x="6764338" y="4021138"/>
          <p14:tracePt t="52200" x="6748463" y="4021138"/>
          <p14:tracePt t="52216" x="6727825" y="4013200"/>
          <p14:tracePt t="52232" x="6691313" y="4005263"/>
          <p14:tracePt t="52249" x="6669088" y="3998913"/>
          <p14:tracePt t="52266" x="6654800" y="3990975"/>
          <p14:tracePt t="52282" x="6632575" y="3990975"/>
          <p14:tracePt t="52299" x="6626225" y="3984625"/>
          <p14:tracePt t="52316" x="6618288" y="3976688"/>
          <p14:tracePt t="52360" x="6611938" y="3976688"/>
          <p14:tracePt t="52366" x="6604000" y="3970338"/>
          <p14:tracePt t="52401" x="6604000" y="3962400"/>
          <p14:tracePt t="52411" x="6604000" y="3954463"/>
          <p14:tracePt t="52424" x="6604000" y="3940175"/>
          <p14:tracePt t="52436" x="6604000" y="3933825"/>
          <p14:tracePt t="52451" x="6611938" y="3897313"/>
          <p14:tracePt t="52466" x="6626225" y="3883025"/>
          <p14:tracePt t="52489" x="6662738" y="3852863"/>
          <p14:tracePt t="52502" x="6691313" y="3846513"/>
          <p14:tracePt t="52517" x="6734175" y="3824288"/>
          <p14:tracePt t="52534" x="6778625" y="3802063"/>
          <p14:tracePt t="52549" x="6835775" y="3787775"/>
          <p14:tracePt t="52566" x="6886575" y="3773488"/>
          <p14:tracePt t="52583" x="6951663" y="3767138"/>
          <p14:tracePt t="52599" x="6996113" y="3759200"/>
          <p14:tracePt t="52616" x="7038975" y="3751263"/>
          <p14:tracePt t="52633" x="7069138" y="3744913"/>
          <p14:tracePt t="52649" x="7104063" y="3744913"/>
          <p14:tracePt t="52666" x="7134225" y="3736975"/>
          <p14:tracePt t="52687" x="7191375" y="3736975"/>
          <p14:tracePt t="52702" x="7227888" y="3736975"/>
          <p14:tracePt t="52717" x="7250113" y="3736975"/>
          <p14:tracePt t="52733" x="7256463" y="3736975"/>
          <p14:tracePt t="52750" x="7264400" y="3736975"/>
          <p14:tracePt t="52766" x="7272338" y="3736975"/>
          <p14:tracePt t="52783" x="7286625" y="3736975"/>
          <p14:tracePt t="52800" x="7300913" y="3736975"/>
          <p14:tracePt t="52816" x="7315200" y="3751263"/>
          <p14:tracePt t="52833" x="7329488" y="3767138"/>
          <p14:tracePt t="52849" x="7337425" y="3781425"/>
          <p14:tracePt t="52866" x="7343775" y="3787775"/>
          <p14:tracePt t="52899" x="7343775" y="3795713"/>
          <p14:tracePt t="52916" x="7343775" y="3810000"/>
          <p14:tracePt t="53539" x="7358063" y="3824288"/>
          <p14:tracePt t="53547" x="7366000" y="3832225"/>
          <p14:tracePt t="53554" x="7394575" y="3846513"/>
          <p14:tracePt t="53566" x="7459663" y="3868738"/>
          <p14:tracePt t="53583" x="7526338" y="3889375"/>
          <p14:tracePt t="53599" x="7591425" y="3903663"/>
          <p14:tracePt t="53616" x="7656513" y="3925888"/>
          <p14:tracePt t="53633" x="7685088" y="3933825"/>
          <p14:tracePt t="53649" x="7713663" y="3933825"/>
          <p14:tracePt t="53666" x="7729538" y="3933825"/>
          <p14:tracePt t="53683" x="7743825" y="3933825"/>
          <p14:tracePt t="53699" x="7764463" y="3933825"/>
          <p14:tracePt t="53716" x="7780338" y="3933825"/>
          <p14:tracePt t="53717" x="7794625" y="3933825"/>
          <p14:tracePt t="53733" x="7800975" y="3933825"/>
          <p14:tracePt t="53790" x="7815263" y="3933825"/>
          <p14:tracePt t="53798" x="7823200" y="3933825"/>
          <p14:tracePt t="53806" x="7823200" y="3925888"/>
          <p14:tracePt t="53816" x="7831138" y="3919538"/>
          <p14:tracePt t="53833" x="7845425" y="3911600"/>
          <p14:tracePt t="53849" x="7845425" y="3903663"/>
          <p14:tracePt t="53866" x="7851775" y="3897313"/>
          <p14:tracePt t="53883" x="7859713" y="3889375"/>
          <p14:tracePt t="53899" x="7866063" y="3883025"/>
          <p14:tracePt t="53916" x="7866063" y="3868738"/>
          <p14:tracePt t="53933" x="7888288" y="3852863"/>
          <p14:tracePt t="53951" x="7896225" y="3846513"/>
          <p14:tracePt t="53966" x="7896225" y="3838575"/>
          <p14:tracePt t="53983" x="7902575" y="3838575"/>
          <p14:tracePt t="54000" x="7910513" y="3838575"/>
          <p14:tracePt t="54016" x="7916863" y="3832225"/>
          <p14:tracePt t="54034" x="7924800" y="3832225"/>
          <p14:tracePt t="54049" x="7932738" y="3832225"/>
          <p14:tracePt t="54094" x="7939088" y="3832225"/>
          <p14:tracePt t="54109" x="7947025" y="3832225"/>
          <p14:tracePt t="54133" x="7961313" y="3832225"/>
          <p14:tracePt t="54157" x="7961313" y="3838575"/>
          <p14:tracePt t="54165" x="7967663" y="3838575"/>
          <p14:tracePt t="54337" x="7975600" y="3838575"/>
          <p14:tracePt t="54349" x="7997825" y="3838575"/>
          <p14:tracePt t="54386" x="8004175" y="3838575"/>
          <p14:tracePt t="54394" x="8012113" y="3838575"/>
          <p14:tracePt t="54400" x="8018463" y="3838575"/>
          <p14:tracePt t="54417" x="8040688" y="3838575"/>
          <p14:tracePt t="54434" x="8062913" y="3838575"/>
          <p14:tracePt t="54450" x="8077200" y="3838575"/>
          <p14:tracePt t="54471" x="8099425" y="3838575"/>
          <p14:tracePt t="54501" x="8105775" y="3838575"/>
          <p14:tracePt t="54523" x="8120063" y="3838575"/>
          <p14:tracePt t="54535" x="8128000" y="3846513"/>
          <p14:tracePt t="54550" x="8150225" y="3852863"/>
          <p14:tracePt t="54566" x="8170863" y="3852863"/>
          <p14:tracePt t="54583" x="8201025" y="3860800"/>
          <p14:tracePt t="54600" x="8237538" y="3860800"/>
          <p14:tracePt t="54616" x="8258175" y="3868738"/>
          <p14:tracePt t="54633" x="8288338" y="3868738"/>
          <p14:tracePt t="54650" x="8302625" y="3868738"/>
          <p14:tracePt t="54667" x="8316913" y="3868738"/>
          <p14:tracePt t="54686" x="8323263" y="3868738"/>
          <p14:tracePt t="54701" x="8331200" y="3868738"/>
          <p14:tracePt t="54717" x="8339138" y="3868738"/>
          <p14:tracePt t="54734" x="8345488" y="3868738"/>
          <p14:tracePt t="54955" x="8359775" y="3868738"/>
          <p14:tracePt t="54974" x="8389938" y="3868738"/>
          <p14:tracePt t="54992" x="8410575" y="3868738"/>
          <p14:tracePt t="55000" x="8418513" y="3860800"/>
          <p14:tracePt t="55017" x="8461375" y="3860800"/>
          <p14:tracePt t="55033" x="8491538" y="3852863"/>
          <p14:tracePt t="55050" x="8497888" y="3846513"/>
          <p14:tracePt t="55067" x="8512175" y="3846513"/>
          <p14:tracePt t="55083" x="8534400" y="3838575"/>
          <p14:tracePt t="55100" x="8556625" y="3832225"/>
          <p14:tracePt t="55116" x="8593138" y="3832225"/>
          <p14:tracePt t="55133" x="8613775" y="3832225"/>
          <p14:tracePt t="55150" x="8628063" y="3832225"/>
          <p14:tracePt t="55198" x="8636000" y="3832225"/>
          <p14:tracePt t="55214" x="8650288" y="3832225"/>
          <p14:tracePt t="55230" x="8658225" y="3832225"/>
          <p14:tracePt t="55246" x="8672513" y="3832225"/>
          <p14:tracePt t="55262" x="8678863" y="3832225"/>
          <p14:tracePt t="55269" x="8686800" y="3832225"/>
          <p14:tracePt t="55302" x="8694738" y="3832225"/>
          <p14:tracePt t="55341" x="8701088" y="3838575"/>
          <p14:tracePt t="55413" x="8709025" y="3846513"/>
          <p14:tracePt t="55422" x="8709025" y="3852863"/>
          <p14:tracePt t="55429" x="8709025" y="3860800"/>
          <p14:tracePt t="55437" x="8709025" y="3868738"/>
          <p14:tracePt t="55453" x="8709025" y="3875088"/>
          <p14:tracePt t="55466" x="8715375" y="3883025"/>
          <p14:tracePt t="55483" x="8715375" y="3889375"/>
          <p14:tracePt t="55500" x="8715375" y="3897313"/>
          <p14:tracePt t="55517" x="8709025" y="3911600"/>
          <p14:tracePt t="55550" x="8701088" y="3919538"/>
          <p14:tracePt t="55566" x="8686800" y="3919538"/>
          <p14:tracePt t="55583" x="8678863" y="3919538"/>
          <p14:tracePt t="55605" x="8664575" y="3919538"/>
          <p14:tracePt t="55645" x="8658225" y="3919538"/>
          <p14:tracePt t="55677" x="8650288" y="3911600"/>
          <p14:tracePt t="55693" x="8650288" y="3903663"/>
          <p14:tracePt t="55701" x="8650288" y="3889375"/>
          <p14:tracePt t="55709" x="8650288" y="3883025"/>
          <p14:tracePt t="55717" x="8650288" y="3868738"/>
          <p14:tracePt t="55733" x="8650288" y="3846513"/>
          <p14:tracePt t="55750" x="8658225" y="3838575"/>
          <p14:tracePt t="55766" x="8664575" y="3824288"/>
          <p14:tracePt t="55783" x="8686800" y="3802063"/>
          <p14:tracePt t="55800" x="8709025" y="3802063"/>
          <p14:tracePt t="55816" x="8715375" y="3802063"/>
          <p14:tracePt t="55833" x="8737600" y="3787775"/>
          <p14:tracePt t="55850" x="8745538" y="3787775"/>
          <p14:tracePt t="55866" x="8759825" y="3787775"/>
          <p14:tracePt t="55883" x="8766175" y="3787775"/>
          <p14:tracePt t="55900" x="8774113" y="3787775"/>
          <p14:tracePt t="55917" x="8788400" y="3787775"/>
          <p14:tracePt t="55933" x="8802688" y="3795713"/>
          <p14:tracePt t="55950" x="8810625" y="3817938"/>
          <p14:tracePt t="55967" x="8831263" y="3860800"/>
          <p14:tracePt t="55983" x="8839200" y="3897313"/>
          <p14:tracePt t="56000" x="8853488" y="3919538"/>
          <p14:tracePt t="56016" x="8853488" y="3940175"/>
          <p14:tracePt t="56033" x="8861425" y="3954463"/>
          <p14:tracePt t="56413" x="8867775" y="3954463"/>
          <p14:tracePt t="56421" x="8882063" y="3948113"/>
          <p14:tracePt t="56437" x="8897938" y="3948113"/>
          <p14:tracePt t="56445" x="8904288" y="3948113"/>
          <p14:tracePt t="56452" x="8926513" y="3940175"/>
          <p14:tracePt t="56467" x="8932863" y="3940175"/>
          <p14:tracePt t="56483" x="8983663" y="3940175"/>
          <p14:tracePt t="56486" x="9013825" y="3940175"/>
          <p14:tracePt t="56500" x="9064625" y="3940175"/>
          <p14:tracePt t="56517" x="9101138" y="3940175"/>
          <p14:tracePt t="56533" x="9115425" y="3940175"/>
          <p14:tracePt t="56550" x="9121775" y="3940175"/>
          <p14:tracePt t="56567" x="9144000" y="3940175"/>
          <p14:tracePt t="56583" x="9158288" y="3940175"/>
          <p14:tracePt t="56600" x="9172575" y="3940175"/>
          <p14:tracePt t="56617" x="9180513" y="3940175"/>
          <p14:tracePt t="56650" x="9186863" y="3940175"/>
          <p14:tracePt t="57388" x="9186863" y="3933825"/>
          <p14:tracePt t="57437" x="9180513" y="3933825"/>
          <p14:tracePt t="57457" x="9172575" y="3933825"/>
          <p14:tracePt t="57470" x="9166225" y="3933825"/>
          <p14:tracePt t="57553" x="9166225" y="3925888"/>
          <p14:tracePt t="57587" x="9166225" y="3919538"/>
          <p14:tracePt t="57609" x="9166225" y="3903663"/>
          <p14:tracePt t="57617" x="9172575" y="3903663"/>
          <p14:tracePt t="57627" x="9180513" y="3897313"/>
          <p14:tracePt t="57641" x="9186863" y="3889375"/>
          <p14:tracePt t="57665" x="9194800" y="3883025"/>
          <p14:tracePt t="57674" x="9194800" y="3875088"/>
          <p14:tracePt t="57689" x="9202738" y="3875088"/>
          <p14:tracePt t="57701" x="9209088" y="3875088"/>
          <p14:tracePt t="57730" x="9217025" y="3875088"/>
          <p14:tracePt t="57737" x="9223375" y="3868738"/>
          <p14:tracePt t="57754" x="9231313" y="3868738"/>
          <p14:tracePt t="57768" x="9253538" y="3860800"/>
          <p14:tracePt t="57801" x="9259888" y="3860800"/>
          <p14:tracePt t="57833" x="9267825" y="3860800"/>
          <p14:tracePt t="57865" x="9274175" y="3860800"/>
          <p14:tracePt t="57877" x="9288463" y="3860800"/>
          <p14:tracePt t="57885" x="9296400" y="3860800"/>
          <p14:tracePt t="57901" x="9304338" y="3868738"/>
          <p14:tracePt t="57917" x="9310688" y="3883025"/>
          <p14:tracePt t="57934" x="9318625" y="3903663"/>
          <p14:tracePt t="57951" x="9324975" y="3919538"/>
          <p14:tracePt t="57967" x="9324975" y="3925888"/>
          <p14:tracePt t="58828" x="9324975" y="3933825"/>
          <p14:tracePt t="58845" x="9339263" y="3925888"/>
          <p14:tracePt t="58876" x="9347200" y="3919538"/>
          <p14:tracePt t="58890" x="9355138" y="3903663"/>
          <p14:tracePt t="58898" x="9361488" y="3903663"/>
          <p14:tracePt t="58909" x="9375775" y="3897313"/>
          <p14:tracePt t="58918" x="9383713" y="3897313"/>
          <p14:tracePt t="58936" x="9398000" y="3883025"/>
          <p14:tracePt t="58952" x="9405938" y="3883025"/>
          <p14:tracePt t="58968" x="9412288" y="3875088"/>
          <p14:tracePt t="59487" x="9420225" y="3875088"/>
          <p14:tracePt t="59728" x="9426575" y="3875088"/>
          <p14:tracePt t="59749" x="9426575" y="3889375"/>
          <p14:tracePt t="59769" x="9426575" y="3897313"/>
          <p14:tracePt t="59977" x="9434513" y="3897313"/>
          <p14:tracePt t="59993" x="9440863" y="3889375"/>
          <p14:tracePt t="60006" x="9456738" y="3875088"/>
          <p14:tracePt t="60014" x="9471025" y="3860800"/>
          <p14:tracePt t="60036" x="9485313" y="3832225"/>
          <p14:tracePt t="60051" x="9499600" y="3832225"/>
          <p14:tracePt t="60085" x="9499600" y="3824288"/>
          <p14:tracePt t="60161" x="9507538" y="3824288"/>
          <p14:tracePt t="60178" x="9513888" y="3832225"/>
          <p14:tracePt t="60193" x="9521825" y="3832225"/>
          <p14:tracePt t="60206" x="9528175" y="3838575"/>
          <p14:tracePt t="60219" x="9528175" y="3846513"/>
          <p14:tracePt t="60227" x="9536113" y="3852863"/>
          <p14:tracePt t="60257" x="9542463" y="3860800"/>
          <p14:tracePt t="60299" x="9542463" y="3868738"/>
          <p14:tracePt t="60701" x="9536113" y="3852863"/>
          <p14:tracePt t="60719" x="9528175" y="3846513"/>
          <p14:tracePt t="60739" x="9528175" y="3832225"/>
          <p14:tracePt t="60795" x="9528175" y="3824288"/>
          <p14:tracePt t="60818" x="9528175" y="3817938"/>
          <p14:tracePt t="60827" x="9536113" y="3817938"/>
          <p14:tracePt t="60846" x="9550400" y="3810000"/>
          <p14:tracePt t="60854" x="9558338" y="3810000"/>
          <p14:tracePt t="60870" x="9586913" y="3810000"/>
          <p14:tracePt t="60888" x="9601200" y="3810000"/>
          <p14:tracePt t="60907" x="9615488" y="3810000"/>
          <p14:tracePt t="60921" x="9623425" y="3810000"/>
          <p14:tracePt t="60935" x="9629775" y="3810000"/>
          <p14:tracePt t="60969" x="9637713" y="3810000"/>
          <p14:tracePt t="60985" x="9652000" y="3832225"/>
          <p14:tracePt t="60994" x="9652000" y="3838575"/>
          <p14:tracePt t="61003" x="9659938" y="3852863"/>
          <p14:tracePt t="61021" x="9659938" y="3868738"/>
          <p14:tracePt t="61035" x="9674225" y="3875088"/>
          <p14:tracePt t="61053" x="9674225" y="3883025"/>
          <p14:tracePt t="61070" x="9674225" y="3897313"/>
          <p14:tracePt t="61619" x="9680575" y="3897313"/>
          <p14:tracePt t="61631" x="9694863" y="3889375"/>
          <p14:tracePt t="61638" x="9702800" y="3883025"/>
          <p14:tracePt t="61656" x="9717088" y="3868738"/>
          <p14:tracePt t="61668" x="9739313" y="3846513"/>
          <p14:tracePt t="61685" x="9753600" y="3838575"/>
          <p14:tracePt t="61702" x="9767888" y="3824288"/>
          <p14:tracePt t="61718" x="9775825" y="3824288"/>
          <p14:tracePt t="61735" x="9790113" y="3824288"/>
          <p14:tracePt t="61754" x="9804400" y="3817938"/>
          <p14:tracePt t="61768" x="9818688" y="3802063"/>
          <p14:tracePt t="61785" x="9832975" y="3802063"/>
          <p14:tracePt t="61802" x="9855200" y="3795713"/>
          <p14:tracePt t="61819" x="9869488" y="3795713"/>
          <p14:tracePt t="61837" x="9883775" y="3795713"/>
          <p14:tracePt t="61974" x="9891713" y="3795713"/>
          <p14:tracePt t="62009" x="9898063" y="3795713"/>
          <p14:tracePt t="62018" x="9906000" y="3795713"/>
          <p14:tracePt t="62024" x="9906000" y="3802063"/>
          <p14:tracePt t="62040" x="9906000" y="3817938"/>
          <p14:tracePt t="62067" x="9906000" y="3824288"/>
          <p14:tracePt t="62097" x="9906000" y="3832225"/>
          <p14:tracePt t="62140" x="9913938" y="3832225"/>
          <p14:tracePt t="62146" x="9920288" y="3832225"/>
          <p14:tracePt t="62159" x="9928225" y="3838575"/>
          <p14:tracePt t="62188" x="9934575" y="3838575"/>
          <p14:tracePt t="62203" x="9942513" y="3838575"/>
          <p14:tracePt t="62238" x="9948863" y="3838575"/>
          <p14:tracePt t="62247" x="9956800" y="3838575"/>
          <p14:tracePt t="62254" x="9964738" y="3838575"/>
          <p14:tracePt t="63571" x="9956800" y="3838575"/>
          <p14:tracePt t="63579" x="9948863" y="3838575"/>
          <p14:tracePt t="63597" x="9928225" y="3846513"/>
          <p14:tracePt t="63621" x="9863138" y="3846513"/>
          <p14:tracePt t="63637" x="9832975" y="3846513"/>
          <p14:tracePt t="63659" x="9717088" y="3846513"/>
          <p14:tracePt t="63671" x="9644063" y="3846513"/>
          <p14:tracePt t="63686" x="9578975" y="3846513"/>
          <p14:tracePt t="63704" x="9521825" y="3846513"/>
          <p14:tracePt t="63722" x="9491663" y="3846513"/>
          <p14:tracePt t="63736" x="9477375" y="3846513"/>
          <p14:tracePt t="63753" x="9471025" y="3846513"/>
          <p14:tracePt t="63862" x="9463088" y="3846513"/>
          <p14:tracePt t="63993" x="9456738" y="3846513"/>
          <p14:tracePt t="64034" x="9440863" y="3846513"/>
          <p14:tracePt t="64045" x="9434513" y="3846513"/>
          <p14:tracePt t="64059" x="9426575" y="3846513"/>
          <p14:tracePt t="64079" x="9420225" y="3846513"/>
          <p14:tracePt t="64103" x="9412288" y="3852863"/>
          <p14:tracePt t="64119" x="9405938" y="3852863"/>
          <p14:tracePt t="64126" x="9398000" y="3852863"/>
          <p14:tracePt t="64143" x="9390063" y="3852863"/>
          <p14:tracePt t="64174" x="9375775" y="3852863"/>
          <p14:tracePt t="64206" x="9361488" y="3860800"/>
          <p14:tracePt t="64278" x="9355138" y="3860800"/>
          <p14:tracePt t="64306" x="9339263" y="3868738"/>
          <p14:tracePt t="64323" x="9324975" y="3868738"/>
          <p14:tracePt t="64330" x="9310688" y="3875088"/>
          <p14:tracePt t="64339" x="9296400" y="3883025"/>
          <p14:tracePt t="64354" x="9259888" y="3897313"/>
          <p14:tracePt t="64374" x="9209088" y="3919538"/>
          <p14:tracePt t="64386" x="9194800" y="3925888"/>
          <p14:tracePt t="64404" x="9151938" y="3948113"/>
          <p14:tracePt t="64419" x="9136063" y="3948113"/>
          <p14:tracePt t="64436" x="9107488" y="3962400"/>
          <p14:tracePt t="64453" x="9056688" y="3984625"/>
          <p14:tracePt t="64471" x="9028113" y="3998913"/>
          <p14:tracePt t="64486" x="8963025" y="4021138"/>
          <p14:tracePt t="64503" x="8904288" y="4035425"/>
          <p14:tracePt t="64519" x="8867775" y="4049713"/>
          <p14:tracePt t="64536" x="8802688" y="4064000"/>
          <p14:tracePt t="64553" x="8745538" y="4078288"/>
          <p14:tracePt t="64569" x="8678863" y="4106863"/>
          <p14:tracePt t="64586" x="8613775" y="4114800"/>
          <p14:tracePt t="64603" x="8548688" y="4122738"/>
          <p14:tracePt t="64621" x="8461375" y="4129088"/>
          <p14:tracePt t="64636" x="8432800" y="4129088"/>
          <p14:tracePt t="64653" x="8294688" y="4137025"/>
          <p14:tracePt t="64669" x="8156575" y="4137025"/>
          <p14:tracePt t="64686" x="8034338" y="4137025"/>
          <p14:tracePt t="64703" x="7902575" y="4137025"/>
          <p14:tracePt t="64719" x="7800975" y="4137025"/>
          <p14:tracePt t="64736" x="7729538" y="4137025"/>
          <p14:tracePt t="64753" x="7648575" y="4137025"/>
          <p14:tracePt t="64769" x="7554913" y="4137025"/>
          <p14:tracePt t="64786" x="7481888" y="4137025"/>
          <p14:tracePt t="64803" x="7424738" y="4137025"/>
          <p14:tracePt t="64819" x="7366000" y="4137025"/>
          <p14:tracePt t="64836" x="7300913" y="4129088"/>
          <p14:tracePt t="64853" x="7221538" y="4129088"/>
          <p14:tracePt t="64871" x="7170738" y="4129088"/>
          <p14:tracePt t="64886" x="7126288" y="4129088"/>
          <p14:tracePt t="64903" x="7089775" y="4129088"/>
          <p14:tracePt t="64919" x="7046913" y="4129088"/>
          <p14:tracePt t="64936" x="6996113" y="4129088"/>
          <p14:tracePt t="64953" x="6945313" y="4129088"/>
          <p14:tracePt t="64969" x="6908800" y="4129088"/>
          <p14:tracePt t="64986" x="6886575" y="4129088"/>
          <p14:tracePt t="65003" x="6872288" y="4129088"/>
          <p14:tracePt t="65019" x="6865938" y="4129088"/>
          <p14:tracePt t="65036" x="6843713" y="4129088"/>
          <p14:tracePt t="65053" x="6821488" y="4129088"/>
          <p14:tracePt t="65069" x="6799263" y="4129088"/>
          <p14:tracePt t="65086" x="6778625" y="4129088"/>
          <p14:tracePt t="65103" x="6764338" y="4129088"/>
          <p14:tracePt t="65119" x="6734175" y="4129088"/>
          <p14:tracePt t="65136" x="6719888" y="4129088"/>
          <p14:tracePt t="65153" x="6713538" y="4129088"/>
          <p14:tracePt t="65169" x="6697663" y="4129088"/>
          <p14:tracePt t="65203" x="6691313" y="4129088"/>
          <p14:tracePt t="65337" x="6691313" y="4137025"/>
          <p14:tracePt t="65350" x="6705600" y="4143375"/>
          <p14:tracePt t="65361" x="6719888" y="4143375"/>
          <p14:tracePt t="65370" x="6734175" y="4143375"/>
          <p14:tracePt t="65390" x="6784975" y="4151313"/>
          <p14:tracePt t="65407" x="6807200" y="4151313"/>
          <p14:tracePt t="65421" x="6815138" y="4151313"/>
          <p14:tracePt t="65437" x="6843713" y="4151313"/>
          <p14:tracePt t="65453" x="6872288" y="4151313"/>
          <p14:tracePt t="65469" x="6900863" y="4151313"/>
          <p14:tracePt t="65486" x="6931025" y="4151313"/>
          <p14:tracePt t="65503" x="6945313" y="4151313"/>
          <p14:tracePt t="65519" x="6951663" y="4143375"/>
          <p14:tracePt t="65536" x="6959600" y="4143375"/>
          <p14:tracePt t="65553" x="6967538" y="4143375"/>
          <p14:tracePt t="65569" x="6973888" y="4137025"/>
          <p14:tracePt t="65586" x="6996113" y="4129088"/>
          <p14:tracePt t="65603" x="7018338" y="4122738"/>
          <p14:tracePt t="65620" x="7061200" y="4100513"/>
          <p14:tracePt t="65636" x="7097713" y="4086225"/>
          <p14:tracePt t="65653" x="7126288" y="4071938"/>
          <p14:tracePt t="65670" x="7140575" y="4064000"/>
          <p14:tracePt t="65686" x="7162800" y="4056063"/>
          <p14:tracePt t="65703" x="7177088" y="4041775"/>
          <p14:tracePt t="65719" x="7205663" y="4021138"/>
          <p14:tracePt t="65736" x="7235825" y="4005263"/>
          <p14:tracePt t="65753" x="7250113" y="3998913"/>
          <p14:tracePt t="65770" x="7278688" y="3990975"/>
          <p14:tracePt t="65786" x="7307263" y="3970338"/>
          <p14:tracePt t="65803" x="7315200" y="3970338"/>
          <p14:tracePt t="65820" x="7329488" y="3970338"/>
          <p14:tracePt t="65836" x="7337425" y="3970338"/>
          <p14:tracePt t="65853" x="7351713" y="3970338"/>
          <p14:tracePt t="65870" x="7380288" y="3970338"/>
          <p14:tracePt t="65886" x="7388225" y="3970338"/>
          <p14:tracePt t="65903" x="7394575" y="3970338"/>
          <p14:tracePt t="65920" x="7408863" y="3970338"/>
          <p14:tracePt t="65936" x="7416800" y="3990975"/>
          <p14:tracePt t="65953" x="7424738" y="4005263"/>
          <p14:tracePt t="65970" x="7424738" y="4021138"/>
          <p14:tracePt t="65986" x="7431088" y="4035425"/>
          <p14:tracePt t="65988" x="7431088" y="4041775"/>
          <p14:tracePt t="66003" x="7439025" y="4049713"/>
          <p14:tracePt t="66020" x="7439025" y="4056063"/>
          <p14:tracePt t="66061" x="7439025" y="4064000"/>
          <p14:tracePt t="66273" x="7439025" y="4078288"/>
          <p14:tracePt t="66286" x="7439025" y="4086225"/>
          <p14:tracePt t="66297" x="7453313" y="4106863"/>
          <p14:tracePt t="66303" x="7467600" y="4114800"/>
          <p14:tracePt t="66320" x="7532688" y="4151313"/>
          <p14:tracePt t="66337" x="7627938" y="4187825"/>
          <p14:tracePt t="66353" x="7735888" y="4216400"/>
          <p14:tracePt t="66373" x="7866063" y="4252913"/>
          <p14:tracePt t="66387" x="7888288" y="4252913"/>
          <p14:tracePt t="66405" x="7896225" y="4252913"/>
          <p14:tracePt t="66577" x="7910513" y="4252913"/>
          <p14:tracePt t="66595" x="7916863" y="4252913"/>
          <p14:tracePt t="66601" x="7924800" y="4238625"/>
          <p14:tracePt t="66609" x="7953375" y="4216400"/>
          <p14:tracePt t="66624" x="7989888" y="4187825"/>
          <p14:tracePt t="66637" x="8004175" y="4173538"/>
          <p14:tracePt t="66657" x="8026400" y="4157663"/>
          <p14:tracePt t="66671" x="8034338" y="4151313"/>
          <p14:tracePt t="66687" x="8040688" y="4143375"/>
          <p14:tracePt t="66709" x="8062913" y="4143375"/>
          <p14:tracePt t="66721" x="8077200" y="4143375"/>
          <p14:tracePt t="66737" x="8091488" y="4137025"/>
          <p14:tracePt t="66754" x="8120063" y="4137025"/>
          <p14:tracePt t="66770" x="8142288" y="4137025"/>
          <p14:tracePt t="66787" x="8178800" y="4137025"/>
          <p14:tracePt t="66803" x="8221663" y="4137025"/>
          <p14:tracePt t="66821" x="8294688" y="4137025"/>
          <p14:tracePt t="66838" x="8323263" y="4137025"/>
          <p14:tracePt t="66854" x="8353425" y="4157663"/>
          <p14:tracePt t="66872" x="8367713" y="4173538"/>
          <p14:tracePt t="66887" x="8382000" y="4194175"/>
          <p14:tracePt t="66908" x="8389938" y="4202113"/>
          <p14:tracePt t="66921" x="8396288" y="4208463"/>
          <p14:tracePt t="66937" x="8396288" y="4216400"/>
          <p14:tracePt t="66954" x="8404225" y="4224338"/>
          <p14:tracePt t="67083" x="8410575" y="4224338"/>
          <p14:tracePt t="67095" x="8424863" y="4208463"/>
          <p14:tracePt t="67107" x="8440738" y="4194175"/>
          <p14:tracePt t="67121" x="8469313" y="4173538"/>
          <p14:tracePt t="67138" x="8505825" y="4157663"/>
          <p14:tracePt t="67154" x="8562975" y="4129088"/>
          <p14:tracePt t="67171" x="8613775" y="4129088"/>
          <p14:tracePt t="67187" x="8658225" y="4114800"/>
          <p14:tracePt t="67205" x="8723313" y="4114800"/>
          <p14:tracePt t="67221" x="8729663" y="4114800"/>
          <p14:tracePt t="67237" x="8751888" y="4114800"/>
          <p14:tracePt t="67254" x="8774113" y="4114800"/>
          <p14:tracePt t="67271" x="8788400" y="4122738"/>
          <p14:tracePt t="67287" x="8816975" y="4143375"/>
          <p14:tracePt t="67304" x="8861425" y="4165600"/>
          <p14:tracePt t="67320" x="8890000" y="4187825"/>
          <p14:tracePt t="67337" x="8912225" y="4194175"/>
          <p14:tracePt t="67353" x="8926513" y="4208463"/>
          <p14:tracePt t="67370" x="8932863" y="4216400"/>
          <p14:tracePt t="67387" x="8948738" y="4216400"/>
          <p14:tracePt t="67403" x="8948738" y="4224338"/>
          <p14:tracePt t="67420" x="8969375" y="4230688"/>
          <p14:tracePt t="67437" x="8991600" y="4238625"/>
          <p14:tracePt t="67453" x="9005888" y="4238625"/>
          <p14:tracePt t="67470" x="9028113" y="4238625"/>
          <p14:tracePt t="67487" x="9064625" y="4238625"/>
          <p14:tracePt t="67503" x="9093200" y="4238625"/>
          <p14:tracePt t="67520" x="9129713" y="4238625"/>
          <p14:tracePt t="67537" x="9172575" y="4238625"/>
          <p14:tracePt t="67554" x="9202738" y="4238625"/>
          <p14:tracePt t="67570" x="9217025" y="4238625"/>
          <p14:tracePt t="67587" x="9223375" y="4238625"/>
          <p14:tracePt t="67604" x="9267825" y="4238625"/>
          <p14:tracePt t="67620" x="9310688" y="4238625"/>
          <p14:tracePt t="67637" x="9355138" y="4238625"/>
          <p14:tracePt t="67653" x="9375775" y="4238625"/>
          <p14:tracePt t="67670" x="9383713" y="4238625"/>
          <p14:tracePt t="67766" x="9398000" y="4238625"/>
          <p14:tracePt t="67789" x="9405938" y="4238625"/>
          <p14:tracePt t="67797" x="9412288" y="4238625"/>
          <p14:tracePt t="67805" x="9420225" y="4238625"/>
          <p14:tracePt t="67820" x="9426575" y="4238625"/>
          <p14:tracePt t="67837" x="9448800" y="4224338"/>
          <p14:tracePt t="67854" x="9463088" y="4216400"/>
          <p14:tracePt t="67870" x="9491663" y="4208463"/>
          <p14:tracePt t="67887" x="9521825" y="4194175"/>
          <p14:tracePt t="67904" x="9528175" y="4194175"/>
          <p14:tracePt t="67920" x="9536113" y="4187825"/>
          <p14:tracePt t="67954" x="9542463" y="4179888"/>
          <p14:tracePt t="67970" x="9550400" y="4173538"/>
          <p14:tracePt t="67987" x="9558338" y="4165600"/>
          <p14:tracePt t="68004" x="9564688" y="4165600"/>
          <p14:tracePt t="68029" x="9572625" y="4157663"/>
          <p14:tracePt t="68491" x="9586913" y="4157663"/>
          <p14:tracePt t="68498" x="9593263" y="4157663"/>
          <p14:tracePt t="68505" x="9615488" y="4157663"/>
          <p14:tracePt t="68521" x="9644063" y="4157663"/>
          <p14:tracePt t="68537" x="9674225" y="4157663"/>
          <p14:tracePt t="68554" x="9702800" y="4157663"/>
          <p14:tracePt t="68571" x="9725025" y="4157663"/>
          <p14:tracePt t="68587" x="9761538" y="4157663"/>
          <p14:tracePt t="68605" x="9804400" y="4157663"/>
          <p14:tracePt t="68623" x="9826625" y="4157663"/>
          <p14:tracePt t="68638" x="9855200" y="4157663"/>
          <p14:tracePt t="68656" x="9877425" y="4157663"/>
          <p14:tracePt t="68671" x="9913938" y="4157663"/>
          <p14:tracePt t="68688" x="9948863" y="4157663"/>
          <p14:tracePt t="68704" x="9979025" y="4157663"/>
          <p14:tracePt t="68721" x="10021888" y="4157663"/>
          <p14:tracePt t="68737" x="10036175" y="4157663"/>
          <p14:tracePt t="68754" x="10050463" y="4157663"/>
          <p14:tracePt t="68784" x="10058400" y="4157663"/>
          <p14:tracePt t="68843" x="10058400" y="4151313"/>
          <p14:tracePt t="68849" x="10066338" y="4151313"/>
          <p14:tracePt t="68863" x="10072688" y="4151313"/>
          <p14:tracePt t="68944" x="10080625" y="4143375"/>
          <p14:tracePt t="68952" x="10094913" y="4143375"/>
          <p14:tracePt t="68959" x="10101263" y="4143375"/>
          <p14:tracePt t="68971" x="10117138" y="4143375"/>
          <p14:tracePt t="68988" x="10152063" y="4122738"/>
          <p14:tracePt t="68997" x="10218738" y="4114800"/>
          <p14:tracePt t="69021" x="10326688" y="4106863"/>
          <p14:tracePt t="69038" x="10414000" y="4106863"/>
          <p14:tracePt t="69054" x="10515600" y="4106863"/>
          <p14:tracePt t="69071" x="10602913" y="4106863"/>
          <p14:tracePt t="69091" x="10660063" y="4106863"/>
          <p14:tracePt t="69105" x="10690225" y="4106863"/>
          <p14:tracePt t="69181" x="10696575" y="4106863"/>
          <p14:tracePt t="69197" x="10710863" y="4106863"/>
          <p14:tracePt t="69221" x="10718800" y="4106863"/>
          <p14:tracePt t="69277" x="10726738" y="4106863"/>
          <p14:tracePt t="69293" x="10733088" y="4122738"/>
          <p14:tracePt t="69317" x="10733088" y="4129088"/>
          <p14:tracePt t="69325" x="10733088" y="4137025"/>
          <p14:tracePt t="69342" x="10733088" y="4143375"/>
          <p14:tracePt t="69349" x="10733088" y="4151313"/>
          <p14:tracePt t="69373" x="10733088" y="4157663"/>
          <p14:tracePt t="69381" x="10733088" y="4165600"/>
          <p14:tracePt t="69389" x="10726738" y="4165600"/>
          <p14:tracePt t="69404" x="10718800" y="4173538"/>
          <p14:tracePt t="69421" x="10696575" y="4187825"/>
          <p14:tracePt t="69437" x="10660063" y="4202113"/>
          <p14:tracePt t="69454" x="10609263" y="4216400"/>
          <p14:tracePt t="69471" x="10552113" y="4216400"/>
          <p14:tracePt t="69487" x="10464800" y="4230688"/>
          <p14:tracePt t="69504" x="10406063" y="4230688"/>
          <p14:tracePt t="69521" x="10363200" y="4230688"/>
          <p14:tracePt t="69537" x="10334625" y="4230688"/>
          <p14:tracePt t="69571" x="10312400" y="4224338"/>
          <p14:tracePt t="69587" x="10290175" y="4187825"/>
          <p14:tracePt t="69604" x="10269538" y="4129088"/>
          <p14:tracePt t="69621" x="10269538" y="4092575"/>
          <p14:tracePt t="69637" x="10269538" y="4071938"/>
          <p14:tracePt t="69654" x="10269538" y="4049713"/>
          <p14:tracePt t="69671" x="10283825" y="4041775"/>
          <p14:tracePt t="69687" x="10304463" y="4035425"/>
          <p14:tracePt t="69704" x="10334625" y="4021138"/>
          <p14:tracePt t="69721" x="10385425" y="4021138"/>
          <p14:tracePt t="69737" x="10442575" y="4021138"/>
          <p14:tracePt t="69754" x="10507663" y="4021138"/>
          <p14:tracePt t="69771" x="10566400" y="4021138"/>
          <p14:tracePt t="69787" x="10594975" y="4021138"/>
          <p14:tracePt t="69804" x="10625138" y="4021138"/>
          <p14:tracePt t="69821" x="10639425" y="4021138"/>
          <p14:tracePt t="69837" x="10653713" y="4021138"/>
          <p14:tracePt t="69855" x="10668000" y="4027488"/>
          <p14:tracePt t="69871" x="10696575" y="4049713"/>
          <p14:tracePt t="69887" x="10710863" y="4064000"/>
          <p14:tracePt t="69904" x="10726738" y="4092575"/>
          <p14:tracePt t="69921" x="10733088" y="4106863"/>
          <p14:tracePt t="69937" x="10741025" y="4129088"/>
          <p14:tracePt t="69954" x="10741025" y="4137025"/>
          <p14:tracePt t="69971" x="10741025" y="4143375"/>
          <p14:tracePt t="69988" x="10741025" y="4151313"/>
          <p14:tracePt t="70125" x="10733088" y="4157663"/>
          <p14:tracePt t="70133" x="10682288" y="4157663"/>
          <p14:tracePt t="70141" x="10594975" y="4157663"/>
          <p14:tracePt t="70154" x="10464800" y="4129088"/>
          <p14:tracePt t="70171" x="10036175" y="4086225"/>
          <p14:tracePt t="70188" x="9507538" y="4086225"/>
          <p14:tracePt t="70204" x="8678863" y="4086225"/>
          <p14:tracePt t="70221" x="8186738" y="4086225"/>
          <p14:tracePt t="70238" x="7772400" y="4086225"/>
          <p14:tracePt t="70254" x="7481888" y="4086225"/>
          <p14:tracePt t="70271" x="7315200" y="4086225"/>
          <p14:tracePt t="70288" x="7199313" y="4086225"/>
          <p14:tracePt t="70304" x="7089775" y="4086225"/>
          <p14:tracePt t="70321" x="6973888" y="4078288"/>
          <p14:tracePt t="70338" x="6843713" y="4056063"/>
          <p14:tracePt t="70354" x="6734175" y="4056063"/>
          <p14:tracePt t="70371" x="6654800" y="4056063"/>
          <p14:tracePt t="70388" x="6567488" y="4056063"/>
          <p14:tracePt t="70404" x="6480175" y="4056063"/>
          <p14:tracePt t="70421" x="6429375" y="4056063"/>
          <p14:tracePt t="70438" x="6386513" y="4071938"/>
          <p14:tracePt t="70454" x="6378575" y="4078288"/>
          <p14:tracePt t="70471" x="6364288" y="4086225"/>
          <p14:tracePt t="70488" x="6357938" y="4100513"/>
          <p14:tracePt t="70504" x="6342063" y="4122738"/>
          <p14:tracePt t="70521" x="6342063" y="4137025"/>
          <p14:tracePt t="70538" x="6335713" y="4165600"/>
          <p14:tracePt t="70554" x="6335713" y="4194175"/>
          <p14:tracePt t="70571" x="6335713" y="4216400"/>
          <p14:tracePt t="70588" x="6335713" y="4244975"/>
          <p14:tracePt t="70604" x="6335713" y="4275138"/>
          <p14:tracePt t="70621" x="6335713" y="4289425"/>
          <p14:tracePt t="70638" x="6335713" y="4295775"/>
          <p14:tracePt t="70654" x="6335713" y="4303713"/>
          <p14:tracePt t="70725" x="6335713" y="4310063"/>
          <p14:tracePt t="70765" x="6327775" y="4310063"/>
          <p14:tracePt t="70853" x="6335713" y="4295775"/>
          <p14:tracePt t="70861" x="6350000" y="4275138"/>
          <p14:tracePt t="70869" x="6386513" y="4259263"/>
          <p14:tracePt t="70877" x="6408738" y="4244975"/>
          <p14:tracePt t="70888" x="6437313" y="4224338"/>
          <p14:tracePt t="70904" x="6488113" y="4216400"/>
          <p14:tracePt t="70921" x="6538913" y="4187825"/>
          <p14:tracePt t="70938" x="6596063" y="4173538"/>
          <p14:tracePt t="70954" x="6646863" y="4157663"/>
          <p14:tracePt t="70971" x="6719888" y="4151313"/>
          <p14:tracePt t="70988" x="6807200" y="4151313"/>
          <p14:tracePt t="70990" x="6850063" y="4151313"/>
          <p14:tracePt t="71004" x="6908800" y="4151313"/>
          <p14:tracePt t="71021" x="6967538" y="4151313"/>
          <p14:tracePt t="71038" x="7002463" y="4151313"/>
          <p14:tracePt t="71054" x="7061200" y="4151313"/>
          <p14:tracePt t="71071" x="7119938" y="4151313"/>
          <p14:tracePt t="71088" x="7177088" y="4165600"/>
          <p14:tracePt t="71105" x="7227888" y="4179888"/>
          <p14:tracePt t="71121" x="7278688" y="4208463"/>
          <p14:tracePt t="71138" x="7329488" y="4244975"/>
          <p14:tracePt t="71155" x="7358063" y="4267200"/>
          <p14:tracePt t="71171" x="7388225" y="4303713"/>
          <p14:tracePt t="71188" x="7402513" y="4332288"/>
          <p14:tracePt t="71204" x="7431088" y="4376738"/>
          <p14:tracePt t="71221" x="7439025" y="4383088"/>
          <p14:tracePt t="71238" x="7445375" y="4391025"/>
          <p14:tracePt t="71255" x="7445375" y="4397375"/>
          <p14:tracePt t="71271" x="7459663" y="4397375"/>
          <p14:tracePt t="71288" x="7496175" y="4397375"/>
          <p14:tracePt t="71305" x="7561263" y="4391025"/>
          <p14:tracePt t="71321" x="7605713" y="4368800"/>
          <p14:tracePt t="71338" x="7656513" y="4346575"/>
          <p14:tracePt t="71355" x="7693025" y="4332288"/>
          <p14:tracePt t="71372" x="7735888" y="4325938"/>
          <p14:tracePt t="71388" x="7772400" y="4318000"/>
          <p14:tracePt t="71405" x="7823200" y="4318000"/>
          <p14:tracePt t="71422" x="7859713" y="4318000"/>
          <p14:tracePt t="71438" x="7888288" y="4318000"/>
          <p14:tracePt t="71455" x="7896225" y="4318000"/>
          <p14:tracePt t="71471" x="7902575" y="4318000"/>
          <p14:tracePt t="71488" x="7910513" y="4318000"/>
          <p14:tracePt t="71492" x="7916863" y="4318000"/>
          <p14:tracePt t="71675" x="7916863" y="4303713"/>
          <p14:tracePt t="71685" x="7924800" y="4275138"/>
          <p14:tracePt t="71693" x="7932738" y="4259263"/>
          <p14:tracePt t="71705" x="7939088" y="4238625"/>
          <p14:tracePt t="71725" x="7967663" y="4208463"/>
          <p14:tracePt t="71739" x="7983538" y="4194175"/>
          <p14:tracePt t="71755" x="8048625" y="4179888"/>
          <p14:tracePt t="71773" x="8221663" y="4157663"/>
          <p14:tracePt t="71789" x="8359775" y="4143375"/>
          <p14:tracePt t="71805" x="8455025" y="4129088"/>
          <p14:tracePt t="71823" x="8542338" y="4129088"/>
          <p14:tracePt t="71839" x="8599488" y="4129088"/>
          <p14:tracePt t="71855" x="8658225" y="4129088"/>
          <p14:tracePt t="71875" x="8694738" y="4129088"/>
          <p14:tracePt t="71889" x="8780463" y="4143375"/>
          <p14:tracePt t="71906" x="8853488" y="4173538"/>
          <p14:tracePt t="71922" x="8977313" y="4208463"/>
          <p14:tracePt t="71938" x="9070975" y="4238625"/>
          <p14:tracePt t="71955" x="9172575" y="4267200"/>
          <p14:tracePt t="71971" x="9253538" y="4303713"/>
          <p14:tracePt t="71988" x="9288463" y="4318000"/>
          <p14:tracePt t="72005" x="9296400" y="4318000"/>
          <p14:tracePt t="72021" x="9296400" y="4325938"/>
          <p14:tracePt t="72041" x="9304338" y="4332288"/>
          <p14:tracePt t="72056" x="9304338" y="4354513"/>
          <p14:tracePt t="72072" x="9310688" y="4391025"/>
          <p14:tracePt t="72089" x="9310688" y="4433888"/>
          <p14:tracePt t="72106" x="9310688" y="4462463"/>
          <p14:tracePt t="72124" x="9296400" y="4498975"/>
          <p14:tracePt t="72139" x="9274175" y="4529138"/>
          <p14:tracePt t="72155" x="9253538" y="4564063"/>
          <p14:tracePt t="72172" x="9231313" y="4579938"/>
          <p14:tracePt t="72189" x="9209088" y="4594225"/>
          <p14:tracePt t="72205" x="9194800" y="4594225"/>
          <p14:tracePt t="72222" x="9180513" y="4594225"/>
          <p14:tracePt t="72240" x="9144000" y="4594225"/>
          <p14:tracePt t="72256" x="9093200" y="4594225"/>
          <p14:tracePt t="72273" x="9034463" y="4594225"/>
          <p14:tracePt t="72289" x="8940800" y="4594225"/>
          <p14:tracePt t="72305" x="8867775" y="4594225"/>
          <p14:tracePt t="72328" x="8745538" y="4594225"/>
          <p14:tracePt t="72343" x="8686800" y="4594225"/>
          <p14:tracePt t="72359" x="8658225" y="4594225"/>
          <p14:tracePt t="72374" x="8650288" y="4594225"/>
          <p14:tracePt t="72389" x="8636000" y="4586288"/>
          <p14:tracePt t="72422" x="8607425" y="4579938"/>
          <p14:tracePt t="72438" x="8577263" y="4564063"/>
          <p14:tracePt t="72455" x="8548688" y="4557713"/>
          <p14:tracePt t="73143" x="8542338" y="4557713"/>
          <p14:tracePt t="73149" x="8526463" y="4557713"/>
          <p14:tracePt t="73158" x="8483600" y="4557713"/>
          <p14:tracePt t="73172" x="8404225" y="4557713"/>
          <p14:tracePt t="73188" x="8280400" y="4557713"/>
          <p14:tracePt t="73205" x="8164513" y="4594225"/>
          <p14:tracePt t="73222" x="8040688" y="4622800"/>
          <p14:tracePt t="73239" x="7947025" y="4659313"/>
          <p14:tracePt t="73256" x="7815263" y="4695825"/>
          <p14:tracePt t="73272" x="7707313" y="4724400"/>
          <p14:tracePt t="73289" x="7597775" y="4752975"/>
          <p14:tracePt t="73305" x="7504113" y="4760913"/>
          <p14:tracePt t="73324" x="7402513" y="4775200"/>
          <p14:tracePt t="73339" x="7380288" y="4789488"/>
          <p14:tracePt t="73355" x="7337425" y="4797425"/>
          <p14:tracePt t="73359" x="7315200" y="4803775"/>
          <p14:tracePt t="73373" x="7272338" y="4826000"/>
          <p14:tracePt t="73389" x="7250113" y="4854575"/>
          <p14:tracePt t="73406" x="7227888" y="4876800"/>
          <p14:tracePt t="73439" x="7227888" y="4891088"/>
          <p14:tracePt t="73456" x="7227888" y="4919663"/>
          <p14:tracePt t="73472" x="7227888" y="4941888"/>
          <p14:tracePt t="73489" x="7227888" y="4978400"/>
          <p14:tracePt t="73494" x="7227888" y="5000625"/>
          <p14:tracePt t="73505" x="7227888" y="5021263"/>
          <p14:tracePt t="73523" x="7227888" y="5043488"/>
          <p14:tracePt t="73539" x="7221538" y="5065713"/>
          <p14:tracePt t="73557" x="7221538" y="5102225"/>
          <p14:tracePt t="73572" x="7221538" y="5122863"/>
          <p14:tracePt t="73589" x="7221538" y="5153025"/>
          <p14:tracePt t="73606" x="7213600" y="5173663"/>
          <p14:tracePt t="73623" x="7199313" y="5210175"/>
          <p14:tracePt t="73639" x="7199313" y="5224463"/>
          <p14:tracePt t="73656" x="7177088" y="5254625"/>
          <p14:tracePt t="73672" x="7154863" y="5275263"/>
          <p14:tracePt t="73689" x="7134225" y="5291138"/>
          <p14:tracePt t="73706" x="7089775" y="5311775"/>
          <p14:tracePt t="73722" x="7032625" y="5319713"/>
          <p14:tracePt t="73739" x="6959600" y="5341938"/>
          <p14:tracePt t="73756" x="6807200" y="5348288"/>
          <p14:tracePt t="73772" x="6713538" y="5348288"/>
          <p14:tracePt t="73789" x="6604000" y="5348288"/>
          <p14:tracePt t="73806" x="6465888" y="5348288"/>
          <p14:tracePt t="73822" x="6350000" y="5334000"/>
          <p14:tracePt t="73841" x="6248400" y="5319713"/>
          <p14:tracePt t="73856" x="6175375" y="5291138"/>
          <p14:tracePt t="73872" x="6118225" y="5254625"/>
          <p14:tracePt t="73889" x="6081713" y="5224463"/>
          <p14:tracePt t="73906" x="6059488" y="5210175"/>
          <p14:tracePt t="73922" x="6045200" y="5195888"/>
          <p14:tracePt t="73939" x="6045200" y="5181600"/>
          <p14:tracePt t="73956" x="6030913" y="5138738"/>
          <p14:tracePt t="73972" x="6030913" y="5072063"/>
          <p14:tracePt t="73989" x="6030913" y="5006975"/>
          <p14:tracePt t="74006" x="6030913" y="4956175"/>
          <p14:tracePt t="74022" x="6030913" y="4927600"/>
          <p14:tracePt t="74039" x="6045200" y="4876800"/>
          <p14:tracePt t="74056" x="6059488" y="4862513"/>
          <p14:tracePt t="74073" x="6081713" y="4833938"/>
          <p14:tracePt t="74089" x="6103938" y="4803775"/>
          <p14:tracePt t="74106" x="6138863" y="4760913"/>
          <p14:tracePt t="74122" x="6169025" y="4732338"/>
          <p14:tracePt t="74139" x="6197600" y="4702175"/>
          <p14:tracePt t="74156" x="6256338" y="4659313"/>
          <p14:tracePt t="74173" x="6291263" y="4630738"/>
          <p14:tracePt t="74189" x="6321425" y="4594225"/>
          <p14:tracePt t="74206" x="6350000" y="4572000"/>
          <p14:tracePt t="74222" x="6372225" y="4564063"/>
          <p14:tracePt t="74239" x="6408738" y="4543425"/>
          <p14:tracePt t="74255" x="6437313" y="4529138"/>
          <p14:tracePt t="74272" x="6480175" y="4513263"/>
          <p14:tracePt t="74289" x="6524625" y="4506913"/>
          <p14:tracePt t="74306" x="6561138" y="4484688"/>
          <p14:tracePt t="74323" x="6618288" y="4478338"/>
          <p14:tracePt t="74339" x="6677025" y="4478338"/>
          <p14:tracePt t="74356" x="6807200" y="4456113"/>
          <p14:tracePt t="74373" x="6886575" y="4456113"/>
          <p14:tracePt t="74389" x="6937375" y="4456113"/>
          <p14:tracePt t="74406" x="6967538" y="4456113"/>
          <p14:tracePt t="74422" x="6996113" y="4456113"/>
          <p14:tracePt t="74440" x="7038975" y="4456113"/>
          <p14:tracePt t="74456" x="7083425" y="4456113"/>
          <p14:tracePt t="74472" x="7154863" y="4456113"/>
          <p14:tracePt t="74489" x="7199313" y="4456113"/>
          <p14:tracePt t="74494" x="7227888" y="4470400"/>
          <p14:tracePt t="74506" x="7242175" y="4470400"/>
          <p14:tracePt t="74523" x="7272338" y="4492625"/>
          <p14:tracePt t="74539" x="7292975" y="4506913"/>
          <p14:tracePt t="74556" x="7329488" y="4535488"/>
          <p14:tracePt t="74573" x="7343775" y="4564063"/>
          <p14:tracePt t="74589" x="7358063" y="4586288"/>
          <p14:tracePt t="74606" x="7373938" y="4637088"/>
          <p14:tracePt t="74622" x="7388225" y="4673600"/>
          <p14:tracePt t="74639" x="7402513" y="4710113"/>
          <p14:tracePt t="74656" x="7408863" y="4746625"/>
          <p14:tracePt t="74673" x="7408863" y="4760913"/>
          <p14:tracePt t="74689" x="7408863" y="4767263"/>
          <p14:tracePt t="74706" x="7408863" y="4783138"/>
          <p14:tracePt t="74723" x="7408863" y="4797425"/>
          <p14:tracePt t="74739" x="7408863" y="4803775"/>
          <p14:tracePt t="74756" x="7408863" y="4818063"/>
          <p14:tracePt t="74772" x="7394575" y="4826000"/>
          <p14:tracePt t="74789" x="7388225" y="4840288"/>
          <p14:tracePt t="74806" x="7358063" y="4862513"/>
          <p14:tracePt t="74823" x="7343775" y="4868863"/>
          <p14:tracePt t="74840" x="7315200" y="4884738"/>
          <p14:tracePt t="74856" x="7278688" y="4899025"/>
          <p14:tracePt t="74873" x="7235825" y="4905375"/>
          <p14:tracePt t="74889" x="7199313" y="4919663"/>
          <p14:tracePt t="74906" x="7154863" y="4927600"/>
          <p14:tracePt t="74923" x="7112000" y="4927600"/>
          <p14:tracePt t="74939" x="7069138" y="4927600"/>
          <p14:tracePt t="74956" x="7032625" y="4927600"/>
          <p14:tracePt t="74973" x="6981825" y="4927600"/>
          <p14:tracePt t="74989" x="6951663" y="4927600"/>
          <p14:tracePt t="75006" x="6931025" y="4927600"/>
          <p14:tracePt t="75023" x="6916738" y="4927600"/>
          <p14:tracePt t="75039" x="6908800" y="4927600"/>
          <p14:tracePt t="75057" x="6900863" y="4927600"/>
          <p14:tracePt t="75073" x="6894513" y="4927600"/>
          <p14:tracePt t="75094" x="6886575" y="4927600"/>
          <p14:tracePt t="75126" x="6872288" y="4927600"/>
          <p14:tracePt t="75248" x="6872288" y="4919663"/>
          <p14:tracePt t="75254" x="6872288" y="4913313"/>
          <p14:tracePt t="75262" x="6894513" y="4913313"/>
          <p14:tracePt t="75273" x="6908800" y="4913313"/>
          <p14:tracePt t="75289" x="6951663" y="4899025"/>
          <p14:tracePt t="75306" x="6996113" y="4891088"/>
          <p14:tracePt t="75325" x="7069138" y="4891088"/>
          <p14:tracePt t="75342" x="7089775" y="4891088"/>
          <p14:tracePt t="75356" x="7104063" y="4891088"/>
          <p14:tracePt t="75373" x="7112000" y="4891088"/>
          <p14:tracePt t="75417" x="7119938" y="4891088"/>
          <p14:tracePt t="75426" x="7126288" y="4891088"/>
          <p14:tracePt t="75440" x="7148513" y="4891088"/>
          <p14:tracePt t="75450" x="7162800" y="4891088"/>
          <p14:tracePt t="75457" x="7191375" y="4891088"/>
          <p14:tracePt t="75473" x="7235825" y="4891088"/>
          <p14:tracePt t="75489" x="7292975" y="4891088"/>
          <p14:tracePt t="75506" x="7343775" y="4891088"/>
          <p14:tracePt t="75523" x="7380288" y="4891088"/>
          <p14:tracePt t="75540" x="7402513" y="4891088"/>
          <p14:tracePt t="75556" x="7467600" y="4891088"/>
          <p14:tracePt t="75573" x="7526338" y="4891088"/>
          <p14:tracePt t="75589" x="7612063" y="4899025"/>
          <p14:tracePt t="75608" x="7685088" y="4899025"/>
          <p14:tracePt t="75623" x="7729538" y="4899025"/>
          <p14:tracePt t="75642" x="7758113" y="4899025"/>
          <p14:tracePt t="75656" x="7786688" y="4899025"/>
          <p14:tracePt t="75673" x="7808913" y="4899025"/>
          <p14:tracePt t="75690" x="7815263" y="4899025"/>
          <p14:tracePt t="75706" x="7831138" y="4899025"/>
          <p14:tracePt t="75723" x="7837488" y="4905375"/>
          <p14:tracePt t="75740" x="7851775" y="4905375"/>
          <p14:tracePt t="75756" x="7866063" y="4905375"/>
          <p14:tracePt t="75773" x="7874000" y="4913313"/>
          <p14:tracePt t="75790" x="7881938" y="4913313"/>
          <p14:tracePt t="75806" x="7896225" y="4919663"/>
          <p14:tracePt t="75823" x="7910513" y="4927600"/>
          <p14:tracePt t="75840" x="7932738" y="4935538"/>
          <p14:tracePt t="75857" x="7939088" y="4949825"/>
          <p14:tracePt t="75904" x="7939088" y="4964113"/>
          <p14:tracePt t="75910" x="7939088" y="4970463"/>
          <p14:tracePt t="75926" x="7939088" y="4978400"/>
          <p14:tracePt t="75940" x="7939088" y="4992688"/>
          <p14:tracePt t="75956" x="7932738" y="5000625"/>
          <p14:tracePt t="75973" x="7916863" y="5006975"/>
          <p14:tracePt t="75990" x="7896225" y="5006975"/>
          <p14:tracePt t="76006" x="7866063" y="5014913"/>
          <p14:tracePt t="76023" x="7845425" y="5014913"/>
          <p14:tracePt t="76040" x="7815263" y="5021263"/>
          <p14:tracePt t="76056" x="7794625" y="5021263"/>
          <p14:tracePt t="76073" x="7764463" y="5021263"/>
          <p14:tracePt t="76091" x="7758113" y="5021263"/>
          <p14:tracePt t="76106" x="7743825" y="5021263"/>
          <p14:tracePt t="76125" x="7729538" y="5021263"/>
          <p14:tracePt t="76140" x="7721600" y="5014913"/>
          <p14:tracePt t="76156" x="7713663" y="5014913"/>
          <p14:tracePt t="76173" x="7707313" y="5006975"/>
          <p14:tracePt t="76190" x="7685088" y="5000625"/>
          <p14:tracePt t="76206" x="7662863" y="4992688"/>
          <p14:tracePt t="76223" x="7656513" y="4992688"/>
          <p14:tracePt t="76240" x="7656513" y="4986338"/>
          <p14:tracePt t="76257" x="7642225" y="4978400"/>
          <p14:tracePt t="76303" x="7634288" y="4970463"/>
          <p14:tracePt t="76310" x="7634288" y="4949825"/>
          <p14:tracePt t="76323" x="7634288" y="4941888"/>
          <p14:tracePt t="76340" x="7634288" y="4913313"/>
          <p14:tracePt t="76356" x="7634288" y="4868863"/>
          <p14:tracePt t="76373" x="7634288" y="4840288"/>
          <p14:tracePt t="76390" x="7634288" y="4826000"/>
          <p14:tracePt t="76407" x="7642225" y="4797425"/>
          <p14:tracePt t="76423" x="7648575" y="4789488"/>
          <p14:tracePt t="76440" x="7662863" y="4767263"/>
          <p14:tracePt t="76457" x="7670800" y="4760913"/>
          <p14:tracePt t="76473" x="7685088" y="4746625"/>
          <p14:tracePt t="76490" x="7699375" y="4738688"/>
          <p14:tracePt t="76495" x="7707313" y="4738688"/>
          <p14:tracePt t="76506" x="7713663" y="4732338"/>
          <p14:tracePt t="76523" x="7729538" y="4724400"/>
          <p14:tracePt t="76540" x="7758113" y="4710113"/>
          <p14:tracePt t="76558" x="7786688" y="4702175"/>
          <p14:tracePt t="76573" x="7800975" y="4695825"/>
          <p14:tracePt t="76590" x="7815263" y="4695825"/>
          <p14:tracePt t="76607" x="7823200" y="4695825"/>
          <p14:tracePt t="76623" x="7837488" y="4695825"/>
          <p14:tracePt t="76640" x="7845425" y="4695825"/>
          <p14:tracePt t="76657" x="7866063" y="4695825"/>
          <p14:tracePt t="76673" x="7896225" y="4695825"/>
          <p14:tracePt t="76690" x="7916863" y="4695825"/>
          <p14:tracePt t="76706" x="7932738" y="4695825"/>
          <p14:tracePt t="76723" x="7939088" y="4695825"/>
          <p14:tracePt t="76740" x="7961313" y="4695825"/>
          <p14:tracePt t="76756" x="7983538" y="4702175"/>
          <p14:tracePt t="76773" x="8004175" y="4710113"/>
          <p14:tracePt t="76790" x="8034338" y="4724400"/>
          <p14:tracePt t="76806" x="8040688" y="4738688"/>
          <p14:tracePt t="76824" x="8054975" y="4738688"/>
          <p14:tracePt t="76840" x="8069263" y="4760913"/>
          <p14:tracePt t="76856" x="8077200" y="4775200"/>
          <p14:tracePt t="76873" x="8085138" y="4783138"/>
          <p14:tracePt t="76890" x="8091488" y="4789488"/>
          <p14:tracePt t="76906" x="8099425" y="4803775"/>
          <p14:tracePt t="76923" x="8099425" y="4811713"/>
          <p14:tracePt t="76940" x="8105775" y="4818063"/>
          <p14:tracePt t="76956" x="8105775" y="4833938"/>
          <p14:tracePt t="76973" x="8105775" y="4840288"/>
          <p14:tracePt t="76997" x="8113713" y="4840288"/>
          <p14:tracePt t="77013" x="8113713" y="4848225"/>
          <p14:tracePt t="77023" x="8120063" y="4848225"/>
          <p14:tracePt t="77040" x="8135938" y="4854575"/>
          <p14:tracePt t="77056" x="8150225" y="4854575"/>
          <p14:tracePt t="77074" x="8156575" y="4862513"/>
          <p14:tracePt t="77090" x="8170863" y="4862513"/>
          <p14:tracePt t="77106" x="8178800" y="4862513"/>
          <p14:tracePt t="77123" x="8193088" y="4868863"/>
          <p14:tracePt t="77156" x="8207375" y="4876800"/>
          <p14:tracePt t="77173" x="8215313" y="4891088"/>
          <p14:tracePt t="77190" x="8221663" y="4891088"/>
          <p14:tracePt t="77207" x="8237538" y="4899025"/>
          <p14:tracePt t="77223" x="8237538" y="4905375"/>
          <p14:tracePt t="77240" x="8243888" y="4913313"/>
          <p14:tracePt t="77256" x="8251825" y="4913313"/>
          <p14:tracePt t="77273" x="8258175" y="4913313"/>
          <p14:tracePt t="77290" x="8266113" y="4913313"/>
          <p14:tracePt t="77307" x="8272463" y="4927600"/>
          <p14:tracePt t="77323" x="8280400" y="4927600"/>
          <p14:tracePt t="77340" x="8302625" y="4927600"/>
          <p14:tracePt t="77357" x="8323263" y="4927600"/>
          <p14:tracePt t="77373" x="8345488" y="4927600"/>
          <p14:tracePt t="77390" x="8359775" y="4927600"/>
          <p14:tracePt t="77406" x="8374063" y="4927600"/>
          <p14:tracePt t="77423" x="8389938" y="4927600"/>
          <p14:tracePt t="77440" x="8396288" y="4927600"/>
          <p14:tracePt t="77457" x="8404225" y="4927600"/>
          <p14:tracePt t="77834" x="8410575" y="4927600"/>
          <p14:tracePt t="78216" x="8418513" y="4927600"/>
          <p14:tracePt t="78234" x="8424863" y="4927600"/>
          <p14:tracePt t="78258" x="8432800" y="4927600"/>
          <p14:tracePt t="78265" x="8440738" y="4927600"/>
          <p14:tracePt t="78274" x="8447088" y="4927600"/>
          <p14:tracePt t="78291" x="8455025" y="4927600"/>
          <p14:tracePt t="78309" x="8475663" y="4927600"/>
          <p14:tracePt t="78325" x="8491538" y="4927600"/>
          <p14:tracePt t="78342" x="8497888" y="4927600"/>
          <p14:tracePt t="78357" x="8505825" y="4927600"/>
          <p14:tracePt t="78377" x="8512175" y="4927600"/>
          <p14:tracePt t="78391" x="8526463" y="4927600"/>
          <p14:tracePt t="78408" x="8548688" y="4919663"/>
          <p14:tracePt t="78424" x="8562975" y="4919663"/>
          <p14:tracePt t="78441" x="8585200" y="4919663"/>
          <p14:tracePt t="78458" x="8599488" y="4919663"/>
          <p14:tracePt t="78475" x="8607425" y="4919663"/>
          <p14:tracePt t="78493" x="8621713" y="4913313"/>
          <p14:tracePt t="78501" x="8628063" y="4905375"/>
          <p14:tracePt t="78524" x="8636000" y="4905375"/>
          <p14:tracePt t="78541" x="8658225" y="4905375"/>
          <p14:tracePt t="78586" x="8672513" y="4905375"/>
          <p14:tracePt t="78617" x="8678863" y="4899025"/>
          <p14:tracePt t="78633" x="8701088" y="4891088"/>
          <p14:tracePt t="78649" x="8715375" y="4876800"/>
          <p14:tracePt t="78660" x="8723313" y="4876800"/>
          <p14:tracePt t="78673" x="8729663" y="4868863"/>
          <p14:tracePt t="78681" x="8729663" y="4862513"/>
          <p14:tracePt t="78694" x="8759825" y="4848225"/>
          <p14:tracePt t="78707" x="8766175" y="4833938"/>
          <p14:tracePt t="78724" x="8780463" y="4826000"/>
          <p14:tracePt t="78741" x="8816975" y="4803775"/>
          <p14:tracePt t="78758" x="8839200" y="4783138"/>
          <p14:tracePt t="78774" x="8847138" y="4775200"/>
          <p14:tracePt t="78791" x="8853488" y="4767263"/>
          <p14:tracePt t="78841" x="8861425" y="4767263"/>
          <p14:tracePt t="78901" x="8867775" y="4767263"/>
          <p14:tracePt t="78923" x="8882063" y="4767263"/>
          <p14:tracePt t="78930" x="8897938" y="4767263"/>
          <p14:tracePt t="78941" x="8918575" y="4811713"/>
          <p14:tracePt t="78958" x="8932863" y="4848225"/>
          <p14:tracePt t="78974" x="8932863" y="4868863"/>
          <p14:tracePt t="78991" x="8948738" y="4899025"/>
          <p14:tracePt t="79007" x="8948738" y="4913313"/>
          <p14:tracePt t="79024" x="8948738" y="4927600"/>
          <p14:tracePt t="79041" x="8948738" y="4941888"/>
          <p14:tracePt t="79058" x="8948738" y="4964113"/>
          <p14:tracePt t="79077" x="8948738" y="4970463"/>
          <p14:tracePt t="79115" x="8948738" y="4978400"/>
          <p14:tracePt t="79138" x="8948738" y="4986338"/>
          <p14:tracePt t="79414" x="8969375" y="4986338"/>
          <p14:tracePt t="79420" x="8977313" y="4978400"/>
          <p14:tracePt t="79441" x="8999538" y="4978400"/>
          <p14:tracePt t="79458" x="9020175" y="4964113"/>
          <p14:tracePt t="79475" x="9042400" y="4964113"/>
          <p14:tracePt t="79492" x="9056688" y="4956175"/>
          <p14:tracePt t="79505" x="9070975" y="4956175"/>
          <p14:tracePt t="79509" x="9085263" y="4956175"/>
          <p14:tracePt t="79524" x="9093200" y="4956175"/>
          <p14:tracePt t="79541" x="9115425" y="4956175"/>
          <p14:tracePt t="79644" x="9121775" y="4956175"/>
          <p14:tracePt t="79749" x="9129713" y="4956175"/>
          <p14:tracePt t="80130" x="9136063" y="4956175"/>
          <p14:tracePt t="80138" x="9151938" y="4956175"/>
          <p14:tracePt t="80158" x="9180513" y="4956175"/>
          <p14:tracePt t="80175" x="9186863" y="4956175"/>
          <p14:tracePt t="80191" x="9194800" y="4956175"/>
          <p14:tracePt t="80208" x="9202738" y="4956175"/>
          <p14:tracePt t="80253" x="9209088" y="4956175"/>
          <p14:tracePt t="80278" x="9217025" y="4956175"/>
          <p14:tracePt t="80321" x="9223375" y="4956175"/>
          <p14:tracePt t="80337" x="9237663" y="4956175"/>
          <p14:tracePt t="80354" x="9245600" y="4956175"/>
          <p14:tracePt t="80381" x="9259888" y="4956175"/>
          <p14:tracePt t="80412" x="9267825" y="4956175"/>
          <p14:tracePt t="80435" x="9282113" y="4956175"/>
          <p14:tracePt t="80442" x="9288463" y="4964113"/>
          <p14:tracePt t="80482" x="9304338" y="4964113"/>
          <p14:tracePt t="80546" x="9310688" y="4964113"/>
          <p14:tracePt t="81931" x="9324975" y="4964113"/>
          <p14:tracePt t="81971" x="9332913" y="4964113"/>
          <p14:tracePt t="81994" x="9347200" y="4964113"/>
          <p14:tracePt t="82017" x="9361488" y="4964113"/>
          <p14:tracePt t="82065" x="9369425" y="4964113"/>
          <p14:tracePt t="82080" x="9375775" y="4964113"/>
          <p14:tracePt t="82097" x="9390063" y="4964113"/>
          <p14:tracePt t="82123" x="9405938" y="4964113"/>
          <p14:tracePt t="82146" x="9412288" y="4964113"/>
          <p14:tracePt t="82178" x="9420225" y="4964113"/>
          <p14:tracePt t="82186" x="9426575" y="4970463"/>
          <p14:tracePt t="82221" x="9434513" y="4978400"/>
          <p14:tracePt t="82233" x="9440863" y="4986338"/>
          <p14:tracePt t="82257" x="9463088" y="4986338"/>
          <p14:tracePt t="82284" x="9471025" y="4986338"/>
          <p14:tracePt t="82486" x="9477375" y="4986338"/>
          <p14:tracePt t="82501" x="9485313" y="4986338"/>
          <p14:tracePt t="82517" x="9491663" y="4986338"/>
          <p14:tracePt t="82525" x="9507538" y="4986338"/>
          <p14:tracePt t="82533" x="9528175" y="4986338"/>
          <p14:tracePt t="82550" x="9558338" y="4978400"/>
          <p14:tracePt t="82560" x="9564688" y="4978400"/>
          <p14:tracePt t="82575" x="9593263" y="4970463"/>
          <p14:tracePt t="82593" x="9615488" y="4970463"/>
          <p14:tracePt t="82609" x="9637713" y="4956175"/>
          <p14:tracePt t="82626" x="9652000" y="4949825"/>
          <p14:tracePt t="82642" x="9674225" y="4949825"/>
          <p14:tracePt t="82660" x="9694863" y="4941888"/>
          <p14:tracePt t="82675" x="9710738" y="4941888"/>
          <p14:tracePt t="82694" x="9731375" y="4935538"/>
          <p14:tracePt t="82709" x="9745663" y="4927600"/>
          <p14:tracePt t="82725" x="9761538" y="4927600"/>
          <p14:tracePt t="82743" x="9767888" y="4927600"/>
          <p14:tracePt t="82759" x="9782175" y="4927600"/>
          <p14:tracePt t="82776" x="9790113" y="4927600"/>
          <p14:tracePt t="82794" x="9804400" y="4919663"/>
          <p14:tracePt t="82810" x="9812338" y="4919663"/>
          <p14:tracePt t="82827" x="9818688" y="4919663"/>
          <p14:tracePt t="82846" x="9840913" y="4919663"/>
          <p14:tracePt t="82859" x="9847263" y="4919663"/>
          <p14:tracePt t="82876" x="9869488" y="4919663"/>
          <p14:tracePt t="82893" x="9877425" y="4919663"/>
          <p14:tracePt t="82909" x="9891713" y="4919663"/>
          <p14:tracePt t="82942" x="9898063" y="4919663"/>
          <p14:tracePt t="83138" x="9906000" y="4919663"/>
          <p14:tracePt t="83177" x="9913938" y="4919663"/>
          <p14:tracePt t="83186" x="9920288" y="4919663"/>
          <p14:tracePt t="83202" x="9934575" y="4913313"/>
          <p14:tracePt t="83331" x="9942513" y="4913313"/>
          <p14:tracePt t="83338" x="9948863" y="4913313"/>
          <p14:tracePt t="83363" x="9956800" y="4913313"/>
          <p14:tracePt t="83370" x="9964738" y="4905375"/>
          <p14:tracePt t="83379" x="9971088" y="4905375"/>
          <p14:tracePt t="83406" x="9979025" y="4905375"/>
          <p14:tracePt t="83786" x="9942513" y="4905375"/>
          <p14:tracePt t="83795" x="9869488" y="4905375"/>
          <p14:tracePt t="83799" x="9796463" y="4905375"/>
          <p14:tracePt t="83809" x="9725025" y="4905375"/>
          <p14:tracePt t="83825" x="9572625" y="4905375"/>
          <p14:tracePt t="83842" x="9412288" y="4905375"/>
          <p14:tracePt t="83859" x="9267825" y="4905375"/>
          <p14:tracePt t="83878" x="9020175" y="4927600"/>
          <p14:tracePt t="83894" x="8853488" y="4964113"/>
          <p14:tracePt t="83910" x="8694738" y="5000625"/>
          <p14:tracePt t="83926" x="8585200" y="5029200"/>
          <p14:tracePt t="83943" x="8469313" y="5065713"/>
          <p14:tracePt t="83959" x="8339138" y="5080000"/>
          <p14:tracePt t="83976" x="8229600" y="5108575"/>
          <p14:tracePt t="83994" x="8120063" y="5145088"/>
          <p14:tracePt t="84006" x="8012113" y="5181600"/>
          <p14:tracePt t="84027" x="7939088" y="5195888"/>
          <p14:tracePt t="84047" x="7808913" y="5246688"/>
          <p14:tracePt t="84061" x="7758113" y="5254625"/>
          <p14:tracePt t="84077" x="7699375" y="5275263"/>
          <p14:tracePt t="84097" x="7656513" y="5283200"/>
          <p14:tracePt t="84110" x="7612063" y="5291138"/>
          <p14:tracePt t="84126" x="7554913" y="5305425"/>
          <p14:tracePt t="84145" x="7504113" y="5311775"/>
          <p14:tracePt t="84159" x="7453313" y="5319713"/>
          <p14:tracePt t="84176" x="7424738" y="5319713"/>
          <p14:tracePt t="84194" x="7388225" y="5334000"/>
          <p14:tracePt t="84209" x="7366000" y="5334000"/>
          <p14:tracePt t="84226" x="7307263" y="5341938"/>
          <p14:tracePt t="84243" x="7250113" y="5348288"/>
          <p14:tracePt t="84259" x="7177088" y="5356225"/>
          <p14:tracePt t="84279" x="7089775" y="5370513"/>
          <p14:tracePt t="84296" x="7061200" y="5376863"/>
          <p14:tracePt t="84309" x="7032625" y="5376863"/>
          <p14:tracePt t="84326" x="6996113" y="5376863"/>
          <p14:tracePt t="84346" x="6959600" y="5376863"/>
          <p14:tracePt t="84359" x="6937375" y="5376863"/>
          <p14:tracePt t="84380" x="6908800" y="5376863"/>
          <p14:tracePt t="84392" x="6886575" y="5376863"/>
          <p14:tracePt t="84409" x="6843713" y="5376863"/>
          <p14:tracePt t="84426" x="6799263" y="5362575"/>
          <p14:tracePt t="84443" x="6742113" y="5356225"/>
          <p14:tracePt t="84459" x="6713538" y="5341938"/>
          <p14:tracePt t="84478" x="6669088" y="5334000"/>
          <p14:tracePt t="84493" x="6654800" y="5326063"/>
          <p14:tracePt t="84509" x="6618288" y="5319713"/>
          <p14:tracePt t="84526" x="6581775" y="5305425"/>
          <p14:tracePt t="84546" x="6530975" y="5283200"/>
          <p14:tracePt t="84559" x="6494463" y="5260975"/>
          <p14:tracePt t="84576" x="6473825" y="5246688"/>
          <p14:tracePt t="84594" x="6459538" y="5232400"/>
          <p14:tracePt t="84610" x="6443663" y="5224463"/>
          <p14:tracePt t="84626" x="6429375" y="5210175"/>
          <p14:tracePt t="84642" x="6408738" y="5195888"/>
          <p14:tracePt t="84659" x="6392863" y="5189538"/>
          <p14:tracePt t="84676" x="6378575" y="5159375"/>
          <p14:tracePt t="84693" x="6378575" y="5145088"/>
          <p14:tracePt t="84710" x="6372225" y="5116513"/>
          <p14:tracePt t="84726" x="6364288" y="5094288"/>
          <p14:tracePt t="84742" x="6364288" y="5065713"/>
          <p14:tracePt t="84759" x="6364288" y="5021263"/>
          <p14:tracePt t="84776" x="6364288" y="4992688"/>
          <p14:tracePt t="84795" x="6378575" y="4970463"/>
          <p14:tracePt t="84809" x="6392863" y="4949825"/>
          <p14:tracePt t="84826" x="6415088" y="4919663"/>
          <p14:tracePt t="84842" x="6437313" y="4899025"/>
          <p14:tracePt t="84859" x="6488113" y="4876800"/>
          <p14:tracePt t="84877" x="6516688" y="4868863"/>
          <p14:tracePt t="84893" x="6581775" y="4840288"/>
          <p14:tracePt t="84910" x="6640513" y="4826000"/>
          <p14:tracePt t="84926" x="6705600" y="4818063"/>
          <p14:tracePt t="84943" x="6778625" y="4811713"/>
          <p14:tracePt t="84960" x="6815138" y="4803775"/>
          <p14:tracePt t="84976" x="6865938" y="4797425"/>
          <p14:tracePt t="84994" x="6908800" y="4797425"/>
          <p14:tracePt t="85002" x="6937375" y="4789488"/>
          <p14:tracePt t="85009" x="6951663" y="4789488"/>
          <p14:tracePt t="85026" x="7010400" y="4783138"/>
          <p14:tracePt t="85045" x="7083425" y="4783138"/>
          <p14:tracePt t="85061" x="7119938" y="4783138"/>
          <p14:tracePt t="85077" x="7154863" y="4789488"/>
          <p14:tracePt t="85094" x="7191375" y="4789488"/>
          <p14:tracePt t="85110" x="7227888" y="4803775"/>
          <p14:tracePt t="85126" x="7256463" y="4818063"/>
          <p14:tracePt t="85143" x="7292975" y="4833938"/>
          <p14:tracePt t="85160" x="7329488" y="4862513"/>
          <p14:tracePt t="85176" x="7366000" y="4884738"/>
          <p14:tracePt t="85193" x="7394575" y="4905375"/>
          <p14:tracePt t="85210" x="7424738" y="4927600"/>
          <p14:tracePt t="85226" x="7439025" y="4941888"/>
          <p14:tracePt t="85245" x="7459663" y="4970463"/>
          <p14:tracePt t="85260" x="7459663" y="4978400"/>
          <p14:tracePt t="85280" x="7459663" y="5014913"/>
          <p14:tracePt t="85295" x="7475538" y="5051425"/>
          <p14:tracePt t="85310" x="7475538" y="5087938"/>
          <p14:tracePt t="85327" x="7475538" y="5108575"/>
          <p14:tracePt t="85347" x="7475538" y="5130800"/>
          <p14:tracePt t="85359" x="7475538" y="5145088"/>
          <p14:tracePt t="85376" x="7475538" y="5153025"/>
          <p14:tracePt t="85393" x="7475538" y="5167313"/>
          <p14:tracePt t="85410" x="7459663" y="5195888"/>
          <p14:tracePt t="85426" x="7439025" y="5210175"/>
          <p14:tracePt t="85444" x="7416800" y="5240338"/>
          <p14:tracePt t="85460" x="7402513" y="5254625"/>
          <p14:tracePt t="85476" x="7394575" y="5260975"/>
          <p14:tracePt t="85493" x="7380288" y="5268913"/>
          <p14:tracePt t="85503" x="7380288" y="5275263"/>
          <p14:tracePt t="85520" x="7373938" y="5275263"/>
          <p14:tracePt t="85537" x="7366000" y="5275263"/>
          <p14:tracePt t="85610" x="7358063" y="5275263"/>
          <p14:tracePt t="85632" x="7351713" y="5283200"/>
          <p14:tracePt t="85649" x="7343775" y="5283200"/>
          <p14:tracePt t="85660" x="7337425" y="5283200"/>
          <p14:tracePt t="85685" x="7329488" y="5291138"/>
          <p14:tracePt t="85717" x="7323138" y="5291138"/>
          <p14:tracePt t="85775" x="7315200" y="5291138"/>
          <p14:tracePt t="85795" x="7307263" y="5291138"/>
          <p14:tracePt t="85799" x="7300913" y="5291138"/>
          <p14:tracePt t="85944" x="7343775" y="5291138"/>
          <p14:tracePt t="85952" x="7380288" y="5291138"/>
          <p14:tracePt t="85959" x="7431088" y="5291138"/>
          <p14:tracePt t="85976" x="7540625" y="5291138"/>
          <p14:tracePt t="85993" x="7634288" y="5291138"/>
          <p14:tracePt t="85996" x="7670800" y="5291138"/>
          <p14:tracePt t="86009" x="7699375" y="5291138"/>
          <p14:tracePt t="86026" x="7721600" y="5291138"/>
          <p14:tracePt t="86043" x="7750175" y="5291138"/>
          <p14:tracePt t="86060" x="7794625" y="5291138"/>
          <p14:tracePt t="86077" x="7851775" y="5291138"/>
          <p14:tracePt t="86095" x="7881938" y="5291138"/>
          <p14:tracePt t="86109" x="7896225" y="5297488"/>
          <p14:tracePt t="86126" x="7910513" y="5297488"/>
          <p14:tracePt t="86143" x="7932738" y="5297488"/>
          <p14:tracePt t="86160" x="7967663" y="5297488"/>
          <p14:tracePt t="86176" x="7989888" y="5305425"/>
          <p14:tracePt t="86193" x="8012113" y="5311775"/>
          <p14:tracePt t="86336" x="8012113" y="5319713"/>
          <p14:tracePt t="86342" x="8012113" y="5326063"/>
          <p14:tracePt t="86350" x="7997825" y="5326063"/>
          <p14:tracePt t="86360" x="7953375" y="5341938"/>
          <p14:tracePt t="86376" x="7916863" y="5341938"/>
          <p14:tracePt t="86393" x="7881938" y="5348288"/>
          <p14:tracePt t="86410" x="7859713" y="5348288"/>
          <p14:tracePt t="86426" x="7845425" y="5348288"/>
          <p14:tracePt t="86443" x="7837488" y="5348288"/>
          <p14:tracePt t="86460" x="7831138" y="5348288"/>
          <p14:tracePt t="86552" x="7845425" y="5334000"/>
          <p14:tracePt t="86562" x="7851775" y="5326063"/>
          <p14:tracePt t="86569" x="7866063" y="5311775"/>
          <p14:tracePt t="86578" x="7881938" y="5297488"/>
          <p14:tracePt t="86597" x="7910513" y="5275263"/>
          <p14:tracePt t="86610" x="7924800" y="5260975"/>
          <p14:tracePt t="86627" x="7953375" y="5240338"/>
          <p14:tracePt t="86644" x="8004175" y="5210175"/>
          <p14:tracePt t="86661" x="8062913" y="5195888"/>
          <p14:tracePt t="86677" x="8091488" y="5181600"/>
          <p14:tracePt t="86694" x="8135938" y="5173663"/>
          <p14:tracePt t="86710" x="8170863" y="5167313"/>
          <p14:tracePt t="86727" x="8221663" y="5167313"/>
          <p14:tracePt t="86744" x="8288338" y="5153025"/>
          <p14:tracePt t="86760" x="8396288" y="5138738"/>
          <p14:tracePt t="86777" x="8556625" y="5130800"/>
          <p14:tracePt t="86793" x="8715375" y="5130800"/>
          <p14:tracePt t="86814" x="8955088" y="5130800"/>
          <p14:tracePt t="86827" x="9034463" y="5130800"/>
          <p14:tracePt t="86843" x="9115425" y="5130800"/>
          <p14:tracePt t="86861" x="9151938" y="5130800"/>
          <p14:tracePt t="86877" x="9166225" y="5130800"/>
          <p14:tracePt t="86894" x="9202738" y="5145088"/>
          <p14:tracePt t="86911" x="9267825" y="5173663"/>
          <p14:tracePt t="86927" x="9318625" y="5195888"/>
          <p14:tracePt t="86943" x="9383713" y="5224463"/>
          <p14:tracePt t="86960" x="9420225" y="5246688"/>
          <p14:tracePt t="86977" x="9434513" y="5246688"/>
          <p14:tracePt t="86993" x="9440863" y="5246688"/>
          <p14:tracePt t="87014" x="9448800" y="5254625"/>
          <p14:tracePt t="87030" x="9456738" y="5260975"/>
          <p14:tracePt t="87046" x="9463088" y="5268913"/>
          <p14:tracePt t="87060" x="9471025" y="5268913"/>
          <p14:tracePt t="87077" x="9477375" y="5268913"/>
          <p14:tracePt t="87097" x="9485313" y="5268913"/>
          <p14:tracePt t="87110" x="9499600" y="5275263"/>
          <p14:tracePt t="87126" x="9507538" y="5275263"/>
          <p14:tracePt t="87671" x="9521825" y="5275263"/>
          <p14:tracePt t="87678" x="9536113" y="5275263"/>
          <p14:tracePt t="87686" x="9564688" y="5275263"/>
          <p14:tracePt t="87696" x="9593263" y="5275263"/>
          <p14:tracePt t="87710" x="9694863" y="5275263"/>
          <p14:tracePt t="87727" x="9790113" y="5275263"/>
          <p14:tracePt t="87744" x="9840913" y="5275263"/>
          <p14:tracePt t="87760" x="9855200" y="5283200"/>
          <p14:tracePt t="87850" x="9869488" y="5283200"/>
          <p14:tracePt t="87858" x="9869488" y="5291138"/>
          <p14:tracePt t="88040" x="9877425" y="5291138"/>
          <p14:tracePt t="88083" x="9891713" y="5291138"/>
          <p14:tracePt t="88101" x="9920288" y="5291138"/>
          <p14:tracePt t="88115" x="9928225" y="5291138"/>
          <p14:tracePt t="88127" x="9964738" y="5291138"/>
          <p14:tracePt t="88145" x="10007600" y="5291138"/>
          <p14:tracePt t="88161" x="10086975" y="5283200"/>
          <p14:tracePt t="88177" x="10152063" y="5254625"/>
          <p14:tracePt t="88194" x="10210800" y="5240338"/>
          <p14:tracePt t="88211" x="10253663" y="5224463"/>
          <p14:tracePt t="88227" x="10269538" y="5218113"/>
          <p14:tracePt t="88245" x="10298113" y="5210175"/>
          <p14:tracePt t="88282" x="10326688" y="5203825"/>
          <p14:tracePt t="88295" x="10348913" y="5203825"/>
          <p14:tracePt t="88311" x="10363200" y="5195888"/>
          <p14:tracePt t="88327" x="10385425" y="5195888"/>
          <p14:tracePt t="88343" x="10399713" y="5189538"/>
          <p14:tracePt t="88360" x="10406063" y="5189538"/>
          <p14:tracePt t="88377" x="10421938" y="5189538"/>
          <p14:tracePt t="88394" x="10436225" y="5189538"/>
          <p14:tracePt t="88411" x="10450513" y="5189538"/>
          <p14:tracePt t="88428" x="10456863" y="5189538"/>
          <p14:tracePt t="88445" x="10472738" y="5189538"/>
          <p14:tracePt t="88501" x="10479088" y="5189538"/>
          <p14:tracePt t="88515" x="10487025" y="5203825"/>
          <p14:tracePt t="88522" x="10493375" y="5210175"/>
          <p14:tracePt t="88531" x="10501313" y="5224463"/>
          <p14:tracePt t="88544" x="10507663" y="5260975"/>
          <p14:tracePt t="88561" x="10523538" y="5297488"/>
          <p14:tracePt t="88577" x="10529888" y="5311775"/>
          <p14:tracePt t="88597" x="10537825" y="5326063"/>
          <p14:tracePt t="88764" x="10537825" y="5334000"/>
          <p14:tracePt t="88962" x="10529888" y="5334000"/>
          <p14:tracePt t="88973" x="10493375" y="5334000"/>
          <p14:tracePt t="88994" x="10456863" y="5341938"/>
          <p14:tracePt t="89011" x="10436225" y="5341938"/>
          <p14:tracePt t="89032" x="10399713" y="5348288"/>
          <p14:tracePt t="89047" x="10391775" y="5348288"/>
          <p14:tracePt t="89061" x="10377488" y="5356225"/>
          <p14:tracePt t="89099" x="10371138" y="5356225"/>
          <p14:tracePt t="89128" x="10363200" y="5356225"/>
          <p14:tracePt t="89152" x="10355263" y="5356225"/>
          <p14:tracePt t="89186" x="10348913" y="5356225"/>
          <p14:tracePt t="89208" x="10340975" y="5356225"/>
          <p14:tracePt t="89225" x="10334625" y="5356225"/>
          <p14:tracePt t="89274" x="10326688" y="5356225"/>
          <p14:tracePt t="89288" x="10320338" y="5356225"/>
          <p14:tracePt t="89336" x="10312400" y="5356225"/>
          <p14:tracePt t="89366" x="10304463" y="5356225"/>
          <p14:tracePt t="89391" x="10298113" y="5356225"/>
          <p14:tracePt t="89406" x="10298113" y="5362575"/>
          <p14:tracePt t="89461" x="10290175" y="5362575"/>
          <p14:tracePt t="89534" x="10275888" y="5362575"/>
          <p14:tracePt t="89630" x="10269538" y="5362575"/>
          <p14:tracePt t="89758" x="10253663" y="5362575"/>
          <p14:tracePt t="89854" x="10247313" y="5370513"/>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529543294"/>
              </p:ext>
            </p:extLst>
          </p:nvPr>
        </p:nvGraphicFramePr>
        <p:xfrm>
          <a:off x="376015" y="136733"/>
          <a:ext cx="11639371" cy="65631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Block Arc 4"/>
          <p:cNvSpPr/>
          <p:nvPr/>
        </p:nvSpPr>
        <p:spPr>
          <a:xfrm rot="5400000">
            <a:off x="3440186" y="549506"/>
            <a:ext cx="6647527" cy="5821984"/>
          </a:xfrm>
          <a:prstGeom prst="blockArc">
            <a:avLst>
              <a:gd name="adj1" fmla="val 10790234"/>
              <a:gd name="adj2" fmla="val 21171060"/>
              <a:gd name="adj3" fmla="val 13301"/>
            </a:avLst>
          </a:prstGeom>
          <a:solidFill>
            <a:srgbClr val="FFD966">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sp>
        <p:nvSpPr>
          <p:cNvPr id="6" name="Rectangle 5"/>
          <p:cNvSpPr/>
          <p:nvPr/>
        </p:nvSpPr>
        <p:spPr>
          <a:xfrm>
            <a:off x="9439471" y="297320"/>
            <a:ext cx="2447730" cy="1200329"/>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a:t>Group1 </a:t>
            </a:r>
            <a:r>
              <a:rPr lang="en-US" dirty="0">
                <a:sym typeface="Wingdings" panose="05000000000000000000" pitchFamily="2" charset="2"/>
              </a:rPr>
              <a:t> 1+10 = </a:t>
            </a:r>
            <a:r>
              <a:rPr lang="en-US" dirty="0" smtClean="0">
                <a:sym typeface="Wingdings" panose="05000000000000000000" pitchFamily="2" charset="2"/>
              </a:rPr>
              <a:t>11</a:t>
            </a:r>
          </a:p>
          <a:p>
            <a:r>
              <a:rPr lang="en-US" dirty="0" smtClean="0">
                <a:sym typeface="Wingdings" panose="05000000000000000000" pitchFamily="2" charset="2"/>
              </a:rPr>
              <a:t>-------</a:t>
            </a:r>
            <a:endParaRPr lang="en-US" dirty="0">
              <a:sym typeface="Wingdings" panose="05000000000000000000" pitchFamily="2" charset="2"/>
            </a:endParaRPr>
          </a:p>
          <a:p>
            <a:r>
              <a:rPr lang="en-US" dirty="0">
                <a:sym typeface="Wingdings" panose="05000000000000000000" pitchFamily="2" charset="2"/>
              </a:rPr>
              <a:t>Group1 only evaluate </a:t>
            </a:r>
            <a:r>
              <a:rPr lang="en-US" dirty="0" smtClean="0">
                <a:sym typeface="Wingdings" panose="05000000000000000000" pitchFamily="2" charset="2"/>
              </a:rPr>
              <a:t>Group2 </a:t>
            </a:r>
            <a:r>
              <a:rPr lang="en-US" dirty="0">
                <a:sym typeface="Wingdings" panose="05000000000000000000" pitchFamily="2" charset="2"/>
              </a:rPr>
              <a:t>to </a:t>
            </a:r>
            <a:r>
              <a:rPr lang="en-US" dirty="0" smtClean="0">
                <a:sym typeface="Wingdings" panose="05000000000000000000" pitchFamily="2" charset="2"/>
              </a:rPr>
              <a:t>Group11</a:t>
            </a:r>
            <a:endParaRPr lang="en-US" dirty="0">
              <a:sym typeface="Wingdings" panose="05000000000000000000" pitchFamily="2" charset="2"/>
            </a:endParaRPr>
          </a:p>
        </p:txBody>
      </p:sp>
      <p:sp>
        <p:nvSpPr>
          <p:cNvPr id="9" name="Right Arrow 8"/>
          <p:cNvSpPr/>
          <p:nvPr/>
        </p:nvSpPr>
        <p:spPr>
          <a:xfrm>
            <a:off x="6001950" y="511040"/>
            <a:ext cx="670993" cy="240074"/>
          </a:xfrm>
          <a:prstGeom prst="rightArrow">
            <a:avLst/>
          </a:prstGeom>
          <a:solidFill>
            <a:srgbClr val="FFE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8562900"/>
      </p:ext>
    </p:extLst>
  </p:cSld>
  <p:clrMapOvr>
    <a:masterClrMapping/>
  </p:clrMapOvr>
  <mc:AlternateContent xmlns:mc="http://schemas.openxmlformats.org/markup-compatibility/2006" xmlns:p14="http://schemas.microsoft.com/office/powerpoint/2010/main">
    <mc:Choice Requires="p14">
      <p:transition spd="slow" p14:dur="2000" advTm="20511">
        <p:cut/>
      </p:transition>
    </mc:Choice>
    <mc:Fallback xmlns="">
      <p:transition spd="slow" advTm="20511">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361" x="10233025" y="5370513"/>
          <p14:tracePt t="1214" x="10233025" y="5348288"/>
          <p14:tracePt t="1220" x="10233025" y="5334000"/>
          <p14:tracePt t="1234" x="10233025" y="5326063"/>
          <p14:tracePt t="1251" x="10233025" y="5297488"/>
          <p14:tracePt t="1268" x="10253663" y="5260975"/>
          <p14:tracePt t="1639" x="10269538" y="5260975"/>
          <p14:tracePt t="1649" x="10275888" y="5260975"/>
          <p14:tracePt t="1665" x="10283825" y="5260975"/>
          <p14:tracePt t="1674" x="10298113" y="5260975"/>
          <p14:tracePt t="1686" x="10312400" y="5268913"/>
          <p14:tracePt t="1701" x="10326688" y="5297488"/>
          <p14:tracePt t="1717" x="10355263" y="5334000"/>
          <p14:tracePt t="1734" x="10355263" y="5392738"/>
          <p14:tracePt t="1751" x="10355263" y="5443538"/>
          <p14:tracePt t="1767" x="10340975" y="5500688"/>
          <p14:tracePt t="1784" x="10275888" y="5580063"/>
          <p14:tracePt t="1801" x="10160000" y="5667375"/>
          <p14:tracePt t="1817" x="10007600" y="5748338"/>
          <p14:tracePt t="1833" x="9812338" y="5827713"/>
          <p14:tracePt t="1837" x="9674225" y="5864225"/>
          <p14:tracePt t="1850" x="9507538" y="5915025"/>
          <p14:tracePt t="1867" x="9274175" y="5994400"/>
          <p14:tracePt t="1883" x="8802688" y="6073775"/>
          <p14:tracePt t="1900" x="8497888" y="6124575"/>
          <p14:tracePt t="1917" x="8201025" y="6161088"/>
          <p14:tracePt t="1933" x="7924800" y="6161088"/>
          <p14:tracePt t="1950" x="7605713" y="6161088"/>
          <p14:tracePt t="1967" x="7191375" y="6161088"/>
          <p14:tracePt t="1983" x="6662738" y="6161088"/>
          <p14:tracePt t="2000" x="6002338" y="6030913"/>
          <p14:tracePt t="2017" x="5254625" y="5813425"/>
          <p14:tracePt t="2033" x="4645025" y="5638800"/>
          <p14:tracePt t="2050" x="4157663" y="5514975"/>
          <p14:tracePt t="2067" x="3736975" y="5370513"/>
          <p14:tracePt t="2083" x="3113088" y="5167313"/>
          <p14:tracePt t="2100" x="2786063" y="4992688"/>
          <p14:tracePt t="2117" x="2511425" y="4797425"/>
          <p14:tracePt t="2133" x="2119313" y="4470400"/>
          <p14:tracePt t="2150" x="1800225" y="4165600"/>
          <p14:tracePt t="2167" x="1684338" y="3962400"/>
          <p14:tracePt t="2183" x="1639888" y="3860800"/>
          <p14:tracePt t="2200" x="1617663" y="3730625"/>
          <p14:tracePt t="2217" x="1582738" y="3578225"/>
          <p14:tracePt t="2233" x="1552575" y="3411538"/>
          <p14:tracePt t="2251" x="1538288" y="3084513"/>
          <p14:tracePt t="2267" x="1538288" y="2968625"/>
          <p14:tracePt t="2284" x="1574800" y="2678113"/>
          <p14:tracePt t="2300" x="1647825" y="2511425"/>
          <p14:tracePt t="2317" x="1690688" y="2351088"/>
          <p14:tracePt t="2334" x="1735138" y="2184400"/>
          <p14:tracePt t="2351" x="1820863" y="1989138"/>
          <p14:tracePt t="2367" x="1930400" y="1806575"/>
          <p14:tracePt t="2384" x="2046288" y="1639888"/>
          <p14:tracePt t="2400" x="2206625" y="1487488"/>
          <p14:tracePt t="2417" x="2351088" y="1357313"/>
          <p14:tracePt t="2434" x="2452688" y="1233488"/>
          <p14:tracePt t="2450" x="2562225" y="1089025"/>
          <p14:tracePt t="2467" x="2655888" y="950913"/>
          <p14:tracePt t="2484" x="2830513" y="798513"/>
          <p14:tracePt t="2500" x="3005138" y="674688"/>
          <p14:tracePt t="2517" x="3157538" y="587375"/>
          <p14:tracePt t="2534" x="3360738" y="493713"/>
          <p14:tracePt t="2550" x="3513138" y="414338"/>
          <p14:tracePt t="2567" x="3679825" y="341313"/>
          <p14:tracePt t="2584" x="3846513" y="296863"/>
          <p14:tracePt t="2601" x="4005263" y="254000"/>
          <p14:tracePt t="2617" x="4173538" y="225425"/>
          <p14:tracePt t="2634" x="4383088" y="188913"/>
          <p14:tracePt t="2650" x="4630738" y="123825"/>
          <p14:tracePt t="2667" x="5051425" y="36513"/>
          <p14:tracePt t="2684" x="5268913" y="0"/>
          <p14:tracePt t="2700" x="5449888" y="0"/>
          <p14:tracePt t="2717" x="5610225" y="0"/>
          <p14:tracePt t="2734" x="5732463" y="0"/>
          <p14:tracePt t="2750" x="5856288" y="0"/>
          <p14:tracePt t="2767" x="5986463" y="0"/>
          <p14:tracePt t="2784" x="6132513" y="0"/>
          <p14:tracePt t="2800" x="6256338" y="14288"/>
          <p14:tracePt t="2817" x="6392863" y="36513"/>
          <p14:tracePt t="2834" x="6553200" y="87313"/>
          <p14:tracePt t="2836" x="6654800" y="109538"/>
          <p14:tracePt t="2850" x="6734175" y="130175"/>
          <p14:tracePt t="2867" x="7069138" y="231775"/>
          <p14:tracePt t="2884" x="7292975" y="312738"/>
          <p14:tracePt t="2900" x="7526338" y="406400"/>
          <p14:tracePt t="2917" x="7743825" y="508000"/>
          <p14:tracePt t="2934" x="7947025" y="609600"/>
          <p14:tracePt t="2950" x="8113713" y="711200"/>
          <p14:tracePt t="2967" x="8266113" y="798513"/>
          <p14:tracePt t="2984" x="8410575" y="900113"/>
          <p14:tracePt t="3000" x="8562975" y="1008063"/>
          <p14:tracePt t="3017" x="8694738" y="1095375"/>
          <p14:tracePt t="3034" x="8810625" y="1182688"/>
          <p14:tracePt t="3050" x="8897938" y="1255713"/>
          <p14:tracePt t="3068" x="9005888" y="1363663"/>
          <p14:tracePt t="3085" x="9093200" y="1465263"/>
          <p14:tracePt t="3102" x="9166225" y="1546225"/>
          <p14:tracePt t="3119" x="9253538" y="1647825"/>
          <p14:tracePt t="3134" x="9324975" y="1719263"/>
          <p14:tracePt t="3151" x="9369425" y="1778000"/>
          <p14:tracePt t="3168" x="9420225" y="1836738"/>
          <p14:tracePt t="3185" x="9499600" y="1938338"/>
          <p14:tracePt t="3202" x="9586913" y="2060575"/>
          <p14:tracePt t="3217" x="9659938" y="2184400"/>
          <p14:tracePt t="3234" x="9739313" y="2293938"/>
          <p14:tracePt t="3251" x="9790113" y="2373313"/>
          <p14:tracePt t="3267" x="9863138" y="2497138"/>
          <p14:tracePt t="3284" x="9891713" y="2582863"/>
          <p14:tracePt t="3301" x="9942513" y="2720975"/>
          <p14:tracePt t="3317" x="9999663" y="2836863"/>
          <p14:tracePt t="3334" x="10036175" y="2932113"/>
          <p14:tracePt t="3343" x="10044113" y="2954338"/>
          <p14:tracePt t="3354" x="10066338" y="2997200"/>
          <p14:tracePt t="3370" x="10072688" y="3025775"/>
          <p14:tracePt t="3384" x="10080625" y="3062288"/>
          <p14:tracePt t="3402" x="10094913" y="3090863"/>
          <p14:tracePt t="3418" x="10101263" y="3127375"/>
          <p14:tracePt t="3435" x="10109200" y="3141663"/>
          <p14:tracePt t="3564" x="10109200" y="3149600"/>
          <p14:tracePt t="3749" x="10072688" y="3149600"/>
          <p14:tracePt t="3768" x="10021888" y="3163888"/>
          <p14:tracePt t="3785" x="9993313" y="3171825"/>
          <p14:tracePt t="3803" x="9985375" y="3171825"/>
          <p14:tracePt t="3818" x="9971088" y="3171825"/>
          <p14:tracePt t="3835" x="9964738" y="3171825"/>
          <p14:tracePt t="3852" x="9948863" y="3171825"/>
          <p14:tracePt t="3877" x="9942513" y="3178175"/>
          <p14:tracePt t="3895" x="9928225" y="3178175"/>
          <p14:tracePt t="3938" x="9920288" y="3178175"/>
          <p14:tracePt t="3973" x="9906000" y="3178175"/>
          <p14:tracePt t="4009" x="9898063" y="3186113"/>
          <p14:tracePt t="4041" x="9883775" y="3186113"/>
          <p14:tracePt t="4048" x="9869488" y="3186113"/>
          <p14:tracePt t="4062" x="9725025" y="3171825"/>
          <p14:tracePt t="4073" x="9593263" y="3135313"/>
          <p14:tracePt t="4085" x="9375775" y="2989263"/>
          <p14:tracePt t="4101" x="9186863" y="2867025"/>
          <p14:tracePt t="4118" x="8932863" y="2706688"/>
          <p14:tracePt t="4134" x="8505825" y="2446338"/>
          <p14:tracePt t="4151" x="7939088" y="2097088"/>
          <p14:tracePt t="4168" x="7439025" y="1806575"/>
          <p14:tracePt t="4184" x="7119938" y="1611313"/>
          <p14:tracePt t="4201" x="6931025" y="1487488"/>
          <p14:tracePt t="4218" x="6843713" y="1393825"/>
          <p14:tracePt t="4234" x="6784975" y="1298575"/>
          <p14:tracePt t="4252" x="6677025" y="1109663"/>
          <p14:tracePt t="4268" x="6646863" y="1038225"/>
          <p14:tracePt t="4285" x="6632575" y="957263"/>
          <p14:tracePt t="4301" x="6626225" y="906463"/>
          <p14:tracePt t="4318" x="6611938" y="885825"/>
          <p14:tracePt t="4334" x="6596063" y="827088"/>
          <p14:tracePt t="4351" x="6553200" y="739775"/>
          <p14:tracePt t="4368" x="6488113" y="646113"/>
          <p14:tracePt t="4384" x="6408738" y="558800"/>
          <p14:tracePt t="4402" x="6357938" y="493713"/>
          <p14:tracePt t="4418" x="6299200" y="420688"/>
          <p14:tracePt t="4434" x="6248400" y="341313"/>
          <p14:tracePt t="4451" x="6205538" y="282575"/>
          <p14:tracePt t="4454" x="6189663" y="261938"/>
          <p14:tracePt t="4468" x="6132513" y="203200"/>
          <p14:tracePt t="4484" x="6096000" y="174625"/>
          <p14:tracePt t="4501" x="6088063" y="160338"/>
          <p14:tracePt t="4518" x="6081713" y="160338"/>
          <p14:tracePt t="4534" x="6073775" y="152400"/>
          <p14:tracePt t="4570" x="6067425" y="144463"/>
          <p14:tracePt t="4584" x="6059488" y="138113"/>
          <p14:tracePt t="4601" x="6037263" y="115888"/>
          <p14:tracePt t="4618" x="6030913" y="109538"/>
          <p14:tracePt t="4634" x="6030913" y="79375"/>
          <p14:tracePt t="4653" x="6030913" y="65088"/>
          <p14:tracePt t="4668" x="6030913" y="58738"/>
          <p14:tracePt t="4684" x="6053138" y="42863"/>
          <p14:tracePt t="4701" x="6096000" y="36513"/>
          <p14:tracePt t="4718" x="6154738" y="36513"/>
          <p14:tracePt t="4735" x="6205538" y="36513"/>
          <p14:tracePt t="4752" x="6240463" y="36513"/>
          <p14:tracePt t="4768" x="6291263" y="42863"/>
          <p14:tracePt t="4785" x="6327775" y="65088"/>
          <p14:tracePt t="4802" x="6378575" y="87313"/>
          <p14:tracePt t="4818" x="6408738" y="115888"/>
          <p14:tracePt t="4822" x="6423025" y="130175"/>
          <p14:tracePt t="4834" x="6423025" y="138113"/>
          <p14:tracePt t="4851" x="6437313" y="174625"/>
          <p14:tracePt t="4868" x="6437313" y="211138"/>
          <p14:tracePt t="4884" x="6443663" y="246063"/>
          <p14:tracePt t="4902" x="6459538" y="296863"/>
          <p14:tracePt t="4918" x="6459538" y="327025"/>
          <p14:tracePt t="4934" x="6459538" y="341313"/>
          <p14:tracePt t="4951" x="6437313" y="363538"/>
          <p14:tracePt t="4968" x="6408738" y="398463"/>
          <p14:tracePt t="4985" x="6378575" y="420688"/>
          <p14:tracePt t="5002" x="6350000" y="449263"/>
          <p14:tracePt t="5018" x="6313488" y="471488"/>
          <p14:tracePt t="5036" x="6276975" y="479425"/>
          <p14:tracePt t="5052" x="6219825" y="493713"/>
          <p14:tracePt t="5069" x="6161088" y="493713"/>
          <p14:tracePt t="5086" x="6110288" y="493713"/>
          <p14:tracePt t="5103" x="6067425" y="493713"/>
          <p14:tracePt t="5119" x="6030913" y="493713"/>
          <p14:tracePt t="5135" x="5980113" y="465138"/>
          <p14:tracePt t="5152" x="5943600" y="428625"/>
          <p14:tracePt t="5168" x="5921375" y="392113"/>
          <p14:tracePt t="5189" x="5915025" y="341313"/>
          <p14:tracePt t="5202" x="5907088" y="319088"/>
          <p14:tracePt t="5219" x="5907088" y="276225"/>
          <p14:tracePt t="5237" x="5907088" y="239713"/>
          <p14:tracePt t="5252" x="5915025" y="217488"/>
          <p14:tracePt t="5268" x="5929313" y="195263"/>
          <p14:tracePt t="5285" x="5957888" y="180975"/>
          <p14:tracePt t="5304" x="6016625" y="160338"/>
          <p14:tracePt t="5319" x="6081713" y="152400"/>
          <p14:tracePt t="5329" x="6132513" y="144463"/>
          <p14:tracePt t="5340" x="6205538" y="130175"/>
          <p14:tracePt t="5352" x="6234113" y="130175"/>
          <p14:tracePt t="5368" x="6299200" y="130175"/>
          <p14:tracePt t="5385" x="6335713" y="130175"/>
          <p14:tracePt t="5402" x="6386513" y="152400"/>
          <p14:tracePt t="5420" x="6459538" y="188913"/>
          <p14:tracePt t="5436" x="6480175" y="195263"/>
          <p14:tracePt t="5453" x="6538913" y="231775"/>
          <p14:tracePt t="5469" x="6567488" y="261938"/>
          <p14:tracePt t="5485" x="6567488" y="296863"/>
          <p14:tracePt t="5502" x="6575425" y="355600"/>
          <p14:tracePt t="5519" x="6589713" y="420688"/>
          <p14:tracePt t="5535" x="6604000" y="493713"/>
          <p14:tracePt t="5552" x="6611938" y="550863"/>
          <p14:tracePt t="5570" x="6611938" y="595313"/>
          <p14:tracePt t="5585" x="6611938" y="623888"/>
          <p14:tracePt t="5606" x="6596063" y="660400"/>
          <p14:tracePt t="5622" x="6581775" y="696913"/>
          <p14:tracePt t="5636" x="6575425" y="711200"/>
          <p14:tracePt t="5653" x="6530975" y="747713"/>
          <p14:tracePt t="5669" x="6494463" y="762000"/>
          <p14:tracePt t="5685" x="6465888" y="790575"/>
          <p14:tracePt t="5702" x="6437313" y="798513"/>
          <p14:tracePt t="5718" x="6400800" y="812800"/>
          <p14:tracePt t="5734" x="6378575" y="827088"/>
          <p14:tracePt t="5751" x="6342063" y="835025"/>
          <p14:tracePt t="5768" x="6307138" y="849313"/>
          <p14:tracePt t="5785" x="6291263" y="849313"/>
          <p14:tracePt t="5801" x="6276975" y="855663"/>
          <p14:tracePt t="5818" x="6270625" y="855663"/>
          <p14:tracePt t="5820" x="6262688" y="855663"/>
          <p14:tracePt t="5835" x="6256338" y="855663"/>
          <p14:tracePt t="5852" x="6248400" y="855663"/>
          <p14:tracePt t="5868" x="6234113" y="863600"/>
          <p14:tracePt t="5885" x="6219825" y="863600"/>
          <p14:tracePt t="5902" x="6189663" y="863600"/>
          <p14:tracePt t="5919" x="6161088" y="863600"/>
          <p14:tracePt t="5937" x="6154738" y="863600"/>
          <p14:tracePt t="5952" x="6138863" y="871538"/>
          <p14:tracePt t="6048" x="6132513" y="871538"/>
          <p14:tracePt t="6063" x="6124575" y="871538"/>
          <p14:tracePt t="6074" x="6118225" y="871538"/>
          <p14:tracePt t="6089" x="6110288" y="871538"/>
          <p14:tracePt t="6103" x="6096000" y="871538"/>
          <p14:tracePt t="6123" x="6088063" y="871538"/>
          <p14:tracePt t="6136" x="6081713" y="871538"/>
          <p14:tracePt t="6175" x="6073775" y="871538"/>
          <p14:tracePt t="6186" x="6067425" y="871538"/>
          <p14:tracePt t="6206" x="6059488" y="863600"/>
          <p14:tracePt t="6241" x="6053138" y="855663"/>
          <p14:tracePt t="6281" x="6045200" y="849313"/>
          <p14:tracePt t="6321" x="6045200" y="841375"/>
          <p14:tracePt t="6337" x="6045200" y="835025"/>
          <p14:tracePt t="6373" x="6045200" y="820738"/>
          <p14:tracePt t="6388" x="6045200" y="812800"/>
          <p14:tracePt t="6406" x="6045200" y="804863"/>
          <p14:tracePt t="6420" x="6045200" y="790575"/>
          <p14:tracePt t="6436" x="6045200" y="784225"/>
          <p14:tracePt t="6452" x="6045200" y="762000"/>
          <p14:tracePt t="6469" x="6053138" y="754063"/>
          <p14:tracePt t="6486" x="6067425" y="739775"/>
          <p14:tracePt t="6502" x="6081713" y="733425"/>
          <p14:tracePt t="6519" x="6103938" y="719138"/>
          <p14:tracePt t="6536" x="6118225" y="711200"/>
          <p14:tracePt t="6552" x="6124575" y="696913"/>
          <p14:tracePt t="6573" x="6138863" y="688975"/>
          <p14:tracePt t="6588" x="6161088" y="688975"/>
          <p14:tracePt t="6604" x="6169025" y="682625"/>
          <p14:tracePt t="6619" x="6183313" y="674688"/>
          <p14:tracePt t="6636" x="6189663" y="674688"/>
          <p14:tracePt t="6653" x="6205538" y="668338"/>
          <p14:tracePt t="6669" x="6211888" y="668338"/>
          <p14:tracePt t="6686" x="6226175" y="668338"/>
          <p14:tracePt t="6702" x="6240463" y="668338"/>
          <p14:tracePt t="6719" x="6256338" y="668338"/>
          <p14:tracePt t="6752" x="6276975" y="668338"/>
          <p14:tracePt t="6769" x="6291263" y="668338"/>
          <p14:tracePt t="6786" x="6299200" y="668338"/>
          <p14:tracePt t="6802" x="6313488" y="668338"/>
          <p14:tracePt t="6819" x="6335713" y="668338"/>
          <p14:tracePt t="6836" x="6342063" y="668338"/>
          <p14:tracePt t="6851" x="6357938" y="668338"/>
          <p14:tracePt t="6868" x="6364288" y="674688"/>
          <p14:tracePt t="6885" x="6378575" y="682625"/>
          <p14:tracePt t="6902" x="6392863" y="688975"/>
          <p14:tracePt t="6918" x="6400800" y="696913"/>
          <p14:tracePt t="6935" x="6415088" y="703263"/>
          <p14:tracePt t="6952" x="6423025" y="703263"/>
          <p14:tracePt t="6985" x="6429375" y="703263"/>
          <p14:tracePt t="7043" x="6437313" y="703263"/>
          <p14:tracePt t="7060" x="6437313" y="711200"/>
          <p14:tracePt t="7482" x="6437313" y="719138"/>
          <p14:tracePt t="8349" x="6429375" y="725488"/>
          <p14:tracePt t="8365" x="6408738" y="733425"/>
          <p14:tracePt t="8373" x="6386513" y="739775"/>
          <p14:tracePt t="8380" x="6372225" y="747713"/>
          <p14:tracePt t="8388" x="6342063" y="747713"/>
          <p14:tracePt t="8402" x="6307138" y="769938"/>
          <p14:tracePt t="8419" x="6276975" y="776288"/>
          <p14:tracePt t="8436" x="6219825" y="784225"/>
          <p14:tracePt t="8452" x="6183313" y="784225"/>
          <p14:tracePt t="8469" x="6161088" y="784225"/>
          <p14:tracePt t="8486" x="6154738" y="784225"/>
          <p14:tracePt t="8644" x="6161088" y="776288"/>
          <p14:tracePt t="8652" x="6175375" y="776288"/>
          <p14:tracePt t="8661" x="6197600" y="776288"/>
          <p14:tracePt t="8669" x="6219825" y="776288"/>
          <p14:tracePt t="8685" x="6276975" y="776288"/>
          <p14:tracePt t="8702" x="6335713" y="776288"/>
          <p14:tracePt t="8719" x="6386513" y="769938"/>
          <p14:tracePt t="8736" x="6415088" y="769938"/>
          <p14:tracePt t="8752" x="6423025" y="762000"/>
          <p14:tracePt t="8769" x="6437313" y="762000"/>
          <p14:tracePt t="8786" x="6465888" y="762000"/>
          <p14:tracePt t="8807" x="6502400" y="762000"/>
          <p14:tracePt t="8820" x="6510338" y="762000"/>
          <p14:tracePt t="8827" x="6530975" y="762000"/>
          <p14:tracePt t="8840" x="6538913" y="762000"/>
          <p14:tracePt t="8853" x="6545263" y="762000"/>
          <p14:tracePt t="8871" x="6553200" y="762000"/>
          <p14:tracePt t="8886" x="6581775" y="754063"/>
          <p14:tracePt t="8903" x="6604000" y="747713"/>
          <p14:tracePt t="8920" x="6626225" y="747713"/>
          <p14:tracePt t="8936" x="6640513" y="739775"/>
          <p14:tracePt t="8953" x="6654800" y="733425"/>
          <p14:tracePt t="8969" x="6677025" y="725488"/>
          <p14:tracePt t="8986" x="6705600" y="711200"/>
          <p14:tracePt t="9004" x="6756400" y="674688"/>
          <p14:tracePt t="9019" x="6778625" y="668338"/>
          <p14:tracePt t="9037" x="6799263" y="646113"/>
          <p14:tracePt t="9058" x="6835775" y="617538"/>
          <p14:tracePt t="9070" x="6858000" y="601663"/>
          <p14:tracePt t="9086" x="6894513" y="573088"/>
          <p14:tracePt t="9103" x="6923088" y="544513"/>
          <p14:tracePt t="9123" x="6959600" y="508000"/>
          <p14:tracePt t="9136" x="6973888" y="493713"/>
          <p14:tracePt t="9153" x="6988175" y="479425"/>
          <p14:tracePt t="9170" x="7010400" y="465138"/>
          <p14:tracePt t="9187" x="7018338" y="449263"/>
          <p14:tracePt t="9203" x="7032625" y="442913"/>
          <p14:tracePt t="9236" x="7046913" y="434975"/>
          <p14:tracePt t="9253" x="7061200" y="414338"/>
          <p14:tracePt t="9269" x="7061200" y="406400"/>
          <p14:tracePt t="9286" x="7069138" y="392113"/>
          <p14:tracePt t="9302" x="7089775" y="363538"/>
          <p14:tracePt t="9319" x="7104063" y="347663"/>
          <p14:tracePt t="9336" x="7112000" y="333375"/>
          <p14:tracePt t="9352" x="7126288" y="327025"/>
          <p14:tracePt t="9369" x="7148513" y="312738"/>
          <p14:tracePt t="9386" x="7185025" y="296863"/>
          <p14:tracePt t="9403" x="7227888" y="290513"/>
          <p14:tracePt t="9419" x="7286625" y="282575"/>
          <p14:tracePt t="9436" x="7323138" y="276225"/>
          <p14:tracePt t="9453" x="7337425" y="276225"/>
          <p14:tracePt t="9469" x="7358063" y="276225"/>
          <p14:tracePt t="9486" x="7394575" y="276225"/>
          <p14:tracePt t="9503" x="7445375" y="276225"/>
          <p14:tracePt t="9519" x="7481888" y="276225"/>
          <p14:tracePt t="9536" x="7504113" y="276225"/>
          <p14:tracePt t="9553" x="7546975" y="276225"/>
          <p14:tracePt t="9569" x="7561263" y="282575"/>
          <p14:tracePt t="9586" x="7583488" y="290513"/>
          <p14:tracePt t="9603" x="7597775" y="296863"/>
          <p14:tracePt t="9620" x="7605713" y="304800"/>
          <p14:tracePt t="9636" x="7627938" y="312738"/>
          <p14:tracePt t="9653" x="7642225" y="327025"/>
          <p14:tracePt t="9669" x="7656513" y="341313"/>
          <p14:tracePt t="9686" x="7678738" y="363538"/>
          <p14:tracePt t="9703" x="7699375" y="392113"/>
          <p14:tracePt t="9719" x="7713663" y="414338"/>
          <p14:tracePt t="9736" x="7729538" y="434975"/>
          <p14:tracePt t="9753" x="7729538" y="449263"/>
          <p14:tracePt t="9769" x="7729538" y="465138"/>
          <p14:tracePt t="9786" x="7743825" y="485775"/>
          <p14:tracePt t="9805" x="7743825" y="544513"/>
          <p14:tracePt t="9819" x="7743825" y="587375"/>
          <p14:tracePt t="9836" x="7735888" y="623888"/>
          <p14:tracePt t="9853" x="7721600" y="646113"/>
          <p14:tracePt t="9869" x="7699375" y="668338"/>
          <p14:tracePt t="9886" x="7685088" y="682625"/>
          <p14:tracePt t="9903" x="7648575" y="711200"/>
          <p14:tracePt t="9919" x="7605713" y="739775"/>
          <p14:tracePt t="9936" x="7561263" y="754063"/>
          <p14:tracePt t="9953" x="7540625" y="762000"/>
          <p14:tracePt t="9970" x="7504113" y="769938"/>
          <p14:tracePt t="9986" x="7481888" y="769938"/>
          <p14:tracePt t="10003" x="7459663" y="769938"/>
          <p14:tracePt t="10019" x="7373938" y="769938"/>
          <p14:tracePt t="10036" x="7307263" y="769938"/>
          <p14:tracePt t="10053" x="7256463" y="747713"/>
          <p14:tracePt t="10070" x="7213600" y="739775"/>
          <p14:tracePt t="10086" x="7177088" y="725488"/>
          <p14:tracePt t="10103" x="7162800" y="725488"/>
          <p14:tracePt t="10120" x="7134225" y="719138"/>
          <p14:tracePt t="10136" x="7089775" y="719138"/>
          <p14:tracePt t="10153" x="7053263" y="703263"/>
          <p14:tracePt t="10170" x="7032625" y="696913"/>
          <p14:tracePt t="10186" x="7002463" y="674688"/>
          <p14:tracePt t="10219" x="6981825" y="668338"/>
          <p14:tracePt t="10236" x="6967538" y="668338"/>
          <p14:tracePt t="10253" x="6959600" y="660400"/>
          <p14:tracePt t="10269" x="6959600" y="652463"/>
          <p14:tracePt t="10287" x="6945313" y="646113"/>
          <p14:tracePt t="10303" x="6923088" y="631825"/>
          <p14:tracePt t="10319" x="6908800" y="623888"/>
          <p14:tracePt t="10336" x="6886575" y="601663"/>
          <p14:tracePt t="10353" x="6858000" y="573088"/>
          <p14:tracePt t="10370" x="6829425" y="544513"/>
          <p14:tracePt t="10386" x="6807200" y="508000"/>
          <p14:tracePt t="10403" x="6784975" y="479425"/>
          <p14:tracePt t="10420" x="6784975" y="442913"/>
          <p14:tracePt t="10436" x="6784975" y="414338"/>
          <p14:tracePt t="10453" x="6784975" y="398463"/>
          <p14:tracePt t="10469" x="6784975" y="369888"/>
          <p14:tracePt t="10486" x="6784975" y="341313"/>
          <p14:tracePt t="10503" x="6784975" y="327025"/>
          <p14:tracePt t="10519" x="6792913" y="304800"/>
          <p14:tracePt t="10536" x="6807200" y="282575"/>
          <p14:tracePt t="10553" x="6821488" y="268288"/>
          <p14:tracePt t="10569" x="6829425" y="261938"/>
          <p14:tracePt t="10586" x="6850063" y="246063"/>
          <p14:tracePt t="10603" x="6865938" y="239713"/>
          <p14:tracePt t="10619" x="6886575" y="225425"/>
          <p14:tracePt t="10636" x="6900863" y="217488"/>
          <p14:tracePt t="10653" x="6923088" y="203200"/>
          <p14:tracePt t="10669" x="6937375" y="195263"/>
          <p14:tracePt t="10686" x="6951663" y="195263"/>
          <p14:tracePt t="10703" x="6967538" y="195263"/>
          <p14:tracePt t="10719" x="6981825" y="180975"/>
          <p14:tracePt t="10736" x="7002463" y="180975"/>
          <p14:tracePt t="10753" x="7018338" y="180975"/>
          <p14:tracePt t="10769" x="7038975" y="174625"/>
          <p14:tracePt t="10786" x="7046913" y="166688"/>
          <p14:tracePt t="10806" x="7075488" y="166688"/>
          <p14:tracePt t="10820" x="7083425" y="166688"/>
          <p14:tracePt t="10838" x="7089775" y="166688"/>
          <p14:tracePt t="10853" x="7112000" y="166688"/>
          <p14:tracePt t="10871" x="7126288" y="166688"/>
          <p14:tracePt t="10904" x="7134225" y="166688"/>
          <p14:tracePt t="10920" x="7148513" y="166688"/>
          <p14:tracePt t="10936" x="7162800" y="174625"/>
          <p14:tracePt t="10953" x="7185025" y="188913"/>
          <p14:tracePt t="10970" x="7213600" y="203200"/>
          <p14:tracePt t="10986" x="7242175" y="231775"/>
          <p14:tracePt t="11003" x="7264400" y="246063"/>
          <p14:tracePt t="11020" x="7286625" y="261938"/>
          <p14:tracePt t="11036" x="7307263" y="290513"/>
          <p14:tracePt t="11053" x="7323138" y="319088"/>
          <p14:tracePt t="11069" x="7343775" y="333375"/>
          <p14:tracePt t="11086" x="7351713" y="363538"/>
          <p14:tracePt t="11103" x="7366000" y="384175"/>
          <p14:tracePt t="11119" x="7373938" y="392113"/>
          <p14:tracePt t="11136" x="7380288" y="406400"/>
          <p14:tracePt t="11153" x="7388225" y="406400"/>
          <p14:tracePt t="11170" x="7388225" y="414338"/>
          <p14:tracePt t="11186" x="7388225" y="428625"/>
          <p14:tracePt t="11203" x="7394575" y="434975"/>
          <p14:tracePt t="11205" x="7394575" y="449263"/>
          <p14:tracePt t="11220" x="7394575" y="457200"/>
          <p14:tracePt t="11237" x="7394575" y="465138"/>
          <p14:tracePt t="11255" x="7402513" y="479425"/>
          <p14:tracePt t="11295" x="7402513" y="493713"/>
          <p14:tracePt t="11320" x="7402513" y="500063"/>
          <p14:tracePt t="11336" x="7402513" y="515938"/>
          <p14:tracePt t="11351" x="7402513" y="522288"/>
          <p14:tracePt t="11375" x="7402513" y="536575"/>
          <p14:tracePt t="11399" x="7402513" y="544513"/>
          <p14:tracePt t="11407" x="7394575" y="544513"/>
          <p14:tracePt t="11420" x="7394575" y="566738"/>
          <p14:tracePt t="11437" x="7380288" y="581025"/>
          <p14:tracePt t="11453" x="7380288" y="595313"/>
          <p14:tracePt t="11470" x="7366000" y="617538"/>
          <p14:tracePt t="11487" x="7358063" y="638175"/>
          <p14:tracePt t="11504" x="7343775" y="652463"/>
          <p14:tracePt t="11520" x="7329488" y="668338"/>
          <p14:tracePt t="11540" x="7307263" y="696913"/>
          <p14:tracePt t="11554" x="7300913" y="711200"/>
          <p14:tracePt t="11570" x="7286625" y="725488"/>
          <p14:tracePt t="11588" x="7256463" y="739775"/>
          <p14:tracePt t="11604" x="7221538" y="747713"/>
          <p14:tracePt t="11624" x="7185025" y="754063"/>
          <p14:tracePt t="11637" x="7162800" y="762000"/>
          <p14:tracePt t="11654" x="7134225" y="769938"/>
          <p14:tracePt t="11671" x="7112000" y="769938"/>
          <p14:tracePt t="11687" x="7083425" y="776288"/>
          <p14:tracePt t="11704" x="7075488" y="784225"/>
          <p14:tracePt t="11720" x="7053263" y="784225"/>
          <p14:tracePt t="11737" x="7046913" y="784225"/>
          <p14:tracePt t="11754" x="7038975" y="784225"/>
          <p14:tracePt t="11796" x="7032625" y="784225"/>
          <p14:tracePt t="12008" x="7024688" y="784225"/>
          <p14:tracePt t="12033" x="7018338" y="784225"/>
          <p14:tracePt t="12042" x="7010400" y="784225"/>
          <p14:tracePt t="12060" x="7002463" y="784225"/>
          <p14:tracePt t="12073" x="7002463" y="769938"/>
          <p14:tracePt t="12094" x="6996113" y="762000"/>
          <p14:tracePt t="12127" x="6996113" y="747713"/>
          <p14:tracePt t="12153" x="6988175" y="747713"/>
          <p14:tracePt t="12344" x="6988175" y="739775"/>
          <p14:tracePt t="12353" x="6988175" y="733425"/>
          <p14:tracePt t="12360" x="7010400" y="725488"/>
          <p14:tracePt t="12373" x="7053263" y="711200"/>
          <p14:tracePt t="12388" x="7053263" y="703263"/>
          <p14:tracePt t="12405" x="7104063" y="682625"/>
          <p14:tracePt t="12420" x="7140575" y="668338"/>
          <p14:tracePt t="12437" x="7170738" y="660400"/>
          <p14:tracePt t="12454" x="7213600" y="652463"/>
          <p14:tracePt t="12470" x="7264400" y="638175"/>
          <p14:tracePt t="12487" x="7343775" y="631825"/>
          <p14:tracePt t="12504" x="7453313" y="623888"/>
          <p14:tracePt t="12520" x="7561263" y="623888"/>
          <p14:tracePt t="12537" x="7713663" y="623888"/>
          <p14:tracePt t="12556" x="7953375" y="682625"/>
          <p14:tracePt t="12572" x="8105775" y="739775"/>
          <p14:tracePt t="12589" x="8215313" y="804863"/>
          <p14:tracePt t="12604" x="8331200" y="885825"/>
          <p14:tracePt t="12622" x="8424863" y="973138"/>
          <p14:tracePt t="12637" x="8526463" y="1109663"/>
          <p14:tracePt t="12654" x="8613775" y="1233488"/>
          <p14:tracePt t="12670" x="8701088" y="1379538"/>
          <p14:tracePt t="12687" x="8788400" y="1531938"/>
          <p14:tracePt t="12704" x="8867775" y="1684338"/>
          <p14:tracePt t="12721" x="8940800" y="1851025"/>
          <p14:tracePt t="12737" x="8999538" y="2003425"/>
          <p14:tracePt t="12754" x="9034463" y="2176463"/>
          <p14:tracePt t="12770" x="9085263" y="2359025"/>
          <p14:tracePt t="12787" x="9136063" y="2517775"/>
          <p14:tracePt t="12804" x="9180513" y="2735263"/>
          <p14:tracePt t="12821" x="9202738" y="2859088"/>
          <p14:tracePt t="12837" x="9209088" y="2989263"/>
          <p14:tracePt t="12854" x="9217025" y="3113088"/>
          <p14:tracePt t="12871" x="9237663" y="3236913"/>
          <p14:tracePt t="12887" x="9245600" y="3344863"/>
          <p14:tracePt t="12904" x="9245600" y="3432175"/>
          <p14:tracePt t="12921" x="9245600" y="3527425"/>
          <p14:tracePt t="12937" x="9245600" y="3606800"/>
          <p14:tracePt t="12954" x="9237663" y="3716338"/>
          <p14:tracePt t="12970" x="9217025" y="3838575"/>
          <p14:tracePt t="12988" x="9158288" y="4005263"/>
          <p14:tracePt t="13004" x="9107488" y="4114800"/>
          <p14:tracePt t="13022" x="9034463" y="4238625"/>
          <p14:tracePt t="13038" x="8904288" y="4448175"/>
          <p14:tracePt t="13054" x="8780463" y="4673600"/>
          <p14:tracePt t="13071" x="8678863" y="4848225"/>
          <p14:tracePt t="13087" x="8585200" y="4986338"/>
          <p14:tracePt t="13104" x="8491538" y="5087938"/>
          <p14:tracePt t="13120" x="8418513" y="5189538"/>
          <p14:tracePt t="13137" x="8359775" y="5260975"/>
          <p14:tracePt t="13153" x="8288338" y="5356225"/>
          <p14:tracePt t="13170" x="8215313" y="5443538"/>
          <p14:tracePt t="13187" x="8135938" y="5529263"/>
          <p14:tracePt t="13203" x="8085138" y="5588000"/>
          <p14:tracePt t="13220" x="8048625" y="5638800"/>
          <p14:tracePt t="13237" x="7997825" y="5718175"/>
          <p14:tracePt t="13253" x="7953375" y="5783263"/>
          <p14:tracePt t="13271" x="7888288" y="5870575"/>
          <p14:tracePt t="13287" x="7831138" y="5965825"/>
          <p14:tracePt t="13304" x="7764463" y="6037263"/>
          <p14:tracePt t="13320" x="7713663" y="6118225"/>
          <p14:tracePt t="13337" x="7670800" y="6169025"/>
          <p14:tracePt t="13354" x="7620000" y="6240463"/>
          <p14:tracePt t="13370" x="7569200" y="6291263"/>
          <p14:tracePt t="13387" x="7510463" y="6357938"/>
          <p14:tracePt t="13404" x="7475538" y="6392863"/>
          <p14:tracePt t="13420" x="7453313" y="6429375"/>
          <p14:tracePt t="13437" x="7431088" y="6459538"/>
          <p14:tracePt t="13454" x="7408863" y="6480175"/>
          <p14:tracePt t="13470" x="7402513" y="6488113"/>
          <p14:tracePt t="13487" x="7388225" y="6502400"/>
          <p14:tracePt t="13525" x="7373938" y="6510338"/>
          <p14:tracePt t="13538" x="7366000" y="6510338"/>
          <p14:tracePt t="13555" x="7358063" y="6510338"/>
          <p14:tracePt t="13574" x="7323138" y="6510338"/>
          <p14:tracePt t="13590" x="7307263" y="6510338"/>
          <p14:tracePt t="13604" x="7292975" y="6510338"/>
          <p14:tracePt t="13626" x="7286625" y="6510338"/>
          <p14:tracePt t="13656" x="7278688" y="6510338"/>
          <p14:tracePt t="13768" x="7272338" y="6510338"/>
          <p14:tracePt t="14153" x="7272338" y="6502400"/>
          <p14:tracePt t="14159" x="7272338" y="6494463"/>
          <p14:tracePt t="14171" x="7272338" y="6473825"/>
          <p14:tracePt t="14187" x="7272338" y="6429375"/>
          <p14:tracePt t="14204" x="7272338" y="6400800"/>
          <p14:tracePt t="14221" x="7272338" y="6364288"/>
          <p14:tracePt t="14237" x="7272338" y="6350000"/>
          <p14:tracePt t="14254" x="7278688" y="6313488"/>
          <p14:tracePt t="14272" x="7292975" y="6284913"/>
          <p14:tracePt t="14288" x="7307263" y="6256338"/>
          <p14:tracePt t="14307" x="7323138" y="6226175"/>
          <p14:tracePt t="14325" x="7343775" y="6197600"/>
          <p14:tracePt t="14335" x="7351713" y="6189663"/>
          <p14:tracePt t="14345" x="7366000" y="6169025"/>
          <p14:tracePt t="14356" x="7394575" y="6146800"/>
          <p14:tracePt t="14374" x="7439025" y="6110288"/>
          <p14:tracePt t="14388" x="7475538" y="6088063"/>
          <p14:tracePt t="14404" x="7518400" y="6067425"/>
          <p14:tracePt t="14421" x="7540625" y="6059488"/>
          <p14:tracePt t="14437" x="7569200" y="6053138"/>
          <p14:tracePt t="14454" x="7612063" y="6053138"/>
          <p14:tracePt t="14473" x="7648575" y="6053138"/>
          <p14:tracePt t="14488" x="7685088" y="6073775"/>
          <p14:tracePt t="14505" x="7707313" y="6096000"/>
          <p14:tracePt t="14522" x="7721600" y="6146800"/>
          <p14:tracePt t="14537" x="7729538" y="6183313"/>
          <p14:tracePt t="14540" x="7729538" y="6205538"/>
          <p14:tracePt t="14554" x="7729538" y="6211888"/>
          <p14:tracePt t="14571" x="7713663" y="6270625"/>
          <p14:tracePt t="14588" x="7699375" y="6270625"/>
          <p14:tracePt t="14605" x="7678738" y="6276975"/>
          <p14:tracePt t="14638" x="7662863" y="6276975"/>
          <p14:tracePt t="14658" x="7656513" y="6276975"/>
          <p14:tracePt t="14688" x="7656513" y="6270625"/>
          <p14:tracePt t="14703" x="7656513" y="6256338"/>
          <p14:tracePt t="14715" x="7735888" y="6211888"/>
          <p14:tracePt t="14725" x="7823200" y="6189663"/>
          <p14:tracePt t="14739" x="7953375" y="6154738"/>
          <p14:tracePt t="14757" x="8570913" y="5935663"/>
          <p14:tracePt t="14774" x="8991600" y="5711825"/>
          <p14:tracePt t="14789" x="9296400" y="5427663"/>
          <p14:tracePt t="14807" x="9629775" y="4840288"/>
          <p14:tracePt t="14821" x="9891713" y="4252913"/>
          <p14:tracePt t="14828" x="10021888" y="4005263"/>
          <p14:tracePt t="14838" x="10145713" y="3810000"/>
          <p14:tracePt t="14855" x="10348913" y="3476625"/>
          <p14:tracePt t="14876" x="10515600" y="3163888"/>
          <p14:tracePt t="14888" x="10558463" y="3055938"/>
          <p14:tracePt t="14905" x="10653713" y="2836863"/>
          <p14:tracePt t="14922" x="10761663" y="2590800"/>
          <p14:tracePt t="14938" x="10893425" y="2379663"/>
          <p14:tracePt t="14956" x="11037888" y="2119313"/>
          <p14:tracePt t="14972" x="11060113" y="2060575"/>
          <p14:tracePt t="14988" x="11117263" y="1901825"/>
          <p14:tracePt t="15006" x="11147425" y="1792288"/>
          <p14:tracePt t="15023" x="11153775" y="1704975"/>
          <p14:tracePt t="15038" x="11168063" y="1633538"/>
          <p14:tracePt t="15056" x="11198225" y="1560513"/>
          <p14:tracePt t="15072" x="11204575" y="1473200"/>
          <p14:tracePt t="15092" x="11212513" y="1343025"/>
          <p14:tracePt t="15105" x="11212513" y="1298575"/>
          <p14:tracePt t="15122" x="11212513" y="1219200"/>
          <p14:tracePt t="15138" x="11226800" y="1146175"/>
          <p14:tracePt t="15156" x="11234738" y="1066800"/>
          <p14:tracePt t="15172" x="11234738" y="1044575"/>
          <p14:tracePt t="15188" x="11234738" y="1016000"/>
          <p14:tracePt t="15205" x="11234738" y="1008063"/>
          <p14:tracePt t="15221" x="11234738" y="1001713"/>
          <p14:tracePt t="15255" x="11241088" y="993775"/>
          <p14:tracePt t="15303" x="11249025" y="987425"/>
          <p14:tracePt t="15354" x="11263313" y="987425"/>
          <p14:tracePt t="15370" x="11263313" y="979488"/>
          <p14:tracePt t="15409" x="11269663" y="973138"/>
          <p14:tracePt t="15436" x="11255375" y="950913"/>
          <p14:tracePt t="15464" x="11117263" y="877888"/>
          <p14:tracePt t="15480" x="11045825" y="841375"/>
          <p14:tracePt t="15496" x="10987088" y="812800"/>
          <p14:tracePt t="15507" x="10958513" y="790575"/>
          <p14:tracePt t="15521" x="10936288" y="776288"/>
          <p14:tracePt t="15538" x="10914063" y="762000"/>
          <p14:tracePt t="15555" x="10893425" y="739775"/>
          <p14:tracePt t="15573" x="10871200" y="725488"/>
          <p14:tracePt t="15588" x="10848975" y="711200"/>
          <p14:tracePt t="15605" x="10842625" y="703263"/>
          <p14:tracePt t="15626" x="10828338" y="696913"/>
          <p14:tracePt t="15638" x="10828338" y="682625"/>
          <p14:tracePt t="15655" x="10806113" y="668338"/>
          <p14:tracePt t="15672" x="10783888" y="631825"/>
          <p14:tracePt t="15688" x="10777538" y="617538"/>
          <p14:tracePt t="15705" x="10761663" y="595313"/>
          <p14:tracePt t="15722" x="10761663" y="566738"/>
          <p14:tracePt t="15738" x="10761663" y="550863"/>
          <p14:tracePt t="15759" x="10761663" y="493713"/>
          <p14:tracePt t="15776" x="10761663" y="465138"/>
          <p14:tracePt t="15788" x="10761663" y="428625"/>
          <p14:tracePt t="15806" x="10798175" y="398463"/>
          <p14:tracePt t="15824" x="10863263" y="369888"/>
          <p14:tracePt t="15833" x="10907713" y="363538"/>
          <p14:tracePt t="15847" x="10995025" y="347663"/>
          <p14:tracePt t="15858" x="11031538" y="347663"/>
          <p14:tracePt t="15871" x="11125200" y="347663"/>
          <p14:tracePt t="15888" x="11176000" y="347663"/>
          <p14:tracePt t="15905" x="11198225" y="347663"/>
          <p14:tracePt t="15922" x="11241088" y="377825"/>
          <p14:tracePt t="15938" x="11299825" y="420688"/>
          <p14:tracePt t="15955" x="11387138" y="515938"/>
          <p14:tracePt t="15972" x="11452225" y="601663"/>
          <p14:tracePt t="15988" x="11480800" y="652463"/>
          <p14:tracePt t="16005" x="11488738" y="696913"/>
          <p14:tracePt t="16022" x="11509375" y="762000"/>
          <p14:tracePt t="16038" x="11523663" y="835025"/>
          <p14:tracePt t="16057" x="11539538" y="936625"/>
          <p14:tracePt t="16071" x="11539538" y="1016000"/>
          <p14:tracePt t="16088" x="11539538" y="1074738"/>
          <p14:tracePt t="16105" x="11539538" y="1154113"/>
          <p14:tracePt t="16122" x="11539538" y="1211263"/>
          <p14:tracePt t="16138" x="11531600" y="1255713"/>
          <p14:tracePt t="16155" x="11503025" y="1371600"/>
          <p14:tracePt t="16171" x="11458575" y="1422400"/>
          <p14:tracePt t="16188" x="11430000" y="1473200"/>
          <p14:tracePt t="16205" x="11401425" y="1509713"/>
          <p14:tracePt t="16222" x="11379200" y="1531938"/>
          <p14:tracePt t="16238" x="11342688" y="1552575"/>
          <p14:tracePt t="16255" x="11306175" y="1589088"/>
          <p14:tracePt t="16272" x="11241088" y="1625600"/>
          <p14:tracePt t="16289" x="11139488" y="1676400"/>
          <p14:tracePt t="16305" x="11060113" y="1712913"/>
          <p14:tracePt t="16322" x="10987088" y="1735138"/>
          <p14:tracePt t="16326" x="10944225" y="1741488"/>
          <p14:tracePt t="16338" x="10914063" y="1741488"/>
          <p14:tracePt t="16355" x="10856913" y="1755775"/>
          <p14:tracePt t="16371" x="10718800" y="1763713"/>
          <p14:tracePt t="16388" x="10617200" y="1763713"/>
          <p14:tracePt t="16405" x="10523538" y="1763713"/>
          <p14:tracePt t="16422" x="10421938" y="1763713"/>
          <p14:tracePt t="16438" x="10348913" y="1755775"/>
          <p14:tracePt t="16455" x="10269538" y="1735138"/>
          <p14:tracePt t="16472" x="10182225" y="1712913"/>
          <p14:tracePt t="16488" x="10101263" y="1676400"/>
          <p14:tracePt t="16505" x="10036175" y="1639888"/>
          <p14:tracePt t="16524" x="9928225" y="1597025"/>
          <p14:tracePt t="16538" x="9883775" y="1574800"/>
          <p14:tracePt t="16558" x="9753600" y="1509713"/>
          <p14:tracePt t="16571" x="9659938" y="1450975"/>
          <p14:tracePt t="16588" x="9578975" y="1400175"/>
          <p14:tracePt t="16605" x="9513888" y="1335088"/>
          <p14:tracePt t="16622" x="9471025" y="1277938"/>
          <p14:tracePt t="16638" x="9448800" y="1219200"/>
          <p14:tracePt t="16655" x="9420225" y="1139825"/>
          <p14:tracePt t="16671" x="9405938" y="1066800"/>
          <p14:tracePt t="16688" x="9398000" y="987425"/>
          <p14:tracePt t="16705" x="9390063" y="914400"/>
          <p14:tracePt t="16722" x="9375775" y="835025"/>
          <p14:tracePt t="16738" x="9369425" y="762000"/>
          <p14:tracePt t="16755" x="9369425" y="703263"/>
          <p14:tracePt t="16772" x="9369425" y="623888"/>
          <p14:tracePt t="16789" x="9375775" y="581025"/>
          <p14:tracePt t="16805" x="9398000" y="530225"/>
          <p14:tracePt t="16822" x="9426575" y="493713"/>
          <p14:tracePt t="16838" x="9471025" y="449263"/>
          <p14:tracePt t="16855" x="9542463" y="377825"/>
          <p14:tracePt t="16872" x="9601200" y="341313"/>
          <p14:tracePt t="16888" x="9666288" y="296863"/>
          <p14:tracePt t="16905" x="9739313" y="261938"/>
          <p14:tracePt t="16922" x="9826625" y="225425"/>
          <p14:tracePt t="16938" x="9913938" y="211138"/>
          <p14:tracePt t="16955" x="10080625" y="160338"/>
          <p14:tracePt t="16972" x="10174288" y="152400"/>
          <p14:tracePt t="16988" x="10261600" y="138113"/>
          <p14:tracePt t="17005" x="10340975" y="138113"/>
          <p14:tracePt t="17022" x="10442575" y="138113"/>
          <p14:tracePt t="17039" x="10544175" y="138113"/>
          <p14:tracePt t="17055" x="10639425" y="138113"/>
          <p14:tracePt t="17071" x="10710863" y="138113"/>
          <p14:tracePt t="17088" x="10769600" y="138113"/>
          <p14:tracePt t="17105" x="10820400" y="138113"/>
          <p14:tracePt t="17122" x="10885488" y="144463"/>
          <p14:tracePt t="17139" x="10980738" y="188913"/>
          <p14:tracePt t="17155" x="11060113" y="225425"/>
          <p14:tracePt t="17172" x="11183938" y="296863"/>
          <p14:tracePt t="17188" x="11249025" y="341313"/>
          <p14:tracePt t="17205" x="11314113" y="392113"/>
          <p14:tracePt t="17222" x="11371263" y="428625"/>
          <p14:tracePt t="17238" x="11430000" y="485775"/>
          <p14:tracePt t="17255" x="11480800" y="550863"/>
          <p14:tracePt t="17272" x="11503025" y="595313"/>
          <p14:tracePt t="17289" x="11523663" y="638175"/>
          <p14:tracePt t="17305" x="11539538" y="674688"/>
          <p14:tracePt t="17322" x="11560175" y="725488"/>
          <p14:tracePt t="17326" x="11574463" y="762000"/>
          <p14:tracePt t="17338" x="11582400" y="784225"/>
          <p14:tracePt t="17355" x="11610975" y="849313"/>
          <p14:tracePt t="17372" x="11625263" y="877888"/>
          <p14:tracePt t="17389" x="11625263" y="922338"/>
          <p14:tracePt t="17405" x="11633200" y="973138"/>
          <p14:tracePt t="17422" x="11641138" y="1023938"/>
          <p14:tracePt t="17438" x="11641138" y="1103313"/>
          <p14:tracePt t="17455" x="11641138" y="1154113"/>
          <p14:tracePt t="17472" x="11641138" y="1190625"/>
          <p14:tracePt t="17489" x="11641138" y="1227138"/>
          <p14:tracePt t="17505" x="11641138" y="1270000"/>
          <p14:tracePt t="17522" x="11625263" y="1328738"/>
          <p14:tracePt t="17539" x="11596688" y="1422400"/>
          <p14:tracePt t="17555" x="11582400" y="1458913"/>
          <p14:tracePt t="17573" x="11531600" y="1538288"/>
          <p14:tracePt t="17588" x="11488738" y="1582738"/>
          <p14:tracePt t="17605" x="11452225" y="1617663"/>
          <p14:tracePt t="17622" x="11430000" y="1639888"/>
          <p14:tracePt t="17639" x="11379200" y="1676400"/>
          <p14:tracePt t="17655" x="11342688" y="1698625"/>
          <p14:tracePt t="17672" x="11299825" y="1719263"/>
          <p14:tracePt t="17689" x="11269663" y="1735138"/>
          <p14:tracePt t="17705" x="11241088" y="1741488"/>
          <p14:tracePt t="17722" x="11226800" y="1749425"/>
          <p14:tracePt t="17740" x="11190288" y="1755775"/>
          <p14:tracePt t="17755" x="11153775" y="1755775"/>
          <p14:tracePt t="17774" x="11117263" y="1763713"/>
          <p14:tracePt t="17789" x="11074400" y="1763713"/>
          <p14:tracePt t="17805" x="11031538" y="1763713"/>
          <p14:tracePt t="17822" x="11001375" y="1763713"/>
          <p14:tracePt t="17838" x="10950575" y="1763713"/>
          <p14:tracePt t="17855" x="10907713" y="1763713"/>
          <p14:tracePt t="17872" x="10871200" y="1763713"/>
          <p14:tracePt t="17889" x="10842625" y="1763713"/>
          <p14:tracePt t="17905" x="10812463" y="1763713"/>
          <p14:tracePt t="17922" x="10761663" y="1763713"/>
          <p14:tracePt t="17940" x="10710863" y="1749425"/>
          <p14:tracePt t="17955" x="10696575" y="1741488"/>
          <p14:tracePt t="17972" x="10690225" y="1741488"/>
          <p14:tracePt t="18007" x="10682288" y="1735138"/>
          <p14:tracePt t="18038" x="10675938" y="1727200"/>
          <p14:tracePt t="18045" x="10668000" y="1727200"/>
          <p14:tracePt t="18061" x="10660063" y="1727200"/>
          <p14:tracePt t="18072" x="10653713" y="1719263"/>
          <p14:tracePt t="18091" x="10639425" y="1712913"/>
          <p14:tracePt t="18105" x="10617200" y="1704975"/>
          <p14:tracePt t="18124" x="10588625" y="1698625"/>
          <p14:tracePt t="18139" x="10574338" y="1698625"/>
          <p14:tracePt t="18155" x="10544175" y="1698625"/>
          <p14:tracePt t="18172" x="10515600" y="1690688"/>
          <p14:tracePt t="18189" x="10507663" y="1684338"/>
          <p14:tracePt t="18222" x="10501313" y="1684338"/>
          <p14:tracePt t="18333" x="10493375" y="1684338"/>
          <p14:tracePt t="18341" x="10487025" y="1684338"/>
          <p14:tracePt t="18358" x="10479088" y="1684338"/>
          <p14:tracePt t="18469" x="10479088" y="1690688"/>
          <p14:tracePt t="18501" x="10472738" y="1690688"/>
          <p14:tracePt t="18510" x="10456863" y="1690688"/>
          <p14:tracePt t="18525" x="10442575" y="1690688"/>
          <p14:tracePt t="18539" x="10428288" y="1690688"/>
          <p14:tracePt t="18556" x="10399713" y="1704975"/>
          <p14:tracePt t="18572" x="10385425" y="1704975"/>
          <p14:tracePt t="18590" x="10371138" y="1704975"/>
          <p14:tracePt t="18605" x="10363200" y="1704975"/>
          <p14:tracePt t="18622" x="10355263" y="1704975"/>
          <p14:tracePt t="18639" x="10348913" y="1704975"/>
          <p14:tracePt t="18672" x="10334625" y="1704975"/>
          <p14:tracePt t="18689" x="10326688" y="1704975"/>
          <p14:tracePt t="18709" x="10320338" y="1704975"/>
          <p14:tracePt t="18725" x="10312400" y="1704975"/>
          <p14:tracePt t="18744" x="10304463" y="1704975"/>
          <p14:tracePt t="18765" x="10298113" y="1704975"/>
          <p14:tracePt t="18813" x="10283825" y="1704975"/>
          <p14:tracePt t="18854" x="10275888" y="1704975"/>
          <p14:tracePt t="18902" x="10261600" y="1712913"/>
          <p14:tracePt t="18989" x="10253663" y="1712913"/>
          <p14:tracePt t="19078" x="10239375" y="1712913"/>
          <p14:tracePt t="19143" x="10233025" y="1712913"/>
          <p14:tracePt t="19246" x="10225088" y="1712913"/>
          <p14:tracePt t="19350" x="10218738" y="1712913"/>
          <p14:tracePt t="19399" x="10210800" y="1712913"/>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943832422"/>
              </p:ext>
            </p:extLst>
          </p:nvPr>
        </p:nvGraphicFramePr>
        <p:xfrm>
          <a:off x="376015" y="136733"/>
          <a:ext cx="11639371" cy="65631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Block Arc 4"/>
          <p:cNvSpPr/>
          <p:nvPr/>
        </p:nvSpPr>
        <p:spPr>
          <a:xfrm rot="6293759">
            <a:off x="3440186" y="549506"/>
            <a:ext cx="6647527" cy="5821984"/>
          </a:xfrm>
          <a:prstGeom prst="blockArc">
            <a:avLst>
              <a:gd name="adj1" fmla="val 10790234"/>
              <a:gd name="adj2" fmla="val 21171060"/>
              <a:gd name="adj3" fmla="val 13301"/>
            </a:avLst>
          </a:prstGeom>
          <a:solidFill>
            <a:srgbClr val="FFD966">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sp>
        <p:nvSpPr>
          <p:cNvPr id="4" name="Rectangle 3"/>
          <p:cNvSpPr/>
          <p:nvPr/>
        </p:nvSpPr>
        <p:spPr>
          <a:xfrm>
            <a:off x="9439471" y="297320"/>
            <a:ext cx="2447730" cy="1200329"/>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smtClean="0"/>
              <a:t>Group2 </a:t>
            </a:r>
            <a:r>
              <a:rPr lang="en-US" dirty="0">
                <a:sym typeface="Wingdings" panose="05000000000000000000" pitchFamily="2" charset="2"/>
              </a:rPr>
              <a:t> </a:t>
            </a:r>
            <a:r>
              <a:rPr lang="en-US" dirty="0" smtClean="0">
                <a:sym typeface="Wingdings" panose="05000000000000000000" pitchFamily="2" charset="2"/>
              </a:rPr>
              <a:t>2+10 </a:t>
            </a:r>
            <a:r>
              <a:rPr lang="en-US" dirty="0">
                <a:sym typeface="Wingdings" panose="05000000000000000000" pitchFamily="2" charset="2"/>
              </a:rPr>
              <a:t>= </a:t>
            </a:r>
            <a:r>
              <a:rPr lang="en-US" dirty="0" smtClean="0">
                <a:sym typeface="Wingdings" panose="05000000000000000000" pitchFamily="2" charset="2"/>
              </a:rPr>
              <a:t>12</a:t>
            </a:r>
          </a:p>
          <a:p>
            <a:r>
              <a:rPr lang="en-US" dirty="0" smtClean="0">
                <a:sym typeface="Wingdings" panose="05000000000000000000" pitchFamily="2" charset="2"/>
              </a:rPr>
              <a:t>-------</a:t>
            </a:r>
            <a:endParaRPr lang="en-US" dirty="0">
              <a:sym typeface="Wingdings" panose="05000000000000000000" pitchFamily="2" charset="2"/>
            </a:endParaRPr>
          </a:p>
          <a:p>
            <a:r>
              <a:rPr lang="en-US" dirty="0" smtClean="0">
                <a:sym typeface="Wingdings" panose="05000000000000000000" pitchFamily="2" charset="2"/>
              </a:rPr>
              <a:t>Group2 </a:t>
            </a:r>
            <a:r>
              <a:rPr lang="en-US" dirty="0">
                <a:sym typeface="Wingdings" panose="05000000000000000000" pitchFamily="2" charset="2"/>
              </a:rPr>
              <a:t>only evaluate </a:t>
            </a:r>
            <a:r>
              <a:rPr lang="en-US" dirty="0" smtClean="0">
                <a:sym typeface="Wingdings" panose="05000000000000000000" pitchFamily="2" charset="2"/>
              </a:rPr>
              <a:t>Group3 </a:t>
            </a:r>
            <a:r>
              <a:rPr lang="en-US" dirty="0">
                <a:sym typeface="Wingdings" panose="05000000000000000000" pitchFamily="2" charset="2"/>
              </a:rPr>
              <a:t>to </a:t>
            </a:r>
            <a:r>
              <a:rPr lang="en-US" dirty="0" smtClean="0">
                <a:sym typeface="Wingdings" panose="05000000000000000000" pitchFamily="2" charset="2"/>
              </a:rPr>
              <a:t>Group12</a:t>
            </a:r>
            <a:endParaRPr lang="en-US" dirty="0">
              <a:sym typeface="Wingdings" panose="05000000000000000000" pitchFamily="2" charset="2"/>
            </a:endParaRPr>
          </a:p>
        </p:txBody>
      </p:sp>
    </p:spTree>
    <p:extLst>
      <p:ext uri="{BB962C8B-B14F-4D97-AF65-F5344CB8AC3E}">
        <p14:creationId xmlns:p14="http://schemas.microsoft.com/office/powerpoint/2010/main" val="2058663125"/>
      </p:ext>
    </p:extLst>
  </p:cSld>
  <p:clrMapOvr>
    <a:masterClrMapping/>
  </p:clrMapOvr>
  <mc:AlternateContent xmlns:mc="http://schemas.openxmlformats.org/markup-compatibility/2006" xmlns:p14="http://schemas.microsoft.com/office/powerpoint/2010/main">
    <mc:Choice Requires="p14">
      <p:transition spd="slow" p14:dur="2000" advTm="6701">
        <p:cut/>
      </p:transition>
    </mc:Choice>
    <mc:Fallback xmlns="">
      <p:transition spd="slow" advTm="6701">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903" x="10196513" y="1727200"/>
          <p14:tracePt t="988" x="9253538" y="1806575"/>
          <p14:tracePt t="1000" x="9093200" y="1806575"/>
          <p14:tracePt t="1016" x="8788400" y="1806575"/>
          <p14:tracePt t="1033" x="8643938" y="1806575"/>
          <p14:tracePt t="1050" x="8461375" y="1763713"/>
          <p14:tracePt t="1069" x="8207375" y="1698625"/>
          <p14:tracePt t="1083" x="7888288" y="1603375"/>
          <p14:tracePt t="1100" x="7678738" y="1546225"/>
          <p14:tracePt t="1117" x="7526338" y="1509713"/>
          <p14:tracePt t="1134" x="7408863" y="1473200"/>
          <p14:tracePt t="1150" x="7307263" y="1444625"/>
          <p14:tracePt t="1167" x="7213600" y="1408113"/>
          <p14:tracePt t="1184" x="7148513" y="1371600"/>
          <p14:tracePt t="1200" x="7075488" y="1312863"/>
          <p14:tracePt t="1217" x="7038975" y="1262063"/>
          <p14:tracePt t="1234" x="7002463" y="1211263"/>
          <p14:tracePt t="1250" x="6951663" y="1146175"/>
          <p14:tracePt t="1268" x="6900863" y="1095375"/>
          <p14:tracePt t="1283" x="6872288" y="1038225"/>
          <p14:tracePt t="1300" x="6865938" y="1001713"/>
          <p14:tracePt t="1305" x="6858000" y="973138"/>
          <p14:tracePt t="1317" x="6843713" y="936625"/>
          <p14:tracePt t="1333" x="6835775" y="885825"/>
          <p14:tracePt t="1350" x="6835775" y="855663"/>
          <p14:tracePt t="1367" x="6829425" y="827088"/>
          <p14:tracePt t="1384" x="6821488" y="798513"/>
          <p14:tracePt t="1400" x="6815138" y="784225"/>
          <p14:tracePt t="1417" x="6815138" y="776288"/>
          <p14:tracePt t="1870" x="6815138" y="762000"/>
          <p14:tracePt t="1881" x="6835775" y="725488"/>
          <p14:tracePt t="1901" x="6865938" y="696913"/>
          <p14:tracePt t="1917" x="6886575" y="682625"/>
          <p14:tracePt t="1934" x="6916738" y="674688"/>
          <p14:tracePt t="1950" x="6959600" y="674688"/>
          <p14:tracePt t="1970" x="7069138" y="674688"/>
          <p14:tracePt t="1984" x="7075488" y="674688"/>
          <p14:tracePt t="2000" x="7134225" y="703263"/>
          <p14:tracePt t="2017" x="7170738" y="733425"/>
          <p14:tracePt t="2035" x="7205663" y="804863"/>
          <p14:tracePt t="2050" x="7250113" y="855663"/>
          <p14:tracePt t="2067" x="7264400" y="885825"/>
          <p14:tracePt t="2084" x="7264400" y="892175"/>
          <p14:tracePt t="2122" x="7264400" y="900113"/>
          <p14:tracePt t="2137" x="7264400" y="906463"/>
          <p14:tracePt t="2160" x="7264400" y="914400"/>
          <p14:tracePt t="2201" x="7264400" y="922338"/>
          <p14:tracePt t="2209" x="7286625" y="942975"/>
          <p14:tracePt t="2221" x="7323138" y="973138"/>
          <p14:tracePt t="2234" x="7439025" y="1023938"/>
          <p14:tracePt t="2250" x="7605713" y="1095375"/>
          <p14:tracePt t="2268" x="7780338" y="1154113"/>
          <p14:tracePt t="2284" x="7874000" y="1196975"/>
          <p14:tracePt t="2300" x="7896225" y="1204913"/>
          <p14:tracePt t="2306" x="7902575" y="1211263"/>
          <p14:tracePt t="2322" x="7910513" y="1227138"/>
          <p14:tracePt t="2339" x="7916863" y="1227138"/>
          <p14:tracePt t="2386" x="7916863" y="1233488"/>
          <p14:tracePt t="2412" x="7916863" y="1241425"/>
          <p14:tracePt t="2417" x="7910513" y="1247775"/>
          <p14:tracePt t="2427" x="7888288" y="1247775"/>
          <p14:tracePt t="2435" x="7866063" y="1255713"/>
          <p14:tracePt t="2451" x="7837488" y="1270000"/>
          <p14:tracePt t="2467" x="7808913" y="1270000"/>
          <p14:tracePt t="2484" x="7780338" y="1270000"/>
          <p14:tracePt t="2501" x="7729538" y="1262063"/>
          <p14:tracePt t="2518" x="7699375" y="1247775"/>
          <p14:tracePt t="2536" x="7685088" y="1233488"/>
          <p14:tracePt t="2551" x="7678738" y="1227138"/>
          <p14:tracePt t="2567" x="7678738" y="1204913"/>
          <p14:tracePt t="2584" x="7678738" y="1182688"/>
          <p14:tracePt t="2601" x="7678738" y="1125538"/>
          <p14:tracePt t="2617" x="7678738" y="1081088"/>
          <p14:tracePt t="2634" x="7678738" y="1030288"/>
          <p14:tracePt t="2651" x="7678738" y="979488"/>
          <p14:tracePt t="2668" x="7678738" y="922338"/>
          <p14:tracePt t="2684" x="7670800" y="855663"/>
          <p14:tracePt t="2702" x="7670800" y="784225"/>
          <p14:tracePt t="2720" x="7670800" y="747713"/>
          <p14:tracePt t="2734" x="7670800" y="703263"/>
          <p14:tracePt t="2751" x="7685088" y="682625"/>
          <p14:tracePt t="2768" x="7707313" y="652463"/>
          <p14:tracePt t="2787" x="7735888" y="623888"/>
          <p14:tracePt t="2801" x="7764463" y="609600"/>
          <p14:tracePt t="2817" x="7794625" y="595313"/>
          <p14:tracePt t="2834" x="7837488" y="581025"/>
          <p14:tracePt t="2851" x="7888288" y="573088"/>
          <p14:tracePt t="2867" x="7924800" y="573088"/>
          <p14:tracePt t="2884" x="7932738" y="573088"/>
          <p14:tracePt t="2901" x="7939088" y="573088"/>
          <p14:tracePt t="2918" x="7961313" y="573088"/>
          <p14:tracePt t="2934" x="8004175" y="581025"/>
          <p14:tracePt t="2951" x="8034338" y="595313"/>
          <p14:tracePt t="2967" x="8054975" y="617538"/>
          <p14:tracePt t="2984" x="8069263" y="638175"/>
          <p14:tracePt t="3000" x="8085138" y="660400"/>
          <p14:tracePt t="3018" x="8085138" y="703263"/>
          <p14:tracePt t="3034" x="8091488" y="747713"/>
          <p14:tracePt t="3050" x="8091488" y="784225"/>
          <p14:tracePt t="3067" x="8105775" y="820738"/>
          <p14:tracePt t="3084" x="8105775" y="841375"/>
          <p14:tracePt t="3100" x="8105775" y="871538"/>
          <p14:tracePt t="3117" x="8105775" y="900113"/>
          <p14:tracePt t="3134" x="8105775" y="928688"/>
          <p14:tracePt t="3151" x="8099425" y="950913"/>
          <p14:tracePt t="3167" x="8099425" y="965200"/>
          <p14:tracePt t="3184" x="8085138" y="973138"/>
          <p14:tracePt t="3201" x="8054975" y="979488"/>
          <p14:tracePt t="3219" x="8034338" y="979488"/>
          <p14:tracePt t="3234" x="8012113" y="979488"/>
          <p14:tracePt t="3251" x="7983538" y="979488"/>
          <p14:tracePt t="3267" x="7947025" y="957263"/>
          <p14:tracePt t="3284" x="7916863" y="914400"/>
          <p14:tracePt t="3301" x="7902575" y="892175"/>
          <p14:tracePt t="3317" x="7888288" y="863600"/>
          <p14:tracePt t="3334" x="7888288" y="855663"/>
          <p14:tracePt t="3351" x="7888288" y="841375"/>
          <p14:tracePt t="3368" x="7888288" y="835025"/>
          <p14:tracePt t="3384" x="7888288" y="820738"/>
          <p14:tracePt t="3401" x="7932738" y="804863"/>
          <p14:tracePt t="3418" x="7983538" y="790575"/>
          <p14:tracePt t="3435" x="8018463" y="784225"/>
          <p14:tracePt t="3451" x="8054975" y="784225"/>
          <p14:tracePt t="3468" x="8069263" y="784225"/>
          <p14:tracePt t="3484" x="8099425" y="812800"/>
          <p14:tracePt t="3501" x="8135938" y="906463"/>
          <p14:tracePt t="3518" x="8201025" y="1030288"/>
          <p14:tracePt t="3535" x="8243888" y="1182688"/>
          <p14:tracePt t="3552" x="8339138" y="1524000"/>
          <p14:tracePt t="3567" x="8345488" y="1617663"/>
          <p14:tracePt t="3584" x="8404225" y="1989138"/>
          <p14:tracePt t="3601" x="8461375" y="2314575"/>
          <p14:tracePt t="3618" x="8475663" y="2582863"/>
          <p14:tracePt t="3634" x="8475663" y="2836863"/>
          <p14:tracePt t="3651" x="8475663" y="3055938"/>
          <p14:tracePt t="3668" x="8469313" y="3259138"/>
          <p14:tracePt t="3684" x="8418513" y="3454400"/>
          <p14:tracePt t="3701" x="8374063" y="3621088"/>
          <p14:tracePt t="3722" x="8237538" y="3875088"/>
          <p14:tracePt t="3735" x="8128000" y="4064000"/>
          <p14:tracePt t="3751" x="7932738" y="4462463"/>
          <p14:tracePt t="3770" x="7662863" y="4956175"/>
          <p14:tracePt t="3784" x="7481888" y="5232400"/>
          <p14:tracePt t="3801" x="7380288" y="5376863"/>
          <p14:tracePt t="3818" x="7292975" y="5478463"/>
          <p14:tracePt t="3835" x="7221538" y="5573713"/>
          <p14:tracePt t="3851" x="7162800" y="5638800"/>
          <p14:tracePt t="3868" x="7097713" y="5718175"/>
          <p14:tracePt t="3885" x="7069138" y="5754688"/>
          <p14:tracePt t="3901" x="7046913" y="5783263"/>
          <p14:tracePt t="3918" x="7038975" y="5799138"/>
          <p14:tracePt t="4028" x="7032625" y="5754688"/>
          <p14:tracePt t="4037" x="7032625" y="5610225"/>
          <p14:tracePt t="4044" x="7032625" y="5356225"/>
          <p14:tracePt t="4051" x="7032625" y="5138738"/>
          <p14:tracePt t="4068" x="7053263" y="4521200"/>
          <p14:tracePt t="4085" x="7119938" y="4137025"/>
          <p14:tracePt t="4101" x="7213600" y="3903663"/>
          <p14:tracePt t="4119" x="7286625" y="3643313"/>
          <p14:tracePt t="4135" x="7394575" y="3236913"/>
          <p14:tracePt t="4153" x="7489825" y="2590800"/>
          <p14:tracePt t="4169" x="7526338" y="2257425"/>
          <p14:tracePt t="4185" x="7554913" y="2046288"/>
          <p14:tracePt t="4201" x="7577138" y="1922463"/>
          <p14:tracePt t="4222" x="7577138" y="1828800"/>
          <p14:tracePt t="4234" x="7577138" y="1763713"/>
          <p14:tracePt t="4251" x="7591425" y="1727200"/>
          <p14:tracePt t="4268" x="7605713" y="1676400"/>
          <p14:tracePt t="4285" x="7620000" y="1617663"/>
          <p14:tracePt t="4301" x="7642225" y="1531938"/>
          <p14:tracePt t="4308" x="7648575" y="1473200"/>
          <p14:tracePt t="4318" x="7648575" y="1422400"/>
          <p14:tracePt t="4334" x="7656513" y="1312863"/>
          <p14:tracePt t="4351" x="7656513" y="1211263"/>
          <p14:tracePt t="4370" x="7656513" y="1038225"/>
          <p14:tracePt t="4385" x="7656513" y="928688"/>
          <p14:tracePt t="4401" x="7642225" y="835025"/>
          <p14:tracePt t="4418" x="7642225" y="798513"/>
          <p14:tracePt t="4435" x="7642225" y="776288"/>
          <p14:tracePt t="4451" x="7642225" y="754063"/>
          <p14:tracePt t="4472" x="7648575" y="739775"/>
          <p14:tracePt t="4485" x="7648575" y="725488"/>
          <p14:tracePt t="4501" x="7678738" y="703263"/>
          <p14:tracePt t="4518" x="7707313" y="682625"/>
          <p14:tracePt t="4535" x="7729538" y="668338"/>
          <p14:tracePt t="4551" x="7758113" y="668338"/>
          <p14:tracePt t="4568" x="7772400" y="652463"/>
          <p14:tracePt t="4584" x="7800975" y="631825"/>
          <p14:tracePt t="4601" x="7815263" y="623888"/>
          <p14:tracePt t="4619" x="7837488" y="617538"/>
          <p14:tracePt t="4635" x="7851775" y="601663"/>
          <p14:tracePt t="4651" x="7859713" y="601663"/>
          <p14:tracePt t="4668" x="7866063" y="601663"/>
          <p14:tracePt t="4685" x="7874000" y="601663"/>
          <p14:tracePt t="4702" x="7881938" y="595313"/>
          <p14:tracePt t="4725" x="7888288" y="595313"/>
          <p14:tracePt t="4735" x="7896225" y="595313"/>
          <p14:tracePt t="4751" x="7910513" y="595313"/>
          <p14:tracePt t="4773" x="7939088" y="595313"/>
          <p14:tracePt t="4778" x="7947025" y="595313"/>
          <p14:tracePt t="4801" x="7975600" y="595313"/>
          <p14:tracePt t="4818" x="8004175" y="609600"/>
          <p14:tracePt t="4835" x="8034338" y="638175"/>
          <p14:tracePt t="4851" x="8085138" y="711200"/>
          <p14:tracePt t="4869" x="8128000" y="776288"/>
          <p14:tracePt t="4885" x="8164513" y="835025"/>
          <p14:tracePt t="4901" x="8193088" y="906463"/>
          <p14:tracePt t="4918" x="8207375" y="1016000"/>
          <p14:tracePt t="4936" x="8243888" y="1176338"/>
          <p14:tracePt t="4952" x="8288338" y="1385888"/>
          <p14:tracePt t="4972" x="8410575" y="1843088"/>
          <p14:tracePt t="4985" x="8469313" y="2147888"/>
          <p14:tracePt t="5002" x="8512175" y="2409825"/>
          <p14:tracePt t="5019" x="8512175" y="2649538"/>
          <p14:tracePt t="5035" x="8512175" y="3040063"/>
          <p14:tracePt t="5052" x="8512175" y="3671888"/>
          <p14:tracePt t="5068" x="8455025" y="4224338"/>
          <p14:tracePt t="5085" x="8382000" y="4637088"/>
          <p14:tracePt t="5102" x="8331200" y="4978400"/>
          <p14:tracePt t="5118" x="8266113" y="5195888"/>
          <p14:tracePt t="5135" x="8193088" y="5376863"/>
          <p14:tracePt t="5151" x="8120063" y="5545138"/>
          <p14:tracePt t="5170" x="7983538" y="5842000"/>
          <p14:tracePt t="5185" x="7902575" y="5994400"/>
          <p14:tracePt t="5202" x="7837488" y="6096000"/>
          <p14:tracePt t="5222" x="7794625" y="6161088"/>
          <p14:tracePt t="5235" x="7729538" y="6226175"/>
          <p14:tracePt t="5252" x="7662863" y="6307138"/>
          <p14:tracePt t="5269" x="7583488" y="6392863"/>
          <p14:tracePt t="5286" x="7510463" y="6459538"/>
          <p14:tracePt t="5302" x="7459663" y="6488113"/>
          <p14:tracePt t="5306" x="7453313" y="6494463"/>
          <p14:tracePt t="5318" x="7431088" y="6510338"/>
          <p14:tracePt t="5335" x="7416800" y="6516688"/>
          <p14:tracePt t="5351" x="7402513" y="6530975"/>
          <p14:tracePt t="5368" x="7366000" y="6538913"/>
          <p14:tracePt t="5385" x="7329488" y="6545263"/>
          <p14:tracePt t="5401" x="7278688" y="6561138"/>
          <p14:tracePt t="5419" x="7221538" y="6561138"/>
          <p14:tracePt t="5435" x="7134225" y="6561138"/>
          <p14:tracePt t="5452" x="7024688" y="6561138"/>
          <p14:tracePt t="5472" x="6894513" y="6561138"/>
          <p14:tracePt t="5485" x="6865938" y="6561138"/>
          <p14:tracePt t="5502" x="6843713" y="6561138"/>
          <p14:tracePt t="5519" x="6835775" y="6561138"/>
          <p14:tracePt t="5536" x="6829425" y="6561138"/>
          <p14:tracePt t="5552" x="6815138" y="6545263"/>
          <p14:tracePt t="5568" x="6799263" y="6530975"/>
          <p14:tracePt t="5585" x="6756400" y="6488113"/>
          <p14:tracePt t="5601" x="6734175" y="6459538"/>
          <p14:tracePt t="5618" x="6719888" y="6443663"/>
          <p14:tracePt t="5635" x="6705600" y="6423025"/>
          <p14:tracePt t="5651" x="6705600" y="6415088"/>
          <p14:tracePt t="5668" x="6705600" y="6408738"/>
          <p14:tracePt t="5721" x="6697663" y="6400800"/>
          <p14:tracePt t="5745" x="6697663" y="6392863"/>
          <p14:tracePt t="5760" x="6697663" y="6372225"/>
          <p14:tracePt t="5769" x="6697663" y="6350000"/>
          <p14:tracePt t="5777" x="6697663" y="6321425"/>
          <p14:tracePt t="5787" x="6697663" y="6291263"/>
          <p14:tracePt t="5801" x="6697663" y="6234113"/>
          <p14:tracePt t="5818" x="6705600" y="6197600"/>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873099076"/>
              </p:ext>
            </p:extLst>
          </p:nvPr>
        </p:nvGraphicFramePr>
        <p:xfrm>
          <a:off x="376015" y="136733"/>
          <a:ext cx="11639371" cy="65631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Block Arc 4"/>
          <p:cNvSpPr/>
          <p:nvPr/>
        </p:nvSpPr>
        <p:spPr>
          <a:xfrm rot="7339687">
            <a:off x="3371361" y="706822"/>
            <a:ext cx="6647527" cy="5821984"/>
          </a:xfrm>
          <a:prstGeom prst="blockArc">
            <a:avLst>
              <a:gd name="adj1" fmla="val 10790234"/>
              <a:gd name="adj2" fmla="val 21171060"/>
              <a:gd name="adj3" fmla="val 13301"/>
            </a:avLst>
          </a:prstGeom>
          <a:solidFill>
            <a:srgbClr val="FFD966">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sp>
        <p:nvSpPr>
          <p:cNvPr id="4" name="Rectangle 3"/>
          <p:cNvSpPr/>
          <p:nvPr/>
        </p:nvSpPr>
        <p:spPr>
          <a:xfrm>
            <a:off x="9439471" y="297320"/>
            <a:ext cx="2447730" cy="1200329"/>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smtClean="0"/>
              <a:t>Group3 </a:t>
            </a:r>
            <a:r>
              <a:rPr lang="en-US" dirty="0">
                <a:sym typeface="Wingdings" panose="05000000000000000000" pitchFamily="2" charset="2"/>
              </a:rPr>
              <a:t> </a:t>
            </a:r>
            <a:r>
              <a:rPr lang="en-US" dirty="0" smtClean="0">
                <a:sym typeface="Wingdings" panose="05000000000000000000" pitchFamily="2" charset="2"/>
              </a:rPr>
              <a:t>3+10 </a:t>
            </a:r>
            <a:r>
              <a:rPr lang="en-US" dirty="0">
                <a:sym typeface="Wingdings" panose="05000000000000000000" pitchFamily="2" charset="2"/>
              </a:rPr>
              <a:t>= </a:t>
            </a:r>
            <a:r>
              <a:rPr lang="en-US" dirty="0" smtClean="0">
                <a:sym typeface="Wingdings" panose="05000000000000000000" pitchFamily="2" charset="2"/>
              </a:rPr>
              <a:t>13</a:t>
            </a:r>
            <a:endParaRPr lang="en-US" dirty="0">
              <a:sym typeface="Wingdings" panose="05000000000000000000" pitchFamily="2" charset="2"/>
            </a:endParaRPr>
          </a:p>
          <a:p>
            <a:r>
              <a:rPr lang="en-US" dirty="0">
                <a:sym typeface="Wingdings" panose="05000000000000000000" pitchFamily="2" charset="2"/>
              </a:rPr>
              <a:t>-------</a:t>
            </a:r>
          </a:p>
          <a:p>
            <a:r>
              <a:rPr lang="en-US" dirty="0" smtClean="0">
                <a:sym typeface="Wingdings" panose="05000000000000000000" pitchFamily="2" charset="2"/>
              </a:rPr>
              <a:t>Group3 </a:t>
            </a:r>
            <a:r>
              <a:rPr lang="en-US" dirty="0">
                <a:sym typeface="Wingdings" panose="05000000000000000000" pitchFamily="2" charset="2"/>
              </a:rPr>
              <a:t>only evaluate </a:t>
            </a:r>
            <a:r>
              <a:rPr lang="en-US" dirty="0" smtClean="0">
                <a:sym typeface="Wingdings" panose="05000000000000000000" pitchFamily="2" charset="2"/>
              </a:rPr>
              <a:t>Group4 </a:t>
            </a:r>
            <a:r>
              <a:rPr lang="en-US" dirty="0">
                <a:sym typeface="Wingdings" panose="05000000000000000000" pitchFamily="2" charset="2"/>
              </a:rPr>
              <a:t>to </a:t>
            </a:r>
            <a:r>
              <a:rPr lang="en-US" dirty="0" smtClean="0">
                <a:sym typeface="Wingdings" panose="05000000000000000000" pitchFamily="2" charset="2"/>
              </a:rPr>
              <a:t>Group13</a:t>
            </a:r>
            <a:endParaRPr lang="en-US" dirty="0">
              <a:sym typeface="Wingdings" panose="05000000000000000000" pitchFamily="2" charset="2"/>
            </a:endParaRPr>
          </a:p>
        </p:txBody>
      </p:sp>
    </p:spTree>
    <p:extLst>
      <p:ext uri="{BB962C8B-B14F-4D97-AF65-F5344CB8AC3E}">
        <p14:creationId xmlns:p14="http://schemas.microsoft.com/office/powerpoint/2010/main" val="1243529060"/>
      </p:ext>
    </p:extLst>
  </p:cSld>
  <p:clrMapOvr>
    <a:masterClrMapping/>
  </p:clrMapOvr>
  <mc:AlternateContent xmlns:mc="http://schemas.openxmlformats.org/markup-compatibility/2006" xmlns:p14="http://schemas.microsoft.com/office/powerpoint/2010/main">
    <mc:Choice Requires="p14">
      <p:transition spd="slow" p14:dur="2000" advTm="3370">
        <p:cut/>
      </p:transition>
    </mc:Choice>
    <mc:Fallback xmlns="">
      <p:transition spd="slow" advTm="3370">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749205121"/>
              </p:ext>
            </p:extLst>
          </p:nvPr>
        </p:nvGraphicFramePr>
        <p:xfrm>
          <a:off x="376015" y="136733"/>
          <a:ext cx="11639371" cy="65631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Block Arc 4"/>
          <p:cNvSpPr/>
          <p:nvPr/>
        </p:nvSpPr>
        <p:spPr>
          <a:xfrm rot="16573757">
            <a:off x="2378304" y="507324"/>
            <a:ext cx="6647527" cy="5821984"/>
          </a:xfrm>
          <a:prstGeom prst="blockArc">
            <a:avLst>
              <a:gd name="adj1" fmla="val 10790234"/>
              <a:gd name="adj2" fmla="val 21171060"/>
              <a:gd name="adj3" fmla="val 13301"/>
            </a:avLst>
          </a:prstGeom>
          <a:solidFill>
            <a:srgbClr val="FFD966">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sp>
        <p:nvSpPr>
          <p:cNvPr id="4" name="Rectangle 3"/>
          <p:cNvSpPr/>
          <p:nvPr/>
        </p:nvSpPr>
        <p:spPr>
          <a:xfrm>
            <a:off x="8956526" y="297320"/>
            <a:ext cx="2930675" cy="1200329"/>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smtClean="0"/>
              <a:t>Group13 </a:t>
            </a:r>
            <a:r>
              <a:rPr lang="en-US" dirty="0">
                <a:sym typeface="Wingdings" panose="05000000000000000000" pitchFamily="2" charset="2"/>
              </a:rPr>
              <a:t> </a:t>
            </a:r>
            <a:r>
              <a:rPr lang="en-US" dirty="0" smtClean="0">
                <a:sym typeface="Wingdings" panose="05000000000000000000" pitchFamily="2" charset="2"/>
              </a:rPr>
              <a:t>13+10 </a:t>
            </a:r>
            <a:r>
              <a:rPr lang="en-US" dirty="0">
                <a:sym typeface="Wingdings" panose="05000000000000000000" pitchFamily="2" charset="2"/>
              </a:rPr>
              <a:t>= </a:t>
            </a:r>
            <a:r>
              <a:rPr lang="en-US" dirty="0" smtClean="0">
                <a:sym typeface="Wingdings" panose="05000000000000000000" pitchFamily="2" charset="2"/>
              </a:rPr>
              <a:t>23</a:t>
            </a:r>
          </a:p>
          <a:p>
            <a:r>
              <a:rPr lang="en-US" dirty="0" smtClean="0">
                <a:sym typeface="Wingdings" panose="05000000000000000000" pitchFamily="2" charset="2"/>
              </a:rPr>
              <a:t>-------</a:t>
            </a:r>
            <a:endParaRPr lang="en-US" dirty="0">
              <a:sym typeface="Wingdings" panose="05000000000000000000" pitchFamily="2" charset="2"/>
            </a:endParaRPr>
          </a:p>
          <a:p>
            <a:r>
              <a:rPr lang="en-US" dirty="0" smtClean="0">
                <a:sym typeface="Wingdings" panose="05000000000000000000" pitchFamily="2" charset="2"/>
              </a:rPr>
              <a:t>Group13 </a:t>
            </a:r>
            <a:r>
              <a:rPr lang="en-US" dirty="0">
                <a:sym typeface="Wingdings" panose="05000000000000000000" pitchFamily="2" charset="2"/>
              </a:rPr>
              <a:t>only evaluate </a:t>
            </a:r>
            <a:r>
              <a:rPr lang="en-US" dirty="0" smtClean="0">
                <a:sym typeface="Wingdings" panose="05000000000000000000" pitchFamily="2" charset="2"/>
              </a:rPr>
              <a:t>Group14 </a:t>
            </a:r>
            <a:r>
              <a:rPr lang="en-US" dirty="0">
                <a:sym typeface="Wingdings" panose="05000000000000000000" pitchFamily="2" charset="2"/>
              </a:rPr>
              <a:t>to </a:t>
            </a:r>
            <a:r>
              <a:rPr lang="en-US" dirty="0" smtClean="0">
                <a:sym typeface="Wingdings" panose="05000000000000000000" pitchFamily="2" charset="2"/>
              </a:rPr>
              <a:t>Group23</a:t>
            </a:r>
            <a:endParaRPr lang="en-US" dirty="0">
              <a:sym typeface="Wingdings" panose="05000000000000000000" pitchFamily="2" charset="2"/>
            </a:endParaRPr>
          </a:p>
        </p:txBody>
      </p:sp>
    </p:spTree>
    <p:extLst>
      <p:ext uri="{BB962C8B-B14F-4D97-AF65-F5344CB8AC3E}">
        <p14:creationId xmlns:p14="http://schemas.microsoft.com/office/powerpoint/2010/main" val="2474987011"/>
      </p:ext>
    </p:extLst>
  </p:cSld>
  <p:clrMapOvr>
    <a:masterClrMapping/>
  </p:clrMapOvr>
  <mc:AlternateContent xmlns:mc="http://schemas.openxmlformats.org/markup-compatibility/2006" xmlns:p14="http://schemas.microsoft.com/office/powerpoint/2010/main">
    <mc:Choice Requires="p14">
      <p:transition spd="slow" p14:dur="2000" advTm="9488">
        <p:cut/>
      </p:transition>
    </mc:Choice>
    <mc:Fallback xmlns="">
      <p:transition spd="slow" advTm="9488">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1391" x="6727825" y="6197600"/>
          <p14:tracePt t="1400" x="6778625" y="6197600"/>
          <p14:tracePt t="1410" x="6829425" y="6226175"/>
          <p14:tracePt t="1453" x="6829425" y="6234113"/>
          <p14:tracePt t="1463" x="6815138" y="6256338"/>
          <p14:tracePt t="1471" x="6799263" y="6256338"/>
          <p14:tracePt t="1485" x="6784975" y="6270625"/>
          <p14:tracePt t="1501" x="6770688" y="6276975"/>
          <p14:tracePt t="1517" x="6764338" y="6284913"/>
          <p14:tracePt t="1535" x="6742113" y="6313488"/>
          <p14:tracePt t="1551" x="6705600" y="6350000"/>
          <p14:tracePt t="1568" x="6646863" y="6392863"/>
          <p14:tracePt t="1588" x="6575425" y="6429375"/>
          <p14:tracePt t="1600" x="6561138" y="6429375"/>
          <p14:tracePt t="1617" x="6480175" y="6459538"/>
          <p14:tracePt t="1633" x="6459538" y="6473825"/>
          <p14:tracePt t="1650" x="6443663" y="6480175"/>
          <p14:tracePt t="1667" x="6429375" y="6480175"/>
          <p14:tracePt t="1686" x="6378575" y="6488113"/>
          <p14:tracePt t="1702" x="6307138" y="6516688"/>
          <p14:tracePt t="1712" x="6262688" y="6538913"/>
          <p14:tracePt t="1721" x="6189663" y="6575425"/>
          <p14:tracePt t="1735" x="6169025" y="6575425"/>
          <p14:tracePt t="1751" x="6110288" y="6604000"/>
          <p14:tracePt t="1767" x="6067425" y="6611938"/>
          <p14:tracePt t="1784" x="6022975" y="6611938"/>
          <p14:tracePt t="1801" x="6002338" y="6618288"/>
          <p14:tracePt t="1819" x="5994400" y="6618288"/>
          <p14:tracePt t="1980" x="5994400" y="6589713"/>
          <p14:tracePt t="1994" x="6016625" y="6561138"/>
          <p14:tracePt t="2002" x="6030913" y="6545263"/>
          <p14:tracePt t="2017" x="6037263" y="6538913"/>
          <p14:tracePt t="2034" x="6073775" y="6524625"/>
          <p14:tracePt t="2051" x="6088063" y="6516688"/>
          <p14:tracePt t="2068" x="6096000" y="6516688"/>
          <p14:tracePt t="2085" x="6103938" y="6516688"/>
          <p14:tracePt t="2110" x="6110288" y="6516688"/>
          <p14:tracePt t="2124" x="6124575" y="6516688"/>
          <p14:tracePt t="2136" x="6124575" y="6524625"/>
          <p14:tracePt t="2151" x="6124575" y="6553200"/>
          <p14:tracePt t="2168" x="6124575" y="6604000"/>
          <p14:tracePt t="2190" x="6118225" y="6669088"/>
          <p14:tracePt t="2204" x="6103938" y="6697663"/>
          <p14:tracePt t="2214" x="6088063" y="6713538"/>
          <p14:tracePt t="2227" x="6067425" y="6727825"/>
          <p14:tracePt t="2236" x="6045200" y="6742113"/>
          <p14:tracePt t="2251" x="6016625" y="6748463"/>
          <p14:tracePt t="2268" x="5980113" y="6756400"/>
          <p14:tracePt t="2284" x="5921375" y="6764338"/>
          <p14:tracePt t="2301" x="5870575" y="6770688"/>
          <p14:tracePt t="2319" x="5827713" y="6770688"/>
          <p14:tracePt t="2334" x="5799138" y="6770688"/>
          <p14:tracePt t="2351" x="5776913" y="6770688"/>
          <p14:tracePt t="2367" x="5748338" y="6770688"/>
          <p14:tracePt t="2386" x="5703888" y="6764338"/>
          <p14:tracePt t="2401" x="5661025" y="6748463"/>
          <p14:tracePt t="2417" x="5624513" y="6734175"/>
          <p14:tracePt t="2434" x="5573713" y="6705600"/>
          <p14:tracePt t="2451" x="5537200" y="6683375"/>
          <p14:tracePt t="2467" x="5514975" y="6662738"/>
          <p14:tracePt t="2484" x="5500688" y="6646863"/>
          <p14:tracePt t="2501" x="5494338" y="6632575"/>
          <p14:tracePt t="2517" x="5486400" y="6626225"/>
          <p14:tracePt t="2534" x="5472113" y="6611938"/>
          <p14:tracePt t="2551" x="5472113" y="6589713"/>
          <p14:tracePt t="2568" x="5472113" y="6575425"/>
          <p14:tracePt t="2588" x="5464175" y="6524625"/>
          <p14:tracePt t="2601" x="5449888" y="6502400"/>
          <p14:tracePt t="2617" x="5449888" y="6459538"/>
          <p14:tracePt t="2634" x="5449888" y="6429375"/>
          <p14:tracePt t="2651" x="5449888" y="6392863"/>
          <p14:tracePt t="2667" x="5449888" y="6372225"/>
          <p14:tracePt t="2684" x="5457825" y="6357938"/>
          <p14:tracePt t="2701" x="5472113" y="6327775"/>
          <p14:tracePt t="2717" x="5486400" y="6313488"/>
          <p14:tracePt t="2734" x="5500688" y="6291263"/>
          <p14:tracePt t="2751" x="5522913" y="6276975"/>
          <p14:tracePt t="2768" x="5559425" y="6262688"/>
          <p14:tracePt t="2784" x="5602288" y="6256338"/>
          <p14:tracePt t="2802" x="5667375" y="6234113"/>
          <p14:tracePt t="2817" x="5718175" y="6234113"/>
          <p14:tracePt t="2834" x="5754688" y="6234113"/>
          <p14:tracePt t="2852" x="5799138" y="6234113"/>
          <p14:tracePt t="2871" x="5842000" y="6234113"/>
          <p14:tracePt t="2886" x="5884863" y="6234113"/>
          <p14:tracePt t="2901" x="5907088" y="6234113"/>
          <p14:tracePt t="2918" x="5935663" y="6240463"/>
          <p14:tracePt t="2935" x="5965825" y="6270625"/>
          <p14:tracePt t="2952" x="6002338" y="6313488"/>
          <p14:tracePt t="2968" x="6030913" y="6357938"/>
          <p14:tracePt t="2986" x="6081713" y="6423025"/>
          <p14:tracePt t="3001" x="6081713" y="6437313"/>
          <p14:tracePt t="3018" x="6088063" y="6459538"/>
          <p14:tracePt t="3034" x="6096000" y="6480175"/>
          <p14:tracePt t="3051" x="6096000" y="6488113"/>
          <p14:tracePt t="3068" x="6096000" y="6502400"/>
          <p14:tracePt t="3084" x="6096000" y="6510338"/>
          <p14:tracePt t="3101" x="6096000" y="6524625"/>
          <p14:tracePt t="3118" x="6096000" y="6530975"/>
          <p14:tracePt t="3135" x="6096000" y="6553200"/>
          <p14:tracePt t="3168" x="6096000" y="6561138"/>
          <p14:tracePt t="3186" x="6073775" y="6581775"/>
          <p14:tracePt t="3201" x="6059488" y="6596063"/>
          <p14:tracePt t="3218" x="6037263" y="6611938"/>
          <p14:tracePt t="3234" x="6016625" y="6626225"/>
          <p14:tracePt t="3251" x="5980113" y="6640513"/>
          <p14:tracePt t="3268" x="5951538" y="6654800"/>
          <p14:tracePt t="3284" x="5878513" y="6677025"/>
          <p14:tracePt t="3306" x="5732463" y="6697663"/>
          <p14:tracePt t="3318" x="5697538" y="6705600"/>
          <p14:tracePt t="3336" x="5602288" y="6713538"/>
          <p14:tracePt t="3352" x="5514975" y="6713538"/>
          <p14:tracePt t="3369" x="5449888" y="6713538"/>
          <p14:tracePt t="3389" x="5348288" y="6713538"/>
          <p14:tracePt t="3403" x="5283200" y="6705600"/>
          <p14:tracePt t="3418" x="5224463" y="6677025"/>
          <p14:tracePt t="3439" x="5181600" y="6654800"/>
          <p14:tracePt t="3451" x="5138738" y="6640513"/>
          <p14:tracePt t="3468" x="5102225" y="6618288"/>
          <p14:tracePt t="3486" x="5043488" y="6589713"/>
          <p14:tracePt t="3501" x="5014913" y="6567488"/>
          <p14:tracePt t="3518" x="4978400" y="6545263"/>
          <p14:tracePt t="3535" x="4964113" y="6530975"/>
          <p14:tracePt t="3556" x="4941888" y="6524625"/>
          <p14:tracePt t="3570" x="4941888" y="6516688"/>
          <p14:tracePt t="3587" x="4935538" y="6510338"/>
          <p14:tracePt t="3618" x="4919663" y="6502400"/>
          <p14:tracePt t="3634" x="4913313" y="6494463"/>
          <p14:tracePt t="3651" x="4905375" y="6488113"/>
          <p14:tracePt t="3685" x="4899025" y="6488113"/>
          <p14:tracePt t="3932" x="4899025" y="6480175"/>
          <p14:tracePt t="3948" x="4899025" y="6473825"/>
          <p14:tracePt t="3955" x="4899025" y="6465888"/>
          <p14:tracePt t="5123" x="4905375" y="6465888"/>
          <p14:tracePt t="5151" x="4899025" y="6459538"/>
          <p14:tracePt t="5168" x="4884738" y="6459538"/>
          <p14:tracePt t="5176" x="4876800" y="6459538"/>
          <p14:tracePt t="5189" x="4862513" y="6451600"/>
          <p14:tracePt t="5207" x="4848225" y="6451600"/>
          <p14:tracePt t="5220" x="4840288" y="6451600"/>
          <p14:tracePt t="5236" x="4818063" y="6451600"/>
          <p14:tracePt t="5251" x="4818063" y="6443663"/>
          <p14:tracePt t="5268" x="4811713" y="6443663"/>
          <p14:tracePt t="5285" x="4803775" y="6443663"/>
          <p14:tracePt t="5301" x="4797425" y="6443663"/>
          <p14:tracePt t="5318" x="4783138" y="6437313"/>
          <p14:tracePt t="5338" x="4760913" y="6423025"/>
          <p14:tracePt t="5368" x="4752975" y="6423025"/>
          <p14:tracePt t="5385" x="4746625" y="6423025"/>
          <p14:tracePt t="5420" x="4746625" y="6415088"/>
          <p14:tracePt t="5440" x="4738688" y="6415088"/>
          <p14:tracePt t="5483" x="4738688" y="6408738"/>
          <p14:tracePt t="5499" x="4738688" y="6400800"/>
          <p14:tracePt t="5508" x="4738688" y="6392863"/>
          <p14:tracePt t="5518" x="4724400" y="6378575"/>
          <p14:tracePt t="5535" x="4716463" y="6364288"/>
          <p14:tracePt t="5552" x="4716463" y="6357938"/>
          <p14:tracePt t="5580" x="4716463" y="6350000"/>
          <p14:tracePt t="5595" x="4716463" y="6342063"/>
          <p14:tracePt t="5605" x="4716463" y="6335713"/>
          <p14:tracePt t="5618" x="4716463" y="6321425"/>
          <p14:tracePt t="5636" x="4716463" y="6291263"/>
          <p14:tracePt t="5652" x="4716463" y="6262688"/>
          <p14:tracePt t="5668" x="4716463" y="6240463"/>
          <p14:tracePt t="5686" x="4716463" y="6219825"/>
          <p14:tracePt t="5702" x="4716463" y="6197600"/>
          <p14:tracePt t="5707" x="4724400" y="6189663"/>
          <p14:tracePt t="5718" x="4732338" y="6175375"/>
          <p14:tracePt t="5735" x="4746625" y="6146800"/>
          <p14:tracePt t="5752" x="4760913" y="6118225"/>
          <p14:tracePt t="5768" x="4783138" y="6103938"/>
          <p14:tracePt t="5785" x="4803775" y="6081713"/>
          <p14:tracePt t="5802" x="4826000" y="6067425"/>
          <p14:tracePt t="5819" x="4854575" y="6059488"/>
          <p14:tracePt t="5836" x="4876800" y="6045200"/>
          <p14:tracePt t="5852" x="4899025" y="6045200"/>
          <p14:tracePt t="5868" x="4913313" y="6037263"/>
          <p14:tracePt t="5885" x="4941888" y="6030913"/>
          <p14:tracePt t="5902" x="4964113" y="6030913"/>
          <p14:tracePt t="5919" x="5000625" y="6030913"/>
          <p14:tracePt t="5936" x="5029200" y="6030913"/>
          <p14:tracePt t="5952" x="5051425" y="6030913"/>
          <p14:tracePt t="5969" x="5102225" y="6053138"/>
          <p14:tracePt t="5985" x="5130800" y="6073775"/>
          <p14:tracePt t="6002" x="5173663" y="6103938"/>
          <p14:tracePt t="6019" x="5210175" y="6138863"/>
          <p14:tracePt t="6038" x="5240338" y="6169025"/>
          <p14:tracePt t="6054" x="5268913" y="6205538"/>
          <p14:tracePt t="6069" x="5283200" y="6240463"/>
          <p14:tracePt t="6085" x="5305425" y="6270625"/>
          <p14:tracePt t="6102" x="5319713" y="6307138"/>
          <p14:tracePt t="6118" x="5334000" y="6335713"/>
          <p14:tracePt t="6135" x="5341938" y="6364288"/>
          <p14:tracePt t="6152" x="5341938" y="6392863"/>
          <p14:tracePt t="6169" x="5341938" y="6408738"/>
          <p14:tracePt t="6186" x="5341938" y="6437313"/>
          <p14:tracePt t="6202" x="5341938" y="6459538"/>
          <p14:tracePt t="6218" x="5334000" y="6473825"/>
          <p14:tracePt t="6235" x="5319713" y="6488113"/>
          <p14:tracePt t="6252" x="5319713" y="6494463"/>
          <p14:tracePt t="6269" x="5297488" y="6510338"/>
          <p14:tracePt t="6285" x="5275263" y="6516688"/>
          <p14:tracePt t="6302" x="5254625" y="6524625"/>
          <p14:tracePt t="6318" x="5224463" y="6524625"/>
          <p14:tracePt t="6338" x="5181600" y="6538913"/>
          <p14:tracePt t="6352" x="5173663" y="6538913"/>
          <p14:tracePt t="6369" x="5130800" y="6538913"/>
          <p14:tracePt t="6385" x="5087938" y="6538913"/>
          <p14:tracePt t="6402" x="5065713" y="6538913"/>
          <p14:tracePt t="6419" x="5051425" y="6538913"/>
          <p14:tracePt t="6435" x="5037138" y="6538913"/>
          <p14:tracePt t="6452" x="5029200" y="6538913"/>
          <p14:tracePt t="6550" x="5021263" y="6538913"/>
          <p14:tracePt t="6567" x="5000625" y="6538913"/>
          <p14:tracePt t="6578" x="4949825" y="6510338"/>
          <p14:tracePt t="6590" x="4891088" y="6480175"/>
          <p14:tracePt t="6605" x="4738688" y="6400800"/>
          <p14:tracePt t="6619" x="4427538" y="6226175"/>
          <p14:tracePt t="6635" x="4035425" y="5972175"/>
          <p14:tracePt t="6652" x="3614738" y="5732463"/>
          <p14:tracePt t="6669" x="3287713" y="5551488"/>
          <p14:tracePt t="6686" x="3025775" y="5362575"/>
          <p14:tracePt t="6702" x="2859088" y="5232400"/>
          <p14:tracePt t="6718" x="2720975" y="5094288"/>
          <p14:tracePt t="6735" x="2568575" y="4868863"/>
          <p14:tracePt t="6752" x="2430463" y="4572000"/>
          <p14:tracePt t="6769" x="2322513" y="4295775"/>
          <p14:tracePt t="6785" x="2271713" y="3933825"/>
          <p14:tracePt t="6802" x="2271713" y="3694113"/>
          <p14:tracePt t="6819" x="2271713" y="3338513"/>
          <p14:tracePt t="6836" x="2278063" y="3040063"/>
          <p14:tracePt t="6852" x="2322513" y="2822575"/>
          <p14:tracePt t="6868" x="2395538" y="2655888"/>
          <p14:tracePt t="6885" x="2497138" y="2489200"/>
          <p14:tracePt t="6902" x="2619375" y="2344738"/>
          <p14:tracePt t="6918" x="2714625" y="2220913"/>
          <p14:tracePt t="6935" x="2786063" y="2111375"/>
          <p14:tracePt t="6952" x="2873375" y="1989138"/>
          <p14:tracePt t="6969" x="2989263" y="1820863"/>
          <p14:tracePt t="6985" x="3192463" y="1668463"/>
          <p14:tracePt t="7002" x="3360738" y="1597025"/>
          <p14:tracePt t="7019" x="3548063" y="1524000"/>
          <p14:tracePt t="7036" x="3679825" y="1444625"/>
          <p14:tracePt t="7054" x="3787775" y="1385888"/>
          <p14:tracePt t="7069" x="3933825" y="1328738"/>
          <p14:tracePt t="7085" x="4086225" y="1270000"/>
          <p14:tracePt t="7102" x="4259263" y="1227138"/>
          <p14:tracePt t="7119" x="4433888" y="1168400"/>
          <p14:tracePt t="7135" x="4594225" y="1109663"/>
          <p14:tracePt t="7152" x="4746625" y="1058863"/>
          <p14:tracePt t="7169" x="4854575" y="1008063"/>
          <p14:tracePt t="7185" x="5057775" y="950913"/>
          <p14:tracePt t="7202" x="5195888" y="906463"/>
          <p14:tracePt t="7218" x="5319713" y="877888"/>
          <p14:tracePt t="7235" x="5362575" y="877888"/>
          <p14:tracePt t="7252" x="5376863" y="863600"/>
          <p14:tracePt t="7269" x="5392738" y="863600"/>
          <p14:tracePt t="7286" x="5399088" y="855663"/>
          <p14:tracePt t="7302" x="5413375" y="849313"/>
          <p14:tracePt t="7319" x="5421313" y="835025"/>
          <p14:tracePt t="7335" x="5427663" y="827088"/>
          <p14:tracePt t="7387" x="5435600" y="827088"/>
          <p14:tracePt t="7394" x="5443538" y="812800"/>
          <p14:tracePt t="7402" x="5449888" y="804863"/>
          <p14:tracePt t="7419" x="5472113" y="790575"/>
          <p14:tracePt t="7436" x="5486400" y="776288"/>
          <p14:tracePt t="7452" x="5494338" y="776288"/>
          <p14:tracePt t="7779" x="5494338" y="769938"/>
          <p14:tracePt t="7787" x="5494338" y="762000"/>
          <p14:tracePt t="7813" x="5494338" y="754063"/>
          <p14:tracePt t="7830" x="5494338" y="747713"/>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234709100"/>
              </p:ext>
            </p:extLst>
          </p:nvPr>
        </p:nvGraphicFramePr>
        <p:xfrm>
          <a:off x="376015" y="136733"/>
          <a:ext cx="11639371" cy="65631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Block Arc 4"/>
          <p:cNvSpPr/>
          <p:nvPr/>
        </p:nvSpPr>
        <p:spPr>
          <a:xfrm rot="17613821">
            <a:off x="2388137" y="359841"/>
            <a:ext cx="6647527" cy="5821984"/>
          </a:xfrm>
          <a:prstGeom prst="blockArc">
            <a:avLst>
              <a:gd name="adj1" fmla="val 10790234"/>
              <a:gd name="adj2" fmla="val 21171060"/>
              <a:gd name="adj3" fmla="val 13301"/>
            </a:avLst>
          </a:prstGeom>
          <a:solidFill>
            <a:srgbClr val="FFD966">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sp>
        <p:nvSpPr>
          <p:cNvPr id="7" name="Rectangle 6"/>
          <p:cNvSpPr/>
          <p:nvPr/>
        </p:nvSpPr>
        <p:spPr>
          <a:xfrm>
            <a:off x="8956526" y="0"/>
            <a:ext cx="2930675" cy="1754326"/>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a:t>Group14 </a:t>
            </a:r>
            <a:r>
              <a:rPr lang="en-US" dirty="0">
                <a:sym typeface="Wingdings" panose="05000000000000000000" pitchFamily="2" charset="2"/>
              </a:rPr>
              <a:t> 14+10 = 24</a:t>
            </a:r>
          </a:p>
          <a:p>
            <a:r>
              <a:rPr lang="en-US" dirty="0">
                <a:sym typeface="Wingdings" panose="05000000000000000000" pitchFamily="2" charset="2"/>
              </a:rPr>
              <a:t>(24-23=1) 23=Total Group</a:t>
            </a:r>
          </a:p>
          <a:p>
            <a:r>
              <a:rPr lang="en-US" dirty="0">
                <a:sym typeface="Wingdings" panose="05000000000000000000" pitchFamily="2" charset="2"/>
              </a:rPr>
              <a:t>-------</a:t>
            </a:r>
          </a:p>
          <a:p>
            <a:r>
              <a:rPr lang="en-US" dirty="0" smtClean="0">
                <a:sym typeface="Wingdings" panose="05000000000000000000" pitchFamily="2" charset="2"/>
              </a:rPr>
              <a:t>Group14 </a:t>
            </a:r>
            <a:r>
              <a:rPr lang="en-US" dirty="0">
                <a:sym typeface="Wingdings" panose="05000000000000000000" pitchFamily="2" charset="2"/>
              </a:rPr>
              <a:t>only evaluate </a:t>
            </a:r>
            <a:r>
              <a:rPr lang="en-US" dirty="0" smtClean="0">
                <a:sym typeface="Wingdings" panose="05000000000000000000" pitchFamily="2" charset="2"/>
              </a:rPr>
              <a:t>Group15 </a:t>
            </a:r>
            <a:r>
              <a:rPr lang="en-US" dirty="0">
                <a:sym typeface="Wingdings" panose="05000000000000000000" pitchFamily="2" charset="2"/>
              </a:rPr>
              <a:t>to </a:t>
            </a:r>
            <a:r>
              <a:rPr lang="en-US" dirty="0" smtClean="0">
                <a:sym typeface="Wingdings" panose="05000000000000000000" pitchFamily="2" charset="2"/>
              </a:rPr>
              <a:t>Group23 then continue to Group1</a:t>
            </a:r>
            <a:endParaRPr lang="en-US" dirty="0">
              <a:sym typeface="Wingdings" panose="05000000000000000000" pitchFamily="2" charset="2"/>
            </a:endParaRPr>
          </a:p>
        </p:txBody>
      </p:sp>
    </p:spTree>
    <p:extLst>
      <p:ext uri="{BB962C8B-B14F-4D97-AF65-F5344CB8AC3E}">
        <p14:creationId xmlns:p14="http://schemas.microsoft.com/office/powerpoint/2010/main" val="3520578032"/>
      </p:ext>
    </p:extLst>
  </p:cSld>
  <p:clrMapOvr>
    <a:masterClrMapping/>
  </p:clrMapOvr>
  <mc:AlternateContent xmlns:mc="http://schemas.openxmlformats.org/markup-compatibility/2006" xmlns:p14="http://schemas.microsoft.com/office/powerpoint/2010/main">
    <mc:Choice Requires="p14">
      <p:transition spd="slow" p14:dur="2000" advTm="17300">
        <p:cut/>
      </p:transition>
    </mc:Choice>
    <mc:Fallback xmlns="">
      <p:transition spd="slow" advTm="17300">
        <p:cut/>
      </p:transition>
    </mc:Fallback>
  </mc:AlternateContent>
  <p:timing>
    <p:tnLst>
      <p:par>
        <p:cTn id="1" dur="indefinite" restart="never" nodeType="tmRoot"/>
      </p:par>
    </p:tnLst>
  </p:timing>
  <p:extLst mod="1">
    <p:ext uri="{3A86A75C-4F4B-4683-9AE1-C65F6400EC91}">
      <p14:laserTraceLst xmlns:p14="http://schemas.microsoft.com/office/powerpoint/2010/main">
        <p14:tracePtLst>
          <p14:tracePt t="2640" x="5486400" y="747713"/>
          <p14:tracePt t="2680" x="5500688" y="747713"/>
          <p14:tracePt t="2691" x="5559425" y="747713"/>
          <p14:tracePt t="2699" x="5602288" y="754063"/>
          <p14:tracePt t="2718" x="5718175" y="790575"/>
          <p14:tracePt t="2735" x="5892800" y="841375"/>
          <p14:tracePt t="2752" x="6045200" y="885825"/>
          <p14:tracePt t="2768" x="6154738" y="900113"/>
          <p14:tracePt t="2785" x="6256338" y="906463"/>
          <p14:tracePt t="2801" x="6313488" y="922338"/>
          <p14:tracePt t="2819" x="6364288" y="936625"/>
          <p14:tracePt t="2838" x="6415088" y="936625"/>
          <p14:tracePt t="2851" x="6451600" y="936625"/>
          <p14:tracePt t="2868" x="6473825" y="950913"/>
          <p14:tracePt t="2924" x="6480175" y="957263"/>
          <p14:tracePt t="2931" x="6473825" y="1052513"/>
          <p14:tracePt t="2940" x="6415088" y="1211263"/>
          <p14:tracePt t="2951" x="6386513" y="1385888"/>
          <p14:tracePt t="2967" x="6284913" y="1865313"/>
          <p14:tracePt t="2984" x="6226175" y="2286000"/>
          <p14:tracePt t="3001" x="6189663" y="2582863"/>
          <p14:tracePt t="3019" x="6110288" y="2982913"/>
          <p14:tracePt t="3035" x="6016625" y="3389313"/>
          <p14:tracePt t="3052" x="5907088" y="4021138"/>
          <p14:tracePt t="3068" x="5842000" y="4645025"/>
          <p14:tracePt t="3084" x="5805488" y="5189538"/>
          <p14:tracePt t="3101" x="5762625" y="5443538"/>
          <p14:tracePt t="3117" x="5726113" y="5565775"/>
          <p14:tracePt t="3134" x="5697538" y="5638800"/>
          <p14:tracePt t="3151" x="5661025" y="5675313"/>
          <p14:tracePt t="3168" x="5616575" y="5718175"/>
          <p14:tracePt t="3185" x="5522913" y="5819775"/>
          <p14:tracePt t="3201" x="5407025" y="5994400"/>
          <p14:tracePt t="3204" x="5348288" y="6096000"/>
          <p14:tracePt t="3218" x="5297488" y="6175375"/>
          <p14:tracePt t="3234" x="5189538" y="6350000"/>
          <p14:tracePt t="3251" x="5153025" y="6400800"/>
          <p14:tracePt t="3267" x="5108575" y="6443663"/>
          <p14:tracePt t="3284" x="5057775" y="6530975"/>
          <p14:tracePt t="3301" x="4986338" y="6640513"/>
          <p14:tracePt t="3318" x="4913313" y="6756400"/>
          <p14:tracePt t="3334" x="4848225" y="6843713"/>
          <p14:tracePt t="3534" x="4484688" y="6843713"/>
          <p14:tracePt t="3543" x="4478338" y="6815138"/>
          <p14:tracePt t="3556" x="4462463" y="6748463"/>
          <p14:tracePt t="3568" x="4441825" y="6705600"/>
          <p14:tracePt t="3585" x="4433888" y="6662738"/>
          <p14:tracePt t="3603" x="4433888" y="6611938"/>
          <p14:tracePt t="3619" x="4433888" y="6575425"/>
          <p14:tracePt t="3635" x="4433888" y="6567488"/>
          <p14:tracePt t="3652" x="4448175" y="6494463"/>
          <p14:tracePt t="3668" x="4462463" y="6451600"/>
          <p14:tracePt t="3685" x="4470400" y="6429375"/>
          <p14:tracePt t="3702" x="4478338" y="6400800"/>
          <p14:tracePt t="3712" x="4484688" y="6392863"/>
          <p14:tracePt t="3722" x="4498975" y="6378575"/>
          <p14:tracePt t="3735" x="4513263" y="6364288"/>
          <p14:tracePt t="3751" x="4543425" y="6350000"/>
          <p14:tracePt t="3768" x="4572000" y="6327775"/>
          <p14:tracePt t="3785" x="4600575" y="6313488"/>
          <p14:tracePt t="3804" x="4673600" y="6299200"/>
          <p14:tracePt t="3818" x="4716463" y="6276975"/>
          <p14:tracePt t="3835" x="4818063" y="6256338"/>
          <p14:tracePt t="3852" x="4868863" y="6240463"/>
          <p14:tracePt t="3868" x="4919663" y="6226175"/>
          <p14:tracePt t="3885" x="4986338" y="6211888"/>
          <p14:tracePt t="3902" x="5029200" y="6183313"/>
          <p14:tracePt t="3918" x="5108575" y="6161088"/>
          <p14:tracePt t="3935" x="5173663" y="6146800"/>
          <p14:tracePt t="3951" x="5203825" y="6146800"/>
          <p14:tracePt t="3968" x="5210175" y="6138863"/>
          <p14:tracePt t="3984" x="5224463" y="6138863"/>
          <p14:tracePt t="4001" x="5246688" y="6138863"/>
          <p14:tracePt t="4019" x="5305425" y="6146800"/>
          <p14:tracePt t="4035" x="5334000" y="6146800"/>
          <p14:tracePt t="4054" x="5356225" y="6161088"/>
          <p14:tracePt t="4068" x="5370513" y="6175375"/>
          <p14:tracePt t="4085" x="5384800" y="6205538"/>
          <p14:tracePt t="4101" x="5384800" y="6226175"/>
          <p14:tracePt t="4118" x="5399088" y="6276975"/>
          <p14:tracePt t="4134" x="5413375" y="6321425"/>
          <p14:tracePt t="4151" x="5413375" y="6364288"/>
          <p14:tracePt t="4168" x="5413375" y="6415088"/>
          <p14:tracePt t="4185" x="5413375" y="6451600"/>
          <p14:tracePt t="4201" x="5413375" y="6480175"/>
          <p14:tracePt t="4208" x="5413375" y="6488113"/>
          <p14:tracePt t="4218" x="5407025" y="6502400"/>
          <p14:tracePt t="4235" x="5399088" y="6516688"/>
          <p14:tracePt t="4251" x="5384800" y="6530975"/>
          <p14:tracePt t="4268" x="5348288" y="6545263"/>
          <p14:tracePt t="4285" x="5311775" y="6553200"/>
          <p14:tracePt t="4302" x="5260975" y="6553200"/>
          <p14:tracePt t="4318" x="5210175" y="6567488"/>
          <p14:tracePt t="4334" x="5167313" y="6567488"/>
          <p14:tracePt t="4351" x="5116513" y="6567488"/>
          <p14:tracePt t="4368" x="5065713" y="6567488"/>
          <p14:tracePt t="4384" x="5000625" y="6567488"/>
          <p14:tracePt t="4402" x="4941888" y="6553200"/>
          <p14:tracePt t="4418" x="4927600" y="6538913"/>
          <p14:tracePt t="4435" x="4891088" y="6502400"/>
          <p14:tracePt t="4451" x="4876800" y="6465888"/>
          <p14:tracePt t="4468" x="4848225" y="6400800"/>
          <p14:tracePt t="4485" x="4826000" y="6335713"/>
          <p14:tracePt t="4501" x="4818063" y="6291263"/>
          <p14:tracePt t="4520" x="4818063" y="6270625"/>
          <p14:tracePt t="4535" x="4818063" y="6248400"/>
          <p14:tracePt t="4551" x="4818063" y="6226175"/>
          <p14:tracePt t="4569" x="4818063" y="6205538"/>
          <p14:tracePt t="4585" x="4818063" y="6189663"/>
          <p14:tracePt t="4601" x="4833938" y="6154738"/>
          <p14:tracePt t="4618" x="4876800" y="6103938"/>
          <p14:tracePt t="4635" x="4913313" y="6053138"/>
          <p14:tracePt t="4652" x="4913313" y="6037263"/>
          <p14:tracePt t="4668" x="4919663" y="6022975"/>
          <p14:tracePt t="4725" x="4919663" y="6016625"/>
          <p14:tracePt t="5165" x="4941888" y="6008688"/>
          <p14:tracePt t="5172" x="4992688" y="5986463"/>
          <p14:tracePt t="5185" x="5043488" y="5972175"/>
          <p14:tracePt t="5203" x="5341938" y="5834063"/>
          <p14:tracePt t="5218" x="5813425" y="5616575"/>
          <p14:tracePt t="5235" x="6530975" y="5326063"/>
          <p14:tracePt t="5253" x="7394575" y="5072063"/>
          <p14:tracePt t="5269" x="8221663" y="4840288"/>
          <p14:tracePt t="5285" x="8926513" y="4630738"/>
          <p14:tracePt t="5303" x="9550400" y="4360863"/>
          <p14:tracePt t="5318" x="9891713" y="4194175"/>
          <p14:tracePt t="5335" x="10109200" y="4049713"/>
          <p14:tracePt t="5352" x="10239375" y="3933825"/>
          <p14:tracePt t="5368" x="10326688" y="3787775"/>
          <p14:tracePt t="5385" x="10421938" y="3482975"/>
          <p14:tracePt t="5404" x="10487025" y="3157538"/>
          <p14:tracePt t="5419" x="10501313" y="3076575"/>
          <p14:tracePt t="5435" x="10558463" y="2909888"/>
          <p14:tracePt t="5453" x="10602913" y="2822575"/>
          <p14:tracePt t="5469" x="10668000" y="2678113"/>
          <p14:tracePt t="5486" x="10710863" y="2547938"/>
          <p14:tracePt t="5503" x="10718800" y="2401888"/>
          <p14:tracePt t="5519" x="10718800" y="2278063"/>
          <p14:tracePt t="5535" x="10710863" y="2170113"/>
          <p14:tracePt t="5554" x="10690225" y="2097088"/>
          <p14:tracePt t="5568" x="10682288" y="2024063"/>
          <p14:tracePt t="5585" x="10645775" y="1901825"/>
          <p14:tracePt t="5602" x="10574338" y="1785938"/>
          <p14:tracePt t="5619" x="10442575" y="1662113"/>
          <p14:tracePt t="5636" x="10145713" y="1450975"/>
          <p14:tracePt t="5653" x="10021888" y="1363663"/>
          <p14:tracePt t="5672" x="9913938" y="1298575"/>
          <p14:tracePt t="5702" x="9710738" y="1139825"/>
          <p14:tracePt t="5710" x="9637713" y="1089025"/>
          <p14:tracePt t="5733" x="9383713" y="957263"/>
          <p14:tracePt t="5756" x="9158288" y="877888"/>
          <p14:tracePt t="5769" x="9093200" y="855663"/>
          <p14:tracePt t="5789" x="8955088" y="827088"/>
          <p14:tracePt t="5802" x="8882063" y="820738"/>
          <p14:tracePt t="5818" x="8607425" y="812800"/>
          <p14:tracePt t="5835" x="8367713" y="812800"/>
          <p14:tracePt t="5852" x="8034338" y="892175"/>
          <p14:tracePt t="5868" x="7743825" y="1016000"/>
          <p14:tracePt t="5885" x="7467600" y="1182688"/>
          <p14:tracePt t="5902" x="7213600" y="1414463"/>
          <p14:tracePt t="5918" x="6900863" y="1727200"/>
          <p14:tracePt t="5935" x="6561138" y="2206625"/>
          <p14:tracePt t="5952" x="6226175" y="2714625"/>
          <p14:tracePt t="5969" x="5929313" y="3149600"/>
          <p14:tracePt t="5986" x="5703888" y="3446463"/>
          <p14:tracePt t="6004" x="5457825" y="3767138"/>
          <p14:tracePt t="6018" x="5311775" y="3998913"/>
          <p14:tracePt t="6035" x="5218113" y="4230688"/>
          <p14:tracePt t="6055" x="5130800" y="4513263"/>
          <p14:tracePt t="6068" x="5080000" y="4760913"/>
          <p14:tracePt t="6085" x="5037138" y="4927600"/>
          <p14:tracePt t="6102" x="4956175" y="5094288"/>
          <p14:tracePt t="6119" x="4905375" y="5275263"/>
          <p14:tracePt t="6135" x="4840288" y="5494338"/>
          <p14:tracePt t="6152" x="4818063" y="5675313"/>
          <p14:tracePt t="6168" x="4797425" y="5842000"/>
          <p14:tracePt t="6185" x="4789488" y="5986463"/>
          <p14:tracePt t="6202" x="4789488" y="6088063"/>
          <p14:tracePt t="6208" x="4789488" y="6118225"/>
          <p14:tracePt t="6218" x="4789488" y="6175375"/>
          <p14:tracePt t="6235" x="4789488" y="6240463"/>
          <p14:tracePt t="6255" x="4797425" y="6284913"/>
          <p14:tracePt t="6269" x="4797425" y="6307138"/>
          <p14:tracePt t="6287" x="4797425" y="6335713"/>
          <p14:tracePt t="6305" x="4797425" y="6357938"/>
          <p14:tracePt t="6320" x="4797425" y="6378575"/>
          <p14:tracePt t="6335" x="4797425" y="6423025"/>
          <p14:tracePt t="6353" x="4797425" y="6443663"/>
          <p14:tracePt t="6369" x="4797425" y="6459538"/>
          <p14:tracePt t="6386" x="4797425" y="6473825"/>
          <p14:tracePt t="6403" x="4797425" y="6494463"/>
          <p14:tracePt t="6419" x="4797425" y="6502400"/>
          <p14:tracePt t="6436" x="4797425" y="6510338"/>
          <p14:tracePt t="6457" x="4797425" y="6516688"/>
          <p14:tracePt t="6495" x="4797425" y="6524625"/>
          <p14:tracePt t="6517" x="4789488" y="6538913"/>
          <p14:tracePt t="6543" x="4775200" y="6538913"/>
          <p14:tracePt t="6566" x="4767263" y="6538913"/>
          <p14:tracePt t="6580" x="4752975" y="6538913"/>
          <p14:tracePt t="6589" x="4746625" y="6538913"/>
          <p14:tracePt t="6602" x="4732338" y="6538913"/>
          <p14:tracePt t="6619" x="4695825" y="6538913"/>
          <p14:tracePt t="6635" x="4695825" y="6530975"/>
          <p14:tracePt t="6652" x="4687888" y="6524625"/>
          <p14:tracePt t="6668" x="4687888" y="6502400"/>
          <p14:tracePt t="6685" x="4673600" y="6465888"/>
          <p14:tracePt t="6702" x="4673600" y="6429375"/>
          <p14:tracePt t="6706" x="4673600" y="6408738"/>
          <p14:tracePt t="6719" x="4673600" y="6392863"/>
          <p14:tracePt t="6735" x="4673600" y="6372225"/>
          <p14:tracePt t="6752" x="4673600" y="6335713"/>
          <p14:tracePt t="6769" x="4695825" y="6299200"/>
          <p14:tracePt t="6785" x="4746625" y="6248400"/>
          <p14:tracePt t="6804" x="4818063" y="6211888"/>
          <p14:tracePt t="6819" x="4854575" y="6205538"/>
          <p14:tracePt t="6835" x="4913313" y="6183313"/>
          <p14:tracePt t="6852" x="4986338" y="6175375"/>
          <p14:tracePt t="6869" x="5057775" y="6154738"/>
          <p14:tracePt t="6886" x="5102225" y="6146800"/>
          <p14:tracePt t="6903" x="5130800" y="6146800"/>
          <p14:tracePt t="6919" x="5159375" y="6138863"/>
          <p14:tracePt t="6936" x="5181600" y="6138863"/>
          <p14:tracePt t="6953" x="5224463" y="6138863"/>
          <p14:tracePt t="6969" x="5260975" y="6138863"/>
          <p14:tracePt t="6990" x="5319713" y="6146800"/>
          <p14:tracePt t="7006" x="5326063" y="6154738"/>
          <p14:tracePt t="7019" x="5334000" y="6161088"/>
          <p14:tracePt t="7039" x="5341938" y="6189663"/>
          <p14:tracePt t="7053" x="5348288" y="6219825"/>
          <p14:tracePt t="7070" x="5348288" y="6256338"/>
          <p14:tracePt t="7086" x="5348288" y="6299200"/>
          <p14:tracePt t="7103" x="5341938" y="6321425"/>
          <p14:tracePt t="7119" x="5326063" y="6342063"/>
          <p14:tracePt t="7136" x="5297488" y="6364288"/>
          <p14:tracePt t="7153" x="5268913" y="6378575"/>
          <p14:tracePt t="7169" x="5232400" y="6386513"/>
          <p14:tracePt t="7186" x="5218113" y="6386513"/>
          <p14:tracePt t="7204" x="5181600" y="6392863"/>
          <p14:tracePt t="7244" x="5173663" y="6392863"/>
          <p14:tracePt t="7768" x="5167313" y="6392863"/>
          <p14:tracePt t="7779" x="5167313" y="6386513"/>
          <p14:tracePt t="7791" x="5167313" y="6372225"/>
          <p14:tracePt t="7805" x="5167313" y="6357938"/>
          <p14:tracePt t="7820" x="5167313" y="6335713"/>
          <p14:tracePt t="7836" x="5167313" y="6321425"/>
          <p14:tracePt t="7853" x="5167313" y="6313488"/>
          <p14:tracePt t="7870" x="5167313" y="6291263"/>
          <p14:tracePt t="7886" x="5181600" y="6270625"/>
          <p14:tracePt t="7902" x="5195888" y="6248400"/>
          <p14:tracePt t="7919" x="5203825" y="6248400"/>
          <p14:tracePt t="7935" x="5210175" y="6240463"/>
          <p14:tracePt t="8009" x="5218113" y="6240463"/>
          <p14:tracePt t="8063" x="5224463" y="6240463"/>
          <p14:tracePt t="8088" x="5232400" y="6240463"/>
          <p14:tracePt t="8103" x="5240338" y="6262688"/>
          <p14:tracePt t="8120" x="5240338" y="6284913"/>
          <p14:tracePt t="8132" x="5240338" y="6307138"/>
          <p14:tracePt t="8141" x="5240338" y="6321425"/>
          <p14:tracePt t="8155" x="5240338" y="6342063"/>
          <p14:tracePt t="8169" x="5240338" y="6357938"/>
          <p14:tracePt t="8186" x="5224463" y="6386513"/>
          <p14:tracePt t="8202" x="5218113" y="6392863"/>
          <p14:tracePt t="8219" x="5195888" y="6408738"/>
          <p14:tracePt t="8236" x="5159375" y="6415088"/>
          <p14:tracePt t="8254" x="5122863" y="6415088"/>
          <p14:tracePt t="8269" x="5072063" y="6415088"/>
          <p14:tracePt t="8286" x="5021263" y="6423025"/>
          <p14:tracePt t="8305" x="4956175" y="6437313"/>
          <p14:tracePt t="8319" x="4899025" y="6437313"/>
          <p14:tracePt t="8336" x="4848225" y="6437313"/>
          <p14:tracePt t="8353" x="4789488" y="6437313"/>
          <p14:tracePt t="8369" x="4746625" y="6437313"/>
          <p14:tracePt t="8386" x="4710113" y="6437313"/>
          <p14:tracePt t="8403" x="4665663" y="6415088"/>
          <p14:tracePt t="8420" x="4645025" y="6415088"/>
          <p14:tracePt t="8436" x="4622800" y="6400800"/>
          <p14:tracePt t="8453" x="4614863" y="6392863"/>
          <p14:tracePt t="8470" x="4608513" y="6372225"/>
          <p14:tracePt t="8486" x="4608513" y="6335713"/>
          <p14:tracePt t="8508" x="4600575" y="6299200"/>
          <p14:tracePt t="8521" x="4600575" y="6291263"/>
          <p14:tracePt t="8536" x="4600575" y="6270625"/>
          <p14:tracePt t="8557" x="4600575" y="6234113"/>
          <p14:tracePt t="8571" x="4614863" y="6211888"/>
          <p14:tracePt t="8587" x="4630738" y="6197600"/>
          <p14:tracePt t="8841" x="4630738" y="6189663"/>
          <p14:tracePt t="8855" x="4630738" y="6175375"/>
          <p14:tracePt t="8887" x="4630738" y="6169025"/>
          <p14:tracePt t="8902" x="4630738" y="6154738"/>
          <p14:tracePt t="8998" x="4630738" y="6146800"/>
          <p14:tracePt t="9013" x="4614863" y="6138863"/>
          <p14:tracePt t="9020" x="4600575" y="6132513"/>
          <p14:tracePt t="9036" x="4572000" y="6118225"/>
          <p14:tracePt t="9053" x="4543425" y="6118225"/>
          <p14:tracePt t="9069" x="4513263" y="6110288"/>
          <p14:tracePt t="9086" x="4470400" y="6110288"/>
          <p14:tracePt t="9102" x="4411663" y="6110288"/>
          <p14:tracePt t="9119" x="4340225" y="6110288"/>
          <p14:tracePt t="9136" x="4281488" y="6110288"/>
          <p14:tracePt t="9153" x="4208463" y="6110288"/>
          <p14:tracePt t="9170" x="4143375" y="6110288"/>
          <p14:tracePt t="9186" x="4086225" y="6103938"/>
          <p14:tracePt t="9203" x="4013200" y="6088063"/>
          <p14:tracePt t="9220" x="3984625" y="6081713"/>
          <p14:tracePt t="9236" x="3954463" y="6067425"/>
          <p14:tracePt t="9253" x="3948113" y="6059488"/>
          <p14:tracePt t="9269" x="3925888" y="6045200"/>
          <p14:tracePt t="9288" x="3889375" y="6008688"/>
          <p14:tracePt t="9303" x="3852863" y="5972175"/>
          <p14:tracePt t="9320" x="3817938" y="5935663"/>
          <p14:tracePt t="9336" x="3810000" y="5921375"/>
          <p14:tracePt t="9353" x="3810000" y="5907088"/>
          <p14:tracePt t="9370" x="3810000" y="5892800"/>
          <p14:tracePt t="9386" x="3810000" y="5878513"/>
          <p14:tracePt t="9403" x="3810000" y="5856288"/>
          <p14:tracePt t="9419" x="3810000" y="5827713"/>
          <p14:tracePt t="9436" x="3832225" y="5799138"/>
          <p14:tracePt t="9453" x="3852863" y="5768975"/>
          <p14:tracePt t="9469" x="3883025" y="5748338"/>
          <p14:tracePt t="9486" x="3919538" y="5718175"/>
          <p14:tracePt t="9503" x="3962400" y="5681663"/>
          <p14:tracePt t="9519" x="4013200" y="5638800"/>
          <p14:tracePt t="9536" x="4056063" y="5610225"/>
          <p14:tracePt t="9554" x="4114800" y="5580063"/>
          <p14:tracePt t="9570" x="4137025" y="5573713"/>
          <p14:tracePt t="9586" x="4143375" y="5573713"/>
          <p14:tracePt t="9603" x="4157663" y="5573713"/>
          <p14:tracePt t="9620" x="4173538" y="5565775"/>
          <p14:tracePt t="9636" x="4194175" y="5565775"/>
          <p14:tracePt t="9653" x="4230688" y="5565775"/>
          <p14:tracePt t="9669" x="4259263" y="5565775"/>
          <p14:tracePt t="9686" x="4281488" y="5565775"/>
          <p14:tracePt t="9703" x="4303713" y="5565775"/>
          <p14:tracePt t="9709" x="4318000" y="5565775"/>
          <p14:tracePt t="9720" x="4325938" y="5565775"/>
          <p14:tracePt t="9740" x="4383088" y="5573713"/>
          <p14:tracePt t="9753" x="4391025" y="5580063"/>
          <p14:tracePt t="9770" x="4427538" y="5588000"/>
          <p14:tracePt t="9787" x="4441825" y="5602288"/>
          <p14:tracePt t="9805" x="4456113" y="5616575"/>
          <p14:tracePt t="9820" x="4478338" y="5638800"/>
          <p14:tracePt t="9836" x="4498975" y="5661025"/>
          <p14:tracePt t="9853" x="4513263" y="5681663"/>
          <p14:tracePt t="9870" x="4535488" y="5703888"/>
          <p14:tracePt t="9886" x="4549775" y="5718175"/>
          <p14:tracePt t="9903" x="4557713" y="5732463"/>
          <p14:tracePt t="9920" x="4557713" y="5754688"/>
          <p14:tracePt t="9936" x="4572000" y="5776913"/>
          <p14:tracePt t="9953" x="4579938" y="5799138"/>
          <p14:tracePt t="9971" x="4586288" y="5827713"/>
          <p14:tracePt t="9986" x="4600575" y="5849938"/>
          <p14:tracePt t="10004" x="4600575" y="5878513"/>
          <p14:tracePt t="10020" x="4600575" y="5900738"/>
          <p14:tracePt t="10037" x="4600575" y="5907088"/>
          <p14:tracePt t="10054" x="4600575" y="5921375"/>
          <p14:tracePt t="10070" x="4600575" y="5943600"/>
          <p14:tracePt t="10086" x="4600575" y="5951538"/>
          <p14:tracePt t="10104" x="4600575" y="5972175"/>
          <p14:tracePt t="10120" x="4594225" y="5986463"/>
          <p14:tracePt t="10136" x="4572000" y="6022975"/>
          <p14:tracePt t="10153" x="4557713" y="6045200"/>
          <p14:tracePt t="10170" x="4543425" y="6059488"/>
          <p14:tracePt t="10186" x="4521200" y="6081713"/>
          <p14:tracePt t="10203" x="4506913" y="6103938"/>
          <p14:tracePt t="10220" x="4492625" y="6110288"/>
          <p14:tracePt t="10239" x="4484688" y="6118225"/>
          <p14:tracePt t="10253" x="4478338" y="6124575"/>
          <p14:tracePt t="10270" x="4470400" y="6124575"/>
          <p14:tracePt t="10287" x="4456113" y="6132513"/>
          <p14:tracePt t="10303" x="4456113" y="6138863"/>
          <p14:tracePt t="10336" x="4448175" y="6138863"/>
          <p14:tracePt t="10357" x="4441825" y="6138863"/>
          <p14:tracePt t="10380" x="4433888" y="6138863"/>
          <p14:tracePt t="10413" x="4427538" y="6138863"/>
          <p14:tracePt t="10744" x="4419600" y="6146800"/>
          <p14:tracePt t="10751" x="4411663" y="6154738"/>
          <p14:tracePt t="10764" x="4354513" y="6169025"/>
          <p14:tracePt t="10773" x="4318000" y="6169025"/>
          <p14:tracePt t="10786" x="4202113" y="6175375"/>
          <p14:tracePt t="10803" x="4071938" y="6175375"/>
          <p14:tracePt t="10820" x="3970338" y="6175375"/>
          <p14:tracePt t="10837" x="3883025" y="6161088"/>
          <p14:tracePt t="10853" x="3838575" y="6138863"/>
          <p14:tracePt t="10870" x="3781425" y="6118225"/>
          <p14:tracePt t="10887" x="3744913" y="6088063"/>
          <p14:tracePt t="10903" x="3722688" y="6067425"/>
          <p14:tracePt t="10920" x="3708400" y="6045200"/>
          <p14:tracePt t="10937" x="3686175" y="6016625"/>
          <p14:tracePt t="10953" x="3665538" y="5965825"/>
          <p14:tracePt t="10970" x="3657600" y="5929313"/>
          <p14:tracePt t="10989" x="3657600" y="5884863"/>
          <p14:tracePt t="11003" x="3657600" y="5856288"/>
          <p14:tracePt t="11020" x="3657600" y="5842000"/>
          <p14:tracePt t="11037" x="3686175" y="5813425"/>
          <p14:tracePt t="11053" x="3716338" y="5783263"/>
          <p14:tracePt t="11070" x="3759200" y="5754688"/>
          <p14:tracePt t="11087" x="3810000" y="5732463"/>
          <p14:tracePt t="11103" x="3852863" y="5711825"/>
          <p14:tracePt t="11120" x="3889375" y="5689600"/>
          <p14:tracePt t="11137" x="3925888" y="5681663"/>
          <p14:tracePt t="11153" x="3984625" y="5661025"/>
          <p14:tracePt t="11170" x="4035425" y="5653088"/>
          <p14:tracePt t="11187" x="4092575" y="5630863"/>
          <p14:tracePt t="11203" x="4122738" y="5630863"/>
          <p14:tracePt t="11220" x="4143375" y="5624513"/>
          <p14:tracePt t="11237" x="4165600" y="5616575"/>
          <p14:tracePt t="11253" x="4194175" y="5616575"/>
          <p14:tracePt t="11270" x="4238625" y="5616575"/>
          <p14:tracePt t="11287" x="4275138" y="5616575"/>
          <p14:tracePt t="11304" x="4289425" y="5616575"/>
          <p14:tracePt t="11320" x="4295775" y="5616575"/>
          <p14:tracePt t="11337" x="4303713" y="5616575"/>
          <p14:tracePt t="11353" x="4318000" y="5616575"/>
          <p14:tracePt t="11370" x="4332288" y="5630863"/>
          <p14:tracePt t="11387" x="4354513" y="5653088"/>
          <p14:tracePt t="11403" x="4368800" y="5667375"/>
          <p14:tracePt t="11420" x="4391025" y="5689600"/>
          <p14:tracePt t="11437" x="4397375" y="5711825"/>
          <p14:tracePt t="11453" x="4405313" y="5740400"/>
          <p14:tracePt t="11471" x="4419600" y="5748338"/>
          <p14:tracePt t="11487" x="4419600" y="5776913"/>
          <p14:tracePt t="11504" x="4427538" y="5791200"/>
          <p14:tracePt t="11521" x="4427538" y="5813425"/>
          <p14:tracePt t="11537" x="4427538" y="5827713"/>
          <p14:tracePt t="11555" x="4427538" y="5849938"/>
          <p14:tracePt t="11574" x="4427538" y="5864225"/>
          <p14:tracePt t="11587" x="4427538" y="5884863"/>
          <p14:tracePt t="11603" x="4427538" y="5900738"/>
          <p14:tracePt t="11620" x="4427538" y="5907088"/>
          <p14:tracePt t="11637" x="4427538" y="5929313"/>
          <p14:tracePt t="11653" x="4427538" y="5943600"/>
          <p14:tracePt t="11670" x="4419600" y="5957888"/>
          <p14:tracePt t="11687" x="4411663" y="5965825"/>
          <p14:tracePt t="11703" x="4405313" y="5980113"/>
          <p14:tracePt t="11720" x="4391025" y="5986463"/>
          <p14:tracePt t="11737" x="4383088" y="5994400"/>
          <p14:tracePt t="11753" x="4368800" y="6002338"/>
          <p14:tracePt t="11772" x="4340225" y="6008688"/>
          <p14:tracePt t="11787" x="4325938" y="6008688"/>
          <p14:tracePt t="11803" x="4303713" y="6022975"/>
          <p14:tracePt t="11820" x="4281488" y="6022975"/>
          <p14:tracePt t="11837" x="4275138" y="6022975"/>
          <p14:tracePt t="11853" x="4267200" y="6022975"/>
          <p14:tracePt t="11870" x="4252913" y="6030913"/>
          <p14:tracePt t="11955" x="4244975" y="6030913"/>
          <p14:tracePt t="11979" x="4238625" y="6030913"/>
          <p14:tracePt t="12011" x="4230688" y="6030913"/>
          <p14:tracePt t="12068" x="4224338" y="6030913"/>
          <p14:tracePt t="12100" x="4216400" y="6022975"/>
          <p14:tracePt t="12107" x="4208463" y="6022975"/>
          <p14:tracePt t="12123" x="4208463" y="6016625"/>
          <p14:tracePt t="12139" x="4208463" y="6008688"/>
          <p14:tracePt t="12163" x="4208463" y="6002338"/>
          <p14:tracePt t="12187" x="4208463" y="5994400"/>
          <p14:tracePt t="12195" x="4208463" y="5986463"/>
          <p14:tracePt t="12203" x="4208463" y="5980113"/>
          <p14:tracePt t="12220" x="4208463" y="5972175"/>
          <p14:tracePt t="12237" x="4208463" y="5957888"/>
          <p14:tracePt t="12253" x="4208463" y="5943600"/>
          <p14:tracePt t="12271" x="4216400" y="5935663"/>
          <p14:tracePt t="12287" x="4224338" y="5921375"/>
          <p14:tracePt t="12303" x="4230688" y="5915025"/>
          <p14:tracePt t="12337" x="4238625" y="5907088"/>
          <p14:tracePt t="12364" x="4244975" y="5907088"/>
          <p14:tracePt t="12380" x="4252913" y="5900738"/>
          <p14:tracePt t="12411" x="4259263" y="5892800"/>
          <p14:tracePt t="12436" x="4267200" y="5892800"/>
          <p14:tracePt t="12468" x="4275138" y="5892800"/>
          <p14:tracePt t="12656" x="4252913" y="5892800"/>
          <p14:tracePt t="12668" x="4216400" y="5900738"/>
          <p14:tracePt t="12678" x="4187825" y="5900738"/>
          <p14:tracePt t="12687" x="4165600" y="5900738"/>
          <p14:tracePt t="12704" x="4100513" y="5900738"/>
          <p14:tracePt t="12714" x="4041775" y="5900738"/>
          <p14:tracePt t="12723" x="3990975" y="5892800"/>
          <p14:tracePt t="12740" x="3860800" y="5813425"/>
          <p14:tracePt t="12755" x="3781425" y="5754688"/>
          <p14:tracePt t="12774" x="3324225" y="5384800"/>
          <p14:tracePt t="12790" x="2989263" y="5072063"/>
          <p14:tracePt t="12804" x="2743200" y="4752975"/>
          <p14:tracePt t="12822" x="2547938" y="4405313"/>
          <p14:tracePt t="12838" x="2438400" y="4064000"/>
          <p14:tracePt t="12854" x="2373313" y="3679825"/>
          <p14:tracePt t="12871" x="2344738" y="3309938"/>
          <p14:tracePt t="12888" x="2328863" y="2968625"/>
          <p14:tracePt t="12904" x="2322513" y="2751138"/>
          <p14:tracePt t="12920" x="2365375" y="2562225"/>
          <p14:tracePt t="12937" x="2438400" y="2373313"/>
          <p14:tracePt t="12954" x="2547938" y="2162175"/>
          <p14:tracePt t="12971" x="2700338" y="1908175"/>
          <p14:tracePt t="12987" x="2808288" y="1763713"/>
          <p14:tracePt t="13005" x="2887663" y="1676400"/>
          <p14:tracePt t="13021" x="2954338" y="1589088"/>
          <p14:tracePt t="13038" x="3033713" y="1487488"/>
          <p14:tracePt t="13054" x="3157538" y="1400175"/>
          <p14:tracePt t="13071" x="3324225" y="1320800"/>
          <p14:tracePt t="13087" x="3490913" y="1196975"/>
          <p14:tracePt t="13104" x="3606800" y="1117600"/>
          <p14:tracePt t="13121" x="3700463" y="1066800"/>
          <p14:tracePt t="13139" x="3852863" y="1016000"/>
          <p14:tracePt t="13154" x="3933825" y="993775"/>
          <p14:tracePt t="13171" x="4157663" y="928688"/>
          <p14:tracePt t="13188" x="4340225" y="871538"/>
          <p14:tracePt t="13204" x="4478338" y="835025"/>
          <p14:tracePt t="13213" x="4529138" y="820738"/>
          <p14:tracePt t="13224" x="4557713" y="812800"/>
          <p14:tracePt t="13238" x="4622800" y="790575"/>
          <p14:tracePt t="13254" x="4687888" y="769938"/>
          <p14:tracePt t="13271" x="4775200" y="733425"/>
          <p14:tracePt t="13287" x="4884738" y="711200"/>
          <p14:tracePt t="13304" x="5037138" y="660400"/>
          <p14:tracePt t="13321" x="5122863" y="646113"/>
          <p14:tracePt t="13338" x="5173663" y="638175"/>
          <p14:tracePt t="13374" x="5181600" y="638175"/>
          <p14:tracePt t="13390" x="5189538" y="631825"/>
          <p14:tracePt t="13407" x="5189538" y="623888"/>
          <p14:tracePt t="13431" x="5195888" y="623888"/>
          <p14:tracePt t="13486" x="5203825" y="623888"/>
          <p14:tracePt t="13495" x="5203825" y="617538"/>
          <p14:tracePt t="13509" x="5224463" y="601663"/>
          <p14:tracePt t="13521" x="5232400" y="595313"/>
          <p14:tracePt t="13538" x="5240338" y="595313"/>
          <p14:tracePt t="13554" x="5240338" y="587375"/>
          <p14:tracePt t="13607" x="5246688" y="581025"/>
          <p14:tracePt t="13631" x="5254625" y="581025"/>
          <p14:tracePt t="14947" x="5283200" y="573088"/>
          <p14:tracePt t="14956" x="5319713" y="573088"/>
          <p14:tracePt t="14966" x="5356225" y="573088"/>
          <p14:tracePt t="14976" x="5392738" y="573088"/>
          <p14:tracePt t="14988" x="5457825" y="573088"/>
          <p14:tracePt t="15005" x="5545138" y="550863"/>
          <p14:tracePt t="15026" x="5595938" y="550863"/>
          <p14:tracePt t="15038" x="5630863" y="550863"/>
          <p14:tracePt t="15055" x="5675313" y="536575"/>
          <p14:tracePt t="15073" x="5697538" y="530225"/>
          <p14:tracePt t="15091" x="5768975" y="500063"/>
          <p14:tracePt t="15108" x="5805488" y="471488"/>
          <p14:tracePt t="15122" x="5827713" y="457200"/>
          <p14:tracePt t="15138" x="5870575" y="428625"/>
          <p14:tracePt t="15155" x="5929313" y="384175"/>
          <p14:tracePt t="15171" x="5965825" y="355600"/>
          <p14:tracePt t="15188" x="6016625" y="290513"/>
          <p14:tracePt t="15198" x="6037263" y="268288"/>
          <p14:tracePt t="15214" x="6088063" y="203200"/>
          <p14:tracePt t="15222" x="6124575" y="174625"/>
          <p14:tracePt t="15238" x="6161088" y="144463"/>
          <p14:tracePt t="15254" x="6197600" y="115888"/>
          <p14:tracePt t="15271" x="6248400" y="73025"/>
          <p14:tracePt t="15288" x="6299200" y="42863"/>
          <p14:tracePt t="15304" x="6364288" y="14288"/>
          <p14:tracePt t="15470" x="6604000" y="0"/>
          <p14:tracePt t="15479" x="6618288" y="36513"/>
          <p14:tracePt t="15492" x="6640513" y="101600"/>
          <p14:tracePt t="15505" x="6646863" y="130175"/>
          <p14:tracePt t="15524" x="6677025" y="217488"/>
          <p14:tracePt t="15539" x="6677025" y="239713"/>
          <p14:tracePt t="15558" x="6697663" y="312738"/>
          <p14:tracePt t="15573" x="6713538" y="369888"/>
          <p14:tracePt t="15589" x="6719888" y="406400"/>
          <p14:tracePt t="15606" x="6719888" y="442913"/>
          <p14:tracePt t="15623" x="6734175" y="479425"/>
          <p14:tracePt t="15638" x="6742113" y="522288"/>
          <p14:tracePt t="15655" x="6748463" y="558800"/>
          <p14:tracePt t="15689" x="6748463" y="573088"/>
          <p14:tracePt t="15705" x="6742113" y="587375"/>
          <p14:tracePt t="15724" x="6705600" y="623888"/>
          <p14:tracePt t="15739" x="6691313" y="638175"/>
          <p14:tracePt t="15755" x="6646863" y="660400"/>
          <p14:tracePt t="15774" x="6604000" y="668338"/>
          <p14:tracePt t="15789" x="6575425" y="682625"/>
          <p14:tracePt t="15806" x="6538913" y="688975"/>
          <p14:tracePt t="15822" x="6516688" y="688975"/>
          <p14:tracePt t="15839" x="6465888" y="688975"/>
          <p14:tracePt t="15855" x="6437313" y="688975"/>
          <p14:tracePt t="15872" x="6400800" y="688975"/>
          <p14:tracePt t="15889" x="6386513" y="688975"/>
          <p14:tracePt t="15906" x="6357938" y="682625"/>
          <p14:tracePt t="15939" x="6350000" y="674688"/>
          <p14:tracePt t="15955" x="6335713" y="660400"/>
          <p14:tracePt t="15972" x="6327775" y="660400"/>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785212843"/>
              </p:ext>
            </p:extLst>
          </p:nvPr>
        </p:nvGraphicFramePr>
        <p:xfrm>
          <a:off x="376015" y="136733"/>
          <a:ext cx="11639371" cy="65631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Block Arc 4"/>
          <p:cNvSpPr/>
          <p:nvPr/>
        </p:nvSpPr>
        <p:spPr>
          <a:xfrm rot="2666040">
            <a:off x="3214046" y="173027"/>
            <a:ext cx="6647527" cy="5821984"/>
          </a:xfrm>
          <a:prstGeom prst="blockArc">
            <a:avLst>
              <a:gd name="adj1" fmla="val 10790234"/>
              <a:gd name="adj2" fmla="val 21171060"/>
              <a:gd name="adj3" fmla="val 13301"/>
            </a:avLst>
          </a:prstGeom>
          <a:solidFill>
            <a:srgbClr val="FFD966">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sp>
        <p:nvSpPr>
          <p:cNvPr id="7" name="Rectangle 6"/>
          <p:cNvSpPr/>
          <p:nvPr/>
        </p:nvSpPr>
        <p:spPr>
          <a:xfrm>
            <a:off x="8956526" y="0"/>
            <a:ext cx="2958666" cy="1754326"/>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smtClean="0"/>
              <a:t>Group21 </a:t>
            </a:r>
            <a:r>
              <a:rPr lang="en-US" dirty="0">
                <a:sym typeface="Wingdings" panose="05000000000000000000" pitchFamily="2" charset="2"/>
              </a:rPr>
              <a:t> </a:t>
            </a:r>
            <a:r>
              <a:rPr lang="en-US" dirty="0" smtClean="0">
                <a:sym typeface="Wingdings" panose="05000000000000000000" pitchFamily="2" charset="2"/>
              </a:rPr>
              <a:t>21+10 </a:t>
            </a:r>
            <a:r>
              <a:rPr lang="en-US" dirty="0">
                <a:sym typeface="Wingdings" panose="05000000000000000000" pitchFamily="2" charset="2"/>
              </a:rPr>
              <a:t>= </a:t>
            </a:r>
            <a:r>
              <a:rPr lang="en-US" dirty="0" smtClean="0">
                <a:sym typeface="Wingdings" panose="05000000000000000000" pitchFamily="2" charset="2"/>
              </a:rPr>
              <a:t>31</a:t>
            </a:r>
            <a:endParaRPr lang="en-US" dirty="0">
              <a:sym typeface="Wingdings" panose="05000000000000000000" pitchFamily="2" charset="2"/>
            </a:endParaRPr>
          </a:p>
          <a:p>
            <a:r>
              <a:rPr lang="en-US" dirty="0" smtClean="0">
                <a:sym typeface="Wingdings" panose="05000000000000000000" pitchFamily="2" charset="2"/>
              </a:rPr>
              <a:t>(31-23=8) </a:t>
            </a:r>
            <a:r>
              <a:rPr lang="en-US" dirty="0">
                <a:sym typeface="Wingdings" panose="05000000000000000000" pitchFamily="2" charset="2"/>
              </a:rPr>
              <a:t>23=Total Group</a:t>
            </a:r>
          </a:p>
          <a:p>
            <a:r>
              <a:rPr lang="en-US" dirty="0">
                <a:sym typeface="Wingdings" panose="05000000000000000000" pitchFamily="2" charset="2"/>
              </a:rPr>
              <a:t>-------</a:t>
            </a:r>
          </a:p>
          <a:p>
            <a:r>
              <a:rPr lang="en-US" dirty="0" smtClean="0">
                <a:sym typeface="Wingdings" panose="05000000000000000000" pitchFamily="2" charset="2"/>
              </a:rPr>
              <a:t>Group21 </a:t>
            </a:r>
            <a:r>
              <a:rPr lang="en-US" dirty="0">
                <a:sym typeface="Wingdings" panose="05000000000000000000" pitchFamily="2" charset="2"/>
              </a:rPr>
              <a:t>only evaluate </a:t>
            </a:r>
            <a:r>
              <a:rPr lang="en-US" dirty="0" smtClean="0">
                <a:sym typeface="Wingdings" panose="05000000000000000000" pitchFamily="2" charset="2"/>
              </a:rPr>
              <a:t>Group22 </a:t>
            </a:r>
            <a:r>
              <a:rPr lang="en-US" dirty="0">
                <a:sym typeface="Wingdings" panose="05000000000000000000" pitchFamily="2" charset="2"/>
              </a:rPr>
              <a:t>to </a:t>
            </a:r>
            <a:r>
              <a:rPr lang="en-US" dirty="0" smtClean="0">
                <a:sym typeface="Wingdings" panose="05000000000000000000" pitchFamily="2" charset="2"/>
              </a:rPr>
              <a:t>Group23 then continue to Group1 to Group8</a:t>
            </a:r>
            <a:endParaRPr lang="en-US" dirty="0">
              <a:sym typeface="Wingdings" panose="05000000000000000000" pitchFamily="2" charset="2"/>
            </a:endParaRPr>
          </a:p>
        </p:txBody>
      </p:sp>
    </p:spTree>
    <p:extLst>
      <p:ext uri="{BB962C8B-B14F-4D97-AF65-F5344CB8AC3E}">
        <p14:creationId xmlns:p14="http://schemas.microsoft.com/office/powerpoint/2010/main" val="328220991"/>
      </p:ext>
    </p:extLst>
  </p:cSld>
  <p:clrMapOvr>
    <a:masterClrMapping/>
  </p:clrMapOvr>
  <mc:AlternateContent xmlns:mc="http://schemas.openxmlformats.org/markup-compatibility/2006" xmlns:p14="http://schemas.microsoft.com/office/powerpoint/2010/main">
    <mc:Choice Requires="p14">
      <p:transition spd="slow" p14:dur="2000" advTm="1845">
        <p:cut/>
      </p:transition>
    </mc:Choice>
    <mc:Fallback xmlns="">
      <p:transition spd="slow" advTm="1845">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7255" y="427275"/>
            <a:ext cx="9720072" cy="1499616"/>
          </a:xfrm>
        </p:spPr>
        <p:txBody>
          <a:bodyPr/>
          <a:lstStyle/>
          <a:p>
            <a:r>
              <a:rPr lang="en-US" dirty="0" smtClean="0"/>
              <a:t>Rules (2)</a:t>
            </a:r>
            <a:endParaRPr lang="en-US" dirty="0"/>
          </a:p>
        </p:txBody>
      </p:sp>
      <p:sp>
        <p:nvSpPr>
          <p:cNvPr id="3" name="Content Placeholder 2"/>
          <p:cNvSpPr>
            <a:spLocks noGrp="1"/>
          </p:cNvSpPr>
          <p:nvPr>
            <p:ph idx="1"/>
          </p:nvPr>
        </p:nvSpPr>
        <p:spPr>
          <a:xfrm>
            <a:off x="1024127" y="1700613"/>
            <a:ext cx="10765102" cy="4608747"/>
          </a:xfrm>
        </p:spPr>
        <p:txBody>
          <a:bodyPr>
            <a:normAutofit/>
          </a:bodyPr>
          <a:lstStyle/>
          <a:p>
            <a:r>
              <a:rPr lang="en-US" sz="2000" dirty="0"/>
              <a:t>You only allowed </a:t>
            </a:r>
            <a:r>
              <a:rPr lang="en-US" sz="2000" dirty="0" smtClean="0"/>
              <a:t>giving	: 1. Grade C; 0</a:t>
            </a:r>
            <a:r>
              <a:rPr lang="en-US" sz="2000" dirty="0" smtClean="0">
                <a:latin typeface="MS Gothic" panose="020B0609070205080204" pitchFamily="49" charset="-128"/>
                <a:ea typeface="MS Gothic" panose="020B0609070205080204" pitchFamily="49" charset="-128"/>
              </a:rPr>
              <a:t>≺</a:t>
            </a:r>
            <a:r>
              <a:rPr lang="en-US" sz="2000" dirty="0" smtClean="0"/>
              <a:t>C</a:t>
            </a:r>
            <a:r>
              <a:rPr lang="en-US" sz="2000" dirty="0">
                <a:latin typeface="MS Gothic" panose="020B0609070205080204" pitchFamily="49" charset="-128"/>
                <a:ea typeface="MS Gothic" panose="020B0609070205080204" pitchFamily="49" charset="-128"/>
              </a:rPr>
              <a:t>≼</a:t>
            </a:r>
            <a:r>
              <a:rPr lang="en-US" sz="2000" dirty="0" smtClean="0"/>
              <a:t>2 groups (grade C for 1 </a:t>
            </a:r>
            <a:r>
              <a:rPr lang="en-US" sz="2000" dirty="0"/>
              <a:t>or 2 </a:t>
            </a:r>
            <a:r>
              <a:rPr lang="en-US" sz="2000" dirty="0" smtClean="0"/>
              <a:t>presenter groups)</a:t>
            </a:r>
            <a:br>
              <a:rPr lang="en-US" sz="2000" dirty="0" smtClean="0"/>
            </a:br>
            <a:r>
              <a:rPr lang="en-US" sz="2000" dirty="0" smtClean="0"/>
              <a:t>			  2. Grade B; 6</a:t>
            </a:r>
            <a:r>
              <a:rPr lang="en-US" sz="2000" dirty="0" smtClean="0">
                <a:latin typeface="MS Gothic" panose="020B0609070205080204" pitchFamily="49" charset="-128"/>
                <a:ea typeface="MS Gothic" panose="020B0609070205080204" pitchFamily="49" charset="-128"/>
              </a:rPr>
              <a:t>≼</a:t>
            </a:r>
            <a:r>
              <a:rPr lang="en-US" sz="2000" dirty="0" smtClean="0"/>
              <a:t>B</a:t>
            </a:r>
            <a:r>
              <a:rPr lang="en-US" sz="2000" dirty="0" smtClean="0">
                <a:latin typeface="MS Gothic" panose="020B0609070205080204" pitchFamily="49" charset="-128"/>
                <a:ea typeface="MS Gothic" panose="020B0609070205080204" pitchFamily="49" charset="-128"/>
              </a:rPr>
              <a:t>≺</a:t>
            </a:r>
            <a:r>
              <a:rPr lang="en-US" sz="2000" dirty="0" smtClean="0"/>
              <a:t>8 groups (grade B minimum to 6 presenter groups)</a:t>
            </a:r>
            <a:br>
              <a:rPr lang="en-US" sz="2000" dirty="0" smtClean="0"/>
            </a:br>
            <a:r>
              <a:rPr lang="en-US" sz="2000" dirty="0" smtClean="0"/>
              <a:t>			  3. Grade A; </a:t>
            </a:r>
            <a:r>
              <a:rPr lang="en-US" sz="2000" dirty="0"/>
              <a:t>0</a:t>
            </a:r>
            <a:r>
              <a:rPr lang="en-US" sz="2000" dirty="0" smtClean="0">
                <a:latin typeface="MS Gothic" panose="020B0609070205080204" pitchFamily="49" charset="-128"/>
                <a:ea typeface="MS Gothic" panose="020B0609070205080204" pitchFamily="49" charset="-128"/>
              </a:rPr>
              <a:t>≺</a:t>
            </a:r>
            <a:r>
              <a:rPr lang="en-US" sz="2000" dirty="0" smtClean="0"/>
              <a:t>A</a:t>
            </a:r>
            <a:r>
              <a:rPr lang="en-US" sz="2000" dirty="0" smtClean="0">
                <a:latin typeface="MS Gothic" panose="020B0609070205080204" pitchFamily="49" charset="-128"/>
                <a:ea typeface="MS Gothic" panose="020B0609070205080204" pitchFamily="49" charset="-128"/>
              </a:rPr>
              <a:t>≼</a:t>
            </a:r>
            <a:r>
              <a:rPr lang="en-US" sz="2000" dirty="0"/>
              <a:t>2</a:t>
            </a:r>
            <a:r>
              <a:rPr lang="en-US" sz="2000" dirty="0" smtClean="0"/>
              <a:t> groups (grade A for 1 to 3 presenter groups)</a:t>
            </a:r>
          </a:p>
        </p:txBody>
      </p:sp>
      <p:sp>
        <p:nvSpPr>
          <p:cNvPr id="4" name="Rectangle 3"/>
          <p:cNvSpPr/>
          <p:nvPr/>
        </p:nvSpPr>
        <p:spPr>
          <a:xfrm>
            <a:off x="1183272" y="3400045"/>
            <a:ext cx="2560319" cy="89943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You have given C for 4 </a:t>
            </a:r>
            <a:r>
              <a:rPr lang="en-US" dirty="0" smtClean="0"/>
              <a:t>groups?</a:t>
            </a:r>
            <a:endParaRPr lang="en-US" dirty="0"/>
          </a:p>
        </p:txBody>
      </p:sp>
      <p:sp>
        <p:nvSpPr>
          <p:cNvPr id="5" name="Rectangle 4"/>
          <p:cNvSpPr/>
          <p:nvPr/>
        </p:nvSpPr>
        <p:spPr>
          <a:xfrm>
            <a:off x="4701404" y="3400045"/>
            <a:ext cx="2560319" cy="89943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u="sng" dirty="0">
                <a:solidFill>
                  <a:schemeClr val="accent2"/>
                </a:solidFill>
              </a:rPr>
              <a:t>Change?</a:t>
            </a:r>
          </a:p>
          <a:p>
            <a:pPr algn="ctr"/>
            <a:r>
              <a:rPr lang="en-US" dirty="0">
                <a:sym typeface="Wingdings" panose="05000000000000000000" pitchFamily="2" charset="2"/>
              </a:rPr>
              <a:t> You can fill in the evaluation form again</a:t>
            </a:r>
            <a:endParaRPr lang="en-US" dirty="0"/>
          </a:p>
        </p:txBody>
      </p:sp>
      <p:sp>
        <p:nvSpPr>
          <p:cNvPr id="6" name="Rectangle 5"/>
          <p:cNvSpPr/>
          <p:nvPr/>
        </p:nvSpPr>
        <p:spPr>
          <a:xfrm>
            <a:off x="8062518" y="3400045"/>
            <a:ext cx="3386653" cy="89943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accent2"/>
                </a:solidFill>
              </a:rPr>
              <a:t>TA</a:t>
            </a:r>
            <a:r>
              <a:rPr lang="en-US" dirty="0"/>
              <a:t> will check your record then </a:t>
            </a:r>
            <a:r>
              <a:rPr lang="en-US" b="1" dirty="0">
                <a:solidFill>
                  <a:schemeClr val="accent2"/>
                </a:solidFill>
              </a:rPr>
              <a:t>delete</a:t>
            </a:r>
            <a:r>
              <a:rPr lang="en-US" dirty="0"/>
              <a:t> the </a:t>
            </a:r>
            <a:r>
              <a:rPr lang="en-US" dirty="0" smtClean="0"/>
              <a:t>oldest (same/duplicate presenter groups)</a:t>
            </a:r>
            <a:endParaRPr lang="en-US" dirty="0"/>
          </a:p>
        </p:txBody>
      </p:sp>
      <p:cxnSp>
        <p:nvCxnSpPr>
          <p:cNvPr id="8" name="Straight Arrow Connector 7"/>
          <p:cNvCxnSpPr>
            <a:stCxn id="4" idx="3"/>
            <a:endCxn id="5" idx="1"/>
          </p:cNvCxnSpPr>
          <p:nvPr/>
        </p:nvCxnSpPr>
        <p:spPr>
          <a:xfrm>
            <a:off x="3743591" y="3849764"/>
            <a:ext cx="9578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6" idx="1"/>
          </p:cNvCxnSpPr>
          <p:nvPr/>
        </p:nvCxnSpPr>
        <p:spPr>
          <a:xfrm>
            <a:off x="7261723" y="3849764"/>
            <a:ext cx="8007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D07632B-7547-4F9F-98FF-30CFA30FDD45}"/>
              </a:ext>
            </a:extLst>
          </p:cNvPr>
          <p:cNvSpPr txBox="1"/>
          <p:nvPr/>
        </p:nvSpPr>
        <p:spPr>
          <a:xfrm>
            <a:off x="1107255" y="4300223"/>
            <a:ext cx="1026243" cy="369332"/>
          </a:xfrm>
          <a:prstGeom prst="rect">
            <a:avLst/>
          </a:prstGeom>
          <a:noFill/>
        </p:spPr>
        <p:txBody>
          <a:bodyPr wrap="none" rtlCol="0">
            <a:spAutoFit/>
          </a:bodyPr>
          <a:lstStyle/>
          <a:p>
            <a:r>
              <a:rPr lang="en-US" dirty="0" smtClean="0"/>
              <a:t>Example:</a:t>
            </a:r>
            <a:endParaRPr lang="en-US" dirty="0"/>
          </a:p>
        </p:txBody>
      </p:sp>
      <p:grpSp>
        <p:nvGrpSpPr>
          <p:cNvPr id="16" name="Group 15"/>
          <p:cNvGrpSpPr/>
          <p:nvPr/>
        </p:nvGrpSpPr>
        <p:grpSpPr>
          <a:xfrm>
            <a:off x="1192513" y="4669555"/>
            <a:ext cx="5437258" cy="2099482"/>
            <a:chOff x="1194706" y="4481547"/>
            <a:chExt cx="5437258" cy="2099482"/>
          </a:xfrm>
        </p:grpSpPr>
        <p:grpSp>
          <p:nvGrpSpPr>
            <p:cNvPr id="7" name="Group 6"/>
            <p:cNvGrpSpPr/>
            <p:nvPr/>
          </p:nvGrpSpPr>
          <p:grpSpPr>
            <a:xfrm>
              <a:off x="1194706" y="4481547"/>
              <a:ext cx="5437258" cy="2099482"/>
              <a:chOff x="1342483" y="4481547"/>
              <a:chExt cx="5437258" cy="2099482"/>
            </a:xfrm>
          </p:grpSpPr>
          <p:grpSp>
            <p:nvGrpSpPr>
              <p:cNvPr id="12" name="Group 11">
                <a:extLst>
                  <a:ext uri="{FF2B5EF4-FFF2-40B4-BE49-F238E27FC236}">
                    <a16:creationId xmlns:a16="http://schemas.microsoft.com/office/drawing/2014/main" id="{4C087450-20E1-41AE-BD56-93433661F0D3}"/>
                  </a:ext>
                </a:extLst>
              </p:cNvPr>
              <p:cNvGrpSpPr/>
              <p:nvPr/>
            </p:nvGrpSpPr>
            <p:grpSpPr>
              <a:xfrm>
                <a:off x="1342483" y="4481547"/>
                <a:ext cx="5437258" cy="2099482"/>
                <a:chOff x="1342483" y="4232390"/>
                <a:chExt cx="5076825" cy="1809750"/>
              </a:xfrm>
            </p:grpSpPr>
            <p:pic>
              <p:nvPicPr>
                <p:cNvPr id="10" name="Picture 9">
                  <a:extLst>
                    <a:ext uri="{FF2B5EF4-FFF2-40B4-BE49-F238E27FC236}">
                      <a16:creationId xmlns:a16="http://schemas.microsoft.com/office/drawing/2014/main" id="{AF6607F4-5322-4EB4-9364-E968AC0B2EE0}"/>
                    </a:ext>
                  </a:extLst>
                </p:cNvPr>
                <p:cNvPicPr>
                  <a:picLocks noChangeAspect="1"/>
                </p:cNvPicPr>
                <p:nvPr/>
              </p:nvPicPr>
              <p:blipFill>
                <a:blip r:embed="rId4"/>
                <a:stretch>
                  <a:fillRect/>
                </a:stretch>
              </p:blipFill>
              <p:spPr>
                <a:xfrm>
                  <a:off x="1342483" y="4232390"/>
                  <a:ext cx="5076825" cy="1809750"/>
                </a:xfrm>
                <a:prstGeom prst="rect">
                  <a:avLst/>
                </a:prstGeom>
              </p:spPr>
            </p:pic>
            <p:sp>
              <p:nvSpPr>
                <p:cNvPr id="11" name="Rectangle 10">
                  <a:extLst>
                    <a:ext uri="{FF2B5EF4-FFF2-40B4-BE49-F238E27FC236}">
                      <a16:creationId xmlns:a16="http://schemas.microsoft.com/office/drawing/2014/main" id="{582A1C1C-D387-4320-A383-FA3A3F3B7B81}"/>
                    </a:ext>
                  </a:extLst>
                </p:cNvPr>
                <p:cNvSpPr/>
                <p:nvPr/>
              </p:nvSpPr>
              <p:spPr>
                <a:xfrm>
                  <a:off x="3277588" y="4744904"/>
                  <a:ext cx="2299428" cy="129723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grpSp>
          <p:sp>
            <p:nvSpPr>
              <p:cNvPr id="14" name="Rectangle 13"/>
              <p:cNvSpPr/>
              <p:nvPr/>
            </p:nvSpPr>
            <p:spPr>
              <a:xfrm>
                <a:off x="5051903" y="4651670"/>
                <a:ext cx="558899" cy="110836"/>
              </a:xfrm>
              <a:prstGeom prst="rect">
                <a:avLst/>
              </a:prstGeom>
              <a:solidFill>
                <a:srgbClr val="FBBC04"/>
              </a:solidFill>
              <a:ln>
                <a:solidFill>
                  <a:srgbClr val="FBBC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p:cNvPicPr>
              <a:picLocks noChangeAspect="1"/>
            </p:cNvPicPr>
            <p:nvPr/>
          </p:nvPicPr>
          <p:blipFill rotWithShape="1">
            <a:blip r:embed="rId5"/>
            <a:srcRect l="18544" t="26240" r="11255" b="18138"/>
            <a:stretch/>
          </p:blipFill>
          <p:spPr>
            <a:xfrm>
              <a:off x="3276600" y="4914900"/>
              <a:ext cx="1651000" cy="120650"/>
            </a:xfrm>
            <a:prstGeom prst="rect">
              <a:avLst/>
            </a:prstGeom>
          </p:spPr>
        </p:pic>
      </p:grpSp>
      <p:graphicFrame>
        <p:nvGraphicFramePr>
          <p:cNvPr id="17" name="Table 16"/>
          <p:cNvGraphicFramePr>
            <a:graphicFrameLocks noGrp="1"/>
          </p:cNvGraphicFramePr>
          <p:nvPr>
            <p:extLst>
              <p:ext uri="{D42A27DB-BD31-4B8C-83A1-F6EECF244321}">
                <p14:modId xmlns:p14="http://schemas.microsoft.com/office/powerpoint/2010/main" val="898193285"/>
              </p:ext>
            </p:extLst>
          </p:nvPr>
        </p:nvGraphicFramePr>
        <p:xfrm>
          <a:off x="3994834" y="2627248"/>
          <a:ext cx="6764320" cy="670560"/>
        </p:xfrm>
        <a:graphic>
          <a:graphicData uri="http://schemas.openxmlformats.org/drawingml/2006/table">
            <a:tbl>
              <a:tblPr firstRow="1" bandRow="1">
                <a:tableStyleId>{616DA210-FB5B-4158-B5E0-FEB733F419BA}</a:tableStyleId>
              </a:tblPr>
              <a:tblGrid>
                <a:gridCol w="676432">
                  <a:extLst>
                    <a:ext uri="{9D8B030D-6E8A-4147-A177-3AD203B41FA5}">
                      <a16:colId xmlns:a16="http://schemas.microsoft.com/office/drawing/2014/main" val="1477738475"/>
                    </a:ext>
                  </a:extLst>
                </a:gridCol>
                <a:gridCol w="676432">
                  <a:extLst>
                    <a:ext uri="{9D8B030D-6E8A-4147-A177-3AD203B41FA5}">
                      <a16:colId xmlns:a16="http://schemas.microsoft.com/office/drawing/2014/main" val="4137650290"/>
                    </a:ext>
                  </a:extLst>
                </a:gridCol>
                <a:gridCol w="676432">
                  <a:extLst>
                    <a:ext uri="{9D8B030D-6E8A-4147-A177-3AD203B41FA5}">
                      <a16:colId xmlns:a16="http://schemas.microsoft.com/office/drawing/2014/main" val="2835217076"/>
                    </a:ext>
                  </a:extLst>
                </a:gridCol>
                <a:gridCol w="676432">
                  <a:extLst>
                    <a:ext uri="{9D8B030D-6E8A-4147-A177-3AD203B41FA5}">
                      <a16:colId xmlns:a16="http://schemas.microsoft.com/office/drawing/2014/main" val="3100535156"/>
                    </a:ext>
                  </a:extLst>
                </a:gridCol>
                <a:gridCol w="676432">
                  <a:extLst>
                    <a:ext uri="{9D8B030D-6E8A-4147-A177-3AD203B41FA5}">
                      <a16:colId xmlns:a16="http://schemas.microsoft.com/office/drawing/2014/main" val="3683583998"/>
                    </a:ext>
                  </a:extLst>
                </a:gridCol>
                <a:gridCol w="676432">
                  <a:extLst>
                    <a:ext uri="{9D8B030D-6E8A-4147-A177-3AD203B41FA5}">
                      <a16:colId xmlns:a16="http://schemas.microsoft.com/office/drawing/2014/main" val="3129317074"/>
                    </a:ext>
                  </a:extLst>
                </a:gridCol>
                <a:gridCol w="676432">
                  <a:extLst>
                    <a:ext uri="{9D8B030D-6E8A-4147-A177-3AD203B41FA5}">
                      <a16:colId xmlns:a16="http://schemas.microsoft.com/office/drawing/2014/main" val="3893577163"/>
                    </a:ext>
                  </a:extLst>
                </a:gridCol>
                <a:gridCol w="676432">
                  <a:extLst>
                    <a:ext uri="{9D8B030D-6E8A-4147-A177-3AD203B41FA5}">
                      <a16:colId xmlns:a16="http://schemas.microsoft.com/office/drawing/2014/main" val="3843911120"/>
                    </a:ext>
                  </a:extLst>
                </a:gridCol>
                <a:gridCol w="676432">
                  <a:extLst>
                    <a:ext uri="{9D8B030D-6E8A-4147-A177-3AD203B41FA5}">
                      <a16:colId xmlns:a16="http://schemas.microsoft.com/office/drawing/2014/main" val="4032006252"/>
                    </a:ext>
                  </a:extLst>
                </a:gridCol>
                <a:gridCol w="676432">
                  <a:extLst>
                    <a:ext uri="{9D8B030D-6E8A-4147-A177-3AD203B41FA5}">
                      <a16:colId xmlns:a16="http://schemas.microsoft.com/office/drawing/2014/main" val="721586978"/>
                    </a:ext>
                  </a:extLst>
                </a:gridCol>
              </a:tblGrid>
              <a:tr h="0">
                <a:tc>
                  <a:txBody>
                    <a:bodyPr/>
                    <a:lstStyle/>
                    <a:p>
                      <a:pPr algn="ctr"/>
                      <a:r>
                        <a:rPr lang="en-US" sz="1600" dirty="0" smtClean="0"/>
                        <a:t>G1</a:t>
                      </a:r>
                      <a:endParaRPr lang="en-US" sz="1600" dirty="0"/>
                    </a:p>
                  </a:txBody>
                  <a:tcPr/>
                </a:tc>
                <a:tc>
                  <a:txBody>
                    <a:bodyPr/>
                    <a:lstStyle/>
                    <a:p>
                      <a:pPr algn="ctr"/>
                      <a:r>
                        <a:rPr lang="en-US" sz="1600" dirty="0" smtClean="0"/>
                        <a:t>G2</a:t>
                      </a:r>
                      <a:endParaRPr lang="en-US" sz="1600" dirty="0"/>
                    </a:p>
                  </a:txBody>
                  <a:tcPr/>
                </a:tc>
                <a:tc>
                  <a:txBody>
                    <a:bodyPr/>
                    <a:lstStyle/>
                    <a:p>
                      <a:pPr algn="ctr"/>
                      <a:r>
                        <a:rPr lang="en-US" sz="1600" dirty="0" smtClean="0"/>
                        <a:t>G3</a:t>
                      </a:r>
                      <a:endParaRPr lang="en-US" sz="1600" dirty="0"/>
                    </a:p>
                  </a:txBody>
                  <a:tcPr/>
                </a:tc>
                <a:tc>
                  <a:txBody>
                    <a:bodyPr/>
                    <a:lstStyle/>
                    <a:p>
                      <a:pPr algn="ctr"/>
                      <a:r>
                        <a:rPr lang="en-US" sz="1600" dirty="0" smtClean="0"/>
                        <a:t>G4</a:t>
                      </a:r>
                      <a:endParaRPr lang="en-US" sz="1600" dirty="0"/>
                    </a:p>
                  </a:txBody>
                  <a:tcPr/>
                </a:tc>
                <a:tc>
                  <a:txBody>
                    <a:bodyPr/>
                    <a:lstStyle/>
                    <a:p>
                      <a:pPr algn="ctr"/>
                      <a:r>
                        <a:rPr lang="en-US" sz="1600" dirty="0" smtClean="0"/>
                        <a:t>G5</a:t>
                      </a:r>
                      <a:endParaRPr lang="en-US" sz="1600" dirty="0"/>
                    </a:p>
                  </a:txBody>
                  <a:tcPr/>
                </a:tc>
                <a:tc>
                  <a:txBody>
                    <a:bodyPr/>
                    <a:lstStyle/>
                    <a:p>
                      <a:pPr algn="ctr"/>
                      <a:r>
                        <a:rPr lang="en-US" sz="1600" dirty="0" smtClean="0"/>
                        <a:t>G6</a:t>
                      </a:r>
                      <a:endParaRPr lang="en-US" sz="1600" dirty="0"/>
                    </a:p>
                  </a:txBody>
                  <a:tcPr/>
                </a:tc>
                <a:tc>
                  <a:txBody>
                    <a:bodyPr/>
                    <a:lstStyle/>
                    <a:p>
                      <a:pPr algn="ctr"/>
                      <a:r>
                        <a:rPr lang="en-US" sz="1600" dirty="0" smtClean="0"/>
                        <a:t>G7</a:t>
                      </a:r>
                      <a:endParaRPr lang="en-US" sz="1600" dirty="0"/>
                    </a:p>
                  </a:txBody>
                  <a:tcPr/>
                </a:tc>
                <a:tc>
                  <a:txBody>
                    <a:bodyPr/>
                    <a:lstStyle/>
                    <a:p>
                      <a:pPr algn="ctr"/>
                      <a:r>
                        <a:rPr lang="en-US" sz="1600" dirty="0" smtClean="0"/>
                        <a:t>G8</a:t>
                      </a:r>
                      <a:endParaRPr lang="en-US" sz="1600" dirty="0"/>
                    </a:p>
                  </a:txBody>
                  <a:tcPr/>
                </a:tc>
                <a:tc>
                  <a:txBody>
                    <a:bodyPr/>
                    <a:lstStyle/>
                    <a:p>
                      <a:pPr algn="ctr"/>
                      <a:r>
                        <a:rPr lang="en-US" sz="1600" dirty="0" smtClean="0"/>
                        <a:t>G9</a:t>
                      </a:r>
                      <a:endParaRPr lang="en-US" sz="1600" dirty="0"/>
                    </a:p>
                  </a:txBody>
                  <a:tcPr/>
                </a:tc>
                <a:tc>
                  <a:txBody>
                    <a:bodyPr/>
                    <a:lstStyle/>
                    <a:p>
                      <a:pPr algn="ctr"/>
                      <a:r>
                        <a:rPr lang="en-US" sz="1600" dirty="0" smtClean="0"/>
                        <a:t>G10</a:t>
                      </a:r>
                      <a:endParaRPr lang="en-US" sz="1600" dirty="0"/>
                    </a:p>
                  </a:txBody>
                  <a:tcPr/>
                </a:tc>
                <a:extLst>
                  <a:ext uri="{0D108BD9-81ED-4DB2-BD59-A6C34878D82A}">
                    <a16:rowId xmlns:a16="http://schemas.microsoft.com/office/drawing/2014/main" val="2599053427"/>
                  </a:ext>
                </a:extLst>
              </a:tr>
              <a:tr h="0">
                <a:tc>
                  <a:txBody>
                    <a:bodyPr/>
                    <a:lstStyle/>
                    <a:p>
                      <a:pPr algn="ctr"/>
                      <a:r>
                        <a:rPr lang="en-US" sz="1600" dirty="0" smtClean="0"/>
                        <a:t>C</a:t>
                      </a:r>
                      <a:endParaRPr lang="en-US" sz="1600" dirty="0"/>
                    </a:p>
                  </a:txBody>
                  <a:tcPr/>
                </a:tc>
                <a:tc>
                  <a:txBody>
                    <a:bodyPr/>
                    <a:lstStyle/>
                    <a:p>
                      <a:pPr algn="ctr"/>
                      <a:r>
                        <a:rPr lang="en-US" sz="1600" dirty="0" smtClean="0"/>
                        <a:t>B</a:t>
                      </a:r>
                      <a:endParaRPr lang="en-US" sz="1600" dirty="0"/>
                    </a:p>
                  </a:txBody>
                  <a:tcPr/>
                </a:tc>
                <a:tc>
                  <a:txBody>
                    <a:bodyPr/>
                    <a:lstStyle/>
                    <a:p>
                      <a:pPr algn="ctr"/>
                      <a:r>
                        <a:rPr lang="en-US" sz="1600" dirty="0" smtClean="0"/>
                        <a:t>B</a:t>
                      </a:r>
                      <a:endParaRPr lang="en-US" sz="1600" dirty="0"/>
                    </a:p>
                  </a:txBody>
                  <a:tcPr/>
                </a:tc>
                <a:tc>
                  <a:txBody>
                    <a:bodyPr/>
                    <a:lstStyle/>
                    <a:p>
                      <a:pPr algn="ctr"/>
                      <a:r>
                        <a:rPr lang="en-US" sz="1600" dirty="0" smtClean="0"/>
                        <a:t>B</a:t>
                      </a:r>
                      <a:endParaRPr lang="en-US" sz="1600" dirty="0"/>
                    </a:p>
                  </a:txBody>
                  <a:tcPr/>
                </a:tc>
                <a:tc>
                  <a:txBody>
                    <a:bodyPr/>
                    <a:lstStyle/>
                    <a:p>
                      <a:pPr algn="ctr"/>
                      <a:r>
                        <a:rPr lang="en-US" sz="1600" dirty="0" smtClean="0"/>
                        <a:t>B</a:t>
                      </a:r>
                      <a:endParaRPr lang="en-US" sz="1600" dirty="0"/>
                    </a:p>
                  </a:txBody>
                  <a:tcPr/>
                </a:tc>
                <a:tc>
                  <a:txBody>
                    <a:bodyPr/>
                    <a:lstStyle/>
                    <a:p>
                      <a:pPr algn="ctr"/>
                      <a:r>
                        <a:rPr lang="en-US" sz="1600" dirty="0" smtClean="0"/>
                        <a:t>B</a:t>
                      </a:r>
                      <a:endParaRPr lang="en-US" sz="1600" dirty="0"/>
                    </a:p>
                  </a:txBody>
                  <a:tcPr/>
                </a:tc>
                <a:tc>
                  <a:txBody>
                    <a:bodyPr/>
                    <a:lstStyle/>
                    <a:p>
                      <a:pPr algn="ctr"/>
                      <a:r>
                        <a:rPr lang="en-US" sz="1600" dirty="0" smtClean="0"/>
                        <a:t>B</a:t>
                      </a:r>
                      <a:endParaRPr lang="en-US" sz="1600" dirty="0"/>
                    </a:p>
                  </a:txBody>
                  <a:tcPr/>
                </a:tc>
                <a:tc>
                  <a:txBody>
                    <a:bodyPr/>
                    <a:lstStyle/>
                    <a:p>
                      <a:pPr algn="ctr"/>
                      <a:r>
                        <a:rPr lang="en-US" sz="1600" dirty="0" smtClean="0"/>
                        <a:t>B</a:t>
                      </a:r>
                      <a:endParaRPr lang="en-US" sz="1600" dirty="0"/>
                    </a:p>
                  </a:txBody>
                  <a:tcPr/>
                </a:tc>
                <a:tc>
                  <a:txBody>
                    <a:bodyPr/>
                    <a:lstStyle/>
                    <a:p>
                      <a:pPr algn="ctr"/>
                      <a:r>
                        <a:rPr lang="en-US" sz="1600" dirty="0" smtClean="0"/>
                        <a:t>A</a:t>
                      </a:r>
                      <a:endParaRPr lang="en-US" sz="1600" dirty="0"/>
                    </a:p>
                  </a:txBody>
                  <a:tcPr/>
                </a:tc>
                <a:tc>
                  <a:txBody>
                    <a:bodyPr/>
                    <a:lstStyle/>
                    <a:p>
                      <a:pPr algn="ctr"/>
                      <a:r>
                        <a:rPr lang="en-US" sz="1600" dirty="0" smtClean="0"/>
                        <a:t>A</a:t>
                      </a:r>
                      <a:endParaRPr lang="en-US" sz="1600" dirty="0"/>
                    </a:p>
                  </a:txBody>
                  <a:tcPr/>
                </a:tc>
                <a:extLst>
                  <a:ext uri="{0D108BD9-81ED-4DB2-BD59-A6C34878D82A}">
                    <a16:rowId xmlns:a16="http://schemas.microsoft.com/office/drawing/2014/main" val="1677370631"/>
                  </a:ext>
                </a:extLst>
              </a:tr>
            </a:tbl>
          </a:graphicData>
        </a:graphic>
      </p:graphicFrame>
    </p:spTree>
    <p:custDataLst>
      <p:tags r:id="rId1"/>
    </p:custDataLst>
    <p:extLst>
      <p:ext uri="{BB962C8B-B14F-4D97-AF65-F5344CB8AC3E}">
        <p14:creationId xmlns:p14="http://schemas.microsoft.com/office/powerpoint/2010/main" val="2688903503"/>
      </p:ext>
    </p:extLst>
  </p:cSld>
  <p:clrMapOvr>
    <a:masterClrMapping/>
  </p:clrMapOvr>
  <mc:AlternateContent xmlns:mc="http://schemas.openxmlformats.org/markup-compatibility/2006" xmlns:p14="http://schemas.microsoft.com/office/powerpoint/2010/main">
    <mc:Choice Requires="p14">
      <p:transition spd="slow" p14:dur="2000" advTm="148713">
        <p:cut/>
      </p:transition>
    </mc:Choice>
    <mc:Fallback xmlns="">
      <p:transition spd="slow" advTm="148713">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par>
                          <p:cTn id="38" fill="hold">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13" grpId="0"/>
    </p:bldLst>
  </p:timing>
  <p:extLst mod="1">
    <p:ext uri="{3A86A75C-4F4B-4683-9AE1-C65F6400EC91}">
      <p14:laserTraceLst xmlns:p14="http://schemas.microsoft.com/office/powerpoint/2010/main">
        <p14:tracePtLst>
          <p14:tracePt t="8631" x="957263" y="5376863"/>
          <p14:tracePt t="18066" x="979488" y="5348288"/>
          <p14:tracePt t="18073" x="1052513" y="5305425"/>
          <p14:tracePt t="18083" x="1095375" y="5275263"/>
          <p14:tracePt t="18100" x="1131888" y="5246688"/>
          <p14:tracePt t="18117" x="1160463" y="5189538"/>
          <p14:tracePt t="18133" x="1227138" y="5094288"/>
          <p14:tracePt t="18150" x="1349375" y="4986338"/>
          <p14:tracePt t="18167" x="1422400" y="4919663"/>
          <p14:tracePt t="18183" x="1501775" y="4840288"/>
          <p14:tracePt t="18200" x="1560513" y="4752975"/>
          <p14:tracePt t="18217" x="1625600" y="4665663"/>
          <p14:tracePt t="18234" x="1712913" y="4549775"/>
          <p14:tracePt t="18251" x="1800225" y="4391025"/>
          <p14:tracePt t="18267" x="1871663" y="4289425"/>
          <p14:tracePt t="18283" x="1901825" y="4259263"/>
          <p14:tracePt t="18300" x="1922463" y="4238625"/>
          <p14:tracePt t="18317" x="1944688" y="4216400"/>
          <p14:tracePt t="18333" x="1958975" y="4208463"/>
          <p14:tracePt t="18351" x="1973263" y="4194175"/>
          <p14:tracePt t="19261" x="1973263" y="4187825"/>
          <p14:tracePt t="24575" x="2060575" y="4173538"/>
          <p14:tracePt t="24592" x="2373313" y="4035425"/>
          <p14:tracePt t="24600" x="2517775" y="3976688"/>
          <p14:tracePt t="24610" x="2735263" y="3911600"/>
          <p14:tracePt t="24619" x="2903538" y="3846513"/>
          <p14:tracePt t="24637" x="3208338" y="3730625"/>
          <p14:tracePt t="24655" x="3497263" y="3606800"/>
          <p14:tracePt t="24669" x="3578225" y="3578225"/>
          <p14:tracePt t="24686" x="3832225" y="3417888"/>
          <p14:tracePt t="24704" x="4027488" y="3302000"/>
          <p14:tracePt t="24719" x="4173538" y="3214688"/>
          <p14:tracePt t="24736" x="4281488" y="3157538"/>
          <p14:tracePt t="24753" x="4397375" y="3084513"/>
          <p14:tracePt t="24769" x="4513263" y="3019425"/>
          <p14:tracePt t="24786" x="4600575" y="2954338"/>
          <p14:tracePt t="24803" x="4710113" y="2867025"/>
          <p14:tracePt t="24819" x="4797425" y="2801938"/>
          <p14:tracePt t="24835" x="4884738" y="2765425"/>
          <p14:tracePt t="24853" x="4913313" y="2757488"/>
          <p14:tracePt t="24869" x="4941888" y="2743200"/>
          <p14:tracePt t="24886" x="4956175" y="2728913"/>
          <p14:tracePt t="24903" x="4986338" y="2714625"/>
          <p14:tracePt t="24918" x="5037138" y="2692400"/>
          <p14:tracePt t="24935" x="5065713" y="2684463"/>
          <p14:tracePt t="24952" x="5080000" y="2670175"/>
          <p14:tracePt t="24968" x="5102225" y="2655888"/>
          <p14:tracePt t="24985" x="5116513" y="2649538"/>
          <p14:tracePt t="25002" x="5145088" y="2633663"/>
          <p14:tracePt t="25018" x="5210175" y="2605088"/>
          <p14:tracePt t="25035" x="5305425" y="2582863"/>
          <p14:tracePt t="25052" x="5370513" y="2547938"/>
          <p14:tracePt t="25069" x="5413375" y="2511425"/>
          <p14:tracePt t="25085" x="5435600" y="2489200"/>
          <p14:tracePt t="25102" x="5449888" y="2474913"/>
          <p14:tracePt t="25119" x="5472113" y="2466975"/>
          <p14:tracePt t="25135" x="5500688" y="2446338"/>
          <p14:tracePt t="25152" x="5559425" y="2409825"/>
          <p14:tracePt t="25169" x="5646738" y="2336800"/>
          <p14:tracePt t="25185" x="5726113" y="2278063"/>
          <p14:tracePt t="25202" x="5776913" y="2235200"/>
          <p14:tracePt t="25219" x="5791200" y="2220913"/>
          <p14:tracePt t="25235" x="5791200" y="2206625"/>
          <p14:tracePt t="25252" x="5791200" y="2170113"/>
          <p14:tracePt t="25269" x="5791200" y="2119313"/>
          <p14:tracePt t="25285" x="5791200" y="2090738"/>
          <p14:tracePt t="25302" x="5783263" y="2060575"/>
          <p14:tracePt t="25319" x="5776913" y="2046288"/>
          <p14:tracePt t="25335" x="5762625" y="2024063"/>
          <p14:tracePt t="25352" x="5754688" y="2017713"/>
          <p14:tracePt t="25369" x="5754688" y="2009775"/>
          <p14:tracePt t="25385" x="5748338" y="2003425"/>
          <p14:tracePt t="25984" x="5748338" y="1995488"/>
          <p14:tracePt t="26144" x="5740400" y="1995488"/>
          <p14:tracePt t="27408" x="5732463" y="1995488"/>
          <p14:tracePt t="30057" x="5740400" y="1995488"/>
          <p14:tracePt t="30064" x="5754688" y="1995488"/>
          <p14:tracePt t="30080" x="5762625" y="1995488"/>
          <p14:tracePt t="30089" x="5776913" y="1995488"/>
          <p14:tracePt t="30106" x="5783263" y="1995488"/>
          <p14:tracePt t="30120" x="5805488" y="1995488"/>
          <p14:tracePt t="30137" x="5819775" y="1995488"/>
          <p14:tracePt t="30154" x="5827713" y="1995488"/>
          <p14:tracePt t="30187" x="5842000" y="1995488"/>
          <p14:tracePt t="30204" x="5864225" y="1995488"/>
          <p14:tracePt t="30220" x="5870575" y="1995488"/>
          <p14:tracePt t="30237" x="5900738" y="1995488"/>
          <p14:tracePt t="30253" x="5935663" y="1995488"/>
          <p14:tracePt t="30270" x="5972175" y="1995488"/>
          <p14:tracePt t="30287" x="6016625" y="1995488"/>
          <p14:tracePt t="30304" x="6053138" y="1995488"/>
          <p14:tracePt t="30321" x="6096000" y="1995488"/>
          <p14:tracePt t="30338" x="6132513" y="1995488"/>
          <p14:tracePt t="30354" x="6183313" y="1995488"/>
          <p14:tracePt t="30370" x="6234113" y="1995488"/>
          <p14:tracePt t="30387" x="6270625" y="1995488"/>
          <p14:tracePt t="30404" x="6313488" y="1995488"/>
          <p14:tracePt t="30420" x="6357938" y="1995488"/>
          <p14:tracePt t="30437" x="6400800" y="1995488"/>
          <p14:tracePt t="30454" x="6437313" y="1995488"/>
          <p14:tracePt t="30470" x="6473825" y="1995488"/>
          <p14:tracePt t="30487" x="6516688" y="1995488"/>
          <p14:tracePt t="30504" x="6553200" y="1995488"/>
          <p14:tracePt t="30520" x="6581775" y="1995488"/>
          <p14:tracePt t="30537" x="6611938" y="1995488"/>
          <p14:tracePt t="30554" x="6632575" y="1995488"/>
          <p14:tracePt t="30570" x="6654800" y="1995488"/>
          <p14:tracePt t="30588" x="6662738" y="1995488"/>
          <p14:tracePt t="30603" x="6669088" y="1995488"/>
          <p14:tracePt t="30620" x="6677025" y="1995488"/>
          <p14:tracePt t="30640" x="6683375" y="1995488"/>
          <p14:tracePt t="30673" x="6691313" y="1995488"/>
          <p14:tracePt t="30689" x="6697663" y="1995488"/>
          <p14:tracePt t="32344" x="6764338" y="1995488"/>
          <p14:tracePt t="32357" x="6843713" y="2003425"/>
          <p14:tracePt t="32371" x="7010400" y="2032000"/>
          <p14:tracePt t="32388" x="7185025" y="2054225"/>
          <p14:tracePt t="32405" x="7315200" y="2097088"/>
          <p14:tracePt t="32422" x="7373938" y="2111375"/>
          <p14:tracePt t="32439" x="7394575" y="2111375"/>
          <p14:tracePt t="32598" x="7402513" y="2133600"/>
          <p14:tracePt t="32607" x="7402513" y="2155825"/>
          <p14:tracePt t="32621" x="7402513" y="2170113"/>
          <p14:tracePt t="32639" x="7445375" y="2257425"/>
          <p14:tracePt t="32655" x="7475538" y="2308225"/>
          <p14:tracePt t="32671" x="7489825" y="2336800"/>
          <p14:tracePt t="32688" x="7504113" y="2351088"/>
          <p14:tracePt t="32704" x="7518400" y="2387600"/>
          <p14:tracePt t="32721" x="7526338" y="2446338"/>
          <p14:tracePt t="32738" x="7546975" y="2547938"/>
          <p14:tracePt t="32755" x="7554913" y="2633663"/>
          <p14:tracePt t="32772" x="7577138" y="2706688"/>
          <p14:tracePt t="32788" x="7583488" y="2735263"/>
          <p14:tracePt t="32805" x="7583488" y="2751138"/>
          <p14:tracePt t="32822" x="7583488" y="2771775"/>
          <p14:tracePt t="32840" x="7577138" y="2822575"/>
          <p14:tracePt t="32855" x="7561263" y="2852738"/>
          <p14:tracePt t="32871" x="7532688" y="2909888"/>
          <p14:tracePt t="32888" x="7510463" y="2938463"/>
          <p14:tracePt t="32905" x="7496175" y="2968625"/>
          <p14:tracePt t="32923" x="7475538" y="2982913"/>
          <p14:tracePt t="32938" x="7431088" y="3025775"/>
          <p14:tracePt t="32956" x="7366000" y="3070225"/>
          <p14:tracePt t="32972" x="7272338" y="3113088"/>
          <p14:tracePt t="32989" x="7162800" y="3157538"/>
          <p14:tracePt t="33005" x="7083425" y="3186113"/>
          <p14:tracePt t="33022" x="7018338" y="3200400"/>
          <p14:tracePt t="33039" x="6937375" y="3200400"/>
          <p14:tracePt t="33055" x="6916738" y="3200400"/>
          <p14:tracePt t="33074" x="6880225" y="3208338"/>
          <p14:tracePt t="33088" x="6858000" y="3208338"/>
          <p14:tracePt t="33115" x="6850063" y="3208338"/>
          <p14:tracePt t="33124" x="6843713" y="3208338"/>
          <p14:tracePt t="33140" x="6835775" y="3208338"/>
          <p14:tracePt t="33155" x="6792913" y="3208338"/>
          <p14:tracePt t="33172" x="6719888" y="3200400"/>
          <p14:tracePt t="33188" x="6618288" y="3171825"/>
          <p14:tracePt t="33205" x="6538913" y="3149600"/>
          <p14:tracePt t="33222" x="6443663" y="3127375"/>
          <p14:tracePt t="33239" x="6313488" y="3090863"/>
          <p14:tracePt t="33255" x="6248400" y="3062288"/>
          <p14:tracePt t="33272" x="6219825" y="3055938"/>
          <p14:tracePt t="33288" x="6183313" y="3040063"/>
          <p14:tracePt t="33307" x="6169025" y="3033713"/>
          <p14:tracePt t="33322" x="6132513" y="3019425"/>
          <p14:tracePt t="33339" x="6103938" y="3005138"/>
          <p14:tracePt t="33355" x="6030913" y="2968625"/>
          <p14:tracePt t="33372" x="5972175" y="2946400"/>
          <p14:tracePt t="33389" x="5884863" y="2909888"/>
          <p14:tracePt t="33405" x="5799138" y="2873375"/>
          <p14:tracePt t="33424" x="5667375" y="2816225"/>
          <p14:tracePt t="33439" x="5580063" y="2794000"/>
          <p14:tracePt t="33455" x="5508625" y="2765425"/>
          <p14:tracePt t="33472" x="5443538" y="2728913"/>
          <p14:tracePt t="33489" x="5413375" y="2720975"/>
          <p14:tracePt t="33505" x="5392738" y="2706688"/>
          <p14:tracePt t="33538" x="5376863" y="2706688"/>
          <p14:tracePt t="34042" x="5376863" y="2700338"/>
          <p14:tracePt t="34048" x="5370513" y="2692400"/>
          <p14:tracePt t="34056" x="5334000" y="2678113"/>
          <p14:tracePt t="34073" x="5268913" y="2641600"/>
          <p14:tracePt t="34088" x="5195888" y="2598738"/>
          <p14:tracePt t="34105" x="5102225" y="2554288"/>
          <p14:tracePt t="34122" x="4992688" y="2497138"/>
          <p14:tracePt t="34140" x="4868863" y="2446338"/>
          <p14:tracePt t="34155" x="4803775" y="2416175"/>
          <p14:tracePt t="34175" x="4746625" y="2387600"/>
          <p14:tracePt t="34189" x="4738688" y="2387600"/>
          <p14:tracePt t="34205" x="4724400" y="2379663"/>
          <p14:tracePt t="34222" x="4716463" y="2373313"/>
          <p14:tracePt t="34239" x="4695825" y="2359025"/>
          <p14:tracePt t="34255" x="4687888" y="2359025"/>
          <p14:tracePt t="34272" x="4681538" y="2359025"/>
          <p14:tracePt t="34289" x="4665663" y="2351088"/>
          <p14:tracePt t="34305" x="4630738" y="2344738"/>
          <p14:tracePt t="34323" x="4579938" y="2336800"/>
          <p14:tracePt t="34338" x="4521200" y="2336800"/>
          <p14:tracePt t="34355" x="4462463" y="2322513"/>
          <p14:tracePt t="34372" x="4427538" y="2314575"/>
          <p14:tracePt t="34389" x="4411663" y="2314575"/>
          <p14:tracePt t="34405" x="4391025" y="2314575"/>
          <p14:tracePt t="34422" x="4340225" y="2314575"/>
          <p14:tracePt t="34438" x="4325938" y="2314575"/>
          <p14:tracePt t="34455" x="4295775" y="2314575"/>
          <p14:tracePt t="34472" x="4289425" y="2314575"/>
          <p14:tracePt t="34505" x="4281488" y="2314575"/>
          <p14:tracePt t="38198" x="4275138" y="2314575"/>
          <p14:tracePt t="38212" x="4303713" y="2336800"/>
          <p14:tracePt t="38220" x="4340225" y="2373313"/>
          <p14:tracePt t="38228" x="4368800" y="2409825"/>
          <p14:tracePt t="38240" x="4448175" y="2497138"/>
          <p14:tracePt t="38256" x="4492625" y="2554288"/>
          <p14:tracePt t="38273" x="4543425" y="2619375"/>
          <p14:tracePt t="38290" x="4557713" y="2655888"/>
          <p14:tracePt t="38307" x="4579938" y="2684463"/>
          <p14:tracePt t="38323" x="4600575" y="2735263"/>
          <p14:tracePt t="38340" x="4608513" y="2794000"/>
          <p14:tracePt t="38357" x="4622800" y="2859088"/>
          <p14:tracePt t="38374" x="4645025" y="2909888"/>
          <p14:tracePt t="38390" x="4659313" y="2954338"/>
          <p14:tracePt t="38407" x="4665663" y="2989263"/>
          <p14:tracePt t="38423" x="4665663" y="3019425"/>
          <p14:tracePt t="38440" x="4665663" y="3025775"/>
          <p14:tracePt t="38458" x="4665663" y="3048000"/>
          <p14:tracePt t="38492" x="4665663" y="3062288"/>
          <p14:tracePt t="38549" x="4665663" y="3070225"/>
          <p14:tracePt t="49019" x="4665663" y="3076575"/>
          <p14:tracePt t="49027" x="4659313" y="3076575"/>
          <p14:tracePt t="49188" x="4637088" y="3076575"/>
          <p14:tracePt t="49196" x="4614863" y="3076575"/>
          <p14:tracePt t="49202" x="4600575" y="3076575"/>
          <p14:tracePt t="49215" x="4586288" y="3076575"/>
          <p14:tracePt t="49244" x="4572000" y="3070225"/>
          <p14:tracePt t="49260" x="4572000" y="3062288"/>
          <p14:tracePt t="49271" x="4557713" y="3040063"/>
          <p14:tracePt t="49294" x="4549775" y="2997200"/>
          <p14:tracePt t="49310" x="4529138" y="2954338"/>
          <p14:tracePt t="49326" x="4513263" y="2909888"/>
          <p14:tracePt t="49343" x="4506913" y="2887663"/>
          <p14:tracePt t="49360" x="4506913" y="2873375"/>
          <p14:tracePt t="49376" x="4506913" y="2859088"/>
          <p14:tracePt t="49393" x="4506913" y="2844800"/>
          <p14:tracePt t="49410" x="4506913" y="2836863"/>
          <p14:tracePt t="49426" x="4506913" y="2822575"/>
          <p14:tracePt t="49443" x="4506913" y="2816225"/>
          <p14:tracePt t="49489" x="4498975" y="2808288"/>
          <p14:tracePt t="55788" x="4478338" y="2808288"/>
          <p14:tracePt t="55799" x="4397375" y="2779713"/>
          <p14:tracePt t="55813" x="4303713" y="2743200"/>
          <p14:tracePt t="55829" x="4071938" y="2655888"/>
          <p14:tracePt t="55845" x="3527425" y="2511425"/>
          <p14:tracePt t="55864" x="2655888" y="2147888"/>
          <p14:tracePt t="55880" x="2155825" y="1887538"/>
          <p14:tracePt t="55895" x="1763713" y="1611313"/>
          <p14:tracePt t="55912" x="1414463" y="1320800"/>
          <p14:tracePt t="55929" x="1204913" y="1103313"/>
          <p14:tracePt t="55945" x="1052513" y="877888"/>
          <p14:tracePt t="55963" x="973138" y="733425"/>
          <p14:tracePt t="55978" x="906463" y="623888"/>
          <p14:tracePt t="55995" x="835025" y="508000"/>
          <p14:tracePt t="56012" x="747713" y="398463"/>
          <p14:tracePt t="56028" x="660400" y="296863"/>
          <p14:tracePt t="56045" x="550863" y="203200"/>
          <p14:tracePt t="56064" x="377825" y="123825"/>
          <p14:tracePt t="56079" x="290513" y="93663"/>
          <p14:tracePt t="56095" x="239713" y="73025"/>
          <p14:tracePt t="56112" x="225425" y="73025"/>
          <p14:tracePt t="56129" x="211138" y="79375"/>
          <p14:tracePt t="56145" x="180975" y="115888"/>
          <p14:tracePt t="56162" x="174625" y="195263"/>
          <p14:tracePt t="56179" x="174625" y="355600"/>
          <p14:tracePt t="56195" x="246063" y="573088"/>
          <p14:tracePt t="56214" x="493713" y="936625"/>
          <p14:tracePt t="56229" x="595313" y="1044575"/>
          <p14:tracePt t="56245" x="762000" y="1241425"/>
          <p14:tracePt t="56265" x="973138" y="1487488"/>
          <p14:tracePt t="56278" x="1066800" y="1603375"/>
          <p14:tracePt t="56295" x="1160463" y="1698625"/>
          <p14:tracePt t="56312" x="1270000" y="1806575"/>
          <p14:tracePt t="56329" x="1379538" y="1901825"/>
          <p14:tracePt t="56345" x="1487488" y="1981200"/>
          <p14:tracePt t="56363" x="1611313" y="2074863"/>
          <p14:tracePt t="56378" x="1704975" y="2162175"/>
          <p14:tracePt t="56395" x="1763713" y="2249488"/>
          <p14:tracePt t="56412" x="1806575" y="2322513"/>
          <p14:tracePt t="56429" x="1836738" y="2359025"/>
          <p14:tracePt t="56445" x="1857375" y="2395538"/>
          <p14:tracePt t="56464" x="1871663" y="2446338"/>
          <p14:tracePt t="56479" x="1887538" y="2481263"/>
          <p14:tracePt t="56495" x="1893888" y="2525713"/>
          <p14:tracePt t="56514" x="1908175" y="2562225"/>
          <p14:tracePt t="56529" x="1922463" y="2613025"/>
          <p14:tracePt t="56545" x="1930400" y="2641600"/>
          <p14:tracePt t="56562" x="1930400" y="2663825"/>
          <p14:tracePt t="56578" x="1930400" y="2692400"/>
          <p14:tracePt t="56595" x="1930400" y="2765425"/>
          <p14:tracePt t="56600" x="1930400" y="2801938"/>
          <p14:tracePt t="56612" x="1930400" y="2852738"/>
          <p14:tracePt t="56628" x="1930400" y="2895600"/>
          <p14:tracePt t="56646" x="1930400" y="2917825"/>
          <p14:tracePt t="56662" x="1930400" y="2932113"/>
          <p14:tracePt t="67373" x="1930400" y="2938463"/>
          <p14:tracePt t="67484" x="1938338" y="2932113"/>
          <p14:tracePt t="67491" x="1952625" y="2924175"/>
          <p14:tracePt t="67499" x="1958975" y="2924175"/>
          <p14:tracePt t="67515" x="1989138" y="2909888"/>
          <p14:tracePt t="67533" x="2009775" y="2903538"/>
          <p14:tracePt t="67549" x="2046288" y="2903538"/>
          <p14:tracePt t="67565" x="2147888" y="2917825"/>
          <p14:tracePt t="67584" x="2365375" y="3033713"/>
          <p14:tracePt t="67599" x="2547938" y="3084513"/>
          <p14:tracePt t="67607" x="2649538" y="3090863"/>
          <p14:tracePt t="67615" x="2751138" y="3113088"/>
          <p14:tracePt t="67633" x="2997200" y="3141663"/>
          <p14:tracePt t="67649" x="3375025" y="3200400"/>
          <p14:tracePt t="67666" x="3925888" y="3265488"/>
          <p14:tracePt t="67684" x="4506913" y="3367088"/>
          <p14:tracePt t="67700" x="4848225" y="3432175"/>
          <p14:tracePt t="67715" x="5051425" y="3482975"/>
          <p14:tracePt t="67735" x="5189538" y="3548063"/>
          <p14:tracePt t="67749" x="5224463" y="3578225"/>
          <p14:tracePt t="67767" x="5384800" y="3679825"/>
          <p14:tracePt t="67784" x="5500688" y="3736975"/>
          <p14:tracePt t="67799" x="5551488" y="3736975"/>
          <p14:tracePt t="67816" x="5565775" y="3736975"/>
          <p14:tracePt t="68348" x="5545138" y="3736975"/>
          <p14:tracePt t="68357" x="5486400" y="3736975"/>
          <p14:tracePt t="68365" x="5457825" y="3736975"/>
          <p14:tracePt t="68383" x="5421313" y="3736975"/>
          <p14:tracePt t="68402" x="5399088" y="3736975"/>
          <p14:tracePt t="68416" x="5370513" y="3736975"/>
          <p14:tracePt t="68434" x="5283200" y="3773488"/>
          <p14:tracePt t="68449" x="5203825" y="3795713"/>
          <p14:tracePt t="68466" x="5072063" y="3838575"/>
          <p14:tracePt t="68482" x="4935538" y="3868738"/>
          <p14:tracePt t="68499" x="4803775" y="3883025"/>
          <p14:tracePt t="68516" x="4665663" y="3889375"/>
          <p14:tracePt t="68533" x="4513263" y="3911600"/>
          <p14:tracePt t="68550" x="4310063" y="3911600"/>
          <p14:tracePt t="68566" x="3919538" y="3911600"/>
          <p14:tracePt t="68583" x="3744913" y="3903663"/>
          <p14:tracePt t="68599" x="3584575" y="3846513"/>
          <p14:tracePt t="68607" x="3505200" y="3824288"/>
          <p14:tracePt t="68616" x="3432175" y="3795713"/>
          <p14:tracePt t="68633" x="3259138" y="3716338"/>
          <p14:tracePt t="68649" x="3055938" y="3570288"/>
          <p14:tracePt t="68666" x="2924175" y="3432175"/>
          <p14:tracePt t="68683" x="2836863" y="3338513"/>
          <p14:tracePt t="68700" x="2808288" y="3279775"/>
          <p14:tracePt t="68716" x="2801938" y="3222625"/>
          <p14:tracePt t="68734" x="2801938" y="3178175"/>
          <p14:tracePt t="68749" x="2801938" y="3113088"/>
          <p14:tracePt t="68766" x="2808288" y="3040063"/>
          <p14:tracePt t="68783" x="2852738" y="2989263"/>
          <p14:tracePt t="68799" x="2873375" y="2960688"/>
          <p14:tracePt t="68816" x="2968625" y="2932113"/>
          <p14:tracePt t="68833" x="3090863" y="2873375"/>
          <p14:tracePt t="68849" x="3222625" y="2836863"/>
          <p14:tracePt t="68866" x="3375025" y="2822575"/>
          <p14:tracePt t="68882" x="3548063" y="2822575"/>
          <p14:tracePt t="68900" x="3708400" y="2822575"/>
          <p14:tracePt t="68917" x="3868738" y="2822575"/>
          <p14:tracePt t="68933" x="3990975" y="2822575"/>
          <p14:tracePt t="68949" x="4092575" y="2836863"/>
          <p14:tracePt t="68966" x="4137025" y="2852738"/>
          <p14:tracePt t="68982" x="4187825" y="2887663"/>
          <p14:tracePt t="68999" x="4230688" y="2932113"/>
          <p14:tracePt t="69015" x="4267200" y="2982913"/>
          <p14:tracePt t="69032" x="4303713" y="3019425"/>
          <p14:tracePt t="69049" x="4325938" y="3062288"/>
          <p14:tracePt t="69065" x="4332288" y="3090863"/>
          <p14:tracePt t="69099" x="4340225" y="3098800"/>
          <p14:tracePt t="69115" x="4340225" y="3106738"/>
          <p14:tracePt t="69239" x="4332288" y="3098800"/>
          <p14:tracePt t="69246" x="4325938" y="3090863"/>
          <p14:tracePt t="69255" x="4303713" y="3084513"/>
          <p14:tracePt t="69265" x="4281488" y="3070225"/>
          <p14:tracePt t="69282" x="4259263" y="3048000"/>
          <p14:tracePt t="69299" x="4238625" y="3033713"/>
          <p14:tracePt t="69315" x="4208463" y="3011488"/>
          <p14:tracePt t="69332" x="4194175" y="3011488"/>
          <p14:tracePt t="69349" x="4187825" y="2997200"/>
          <p14:tracePt t="69365" x="4173538" y="2989263"/>
          <p14:tracePt t="69382" x="4157663" y="2968625"/>
          <p14:tracePt t="69399" x="4157663" y="2954338"/>
          <p14:tracePt t="69416" x="4151313" y="2946400"/>
          <p14:tracePt t="69432" x="4151313" y="2932113"/>
          <p14:tracePt t="69465" x="4151313" y="2924175"/>
          <p14:tracePt t="69482" x="4151313" y="2917825"/>
          <p14:tracePt t="69499" x="4151313" y="2903538"/>
          <p14:tracePt t="69516" x="4151313" y="2867025"/>
          <p14:tracePt t="69532" x="4151313" y="2844800"/>
          <p14:tracePt t="69549" x="4157663" y="2816225"/>
          <p14:tracePt t="69565" x="4179888" y="2786063"/>
          <p14:tracePt t="69583" x="4216400" y="2757488"/>
          <p14:tracePt t="69599" x="4238625" y="2735263"/>
          <p14:tracePt t="69615" x="4259263" y="2720975"/>
          <p14:tracePt t="69632" x="4281488" y="2720975"/>
          <p14:tracePt t="69649" x="4310063" y="2714625"/>
          <p14:tracePt t="69665" x="4354513" y="2700338"/>
          <p14:tracePt t="69682" x="4391025" y="2700338"/>
          <p14:tracePt t="69699" x="4411663" y="2700338"/>
          <p14:tracePt t="69732" x="4433888" y="2706688"/>
          <p14:tracePt t="69749" x="4462463" y="2765425"/>
          <p14:tracePt t="69766" x="4492625" y="2816225"/>
          <p14:tracePt t="69782" x="4535488" y="2903538"/>
          <p14:tracePt t="69799" x="4549775" y="2938463"/>
          <p14:tracePt t="69816" x="4549775" y="2968625"/>
          <p14:tracePt t="69832" x="4549775" y="2989263"/>
          <p14:tracePt t="69849" x="4549775" y="3011488"/>
          <p14:tracePt t="69866" x="4549775" y="3019425"/>
          <p14:tracePt t="69903" x="4557713" y="3033713"/>
          <p14:tracePt t="69916" x="4586288" y="3040063"/>
          <p14:tracePt t="69932" x="4746625" y="3048000"/>
          <p14:tracePt t="69949" x="5037138" y="3055938"/>
          <p14:tracePt t="69966" x="5616575" y="3084513"/>
          <p14:tracePt t="69982" x="6713538" y="3149600"/>
          <p14:tracePt t="69999" x="7489825" y="3222625"/>
          <p14:tracePt t="70016" x="8099425" y="3222625"/>
          <p14:tracePt t="70032" x="8729663" y="3222625"/>
          <p14:tracePt t="70049" x="9339263" y="3222625"/>
          <p14:tracePt t="70066" x="9855200" y="3222625"/>
          <p14:tracePt t="70082" x="10167938" y="3222625"/>
          <p14:tracePt t="70099" x="10414000" y="3222625"/>
          <p14:tracePt t="70116" x="10529888" y="3222625"/>
          <p14:tracePt t="70132" x="10588625" y="3222625"/>
          <p14:tracePt t="70149" x="10609263" y="3222625"/>
          <p14:tracePt t="70166" x="10675938" y="3222625"/>
          <p14:tracePt t="70182" x="10741025" y="3222625"/>
          <p14:tracePt t="70199" x="10812463" y="3200400"/>
          <p14:tracePt t="70216" x="10871200" y="3192463"/>
          <p14:tracePt t="70232" x="10914063" y="3186113"/>
          <p14:tracePt t="70249" x="10972800" y="3171825"/>
          <p14:tracePt t="70266" x="11045825" y="3157538"/>
          <p14:tracePt t="70283" x="11117263" y="3121025"/>
          <p14:tracePt t="70299" x="11212513" y="3076575"/>
          <p14:tracePt t="70316" x="11285538" y="3025775"/>
          <p14:tracePt t="70332" x="11306175" y="2989263"/>
          <p14:tracePt t="70366" x="11306175" y="2982913"/>
          <p14:tracePt t="70407" x="11306175" y="2974975"/>
          <p14:tracePt t="70423" x="11299825" y="2968625"/>
          <p14:tracePt t="70431" x="11285538" y="2968625"/>
          <p14:tracePt t="70439" x="11263313" y="2968625"/>
          <p14:tracePt t="70449" x="11241088" y="2968625"/>
          <p14:tracePt t="70466" x="11183938" y="2968625"/>
          <p14:tracePt t="70483" x="11110913" y="2960688"/>
          <p14:tracePt t="70499" x="11060113" y="2960688"/>
          <p14:tracePt t="70516" x="11031538" y="2960688"/>
          <p14:tracePt t="70532" x="11001375" y="2960688"/>
          <p14:tracePt t="70549" x="10980738" y="2960688"/>
          <p14:tracePt t="70566" x="10972800" y="2960688"/>
          <p14:tracePt t="70599" x="10964863" y="2960688"/>
          <p14:tracePt t="72949" x="10958513" y="2960688"/>
          <p14:tracePt t="72956" x="10936288" y="2960688"/>
          <p14:tracePt t="72967" x="10879138" y="2974975"/>
          <p14:tracePt t="72984" x="10820400" y="3005138"/>
          <p14:tracePt t="73000" x="10761663" y="3025775"/>
          <p14:tracePt t="73017" x="10696575" y="3040063"/>
          <p14:tracePt t="73034" x="10609263" y="3076575"/>
          <p14:tracePt t="73050" x="10523538" y="3113088"/>
          <p14:tracePt t="73067" x="10421938" y="3157538"/>
          <p14:tracePt t="73083" x="10283825" y="3208338"/>
          <p14:tracePt t="73100" x="10152063" y="3228975"/>
          <p14:tracePt t="73106" x="10072688" y="3236913"/>
          <p14:tracePt t="73117" x="10021888" y="3243263"/>
          <p14:tracePt t="73134" x="9934575" y="3265488"/>
          <p14:tracePt t="73150" x="9666288" y="3302000"/>
          <p14:tracePt t="73167" x="9471025" y="3360738"/>
          <p14:tracePt t="73184" x="9129713" y="3411538"/>
          <p14:tracePt t="73200" x="8780463" y="3454400"/>
          <p14:tracePt t="73217" x="8505825" y="3482975"/>
          <p14:tracePt t="73234" x="8243888" y="3482975"/>
          <p14:tracePt t="73250" x="8034338" y="3490913"/>
          <p14:tracePt t="73267" x="7851775" y="3497263"/>
          <p14:tracePt t="73284" x="7678738" y="3497263"/>
          <p14:tracePt t="73301" x="7496175" y="3513138"/>
          <p14:tracePt t="73317" x="7329488" y="3513138"/>
          <p14:tracePt t="73334" x="7083425" y="3513138"/>
          <p14:tracePt t="73350" x="7010400" y="3513138"/>
          <p14:tracePt t="73367" x="6829425" y="3513138"/>
          <p14:tracePt t="73385" x="6691313" y="3513138"/>
          <p14:tracePt t="73401" x="6545263" y="3513138"/>
          <p14:tracePt t="73417" x="6378575" y="3513138"/>
          <p14:tracePt t="73434" x="6169025" y="3513138"/>
          <p14:tracePt t="73450" x="5972175" y="3513138"/>
          <p14:tracePt t="73467" x="5776913" y="3513138"/>
          <p14:tracePt t="73484" x="5624513" y="3513138"/>
          <p14:tracePt t="73500" x="5457825" y="3513138"/>
          <p14:tracePt t="73517" x="5291138" y="3513138"/>
          <p14:tracePt t="73534" x="5029200" y="3513138"/>
          <p14:tracePt t="73550" x="4919663" y="3513138"/>
          <p14:tracePt t="73567" x="4681538" y="3513138"/>
          <p14:tracePt t="73584" x="4586288" y="3513138"/>
          <p14:tracePt t="73601" x="4549775" y="3513138"/>
          <p14:tracePt t="73617" x="4543425" y="3513138"/>
          <p14:tracePt t="73634" x="4529138" y="3513138"/>
          <p14:tracePt t="73651" x="4506913" y="3513138"/>
          <p14:tracePt t="73667" x="4470400" y="3513138"/>
          <p14:tracePt t="73684" x="4433888" y="3513138"/>
          <p14:tracePt t="73700" x="4419600" y="3513138"/>
          <p14:tracePt t="73717" x="4411663" y="3513138"/>
          <p14:tracePt t="73734" x="4405313" y="3513138"/>
          <p14:tracePt t="73754" x="4397375" y="3513138"/>
          <p14:tracePt t="73767" x="4376738" y="3513138"/>
          <p14:tracePt t="73784" x="4354513" y="3513138"/>
          <p14:tracePt t="73801" x="4346575" y="3513138"/>
          <p14:tracePt t="74211" x="4340225" y="3513138"/>
          <p14:tracePt t="74227" x="4340225" y="3505200"/>
          <p14:tracePt t="74256" x="4340225" y="3497263"/>
          <p14:tracePt t="74272" x="4332288" y="3482975"/>
          <p14:tracePt t="74288" x="4332288" y="3476625"/>
          <p14:tracePt t="74320" x="4332288" y="3462338"/>
          <p14:tracePt t="74335" x="4332288" y="3454400"/>
          <p14:tracePt t="74352" x="4332288" y="3446463"/>
          <p14:tracePt t="74368" x="4332288" y="3440113"/>
          <p14:tracePt t="74375" x="4332288" y="3432175"/>
          <p14:tracePt t="74416" x="4332288" y="3425825"/>
          <p14:tracePt t="74527" x="4332288" y="3417888"/>
          <p14:tracePt t="74913" x="4332288" y="3411538"/>
          <p14:tracePt t="74920" x="4325938" y="3411538"/>
          <p14:tracePt t="74929" x="4310063" y="3395663"/>
          <p14:tracePt t="74936" x="4289425" y="3389313"/>
          <p14:tracePt t="74951" x="4244975" y="3381375"/>
          <p14:tracePt t="74967" x="4202113" y="3367088"/>
          <p14:tracePt t="74984" x="4173538" y="3360738"/>
          <p14:tracePt t="75001" x="4137025" y="3338513"/>
          <p14:tracePt t="75018" x="4122738" y="3338513"/>
          <p14:tracePt t="75034" x="4106863" y="3316288"/>
          <p14:tracePt t="75051" x="4086225" y="3279775"/>
          <p14:tracePt t="75067" x="4064000" y="3251200"/>
          <p14:tracePt t="75084" x="4049713" y="3222625"/>
          <p14:tracePt t="75101" x="4041775" y="3200400"/>
          <p14:tracePt t="75117" x="4035425" y="3178175"/>
          <p14:tracePt t="75135" x="4035425" y="3149600"/>
          <p14:tracePt t="75151" x="4035425" y="3106738"/>
          <p14:tracePt t="75168" x="4035425" y="3062288"/>
          <p14:tracePt t="75184" x="4049713" y="3011488"/>
          <p14:tracePt t="75201" x="4071938" y="2982913"/>
          <p14:tracePt t="75218" x="4092575" y="2954338"/>
          <p14:tracePt t="75234" x="4100513" y="2938463"/>
          <p14:tracePt t="75251" x="4106863" y="2932113"/>
          <p14:tracePt t="75268" x="4129088" y="2917825"/>
          <p14:tracePt t="75284" x="4157663" y="2895600"/>
          <p14:tracePt t="75301" x="4173538" y="2881313"/>
          <p14:tracePt t="75318" x="4224338" y="2867025"/>
          <p14:tracePt t="75334" x="4244975" y="2859088"/>
          <p14:tracePt t="75351" x="4267200" y="2852738"/>
          <p14:tracePt t="75368" x="4289425" y="2852738"/>
          <p14:tracePt t="75384" x="4310063" y="2836863"/>
          <p14:tracePt t="75401" x="4318000" y="2836863"/>
          <p14:tracePt t="75418" x="4332288" y="2836863"/>
          <p14:tracePt t="75435" x="4346575" y="2836863"/>
          <p14:tracePt t="75451" x="4360863" y="2836863"/>
          <p14:tracePt t="75468" x="4376738" y="2836863"/>
          <p14:tracePt t="75484" x="4391025" y="2836863"/>
          <p14:tracePt t="75501" x="4397375" y="2836863"/>
          <p14:tracePt t="75518" x="4427538" y="2836863"/>
          <p14:tracePt t="75534" x="4433888" y="2836863"/>
          <p14:tracePt t="75551" x="4448175" y="2836863"/>
          <p14:tracePt t="75568" x="4478338" y="2844800"/>
          <p14:tracePt t="75584" x="4492625" y="2844800"/>
          <p14:tracePt t="75601" x="4498975" y="2844800"/>
          <p14:tracePt t="75618" x="4521200" y="2859088"/>
          <p14:tracePt t="75634" x="4535488" y="2867025"/>
          <p14:tracePt t="75651" x="4564063" y="2887663"/>
          <p14:tracePt t="75668" x="4572000" y="2895600"/>
          <p14:tracePt t="75684" x="4586288" y="2909888"/>
          <p14:tracePt t="75701" x="4594225" y="2917825"/>
          <p14:tracePt t="75718" x="4600575" y="2932113"/>
          <p14:tracePt t="75734" x="4614863" y="2960688"/>
          <p14:tracePt t="75751" x="4622800" y="2982913"/>
          <p14:tracePt t="75768" x="4630738" y="3019425"/>
          <p14:tracePt t="75784" x="4630738" y="3048000"/>
          <p14:tracePt t="75801" x="4637088" y="3070225"/>
          <p14:tracePt t="75818" x="4637088" y="3098800"/>
          <p14:tracePt t="75834" x="4637088" y="3127375"/>
          <p14:tracePt t="75851" x="4637088" y="3149600"/>
          <p14:tracePt t="75868" x="4637088" y="3186113"/>
          <p14:tracePt t="75884" x="4637088" y="3200400"/>
          <p14:tracePt t="75901" x="4637088" y="3228975"/>
          <p14:tracePt t="75919" x="4637088" y="3251200"/>
          <p14:tracePt t="75934" x="4637088" y="3265488"/>
          <p14:tracePt t="75951" x="4637088" y="3273425"/>
          <p14:tracePt t="75968" x="4637088" y="3287713"/>
          <p14:tracePt t="75984" x="4637088" y="3302000"/>
          <p14:tracePt t="76001" x="4637088" y="3316288"/>
          <p14:tracePt t="76018" x="4637088" y="3324225"/>
          <p14:tracePt t="76034" x="4630738" y="3344863"/>
          <p14:tracePt t="76051" x="4614863" y="3352800"/>
          <p14:tracePt t="76068" x="4608513" y="3367088"/>
          <p14:tracePt t="76084" x="4600575" y="3375025"/>
          <p14:tracePt t="76101" x="4594225" y="3381375"/>
          <p14:tracePt t="76118" x="4579938" y="3389313"/>
          <p14:tracePt t="76134" x="4549775" y="3389313"/>
          <p14:tracePt t="76151" x="4535488" y="3389313"/>
          <p14:tracePt t="76168" x="4529138" y="3395663"/>
          <p14:tracePt t="76184" x="4521200" y="3395663"/>
          <p14:tracePt t="76201" x="4506913" y="3395663"/>
          <p14:tracePt t="76218" x="4498975" y="3395663"/>
          <p14:tracePt t="76234" x="4484688" y="3395663"/>
          <p14:tracePt t="76251" x="4478338" y="3395663"/>
          <p14:tracePt t="76268" x="4462463" y="3395663"/>
          <p14:tracePt t="76285" x="4448175" y="3395663"/>
          <p14:tracePt t="76301" x="4441825" y="3395663"/>
          <p14:tracePt t="76318" x="4427538" y="3395663"/>
          <p14:tracePt t="76335" x="4411663" y="3395663"/>
          <p14:tracePt t="76351" x="4405313" y="3395663"/>
          <p14:tracePt t="76368" x="4397375" y="3395663"/>
          <p14:tracePt t="76384" x="4383088" y="3389313"/>
          <p14:tracePt t="76401" x="4376738" y="3389313"/>
          <p14:tracePt t="76418" x="4360863" y="3381375"/>
          <p14:tracePt t="76434" x="4346575" y="3381375"/>
          <p14:tracePt t="76451" x="4332288" y="3375025"/>
          <p14:tracePt t="76468" x="4325938" y="3367088"/>
          <p14:tracePt t="76484" x="4303713" y="3360738"/>
          <p14:tracePt t="76501" x="4281488" y="3344863"/>
          <p14:tracePt t="76518" x="4259263" y="3330575"/>
          <p14:tracePt t="76534" x="4244975" y="3316288"/>
          <p14:tracePt t="76551" x="4230688" y="3302000"/>
          <p14:tracePt t="76568" x="4216400" y="3294063"/>
          <p14:tracePt t="76584" x="4208463" y="3287713"/>
          <p14:tracePt t="76601" x="4202113" y="3273425"/>
          <p14:tracePt t="76618" x="4194175" y="3265488"/>
          <p14:tracePt t="76634" x="4187825" y="3251200"/>
          <p14:tracePt t="76664" x="4187825" y="3243263"/>
          <p14:tracePt t="76671" x="4187825" y="3228975"/>
          <p14:tracePt t="76685" x="4187825" y="3222625"/>
          <p14:tracePt t="76701" x="4187825" y="3208338"/>
          <p14:tracePt t="76718" x="4187825" y="3171825"/>
          <p14:tracePt t="76735" x="4187825" y="3149600"/>
          <p14:tracePt t="76751" x="4187825" y="3127375"/>
          <p14:tracePt t="76768" x="4187825" y="3106738"/>
          <p14:tracePt t="76784" x="4187825" y="3098800"/>
          <p14:tracePt t="76802" x="4194175" y="3090863"/>
          <p14:tracePt t="76818" x="4202113" y="3090863"/>
          <p14:tracePt t="76835" x="4202113" y="3084513"/>
          <p14:tracePt t="76851" x="4208463" y="3076575"/>
          <p14:tracePt t="76885" x="4224338" y="3070225"/>
          <p14:tracePt t="76902" x="4230688" y="3062288"/>
          <p14:tracePt t="76918" x="4230688" y="3055938"/>
          <p14:tracePt t="76935" x="4238625" y="3055938"/>
          <p14:tracePt t="76952" x="4238625" y="3048000"/>
          <p14:tracePt t="76971" x="4244975" y="3048000"/>
          <p14:tracePt t="76985" x="4252913" y="3040063"/>
          <p14:tracePt t="77025" x="4259263" y="3040063"/>
          <p14:tracePt t="77055" x="4267200" y="3040063"/>
          <p14:tracePt t="77071" x="4267200" y="3033713"/>
          <p14:tracePt t="77103" x="4275138" y="3033713"/>
          <p14:tracePt t="77127" x="4281488" y="3033713"/>
          <p14:tracePt t="77151" x="4289425" y="3033713"/>
          <p14:tracePt t="77183" x="4303713" y="3025775"/>
          <p14:tracePt t="77207" x="4318000" y="3025775"/>
          <p14:tracePt t="77223" x="4325938" y="3025775"/>
          <p14:tracePt t="77239" x="4332288" y="3025775"/>
          <p14:tracePt t="77247" x="4340225" y="3025775"/>
          <p14:tracePt t="77271" x="4346575" y="3025775"/>
          <p14:tracePt t="77279" x="4354513" y="3025775"/>
          <p14:tracePt t="77287" x="4360863" y="3025775"/>
          <p14:tracePt t="77303" x="4368800" y="3025775"/>
          <p14:tracePt t="77318" x="4383088" y="3025775"/>
          <p14:tracePt t="77351" x="4397375" y="3040063"/>
          <p14:tracePt t="77368" x="4411663" y="3040063"/>
          <p14:tracePt t="77385" x="4419600" y="3048000"/>
          <p14:tracePt t="77401" x="4433888" y="3062288"/>
          <p14:tracePt t="77435" x="4448175" y="3076575"/>
          <p14:tracePt t="77451" x="4456113" y="3084513"/>
          <p14:tracePt t="77468" x="4462463" y="3098800"/>
          <p14:tracePt t="77485" x="4462463" y="3113088"/>
          <p14:tracePt t="77501" x="4470400" y="3127375"/>
          <p14:tracePt t="77518" x="4470400" y="3149600"/>
          <p14:tracePt t="77535" x="4478338" y="3171825"/>
          <p14:tracePt t="77551" x="4478338" y="3192463"/>
          <p14:tracePt t="77568" x="4478338" y="3208338"/>
          <p14:tracePt t="77585" x="4478338" y="3222625"/>
          <p14:tracePt t="77602" x="4478338" y="3228975"/>
          <p14:tracePt t="77618" x="4478338" y="3243263"/>
          <p14:tracePt t="77635" x="4478338" y="3251200"/>
          <p14:tracePt t="77651" x="4478338" y="3259138"/>
          <p14:tracePt t="77668" x="4478338" y="3273425"/>
          <p14:tracePt t="77701" x="4478338" y="3279775"/>
          <p14:tracePt t="77718" x="4478338" y="3287713"/>
          <p14:tracePt t="77735" x="4478338" y="3294063"/>
          <p14:tracePt t="77751" x="4478338" y="3302000"/>
          <p14:tracePt t="77768" x="4478338" y="3309938"/>
          <p14:tracePt t="77823" x="4478338" y="3324225"/>
          <p14:tracePt t="77855" x="4470400" y="3330575"/>
          <p14:tracePt t="77887" x="4462463" y="3338513"/>
          <p14:tracePt t="77919" x="4448175" y="3352800"/>
          <p14:tracePt t="77961" x="4441825" y="3352800"/>
          <p14:tracePt t="77968" x="4433888" y="3360738"/>
          <p14:tracePt t="77987" x="4427538" y="3367088"/>
          <p14:tracePt t="78000" x="4411663" y="3367088"/>
          <p14:tracePt t="78010" x="4397375" y="3375025"/>
          <p14:tracePt t="78018" x="4391025" y="3381375"/>
          <p14:tracePt t="78035" x="4368800" y="3381375"/>
          <p14:tracePt t="78052" x="4354513" y="3381375"/>
          <p14:tracePt t="78068" x="4340225" y="3389313"/>
          <p14:tracePt t="78085" x="4332288" y="3389313"/>
          <p14:tracePt t="78102" x="4310063" y="3389313"/>
          <p14:tracePt t="78118" x="4303713" y="3389313"/>
          <p14:tracePt t="78135" x="4289425" y="3389313"/>
          <p14:tracePt t="78153" x="4275138" y="3389313"/>
          <p14:tracePt t="78168" x="4267200" y="3389313"/>
          <p14:tracePt t="78185" x="4244975" y="3389313"/>
          <p14:tracePt t="78202" x="4230688" y="3389313"/>
          <p14:tracePt t="78218" x="4224338" y="3389313"/>
          <p14:tracePt t="78235" x="4202113" y="3381375"/>
          <p14:tracePt t="78252" x="4194175" y="3375025"/>
          <p14:tracePt t="78268" x="4179888" y="3375025"/>
          <p14:tracePt t="78285" x="4165600" y="3360738"/>
          <p14:tracePt t="78302" x="4137025" y="3330575"/>
          <p14:tracePt t="78318" x="4122738" y="3316288"/>
          <p14:tracePt t="78335" x="4106863" y="3287713"/>
          <p14:tracePt t="78352" x="4100513" y="3259138"/>
          <p14:tracePt t="78368" x="4092575" y="3222625"/>
          <p14:tracePt t="78385" x="4092575" y="3186113"/>
          <p14:tracePt t="78403" x="4092575" y="3149600"/>
          <p14:tracePt t="78418" x="4092575" y="3121025"/>
          <p14:tracePt t="78435" x="4092575" y="3090863"/>
          <p14:tracePt t="78452" x="4114800" y="3062288"/>
          <p14:tracePt t="78468" x="4122738" y="3040063"/>
          <p14:tracePt t="78485" x="4137025" y="3025775"/>
          <p14:tracePt t="78502" x="4143375" y="3019425"/>
          <p14:tracePt t="78518" x="4157663" y="3005138"/>
          <p14:tracePt t="78535" x="4173538" y="2997200"/>
          <p14:tracePt t="78552" x="4179888" y="2989263"/>
          <p14:tracePt t="78568" x="4202113" y="2982913"/>
          <p14:tracePt t="78585" x="4224338" y="2968625"/>
          <p14:tracePt t="78602" x="4244975" y="2960688"/>
          <p14:tracePt t="78618" x="4252913" y="2960688"/>
          <p14:tracePt t="78635" x="4275138" y="2954338"/>
          <p14:tracePt t="78652" x="4295775" y="2954338"/>
          <p14:tracePt t="78669" x="4318000" y="2954338"/>
          <p14:tracePt t="78685" x="4325938" y="2954338"/>
          <p14:tracePt t="78702" x="4346575" y="2954338"/>
          <p14:tracePt t="78718" x="4376738" y="2954338"/>
          <p14:tracePt t="78735" x="4391025" y="2954338"/>
          <p14:tracePt t="78752" x="4411663" y="2954338"/>
          <p14:tracePt t="78768" x="4427538" y="2960688"/>
          <p14:tracePt t="78785" x="4441825" y="2974975"/>
          <p14:tracePt t="78802" x="4456113" y="2989263"/>
          <p14:tracePt t="78819" x="4462463" y="3005138"/>
          <p14:tracePt t="78835" x="4470400" y="3025775"/>
          <p14:tracePt t="78852" x="4484688" y="3062288"/>
          <p14:tracePt t="78869" x="4498975" y="3084513"/>
          <p14:tracePt t="78885" x="4513263" y="3121025"/>
          <p14:tracePt t="78902" x="4521200" y="3171825"/>
          <p14:tracePt t="78919" x="4535488" y="3208338"/>
          <p14:tracePt t="78935" x="4543425" y="3243263"/>
          <p14:tracePt t="78952" x="4543425" y="3279775"/>
          <p14:tracePt t="78969" x="4543425" y="3309938"/>
          <p14:tracePt t="78985" x="4543425" y="3338513"/>
          <p14:tracePt t="79002" x="4543425" y="3344863"/>
          <p14:tracePt t="79019" x="4543425" y="3360738"/>
          <p14:tracePt t="79035" x="4535488" y="3381375"/>
          <p14:tracePt t="79053" x="4529138" y="3395663"/>
          <p14:tracePt t="79069" x="4521200" y="3417888"/>
          <p14:tracePt t="79085" x="4513263" y="3417888"/>
          <p14:tracePt t="79103" x="4492625" y="3432175"/>
          <p14:tracePt t="79119" x="4478338" y="3440113"/>
          <p14:tracePt t="79135" x="4470400" y="3440113"/>
          <p14:tracePt t="79152" x="4448175" y="3440113"/>
          <p14:tracePt t="79169" x="4433888" y="3440113"/>
          <p14:tracePt t="79185" x="4427538" y="3454400"/>
          <p14:tracePt t="79202" x="4411663" y="3454400"/>
          <p14:tracePt t="79219" x="4405313" y="3454400"/>
          <p14:tracePt t="79252" x="4391025" y="3454400"/>
          <p14:tracePt t="79480" x="4383088" y="3454400"/>
          <p14:tracePt t="79504" x="4391025" y="3454400"/>
          <p14:tracePt t="79512" x="4405313" y="3446463"/>
          <p14:tracePt t="79520" x="4441825" y="3432175"/>
          <p14:tracePt t="79535" x="4492625" y="3425825"/>
          <p14:tracePt t="79552" x="4564063" y="3403600"/>
          <p14:tracePt t="79569" x="4630738" y="3395663"/>
          <p14:tracePt t="79585" x="4681538" y="3389313"/>
          <p14:tracePt t="79602" x="4716463" y="3381375"/>
          <p14:tracePt t="79619" x="4724400" y="3381375"/>
          <p14:tracePt t="79635" x="4738688" y="3381375"/>
          <p14:tracePt t="79652" x="4752975" y="3381375"/>
          <p14:tracePt t="79669" x="4767263" y="3381375"/>
          <p14:tracePt t="79685" x="4783138" y="3381375"/>
          <p14:tracePt t="79702" x="4826000" y="3381375"/>
          <p14:tracePt t="79719" x="4833938" y="3381375"/>
          <p14:tracePt t="79736" x="4854575" y="3381375"/>
          <p14:tracePt t="79752" x="4862513" y="3381375"/>
          <p14:tracePt t="79769" x="4868863" y="3381375"/>
          <p14:tracePt t="79785" x="4876800" y="3381375"/>
          <p14:tracePt t="79802" x="4899025" y="3381375"/>
          <p14:tracePt t="79819" x="4913313" y="3381375"/>
          <p14:tracePt t="79835" x="4935538" y="3381375"/>
          <p14:tracePt t="79852" x="4941888" y="3381375"/>
          <p14:tracePt t="79869" x="4949825" y="3381375"/>
          <p14:tracePt t="79885" x="4956175" y="3381375"/>
          <p14:tracePt t="82924" x="4970463" y="3381375"/>
          <p14:tracePt t="82931" x="4992688" y="3381375"/>
          <p14:tracePt t="82939" x="5014913" y="3381375"/>
          <p14:tracePt t="82953" x="5065713" y="3381375"/>
          <p14:tracePt t="82970" x="5130800" y="3381375"/>
          <p14:tracePt t="82987" x="5189538" y="3381375"/>
          <p14:tracePt t="83004" x="5224463" y="3381375"/>
          <p14:tracePt t="83020" x="5254625" y="3381375"/>
          <p14:tracePt t="83037" x="5275263" y="3381375"/>
          <p14:tracePt t="83054" x="5297488" y="3381375"/>
          <p14:tracePt t="83070" x="5311775" y="3381375"/>
          <p14:tracePt t="83087" x="5341938" y="3375025"/>
          <p14:tracePt t="83096" x="5356225" y="3360738"/>
          <p14:tracePt t="83108" x="5362575" y="3360738"/>
          <p14:tracePt t="83120" x="5376863" y="3360738"/>
          <p14:tracePt t="83137" x="5392738" y="3360738"/>
          <p14:tracePt t="83154" x="5421313" y="3360738"/>
          <p14:tracePt t="83170" x="5435600" y="3352800"/>
          <p14:tracePt t="83187" x="5449888" y="3344863"/>
          <p14:tracePt t="83203" x="5464175" y="3344863"/>
          <p14:tracePt t="83220" x="5508625" y="3344863"/>
          <p14:tracePt t="83237" x="5565775" y="3344863"/>
          <p14:tracePt t="83254" x="5638800" y="3344863"/>
          <p14:tracePt t="83270" x="5703888" y="3344863"/>
          <p14:tracePt t="83287" x="5834063" y="3344863"/>
          <p14:tracePt t="83303" x="5900738" y="3344863"/>
          <p14:tracePt t="83320" x="5986463" y="3344863"/>
          <p14:tracePt t="83338" x="6067425" y="3344863"/>
          <p14:tracePt t="83354" x="6169025" y="3344863"/>
          <p14:tracePt t="83370" x="6234113" y="3344863"/>
          <p14:tracePt t="83387" x="6335713" y="3344863"/>
          <p14:tracePt t="83403" x="6429375" y="3344863"/>
          <p14:tracePt t="83420" x="6538913" y="3344863"/>
          <p14:tracePt t="83437" x="6618288" y="3344863"/>
          <p14:tracePt t="83454" x="6742113" y="3344863"/>
          <p14:tracePt t="83470" x="6829425" y="3344863"/>
          <p14:tracePt t="83487" x="6951663" y="3344863"/>
          <p14:tracePt t="83504" x="7002463" y="3344863"/>
          <p14:tracePt t="83520" x="7038975" y="3344863"/>
          <p14:tracePt t="83537" x="7061200" y="3344863"/>
          <p14:tracePt t="83554" x="7083425" y="3344863"/>
          <p14:tracePt t="83570" x="7089775" y="3344863"/>
          <p14:tracePt t="83587" x="7104063" y="3344863"/>
          <p14:tracePt t="83609" x="7112000" y="3344863"/>
          <p14:tracePt t="83620" x="7119938" y="3344863"/>
          <p14:tracePt t="83639" x="7134225" y="3344863"/>
          <p14:tracePt t="83654" x="7140575" y="3344863"/>
          <p14:tracePt t="83670" x="7154863" y="3344863"/>
          <p14:tracePt t="83687" x="7185025" y="3344863"/>
          <p14:tracePt t="83704" x="7227888" y="3344863"/>
          <p14:tracePt t="83720" x="7278688" y="3338513"/>
          <p14:tracePt t="83737" x="7337425" y="3338513"/>
          <p14:tracePt t="83754" x="7394575" y="3338513"/>
          <p14:tracePt t="83770" x="7431088" y="3338513"/>
          <p14:tracePt t="83787" x="7453313" y="3338513"/>
          <p14:tracePt t="83804" x="7467600" y="3338513"/>
          <p14:tracePt t="83820" x="7489825" y="3338513"/>
          <p14:tracePt t="83837" x="7526338" y="3330575"/>
          <p14:tracePt t="83854" x="7583488" y="3330575"/>
          <p14:tracePt t="83870" x="7612063" y="3330575"/>
          <p14:tracePt t="83887" x="7627938" y="3330575"/>
          <p14:tracePt t="85564" x="7634288" y="3330575"/>
          <p14:tracePt t="85588" x="7642225" y="3330575"/>
          <p14:tracePt t="85601" x="7656513" y="3330575"/>
          <p14:tracePt t="85609" x="7662863" y="3330575"/>
          <p14:tracePt t="85621" x="7678738" y="3330575"/>
          <p14:tracePt t="85637" x="7699375" y="3330575"/>
          <p14:tracePt t="85654" x="7721600" y="3330575"/>
          <p14:tracePt t="85670" x="7780338" y="3330575"/>
          <p14:tracePt t="85688" x="7823200" y="3330575"/>
          <p14:tracePt t="85704" x="7859713" y="3330575"/>
          <p14:tracePt t="85721" x="7896225" y="3330575"/>
          <p14:tracePt t="85737" x="7932738" y="3330575"/>
          <p14:tracePt t="85754" x="7967663" y="3330575"/>
          <p14:tracePt t="85771" x="7997825" y="3330575"/>
          <p14:tracePt t="85787" x="8040688" y="3330575"/>
          <p14:tracePt t="85804" x="8085138" y="3330575"/>
          <p14:tracePt t="85821" x="8142288" y="3330575"/>
          <p14:tracePt t="85838" x="8193088" y="3330575"/>
          <p14:tracePt t="85854" x="8266113" y="3330575"/>
          <p14:tracePt t="85871" x="8302625" y="3330575"/>
          <p14:tracePt t="85887" x="8339138" y="3330575"/>
          <p14:tracePt t="85904" x="8367713" y="3330575"/>
          <p14:tracePt t="85921" x="8404225" y="3330575"/>
          <p14:tracePt t="85937" x="8447088" y="3330575"/>
          <p14:tracePt t="85954" x="8497888" y="3330575"/>
          <p14:tracePt t="85971" x="8534400" y="3330575"/>
          <p14:tracePt t="85988" x="8577263" y="3330575"/>
          <p14:tracePt t="86004" x="8621713" y="3330575"/>
          <p14:tracePt t="86021" x="8664575" y="3330575"/>
          <p14:tracePt t="86037" x="8715375" y="3330575"/>
          <p14:tracePt t="86054" x="8788400" y="3330575"/>
          <p14:tracePt t="86071" x="8816975" y="3330575"/>
          <p14:tracePt t="86087" x="8853488" y="3324225"/>
          <p14:tracePt t="86104" x="8875713" y="3324225"/>
          <p14:tracePt t="86121" x="8882063" y="3316288"/>
          <p14:tracePt t="86137" x="8904288" y="3316288"/>
          <p14:tracePt t="86154" x="8912225" y="3316288"/>
          <p14:tracePt t="86171" x="8918575" y="3316288"/>
          <p14:tracePt t="86204" x="8926513" y="3316288"/>
          <p14:tracePt t="86440" x="8932863" y="3316288"/>
          <p14:tracePt t="86448" x="8932863" y="3309938"/>
          <p14:tracePt t="86456" x="8948738" y="3309938"/>
          <p14:tracePt t="86471" x="8963025" y="3294063"/>
          <p14:tracePt t="86488" x="8969375" y="3294063"/>
          <p14:tracePt t="86504" x="8983663" y="3287713"/>
          <p14:tracePt t="86521" x="8991600" y="3279775"/>
          <p14:tracePt t="86538" x="9013825" y="3265488"/>
          <p14:tracePt t="86555" x="9028113" y="3259138"/>
          <p14:tracePt t="86571" x="9042400" y="3251200"/>
          <p14:tracePt t="86588" x="9042400" y="3243263"/>
          <p14:tracePt t="86632" x="9056688" y="3236913"/>
          <p14:tracePt t="86656" x="9064625" y="3236913"/>
          <p14:tracePt t="86728" x="9064625" y="3228975"/>
          <p14:tracePt t="86744" x="9078913" y="3228975"/>
          <p14:tracePt t="86760" x="9085263" y="3228975"/>
          <p14:tracePt t="86768" x="9101138" y="3228975"/>
          <p14:tracePt t="86776" x="9115425" y="3228975"/>
          <p14:tracePt t="86788" x="9129713" y="3228975"/>
          <p14:tracePt t="86804" x="9166225" y="3228975"/>
          <p14:tracePt t="86822" x="9282113" y="3228975"/>
          <p14:tracePt t="86838" x="9390063" y="3243263"/>
          <p14:tracePt t="86854" x="9491663" y="3265488"/>
          <p14:tracePt t="86871" x="9550400" y="3273425"/>
          <p14:tracePt t="86888" x="9593263" y="3287713"/>
          <p14:tracePt t="86904" x="9615488" y="3302000"/>
          <p14:tracePt t="86921" x="9644063" y="3324225"/>
          <p14:tracePt t="86938" x="9666288" y="3330575"/>
          <p14:tracePt t="86955" x="9674225" y="3330575"/>
          <p14:tracePt t="86971" x="9688513" y="3344863"/>
          <p14:tracePt t="87144" x="9694863" y="3344863"/>
          <p14:tracePt t="87160" x="9710738" y="3338513"/>
          <p14:tracePt t="87168" x="9710738" y="3330575"/>
          <p14:tracePt t="87175" x="9710738" y="3309938"/>
          <p14:tracePt t="87188" x="9717088" y="3294063"/>
          <p14:tracePt t="87205" x="9739313" y="3251200"/>
          <p14:tracePt t="87221" x="9775825" y="3214688"/>
          <p14:tracePt t="87238" x="9832975" y="3171825"/>
          <p14:tracePt t="87255" x="9877425" y="3141663"/>
          <p14:tracePt t="87271" x="9913938" y="3127375"/>
          <p14:tracePt t="87288" x="9964738" y="3121025"/>
          <p14:tracePt t="87304" x="9993313" y="3113088"/>
          <p14:tracePt t="87321" x="10044113" y="3098800"/>
          <p14:tracePt t="87339" x="10101263" y="3098800"/>
          <p14:tracePt t="87354" x="10167938" y="3098800"/>
          <p14:tracePt t="87371" x="10239375" y="3098800"/>
          <p14:tracePt t="87388" x="10290175" y="3098800"/>
          <p14:tracePt t="87405" x="10363200" y="3127375"/>
          <p14:tracePt t="87421" x="10406063" y="3141663"/>
          <p14:tracePt t="87438" x="10507663" y="3178175"/>
          <p14:tracePt t="87455" x="10544175" y="3200400"/>
          <p14:tracePt t="87472" x="10566400" y="3208338"/>
          <p14:tracePt t="87488" x="10574338" y="3236913"/>
          <p14:tracePt t="87504" x="10580688" y="3259138"/>
          <p14:tracePt t="87522" x="10580688" y="3294063"/>
          <p14:tracePt t="87538" x="10580688" y="3338513"/>
          <p14:tracePt t="87555" x="10580688" y="3367088"/>
          <p14:tracePt t="87571" x="10544175" y="3403600"/>
          <p14:tracePt t="87588" x="10472738" y="3425825"/>
          <p14:tracePt t="87592" x="10436225" y="3425825"/>
          <p14:tracePt t="87604" x="10377488" y="3440113"/>
          <p14:tracePt t="87621" x="10290175" y="3440113"/>
          <p14:tracePt t="87638" x="10218738" y="3440113"/>
          <p14:tracePt t="87655" x="10202863" y="3440113"/>
          <p14:tracePt t="87671" x="10188575" y="3440113"/>
          <p14:tracePt t="87705" x="10182225" y="3440113"/>
          <p14:tracePt t="87721" x="10174288" y="3440113"/>
          <p14:tracePt t="87873" x="10167938" y="3440113"/>
          <p14:tracePt t="87880" x="10145713" y="3440113"/>
          <p14:tracePt t="87888" x="10094913" y="3440113"/>
          <p14:tracePt t="87905" x="9920288" y="3454400"/>
          <p14:tracePt t="87921" x="9694863" y="3482975"/>
          <p14:tracePt t="87938" x="9456738" y="3505200"/>
          <p14:tracePt t="87955" x="9070975" y="3527425"/>
          <p14:tracePt t="87971" x="8636000" y="3527425"/>
          <p14:tracePt t="87988" x="8164513" y="3527425"/>
          <p14:tracePt t="88005" x="7845425" y="3527425"/>
          <p14:tracePt t="88021" x="7489825" y="3527425"/>
          <p14:tracePt t="88038" x="6951663" y="3527425"/>
          <p14:tracePt t="88055" x="6640513" y="3527425"/>
          <p14:tracePt t="88072" x="6392863" y="3527425"/>
          <p14:tracePt t="88088" x="6211888" y="3527425"/>
          <p14:tracePt t="88105" x="6059488" y="3527425"/>
          <p14:tracePt t="88122" x="5915025" y="3527425"/>
          <p14:tracePt t="88138" x="5754688" y="3527425"/>
          <p14:tracePt t="88155" x="5602288" y="3527425"/>
          <p14:tracePt t="88172" x="5486400" y="3527425"/>
          <p14:tracePt t="88188" x="5341938" y="3527425"/>
          <p14:tracePt t="88205" x="5224463" y="3527425"/>
          <p14:tracePt t="88222" x="5051425" y="3527425"/>
          <p14:tracePt t="88239" x="4899025" y="3527425"/>
          <p14:tracePt t="88255" x="4738688" y="3527425"/>
          <p14:tracePt t="88272" x="4622800" y="3527425"/>
          <p14:tracePt t="88288" x="4478338" y="3527425"/>
          <p14:tracePt t="88305" x="4360863" y="3527425"/>
          <p14:tracePt t="88322" x="4244975" y="3527425"/>
          <p14:tracePt t="88338" x="4122738" y="3527425"/>
          <p14:tracePt t="88355" x="4005263" y="3519488"/>
          <p14:tracePt t="88372" x="3925888" y="3513138"/>
          <p14:tracePt t="88388" x="3832225" y="3490913"/>
          <p14:tracePt t="88405" x="3751263" y="3462338"/>
          <p14:tracePt t="88422" x="3606800" y="3411538"/>
          <p14:tracePt t="88438" x="3513138" y="3367088"/>
          <p14:tracePt t="88455" x="3476625" y="3338513"/>
          <p14:tracePt t="88471" x="3446463" y="3316288"/>
          <p14:tracePt t="88488" x="3440113" y="3302000"/>
          <p14:tracePt t="88505" x="3440113" y="3279775"/>
          <p14:tracePt t="88522" x="3440113" y="3243263"/>
          <p14:tracePt t="88538" x="3440113" y="3192463"/>
          <p14:tracePt t="88555" x="3440113" y="3149600"/>
          <p14:tracePt t="88572" x="3462338" y="3106738"/>
          <p14:tracePt t="88589" x="3519488" y="3055938"/>
          <p14:tracePt t="88593" x="3548063" y="3033713"/>
          <p14:tracePt t="88605" x="3598863" y="3005138"/>
          <p14:tracePt t="88622" x="3795713" y="2946400"/>
          <p14:tracePt t="88638" x="3940175" y="2909888"/>
          <p14:tracePt t="88655" x="4114800" y="2887663"/>
          <p14:tracePt t="88672" x="4267200" y="2873375"/>
          <p14:tracePt t="88688" x="4448175" y="2873375"/>
          <p14:tracePt t="88705" x="4608513" y="2873375"/>
          <p14:tracePt t="88722" x="4783138" y="2873375"/>
          <p14:tracePt t="88738" x="4956175" y="2873375"/>
          <p14:tracePt t="88755" x="5130800" y="2873375"/>
          <p14:tracePt t="88772" x="5311775" y="2873375"/>
          <p14:tracePt t="88788" x="5494338" y="2873375"/>
          <p14:tracePt t="88805" x="5667375" y="2873375"/>
          <p14:tracePt t="88823" x="5907088" y="2873375"/>
          <p14:tracePt t="88839" x="6059488" y="2873375"/>
          <p14:tracePt t="88855" x="6219825" y="2873375"/>
          <p14:tracePt t="88872" x="6364288" y="2873375"/>
          <p14:tracePt t="88888" x="6510338" y="2873375"/>
          <p14:tracePt t="88905" x="6646863" y="2873375"/>
          <p14:tracePt t="88922" x="6792913" y="2873375"/>
          <p14:tracePt t="88938" x="6931025" y="2873375"/>
          <p14:tracePt t="88955" x="7097713" y="2873375"/>
          <p14:tracePt t="88972" x="7307263" y="2873375"/>
          <p14:tracePt t="88988" x="7561263" y="2895600"/>
          <p14:tracePt t="89005" x="7874000" y="2924175"/>
          <p14:tracePt t="89023" x="8331200" y="3005138"/>
          <p14:tracePt t="89038" x="8562975" y="3025775"/>
          <p14:tracePt t="89055" x="8751888" y="3048000"/>
          <p14:tracePt t="89073" x="8940800" y="3076575"/>
          <p14:tracePt t="89090" x="9121775" y="3106738"/>
          <p14:tracePt t="89105" x="9304338" y="3127375"/>
          <p14:tracePt t="89122" x="9448800" y="3157538"/>
          <p14:tracePt t="89139" x="9593263" y="3171825"/>
          <p14:tracePt t="89155" x="9710738" y="3178175"/>
          <p14:tracePt t="89172" x="9840913" y="3208338"/>
          <p14:tracePt t="89188" x="9948863" y="3214688"/>
          <p14:tracePt t="89205" x="10044113" y="3214688"/>
          <p14:tracePt t="89222" x="10225088" y="3222625"/>
          <p14:tracePt t="89239" x="10340975" y="3243263"/>
          <p14:tracePt t="89255" x="10428288" y="3251200"/>
          <p14:tracePt t="89272" x="10472738" y="3251200"/>
          <p14:tracePt t="89289" x="10529888" y="3265488"/>
          <p14:tracePt t="89305" x="10558463" y="3273425"/>
          <p14:tracePt t="89322" x="10588625" y="3279775"/>
          <p14:tracePt t="89339" x="10609263" y="3279775"/>
          <p14:tracePt t="89355" x="10631488" y="3279775"/>
          <p14:tracePt t="89372" x="10668000" y="3287713"/>
          <p14:tracePt t="89389" x="10682288" y="3294063"/>
          <p14:tracePt t="89405" x="10726738" y="3309938"/>
          <p14:tracePt t="89422" x="10755313" y="3324225"/>
          <p14:tracePt t="89439" x="10755313" y="3330575"/>
          <p14:tracePt t="89455" x="10761663" y="3338513"/>
          <p14:tracePt t="89488" x="10761663" y="3344863"/>
          <p14:tracePt t="89505" x="10761663" y="3360738"/>
          <p14:tracePt t="89522" x="10761663" y="3375025"/>
          <p14:tracePt t="89539" x="10755313" y="3403600"/>
          <p14:tracePt t="89555" x="10690225" y="3446463"/>
          <p14:tracePt t="89572" x="10625138" y="3490913"/>
          <p14:tracePt t="89589" x="10523538" y="3519488"/>
          <p14:tracePt t="89594" x="10472738" y="3527425"/>
          <p14:tracePt t="89605" x="10414000" y="3541713"/>
          <p14:tracePt t="89623" x="10188575" y="3570288"/>
          <p14:tracePt t="89639" x="9971088" y="3606800"/>
          <p14:tracePt t="89655" x="9725025" y="3643313"/>
          <p14:tracePt t="89672" x="9375775" y="3657600"/>
          <p14:tracePt t="89689" x="9056688" y="3657600"/>
          <p14:tracePt t="89705" x="8701088" y="3657600"/>
          <p14:tracePt t="89722" x="8367713" y="3657600"/>
          <p14:tracePt t="89738" x="8069263" y="3657600"/>
          <p14:tracePt t="89755" x="7670800" y="3657600"/>
          <p14:tracePt t="89772" x="7292975" y="3657600"/>
          <p14:tracePt t="89789" x="6937375" y="3657600"/>
          <p14:tracePt t="89807" x="6524625" y="3657600"/>
          <p14:tracePt t="89823" x="6262688" y="3657600"/>
          <p14:tracePt t="89840" x="6053138" y="3635375"/>
          <p14:tracePt t="89855" x="5834063" y="3598863"/>
          <p14:tracePt t="89872" x="5646738" y="3584575"/>
          <p14:tracePt t="89889" x="5478463" y="3563938"/>
          <p14:tracePt t="89905" x="5283200" y="3527425"/>
          <p14:tracePt t="89922" x="5108575" y="3513138"/>
          <p14:tracePt t="89939" x="4935538" y="3476625"/>
          <p14:tracePt t="89955" x="4760913" y="3462338"/>
          <p14:tracePt t="89972" x="4622800" y="3446463"/>
          <p14:tracePt t="89989" x="4484688" y="3446463"/>
          <p14:tracePt t="90006" x="4303713" y="3440113"/>
          <p14:tracePt t="90022" x="4187825" y="3440113"/>
          <p14:tracePt t="90039" x="4064000" y="3425825"/>
          <p14:tracePt t="90055" x="3948113" y="3403600"/>
          <p14:tracePt t="90072" x="3852863" y="3389313"/>
          <p14:tracePt t="90089" x="3773488" y="3367088"/>
          <p14:tracePt t="90105" x="3700463" y="3360738"/>
          <p14:tracePt t="90122" x="3657600" y="3360738"/>
          <p14:tracePt t="90139" x="3606800" y="3344863"/>
          <p14:tracePt t="90155" x="3570288" y="3338513"/>
          <p14:tracePt t="90172" x="3548063" y="3338513"/>
          <p14:tracePt t="90189" x="3527425" y="3330575"/>
          <p14:tracePt t="90319" x="3527425" y="3324225"/>
          <p14:tracePt t="90327" x="3527425" y="3302000"/>
          <p14:tracePt t="90335" x="3533775" y="3279775"/>
          <p14:tracePt t="90343" x="3541713" y="3251200"/>
          <p14:tracePt t="90355" x="3548063" y="3222625"/>
          <p14:tracePt t="90372" x="3563938" y="3157538"/>
          <p14:tracePt t="90389" x="3592513" y="3098800"/>
          <p14:tracePt t="90405" x="3606800" y="3070225"/>
          <p14:tracePt t="90422" x="3643313" y="3011488"/>
          <p14:tracePt t="90439" x="3679825" y="2974975"/>
          <p14:tracePt t="90456" x="3722688" y="2946400"/>
          <p14:tracePt t="90472" x="3781425" y="2909888"/>
          <p14:tracePt t="90489" x="3838575" y="2881313"/>
          <p14:tracePt t="90506" x="3889375" y="2867025"/>
          <p14:tracePt t="90522" x="3925888" y="2852738"/>
          <p14:tracePt t="90539" x="3948113" y="2852738"/>
          <p14:tracePt t="90556" x="3954463" y="2844800"/>
          <p14:tracePt t="90572" x="3962400" y="2836863"/>
          <p14:tracePt t="90590" x="3990975" y="2836863"/>
          <p14:tracePt t="90605" x="3998913" y="2836863"/>
          <p14:tracePt t="90622" x="4049713" y="2830513"/>
          <p14:tracePt t="90639" x="4064000" y="2830513"/>
          <p14:tracePt t="90656" x="4078288" y="2822575"/>
          <p14:tracePt t="90791" x="4071938" y="2822575"/>
          <p14:tracePt t="90799" x="4064000" y="2822575"/>
          <p14:tracePt t="90806" x="4049713" y="2822575"/>
          <p14:tracePt t="90822" x="4021138" y="2822575"/>
          <p14:tracePt t="90839" x="3976688" y="2822575"/>
          <p14:tracePt t="90856" x="3933825" y="2822575"/>
          <p14:tracePt t="90872" x="3903663" y="2816225"/>
          <p14:tracePt t="90889" x="3889375" y="2808288"/>
          <p14:tracePt t="90905" x="3883025" y="2808288"/>
          <p14:tracePt t="90922" x="3883025" y="2794000"/>
          <p14:tracePt t="90939" x="3883025" y="2779713"/>
          <p14:tracePt t="90955" x="3883025" y="2757488"/>
          <p14:tracePt t="90972" x="3883025" y="2743200"/>
          <p14:tracePt t="90989" x="3883025" y="2735263"/>
          <p14:tracePt t="91006" x="3883025" y="2720975"/>
          <p14:tracePt t="91088" x="3883025" y="2714625"/>
          <p14:tracePt t="91096" x="3868738" y="2706688"/>
          <p14:tracePt t="91105" x="3860800" y="2700338"/>
          <p14:tracePt t="91122" x="3824288" y="2678113"/>
          <p14:tracePt t="91139" x="3787775" y="2641600"/>
          <p14:tracePt t="91156" x="3736975" y="2547938"/>
          <p14:tracePt t="91172" x="3679825" y="2409825"/>
          <p14:tracePt t="91189" x="3635375" y="2278063"/>
          <p14:tracePt t="91206" x="3621088" y="2133600"/>
          <p14:tracePt t="91223" x="3621088" y="2032000"/>
          <p14:tracePt t="91239" x="3629025" y="1944688"/>
          <p14:tracePt t="91256" x="3671888" y="1851025"/>
          <p14:tracePt t="91273" x="3708400" y="1770063"/>
          <p14:tracePt t="91289" x="3759200" y="1704975"/>
          <p14:tracePt t="91306" x="3817938" y="1639888"/>
          <p14:tracePt t="91323" x="3868738" y="1603375"/>
          <p14:tracePt t="91339" x="3933825" y="1560513"/>
          <p14:tracePt t="91356" x="3976688" y="1531938"/>
          <p14:tracePt t="91372" x="4049713" y="1487488"/>
          <p14:tracePt t="91389" x="4122738" y="1436688"/>
          <p14:tracePt t="91406" x="4157663" y="1430338"/>
          <p14:tracePt t="91423" x="4216400" y="1400175"/>
          <p14:tracePt t="91439" x="4244975" y="1400175"/>
          <p14:tracePt t="91456" x="4289425" y="1400175"/>
          <p14:tracePt t="91472" x="4332288" y="1400175"/>
          <p14:tracePt t="91489" x="4376738" y="1400175"/>
          <p14:tracePt t="91506" x="4441825" y="1408113"/>
          <p14:tracePt t="91523" x="4478338" y="1422400"/>
          <p14:tracePt t="91540" x="4521200" y="1444625"/>
          <p14:tracePt t="91556" x="4549775" y="1473200"/>
          <p14:tracePt t="91573" x="4586288" y="1495425"/>
          <p14:tracePt t="91590" x="4608513" y="1524000"/>
          <p14:tracePt t="91595" x="4622800" y="1546225"/>
          <p14:tracePt t="91606" x="4659313" y="1639888"/>
          <p14:tracePt t="91622" x="4710113" y="1763713"/>
          <p14:tracePt t="91639" x="4760913" y="1879600"/>
          <p14:tracePt t="91656" x="4789488" y="1958975"/>
          <p14:tracePt t="91673" x="4789488" y="2003425"/>
          <p14:tracePt t="91689" x="4789488" y="2054225"/>
          <p14:tracePt t="91706" x="4789488" y="2111375"/>
          <p14:tracePt t="91722" x="4789488" y="2162175"/>
          <p14:tracePt t="91739" x="4775200" y="2220913"/>
          <p14:tracePt t="91756" x="4724400" y="2278063"/>
          <p14:tracePt t="91773" x="4710113" y="2322513"/>
          <p14:tracePt t="91789" x="4673600" y="2373313"/>
          <p14:tracePt t="91807" x="4622800" y="2424113"/>
          <p14:tracePt t="91823" x="4572000" y="2466975"/>
          <p14:tracePt t="91839" x="4513263" y="2511425"/>
          <p14:tracePt t="91856" x="4470400" y="2532063"/>
          <p14:tracePt t="91873" x="4433888" y="2554288"/>
          <p14:tracePt t="91889" x="4391025" y="2568575"/>
          <p14:tracePt t="91906" x="4325938" y="2590800"/>
          <p14:tracePt t="91923" x="4275138" y="2605088"/>
          <p14:tracePt t="91939" x="4216400" y="2619375"/>
          <p14:tracePt t="91956" x="4143375" y="2641600"/>
          <p14:tracePt t="91973" x="4092575" y="2663825"/>
          <p14:tracePt t="91989" x="4049713" y="2684463"/>
          <p14:tracePt t="92006" x="3990975" y="2692400"/>
          <p14:tracePt t="92023" x="3962400" y="2706688"/>
          <p14:tracePt t="92039" x="3919538" y="2714625"/>
          <p14:tracePt t="92056" x="3889375" y="2728913"/>
          <p14:tracePt t="92073" x="3852863" y="2735263"/>
          <p14:tracePt t="92090" x="3817938" y="2743200"/>
          <p14:tracePt t="92094" x="3810000" y="2743200"/>
          <p14:tracePt t="92106" x="3787775" y="2743200"/>
          <p14:tracePt t="92123" x="3759200" y="2751138"/>
          <p14:tracePt t="92139" x="3744913" y="2751138"/>
          <p14:tracePt t="92156" x="3716338" y="2751138"/>
          <p14:tracePt t="92173" x="3700463" y="2735263"/>
          <p14:tracePt t="92190" x="3643313" y="2655888"/>
          <p14:tracePt t="92207" x="3606800" y="2562225"/>
          <p14:tracePt t="92223" x="3584575" y="2466975"/>
          <p14:tracePt t="92239" x="3578225" y="2387600"/>
          <p14:tracePt t="92256" x="3578225" y="2278063"/>
          <p14:tracePt t="92273" x="3578225" y="2184400"/>
          <p14:tracePt t="92289" x="3592513" y="2074863"/>
          <p14:tracePt t="92307" x="3621088" y="1973263"/>
          <p14:tracePt t="92323" x="3643313" y="1879600"/>
          <p14:tracePt t="92339" x="3665538" y="1820863"/>
          <p14:tracePt t="92356" x="3679825" y="1778000"/>
          <p14:tracePt t="92373" x="3694113" y="1749425"/>
          <p14:tracePt t="92389" x="3716338" y="1727200"/>
          <p14:tracePt t="92406" x="3744913" y="1698625"/>
          <p14:tracePt t="92423" x="3773488" y="1668463"/>
          <p14:tracePt t="92439" x="3802063" y="1647825"/>
          <p14:tracePt t="92456" x="3838575" y="1633538"/>
          <p14:tracePt t="92473" x="3889375" y="1603375"/>
          <p14:tracePt t="92489" x="3940175" y="1597025"/>
          <p14:tracePt t="92506" x="3990975" y="1582738"/>
          <p14:tracePt t="92523" x="4021138" y="1582738"/>
          <p14:tracePt t="92540" x="4041775" y="1582738"/>
          <p14:tracePt t="92556" x="4071938" y="1582738"/>
          <p14:tracePt t="92573" x="4106863" y="1582738"/>
          <p14:tracePt t="92591" x="4173538" y="1617663"/>
          <p14:tracePt t="92606" x="4208463" y="1647825"/>
          <p14:tracePt t="92623" x="4244975" y="1668463"/>
          <p14:tracePt t="92640" x="4259263" y="1684338"/>
          <p14:tracePt t="92656" x="4289425" y="1735138"/>
          <p14:tracePt t="92673" x="4325938" y="1792288"/>
          <p14:tracePt t="92690" x="4360863" y="1857375"/>
          <p14:tracePt t="92706" x="4405313" y="1944688"/>
          <p14:tracePt t="92723" x="4433888" y="2017713"/>
          <p14:tracePt t="92739" x="4462463" y="2105025"/>
          <p14:tracePt t="92756" x="4484688" y="2184400"/>
          <p14:tracePt t="92773" x="4506913" y="2257425"/>
          <p14:tracePt t="92790" x="4513263" y="2328863"/>
          <p14:tracePt t="92806" x="4513263" y="2373313"/>
          <p14:tracePt t="92823" x="4513263" y="2416175"/>
          <p14:tracePt t="92839" x="4513263" y="2466975"/>
          <p14:tracePt t="92856" x="4513263" y="2511425"/>
          <p14:tracePt t="92873" x="4506913" y="2540000"/>
          <p14:tracePt t="92890" x="4492625" y="2576513"/>
          <p14:tracePt t="92906" x="4470400" y="2605088"/>
          <p14:tracePt t="92923" x="4448175" y="2649538"/>
          <p14:tracePt t="92939" x="4419600" y="2692400"/>
          <p14:tracePt t="92956" x="4376738" y="2720975"/>
          <p14:tracePt t="92973" x="4340225" y="2751138"/>
          <p14:tracePt t="92990" x="4295775" y="2779713"/>
          <p14:tracePt t="93006" x="4244975" y="2801938"/>
          <p14:tracePt t="93023" x="4194175" y="2816225"/>
          <p14:tracePt t="93039" x="4143375" y="2836863"/>
          <p14:tracePt t="93056" x="4092575" y="2836863"/>
          <p14:tracePt t="93073" x="4049713" y="2859088"/>
          <p14:tracePt t="93089" x="4021138" y="2859088"/>
          <p14:tracePt t="93106" x="3990975" y="2859088"/>
          <p14:tracePt t="93123" x="3970338" y="2859088"/>
          <p14:tracePt t="93139" x="3940175" y="2852738"/>
          <p14:tracePt t="93156" x="3903663" y="2830513"/>
          <p14:tracePt t="93173" x="3860800" y="2794000"/>
          <p14:tracePt t="93190" x="3802063" y="2706688"/>
          <p14:tracePt t="93206" x="3773488" y="2627313"/>
          <p14:tracePt t="93223" x="3759200" y="2562225"/>
          <p14:tracePt t="93240" x="3744913" y="2503488"/>
          <p14:tracePt t="93256" x="3736975" y="2424113"/>
          <p14:tracePt t="93273" x="3736975" y="2351088"/>
          <p14:tracePt t="93290" x="3736975" y="2293938"/>
          <p14:tracePt t="93306" x="3751263" y="2212975"/>
          <p14:tracePt t="93323" x="3767138" y="2147888"/>
          <p14:tracePt t="93340" x="3773488" y="2097088"/>
          <p14:tracePt t="93356" x="3787775" y="2046288"/>
          <p14:tracePt t="93373" x="3802063" y="2017713"/>
          <p14:tracePt t="93390" x="3802063" y="1952625"/>
          <p14:tracePt t="93406" x="3810000" y="1908175"/>
          <p14:tracePt t="93423" x="3810000" y="1851025"/>
          <p14:tracePt t="93440" x="3817938" y="1792288"/>
          <p14:tracePt t="93456" x="3817938" y="1755775"/>
          <p14:tracePt t="93473" x="3817938" y="1712913"/>
          <p14:tracePt t="93490" x="3824288" y="1684338"/>
          <p14:tracePt t="93506" x="3824288" y="1662113"/>
          <p14:tracePt t="93523" x="3846513" y="1633538"/>
          <p14:tracePt t="93540" x="3868738" y="1589088"/>
          <p14:tracePt t="93556" x="3889375" y="1560513"/>
          <p14:tracePt t="93573" x="3933825" y="1538288"/>
          <p14:tracePt t="93590" x="4005263" y="1516063"/>
          <p14:tracePt t="93606" x="4041775" y="1509713"/>
          <p14:tracePt t="93623" x="4071938" y="1509713"/>
          <p14:tracePt t="93640" x="4100513" y="1509713"/>
          <p14:tracePt t="93656" x="4143375" y="1509713"/>
          <p14:tracePt t="93673" x="4173538" y="1509713"/>
          <p14:tracePt t="93690" x="4224338" y="1509713"/>
          <p14:tracePt t="93706" x="4252913" y="1516063"/>
          <p14:tracePt t="93723" x="4275138" y="1524000"/>
          <p14:tracePt t="93740" x="4289425" y="1538288"/>
          <p14:tracePt t="93756" x="4303713" y="1552575"/>
          <p14:tracePt t="93773" x="4340225" y="1603375"/>
          <p14:tracePt t="93790" x="4376738" y="1690688"/>
          <p14:tracePt t="93806" x="4427538" y="1785938"/>
          <p14:tracePt t="93823" x="4462463" y="1879600"/>
          <p14:tracePt t="93840" x="4484688" y="1958975"/>
          <p14:tracePt t="93857" x="4521200" y="2039938"/>
          <p14:tracePt t="93873" x="4535488" y="2090738"/>
          <p14:tracePt t="93890" x="4535488" y="2125663"/>
          <p14:tracePt t="93906" x="4535488" y="2170113"/>
          <p14:tracePt t="93923" x="4529138" y="2220913"/>
          <p14:tracePt t="93940" x="4521200" y="2257425"/>
          <p14:tracePt t="93956" x="4506913" y="2293938"/>
          <p14:tracePt t="93973" x="4498975" y="2328863"/>
          <p14:tracePt t="93990" x="4478338" y="2359025"/>
          <p14:tracePt t="94006" x="4462463" y="2401888"/>
          <p14:tracePt t="94023" x="4448175" y="2424113"/>
          <p14:tracePt t="94040" x="4433888" y="2460625"/>
          <p14:tracePt t="94057" x="4405313" y="2503488"/>
          <p14:tracePt t="94073" x="4383088" y="2532063"/>
          <p14:tracePt t="94090" x="4368800" y="2554288"/>
          <p14:tracePt t="94106" x="4354513" y="2568575"/>
          <p14:tracePt t="94123" x="4332288" y="2590800"/>
          <p14:tracePt t="94140" x="4310063" y="2613025"/>
          <p14:tracePt t="94157" x="4275138" y="2633663"/>
          <p14:tracePt t="94173" x="4230688" y="2655888"/>
          <p14:tracePt t="94190" x="4173538" y="2692400"/>
          <p14:tracePt t="94206" x="4137025" y="2714625"/>
          <p14:tracePt t="94223" x="4106863" y="2735263"/>
          <p14:tracePt t="94240" x="4078288" y="2757488"/>
          <p14:tracePt t="94257" x="4027488" y="2779713"/>
          <p14:tracePt t="94273" x="3998913" y="2794000"/>
          <p14:tracePt t="94290" x="3954463" y="2816225"/>
          <p14:tracePt t="94307" x="3933825" y="2822575"/>
          <p14:tracePt t="94323" x="3919538" y="2830513"/>
          <p14:tracePt t="94340" x="3911600" y="2836863"/>
          <p14:tracePt t="95711" x="3897313" y="2836863"/>
          <p14:tracePt t="95719" x="3889375" y="2836863"/>
          <p14:tracePt t="95783" x="3883025" y="2836863"/>
          <p14:tracePt t="95799" x="3875088" y="2836863"/>
          <p14:tracePt t="95807" x="3860800" y="2836863"/>
          <p14:tracePt t="95815" x="3838575" y="2822575"/>
          <p14:tracePt t="95823" x="3832225" y="2816225"/>
          <p14:tracePt t="95840" x="3810000" y="2786063"/>
          <p14:tracePt t="95857" x="3773488" y="2728913"/>
          <p14:tracePt t="95874" x="3716338" y="2655888"/>
          <p14:tracePt t="95890" x="3665538" y="2562225"/>
          <p14:tracePt t="95907" x="3614738" y="2446338"/>
          <p14:tracePt t="95924" x="3541713" y="2344738"/>
          <p14:tracePt t="95940" x="3482975" y="2235200"/>
          <p14:tracePt t="95957" x="3440113" y="2125663"/>
          <p14:tracePt t="95974" x="3411538" y="2024063"/>
          <p14:tracePt t="95990" x="3360738" y="1879600"/>
          <p14:tracePt t="96007" x="3302000" y="1785938"/>
          <p14:tracePt t="96024" x="3251200" y="1690688"/>
          <p14:tracePt t="96040" x="3178175" y="1582738"/>
          <p14:tracePt t="96057" x="3090863" y="1473200"/>
          <p14:tracePt t="96074" x="2982913" y="1357313"/>
          <p14:tracePt t="96090" x="2867025" y="1255713"/>
          <p14:tracePt t="96107" x="2714625" y="1139825"/>
          <p14:tracePt t="96124" x="2568575" y="1044575"/>
          <p14:tracePt t="96140" x="2401888" y="957263"/>
          <p14:tracePt t="96157" x="2263775" y="863600"/>
          <p14:tracePt t="96174" x="2068513" y="703263"/>
          <p14:tracePt t="96190" x="1973263" y="617538"/>
          <p14:tracePt t="96207" x="1887538" y="566738"/>
          <p14:tracePt t="96224" x="1792288" y="493713"/>
          <p14:tracePt t="96240" x="1712913" y="434975"/>
          <p14:tracePt t="96257" x="1654175" y="398463"/>
          <p14:tracePt t="96274" x="1625600" y="377825"/>
          <p14:tracePt t="96291" x="1603375" y="363538"/>
          <p14:tracePt t="96308" x="1589088" y="355600"/>
          <p14:tracePt t="96451" x="1582738" y="355600"/>
          <p14:tracePt t="96459" x="1574800" y="355600"/>
          <p14:tracePt t="96475" x="1574800" y="363538"/>
          <p14:tracePt t="96485" x="1566863" y="377825"/>
          <p14:tracePt t="96499" x="1560513" y="398463"/>
          <p14:tracePt t="96508" x="1552575" y="428625"/>
          <p14:tracePt t="96524" x="1552575" y="485775"/>
          <p14:tracePt t="96545" x="1552575" y="668338"/>
          <p14:tracePt t="96559" x="1552575" y="812800"/>
          <p14:tracePt t="96575" x="1589088" y="942975"/>
          <p14:tracePt t="96593" x="1639888" y="1066800"/>
          <p14:tracePt t="96601" x="1662113" y="1103313"/>
          <p14:tracePt t="96610" x="1704975" y="1168400"/>
          <p14:tracePt t="96624" x="1749425" y="1241425"/>
          <p14:tracePt t="96641" x="1806575" y="1320800"/>
          <p14:tracePt t="96658" x="1865313" y="1393825"/>
          <p14:tracePt t="96675" x="1908175" y="1450975"/>
          <p14:tracePt t="96691" x="1966913" y="1509713"/>
          <p14:tracePt t="96708" x="1995488" y="1546225"/>
          <p14:tracePt t="96724" x="2009775" y="1552575"/>
          <p14:tracePt t="96741" x="2024063" y="1566863"/>
          <p14:tracePt t="96761" x="2046288" y="1589088"/>
          <p14:tracePt t="96774" x="2054225" y="1589088"/>
          <p14:tracePt t="96794" x="2068513" y="1597025"/>
          <p14:tracePt t="96808" x="2082800" y="1611313"/>
          <p14:tracePt t="96825" x="2090738" y="1611313"/>
          <p14:tracePt t="96841" x="2097088" y="1611313"/>
          <p14:tracePt t="96858" x="2105025" y="1617663"/>
          <p14:tracePt t="96927" x="2119313" y="1625600"/>
          <p14:tracePt t="97015" x="2125663" y="1625600"/>
          <p14:tracePt t="97023" x="2125663" y="1633538"/>
          <p14:tracePt t="97055" x="2133600" y="1639888"/>
          <p14:tracePt t="97063" x="2141538" y="1639888"/>
          <p14:tracePt t="97071" x="2141538" y="1647825"/>
          <p14:tracePt t="97111" x="2147888" y="1654175"/>
          <p14:tracePt t="97356" x="2147888" y="1676400"/>
          <p14:tracePt t="97365" x="2147888" y="1704975"/>
          <p14:tracePt t="97377" x="2184400" y="1820863"/>
          <p14:tracePt t="97391" x="2249488" y="1952625"/>
          <p14:tracePt t="97408" x="2322513" y="2097088"/>
          <p14:tracePt t="97425" x="2395538" y="2212975"/>
          <p14:tracePt t="97443" x="2430463" y="2278063"/>
          <p14:tracePt t="97458" x="2452688" y="2314575"/>
          <p14:tracePt t="97475" x="2452688" y="2328863"/>
          <p14:tracePt t="97491" x="2460625" y="2336800"/>
          <p14:tracePt t="97508" x="2460625" y="2359025"/>
          <p14:tracePt t="97526" x="2466975" y="2379663"/>
          <p14:tracePt t="97542" x="2466975" y="2387600"/>
          <p14:tracePt t="97559" x="2474913" y="2416175"/>
          <p14:tracePt t="97575" x="2474913" y="2430463"/>
          <p14:tracePt t="97611" x="2474913" y="2438400"/>
          <p14:tracePt t="97625" x="2474913" y="2452688"/>
          <p14:tracePt t="97642" x="2474913" y="2474913"/>
          <p14:tracePt t="97658" x="2474913" y="2497138"/>
          <p14:tracePt t="97675" x="2481263" y="2540000"/>
          <p14:tracePt t="97692" x="2489200" y="2582863"/>
          <p14:tracePt t="97708" x="2497138" y="2633663"/>
          <p14:tracePt t="97725" x="2503488" y="2663825"/>
          <p14:tracePt t="97745" x="2511425" y="2706688"/>
          <p14:tracePt t="97759" x="2511425" y="2735263"/>
          <p14:tracePt t="97776" x="2525713" y="2771775"/>
          <p14:tracePt t="97794" x="2532063" y="2794000"/>
          <p14:tracePt t="97809" x="2532063" y="2816225"/>
          <p14:tracePt t="97825" x="2540000" y="2822575"/>
          <p14:tracePt t="97861" x="2540000" y="2830513"/>
          <p14:tracePt t="97876" x="2547938" y="2844800"/>
          <p14:tracePt t="97907" x="2547938" y="2859088"/>
          <p14:tracePt t="97915" x="2547938" y="2867025"/>
          <p14:tracePt t="97930" x="2547938" y="2881313"/>
          <p14:tracePt t="97942" x="2547938" y="2895600"/>
          <p14:tracePt t="97959" x="2547938" y="2932113"/>
          <p14:tracePt t="97975" x="2547938" y="2960688"/>
          <p14:tracePt t="97993" x="2547938" y="2982913"/>
          <p14:tracePt t="98009" x="2547938" y="3005138"/>
          <p14:tracePt t="98028" x="2547938" y="3033713"/>
          <p14:tracePt t="98043" x="2547938" y="3062288"/>
          <p14:tracePt t="98061" x="2547938" y="3090863"/>
          <p14:tracePt t="98075" x="2547938" y="3135313"/>
          <p14:tracePt t="98095" x="2547938" y="3163888"/>
          <p14:tracePt t="98104" x="2547938" y="3178175"/>
          <p14:tracePt t="98111" x="2547938" y="3186113"/>
          <p14:tracePt t="98125" x="2547938" y="3192463"/>
          <p14:tracePt t="98145" x="2547938" y="3208338"/>
          <p14:tracePt t="98158" x="2547938" y="3214688"/>
          <p14:tracePt t="98175" x="2547938" y="3228975"/>
          <p14:tracePt t="98193" x="2547938" y="3236913"/>
          <p14:tracePt t="98225" x="2547938" y="3243263"/>
          <p14:tracePt t="98243" x="2547938" y="3251200"/>
          <p14:tracePt t="98261" x="2540000" y="3259138"/>
          <p14:tracePt t="98283" x="2540000" y="3265488"/>
          <p14:tracePt t="137299" x="2540000" y="3273425"/>
          <p14:tracePt t="137804" x="2562225" y="3279775"/>
          <p14:tracePt t="137812" x="2590800" y="3287713"/>
          <p14:tracePt t="137820" x="2613025" y="3302000"/>
          <p14:tracePt t="137837" x="2641600" y="3302000"/>
          <p14:tracePt t="137855" x="2692400" y="3309938"/>
          <p14:tracePt t="137873" x="2765425" y="3316288"/>
          <p14:tracePt t="137887" x="2836863" y="3338513"/>
          <p14:tracePt t="137904" x="2968625" y="3344863"/>
          <p14:tracePt t="137921" x="3127375" y="3375025"/>
          <p14:tracePt t="137937" x="3294063" y="3389313"/>
          <p14:tracePt t="137954" x="3454400" y="3425825"/>
          <p14:tracePt t="137971" x="3584575" y="3432175"/>
          <p14:tracePt t="137988" x="3708400" y="3446463"/>
          <p14:tracePt t="138004" x="3802063" y="3446463"/>
          <p14:tracePt t="138021" x="3883025" y="3446463"/>
          <p14:tracePt t="138037" x="3990975" y="3446463"/>
          <p14:tracePt t="138055" x="4151313" y="3446463"/>
          <p14:tracePt t="138071" x="4244975" y="3446463"/>
          <p14:tracePt t="138089" x="4332288" y="3440113"/>
          <p14:tracePt t="138097" x="4383088" y="3440113"/>
          <p14:tracePt t="138109" x="4433888" y="3440113"/>
          <p14:tracePt t="138120" x="4564063" y="3440113"/>
          <p14:tracePt t="138138" x="4854575" y="3468688"/>
          <p14:tracePt t="138155" x="5326063" y="3592513"/>
          <p14:tracePt t="138171" x="6022975" y="3759200"/>
          <p14:tracePt t="138188" x="6748463" y="3925888"/>
          <p14:tracePt t="138204" x="7439025" y="4021138"/>
          <p14:tracePt t="138220" x="8069263" y="4129088"/>
          <p14:tracePt t="138237" x="8904288" y="4310063"/>
          <p14:tracePt t="138253" x="9615488" y="4448175"/>
          <p14:tracePt t="138270" x="10479088" y="4594225"/>
          <p14:tracePt t="138287" x="10856913" y="4651375"/>
          <p14:tracePt t="138303" x="11088688" y="4687888"/>
          <p14:tracePt t="138320" x="11291888" y="4724400"/>
          <p14:tracePt t="138337" x="11437938" y="4738688"/>
          <p14:tracePt t="138353" x="11545888" y="4760913"/>
          <p14:tracePt t="138370" x="11596688" y="4767263"/>
          <p14:tracePt t="138387" x="11610975" y="4767263"/>
          <p14:tracePt t="138423" x="11625263" y="4767263"/>
          <p14:tracePt t="138439" x="11633200" y="4767263"/>
          <p14:tracePt t="138453" x="11655425" y="4783138"/>
          <p14:tracePt t="138470" x="11676063" y="4789488"/>
          <p14:tracePt t="138590" x="11647488" y="4789488"/>
          <p14:tracePt t="138599" x="11610975" y="4789488"/>
          <p14:tracePt t="138607" x="11560175" y="4789488"/>
          <p14:tracePt t="138620" x="11509375" y="4789488"/>
          <p14:tracePt t="138638" x="11371263" y="4783138"/>
          <p14:tracePt t="138654" x="11263313" y="4767263"/>
          <p14:tracePt t="138670" x="11176000" y="4760913"/>
          <p14:tracePt t="138687" x="11088688" y="4738688"/>
          <p14:tracePt t="138704" x="11037888" y="4732338"/>
          <p14:tracePt t="138720" x="10964863" y="4724400"/>
          <p14:tracePt t="138737" x="10893425" y="4710113"/>
          <p14:tracePt t="138754" x="10806113" y="4695825"/>
          <p14:tracePt t="138770" x="10741025" y="4687888"/>
          <p14:tracePt t="138787" x="10690225" y="4687888"/>
          <p14:tracePt t="138803" x="10653713" y="4687888"/>
          <p14:tracePt t="138820" x="10625138" y="4687888"/>
          <p14:tracePt t="138837" x="10594975" y="4681538"/>
          <p14:tracePt t="138854" x="10580688" y="4681538"/>
          <p14:tracePt t="138871" x="10574338" y="4681538"/>
          <p14:tracePt t="138951" x="10574338" y="4673600"/>
        </p14:tracePtLst>
      </p14:laserTraceLst>
    </p:ext>
  </p:extLst>
</p:sld>
</file>

<file path=ppt/tags/tag1.xml><?xml version="1.0" encoding="utf-8"?>
<p:tagLst xmlns:a="http://schemas.openxmlformats.org/drawingml/2006/main" xmlns:r="http://schemas.openxmlformats.org/officeDocument/2006/relationships" xmlns:p="http://schemas.openxmlformats.org/presentationml/2006/main">
  <p:tag name="TIMING" val="|22.4|3.8|7.8"/>
</p:tagLst>
</file>

<file path=ppt/tags/tag2.xml><?xml version="1.0" encoding="utf-8"?>
<p:tagLst xmlns:a="http://schemas.openxmlformats.org/drawingml/2006/main" xmlns:r="http://schemas.openxmlformats.org/officeDocument/2006/relationships" xmlns:p="http://schemas.openxmlformats.org/presentationml/2006/main">
  <p:tag name="TIMING" val="|18|6.1|8.2|8.6|1.7"/>
</p:tagLst>
</file>

<file path=ppt/tags/tag3.xml><?xml version="1.0" encoding="utf-8"?>
<p:tagLst xmlns:a="http://schemas.openxmlformats.org/drawingml/2006/main" xmlns:r="http://schemas.openxmlformats.org/officeDocument/2006/relationships" xmlns:p="http://schemas.openxmlformats.org/presentationml/2006/main">
  <p:tag name="TIMING" val="|16.4|24"/>
</p:tagLst>
</file>

<file path=ppt/tags/tag4.xml><?xml version="1.0" encoding="utf-8"?>
<p:tagLst xmlns:a="http://schemas.openxmlformats.org/drawingml/2006/main" xmlns:r="http://schemas.openxmlformats.org/officeDocument/2006/relationships" xmlns:p="http://schemas.openxmlformats.org/presentationml/2006/main">
  <p:tag name="TIMING" val="|19.1|45.9|45.2|7.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1997</TotalTime>
  <Words>906</Words>
  <Application>Microsoft Office PowerPoint</Application>
  <PresentationFormat>Widescreen</PresentationFormat>
  <Paragraphs>278</Paragraphs>
  <Slides>14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MS Gothic</vt:lpstr>
      <vt:lpstr>Calibri</vt:lpstr>
      <vt:lpstr>Tw Cen MT</vt:lpstr>
      <vt:lpstr>Tw Cen MT Condensed</vt:lpstr>
      <vt:lpstr>Wingdings</vt:lpstr>
      <vt:lpstr>Wingdings 3</vt:lpstr>
      <vt:lpstr>Integral</vt:lpstr>
      <vt:lpstr>Online cross evaluation system</vt:lpstr>
      <vt:lpstr>Goal</vt:lpstr>
      <vt:lpstr>Evaluation Form</vt:lpstr>
      <vt:lpstr>PowerPoint Presentation</vt:lpstr>
      <vt:lpstr>Evaluation record for each student (VIEW)</vt:lpstr>
      <vt:lpstr>How to view your grade/score?</vt:lpstr>
      <vt:lpstr>Rules (1)</vt:lpstr>
      <vt:lpstr>PowerPoint Presentation</vt:lpstr>
      <vt:lpstr>PowerPoint Presentation</vt:lpstr>
      <vt:lpstr>PowerPoint Presentation</vt:lpstr>
      <vt:lpstr>PowerPoint Presentation</vt:lpstr>
      <vt:lpstr>PowerPoint Presentation</vt:lpstr>
      <vt:lpstr>PowerPoint Presentation</vt:lpstr>
      <vt:lpstr>Rules (2)</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form evaluation</dc:title>
  <dc:creator>Asyrofa Rahmi</dc:creator>
  <cp:lastModifiedBy>Asyrofa Rahmi</cp:lastModifiedBy>
  <cp:revision>60</cp:revision>
  <dcterms:created xsi:type="dcterms:W3CDTF">2021-03-16T04:47:30Z</dcterms:created>
  <dcterms:modified xsi:type="dcterms:W3CDTF">2022-03-06T04:35:57Z</dcterms:modified>
</cp:coreProperties>
</file>