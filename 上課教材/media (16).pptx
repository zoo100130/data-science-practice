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5.xml" ContentType="application/vnd.openxmlformats-officedocument.presentationml.tags+xml"/>
  <Override PartName="/ppt/notesSlides/notesSlide9.xml" ContentType="application/vnd.openxmlformats-officedocument.presentationml.notesSlide+xml"/>
  <Override PartName="/ppt/tags/tag6.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7.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tags/tag8.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9.xml" ContentType="application/vnd.openxmlformats-officedocument.presentationml.tags+xml"/>
  <Override PartName="/ppt/notesSlides/notesSlide17.xml" ContentType="application/vnd.openxmlformats-officedocument.presentationml.notesSlide+xml"/>
  <Override PartName="/ppt/tags/tag10.xml" ContentType="application/vnd.openxmlformats-officedocument.presentationml.tags+xml"/>
  <Override PartName="/ppt/notesSlides/notesSlide18.xml" ContentType="application/vnd.openxmlformats-officedocument.presentationml.notesSlide+xml"/>
  <Override PartName="/ppt/tags/tag11.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2.xml" ContentType="application/vnd.openxmlformats-officedocument.presentationml.tags+xml"/>
  <Override PartName="/ppt/notesSlides/notesSlide2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1" r:id="rId1"/>
  </p:sldMasterIdLst>
  <p:notesMasterIdLst>
    <p:notesMasterId r:id="rId23"/>
  </p:notesMasterIdLst>
  <p:sldIdLst>
    <p:sldId id="256" r:id="rId2"/>
    <p:sldId id="331" r:id="rId3"/>
    <p:sldId id="333" r:id="rId4"/>
    <p:sldId id="330" r:id="rId5"/>
    <p:sldId id="320" r:id="rId6"/>
    <p:sldId id="257" r:id="rId7"/>
    <p:sldId id="258" r:id="rId8"/>
    <p:sldId id="316" r:id="rId9"/>
    <p:sldId id="317" r:id="rId10"/>
    <p:sldId id="271" r:id="rId11"/>
    <p:sldId id="334" r:id="rId12"/>
    <p:sldId id="319" r:id="rId13"/>
    <p:sldId id="335" r:id="rId14"/>
    <p:sldId id="310" r:id="rId15"/>
    <p:sldId id="312" r:id="rId16"/>
    <p:sldId id="311" r:id="rId17"/>
    <p:sldId id="315" r:id="rId18"/>
    <p:sldId id="325" r:id="rId19"/>
    <p:sldId id="326" r:id="rId20"/>
    <p:sldId id="328" r:id="rId21"/>
    <p:sldId id="32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EDE3"/>
    <a:srgbClr val="EB90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70" autoAdjust="0"/>
    <p:restoredTop sz="63776" autoAdjust="0"/>
  </p:normalViewPr>
  <p:slideViewPr>
    <p:cSldViewPr snapToGrid="0">
      <p:cViewPr>
        <p:scale>
          <a:sx n="48" d="100"/>
          <a:sy n="48" d="100"/>
        </p:scale>
        <p:origin x="36" y="-12"/>
      </p:cViewPr>
      <p:guideLst/>
    </p:cSldViewPr>
  </p:slideViewPr>
  <p:notesTextViewPr>
    <p:cViewPr>
      <p:scale>
        <a:sx n="100" d="100"/>
        <a:sy n="100" d="100"/>
      </p:scale>
      <p:origin x="0" y="0"/>
    </p:cViewPr>
  </p:notesTextViewPr>
  <p:sorterViewPr>
    <p:cViewPr>
      <p:scale>
        <a:sx n="130" d="100"/>
        <a:sy n="130" d="100"/>
      </p:scale>
      <p:origin x="0" y="-15582"/>
    </p:cViewPr>
  </p:sorterViewPr>
  <p:notesViewPr>
    <p:cSldViewPr snapToGrid="0">
      <p:cViewPr varScale="1">
        <p:scale>
          <a:sx n="57" d="100"/>
          <a:sy n="57" d="100"/>
        </p:scale>
        <p:origin x="2754"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A:\S3\Research\Financial\Yawen\Journal\Prof.%20Nina\20200916%20Paper%20Experiment%20Afetr%202000%20-%20Impact%20Analysi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A:\S3\Research\Financial\Dinda\20180611accruals\results\Ami\Result.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Sheet1!$I$36</c:f>
              <c:strCache>
                <c:ptCount val="1"/>
                <c:pt idx="0">
                  <c:v>Importance</c:v>
                </c:pt>
              </c:strCache>
            </c:strRef>
          </c:tx>
          <c:spPr>
            <a:solidFill>
              <a:schemeClr val="accent1"/>
            </a:solidFill>
            <a:ln>
              <a:noFill/>
            </a:ln>
            <a:effectLst/>
          </c:spPr>
          <c:invertIfNegative val="0"/>
          <c:cat>
            <c:strRef>
              <c:f>Sheet1!$H$37:$H$42</c:f>
              <c:strCache>
                <c:ptCount val="6"/>
                <c:pt idx="0">
                  <c:v>P</c:v>
                </c:pt>
                <c:pt idx="1">
                  <c:v>A</c:v>
                </c:pt>
                <c:pt idx="2">
                  <c:v>C</c:v>
                </c:pt>
                <c:pt idx="3">
                  <c:v>R</c:v>
                </c:pt>
                <c:pt idx="4">
                  <c:v>B</c:v>
                </c:pt>
                <c:pt idx="5">
                  <c:v>Q</c:v>
                </c:pt>
              </c:strCache>
            </c:strRef>
          </c:cat>
          <c:val>
            <c:numRef>
              <c:f>Sheet1!$I$37:$I$42</c:f>
              <c:numCache>
                <c:formatCode>General</c:formatCode>
                <c:ptCount val="6"/>
                <c:pt idx="0">
                  <c:v>2.7091253931096999E-3</c:v>
                </c:pt>
                <c:pt idx="1">
                  <c:v>1.95632163169593E-3</c:v>
                </c:pt>
                <c:pt idx="2">
                  <c:v>1.9290019094347799E-3</c:v>
                </c:pt>
                <c:pt idx="3">
                  <c:v>9.9539703911001001E-4</c:v>
                </c:pt>
                <c:pt idx="4">
                  <c:v>6.0674401332017004E-4</c:v>
                </c:pt>
                <c:pt idx="5" formatCode="0.00E+00">
                  <c:v>4.8341319110018598E-5</c:v>
                </c:pt>
              </c:numCache>
            </c:numRef>
          </c:val>
          <c:extLst>
            <c:ext xmlns:c16="http://schemas.microsoft.com/office/drawing/2014/chart" uri="{C3380CC4-5D6E-409C-BE32-E72D297353CC}">
              <c16:uniqueId val="{00000000-A3F1-44D9-AE2A-54716B1F1CA7}"/>
            </c:ext>
          </c:extLst>
        </c:ser>
        <c:dLbls>
          <c:showLegendKey val="0"/>
          <c:showVal val="0"/>
          <c:showCatName val="0"/>
          <c:showSerName val="0"/>
          <c:showPercent val="0"/>
          <c:showBubbleSize val="0"/>
        </c:dLbls>
        <c:gapWidth val="219"/>
        <c:overlap val="-27"/>
        <c:axId val="1171156927"/>
        <c:axId val="1171144863"/>
      </c:barChart>
      <c:catAx>
        <c:axId val="11711569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71144863"/>
        <c:crosses val="autoZero"/>
        <c:auto val="1"/>
        <c:lblAlgn val="ctr"/>
        <c:lblOffset val="100"/>
        <c:noMultiLvlLbl val="0"/>
      </c:catAx>
      <c:valAx>
        <c:axId val="117114486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71156927"/>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Variable Important</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FRsAcc1year!$E$55</c:f>
              <c:strCache>
                <c:ptCount val="1"/>
                <c:pt idx="0">
                  <c:v>Feature Weight</c:v>
                </c:pt>
              </c:strCache>
            </c:strRef>
          </c:tx>
          <c:spPr>
            <a:solidFill>
              <a:schemeClr val="accent1"/>
            </a:solidFill>
            <a:ln>
              <a:noFill/>
            </a:ln>
            <a:effectLst/>
          </c:spPr>
          <c:invertIfNegative val="0"/>
          <c:cat>
            <c:strRef>
              <c:f>FRsAcc1year!$D$56:$D$57</c:f>
              <c:strCache>
                <c:ptCount val="2"/>
                <c:pt idx="0">
                  <c:v>Feature B</c:v>
                </c:pt>
                <c:pt idx="1">
                  <c:v>Feature A</c:v>
                </c:pt>
              </c:strCache>
            </c:strRef>
          </c:cat>
          <c:val>
            <c:numRef>
              <c:f>FRsAcc1year!$E$56:$E$57</c:f>
              <c:numCache>
                <c:formatCode>General</c:formatCode>
                <c:ptCount val="2"/>
                <c:pt idx="0">
                  <c:v>0.48099999999999998</c:v>
                </c:pt>
                <c:pt idx="1">
                  <c:v>5.0000000000000001E-3</c:v>
                </c:pt>
              </c:numCache>
            </c:numRef>
          </c:val>
          <c:extLst>
            <c:ext xmlns:c16="http://schemas.microsoft.com/office/drawing/2014/chart" uri="{C3380CC4-5D6E-409C-BE32-E72D297353CC}">
              <c16:uniqueId val="{00000000-9EA0-4B01-A970-BB944FAC9A3E}"/>
            </c:ext>
          </c:extLst>
        </c:ser>
        <c:dLbls>
          <c:showLegendKey val="0"/>
          <c:showVal val="0"/>
          <c:showCatName val="0"/>
          <c:showSerName val="0"/>
          <c:showPercent val="0"/>
          <c:showBubbleSize val="0"/>
        </c:dLbls>
        <c:gapWidth val="219"/>
        <c:overlap val="-27"/>
        <c:axId val="2003077088"/>
        <c:axId val="2003079584"/>
      </c:barChart>
      <c:catAx>
        <c:axId val="200307708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Features (Variables)</a:t>
                </a:r>
              </a:p>
            </c:rich>
          </c:tx>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03079584"/>
        <c:crosses val="autoZero"/>
        <c:auto val="1"/>
        <c:lblAlgn val="ctr"/>
        <c:lblOffset val="100"/>
        <c:noMultiLvlLbl val="0"/>
      </c:catAx>
      <c:valAx>
        <c:axId val="2003079584"/>
        <c:scaling>
          <c:orientation val="minMax"/>
          <c:max val="0.29000000000000004"/>
          <c:min val="0.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Importance (Weight)</a:t>
                </a:r>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03077088"/>
        <c:crosses val="autoZero"/>
        <c:crossBetween val="between"/>
      </c:valAx>
      <c:spPr>
        <a:noFill/>
        <a:ln>
          <a:noFill/>
        </a:ln>
        <a:effectLst/>
      </c:spPr>
    </c:plotArea>
    <c:plotVisOnly val="1"/>
    <c:dispBlanksAs val="gap"/>
    <c:showDLblsOverMax val="0"/>
  </c:chart>
  <c:spPr>
    <a:noFill/>
    <a:ln>
      <a:solidFill>
        <a:schemeClr val="accent1"/>
      </a:solid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516E5AA-C0F6-4342-B103-2E31742C6E86}"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n-US"/>
        </a:p>
      </dgm:t>
    </dgm:pt>
    <dgm:pt modelId="{18112073-30B3-440A-B6D2-60A15D7CE269}">
      <dgm:prSet phldrT="[Text]"/>
      <dgm:spPr/>
      <dgm:t>
        <a:bodyPr/>
        <a:lstStyle/>
        <a:p>
          <a:r>
            <a:rPr lang="en-US" dirty="0" smtClean="0"/>
            <a:t>SVM Summary</a:t>
          </a:r>
          <a:endParaRPr lang="en-US" dirty="0"/>
        </a:p>
      </dgm:t>
    </dgm:pt>
    <dgm:pt modelId="{88ECF714-2520-4341-B59A-15C7FC049D10}" type="parTrans" cxnId="{A7F5EAEB-A7E4-403F-B034-8268059FC37B}">
      <dgm:prSet/>
      <dgm:spPr/>
      <dgm:t>
        <a:bodyPr/>
        <a:lstStyle/>
        <a:p>
          <a:endParaRPr lang="en-US"/>
        </a:p>
      </dgm:t>
    </dgm:pt>
    <dgm:pt modelId="{FD92122E-A747-46C9-81A0-E28AB8AB9641}" type="sibTrans" cxnId="{A7F5EAEB-A7E4-403F-B034-8268059FC37B}">
      <dgm:prSet/>
      <dgm:spPr/>
      <dgm:t>
        <a:bodyPr/>
        <a:lstStyle/>
        <a:p>
          <a:endParaRPr lang="en-US"/>
        </a:p>
      </dgm:t>
    </dgm:pt>
    <dgm:pt modelId="{14A4745B-3B8D-47ED-BF09-6EAE02F588C7}">
      <dgm:prSet phldrT="[Text]"/>
      <dgm:spPr/>
      <dgm:t>
        <a:bodyPr/>
        <a:lstStyle/>
        <a:p>
          <a:r>
            <a:rPr lang="en-US" b="1" dirty="0" smtClean="0"/>
            <a:t>Which part </a:t>
          </a:r>
          <a:r>
            <a:rPr lang="en-US" dirty="0" smtClean="0"/>
            <a:t>of SVM model that needs to be </a:t>
          </a:r>
          <a:r>
            <a:rPr lang="en-US" b="1" dirty="0" smtClean="0"/>
            <a:t>highlighted</a:t>
          </a:r>
          <a:endParaRPr lang="en-US" b="1" dirty="0"/>
        </a:p>
      </dgm:t>
    </dgm:pt>
    <dgm:pt modelId="{F5C4C269-4F93-4669-B9DF-04D7203569FD}" type="parTrans" cxnId="{C3CDAD37-78A1-48D1-97EE-9F95EDFB811C}">
      <dgm:prSet/>
      <dgm:spPr/>
      <dgm:t>
        <a:bodyPr/>
        <a:lstStyle/>
        <a:p>
          <a:endParaRPr lang="en-US"/>
        </a:p>
      </dgm:t>
    </dgm:pt>
    <dgm:pt modelId="{7955B2BD-EB30-403E-8071-2C7CF9E36BBB}" type="sibTrans" cxnId="{C3CDAD37-78A1-48D1-97EE-9F95EDFB811C}">
      <dgm:prSet/>
      <dgm:spPr/>
      <dgm:t>
        <a:bodyPr/>
        <a:lstStyle/>
        <a:p>
          <a:endParaRPr lang="en-US"/>
        </a:p>
      </dgm:t>
    </dgm:pt>
    <dgm:pt modelId="{E3B899B1-4EAB-4AF4-8577-751EA0617082}">
      <dgm:prSet phldrT="[Text]"/>
      <dgm:spPr/>
      <dgm:t>
        <a:bodyPr/>
        <a:lstStyle/>
        <a:p>
          <a:r>
            <a:rPr lang="en-US" dirty="0" smtClean="0"/>
            <a:t>Feature Importance</a:t>
          </a:r>
          <a:endParaRPr lang="en-US" dirty="0"/>
        </a:p>
      </dgm:t>
    </dgm:pt>
    <dgm:pt modelId="{80F0B7D2-E985-4AEB-8D25-8629D2999062}" type="parTrans" cxnId="{279BE762-EED7-4D0E-8F09-42502EEE09BA}">
      <dgm:prSet/>
      <dgm:spPr/>
      <dgm:t>
        <a:bodyPr/>
        <a:lstStyle/>
        <a:p>
          <a:endParaRPr lang="en-US"/>
        </a:p>
      </dgm:t>
    </dgm:pt>
    <dgm:pt modelId="{4F01FD93-291F-410C-B02F-CD00612114C5}" type="sibTrans" cxnId="{279BE762-EED7-4D0E-8F09-42502EEE09BA}">
      <dgm:prSet/>
      <dgm:spPr/>
      <dgm:t>
        <a:bodyPr/>
        <a:lstStyle/>
        <a:p>
          <a:endParaRPr lang="en-US"/>
        </a:p>
      </dgm:t>
    </dgm:pt>
    <dgm:pt modelId="{3CC44934-95BF-4175-9810-3063A545A170}">
      <dgm:prSet phldrT="[Text]"/>
      <dgm:spPr/>
      <dgm:t>
        <a:bodyPr/>
        <a:lstStyle/>
        <a:p>
          <a:r>
            <a:rPr lang="en-US" b="1" dirty="0" smtClean="0"/>
            <a:t>Definition</a:t>
          </a:r>
          <a:r>
            <a:rPr lang="en-US" dirty="0" smtClean="0"/>
            <a:t> of feature importance</a:t>
          </a:r>
          <a:endParaRPr lang="en-US" dirty="0"/>
        </a:p>
      </dgm:t>
    </dgm:pt>
    <dgm:pt modelId="{40717F57-869F-4D86-A414-9DBDF93FA8F2}" type="parTrans" cxnId="{C877DF45-8C91-4860-A67C-7519F0E1214D}">
      <dgm:prSet/>
      <dgm:spPr/>
      <dgm:t>
        <a:bodyPr/>
        <a:lstStyle/>
        <a:p>
          <a:endParaRPr lang="en-US"/>
        </a:p>
      </dgm:t>
    </dgm:pt>
    <dgm:pt modelId="{524B1F8C-E995-4B34-892C-73E7C7094146}" type="sibTrans" cxnId="{C877DF45-8C91-4860-A67C-7519F0E1214D}">
      <dgm:prSet/>
      <dgm:spPr/>
      <dgm:t>
        <a:bodyPr/>
        <a:lstStyle/>
        <a:p>
          <a:endParaRPr lang="en-US"/>
        </a:p>
      </dgm:t>
    </dgm:pt>
    <dgm:pt modelId="{96F2CCF4-B6DE-408B-9036-8AD07630D198}">
      <dgm:prSet phldrT="[Text]"/>
      <dgm:spPr/>
      <dgm:t>
        <a:bodyPr/>
        <a:lstStyle/>
        <a:p>
          <a:r>
            <a:rPr lang="en-US" dirty="0" smtClean="0"/>
            <a:t>How to perform feature importance</a:t>
          </a:r>
          <a:endParaRPr lang="en-US" dirty="0"/>
        </a:p>
      </dgm:t>
    </dgm:pt>
    <dgm:pt modelId="{028FCE58-F0DF-4772-AB98-F27CC248A282}" type="parTrans" cxnId="{988EA105-F93E-4EEC-8006-874CED5C65FB}">
      <dgm:prSet/>
      <dgm:spPr/>
      <dgm:t>
        <a:bodyPr/>
        <a:lstStyle/>
        <a:p>
          <a:endParaRPr lang="en-US"/>
        </a:p>
      </dgm:t>
    </dgm:pt>
    <dgm:pt modelId="{6C2894FA-1A8C-42B4-8363-990E806F1FAB}" type="sibTrans" cxnId="{988EA105-F93E-4EEC-8006-874CED5C65FB}">
      <dgm:prSet/>
      <dgm:spPr/>
      <dgm:t>
        <a:bodyPr/>
        <a:lstStyle/>
        <a:p>
          <a:endParaRPr lang="en-US"/>
        </a:p>
      </dgm:t>
    </dgm:pt>
    <dgm:pt modelId="{D182F974-B182-4F6A-9108-8906A996FA9D}">
      <dgm:prSet phldrT="[Text]"/>
      <dgm:spPr/>
      <dgm:t>
        <a:bodyPr/>
        <a:lstStyle/>
        <a:p>
          <a:r>
            <a:rPr lang="en-US" b="1" dirty="0" smtClean="0"/>
            <a:t>Calculation</a:t>
          </a:r>
          <a:r>
            <a:rPr lang="en-US" dirty="0" smtClean="0"/>
            <a:t> to get the </a:t>
          </a:r>
          <a:r>
            <a:rPr lang="en-US" b="1" i="0" dirty="0" smtClean="0"/>
            <a:t>importance</a:t>
          </a:r>
          <a:r>
            <a:rPr lang="en-US" dirty="0" smtClean="0"/>
            <a:t> for each variable/feature</a:t>
          </a:r>
          <a:endParaRPr lang="en-US" dirty="0"/>
        </a:p>
      </dgm:t>
    </dgm:pt>
    <dgm:pt modelId="{487DC58B-F2AE-42D6-827B-BCEEAB41896B}" type="parTrans" cxnId="{B30B71B3-365D-4D30-A03A-5B10A5A7366E}">
      <dgm:prSet/>
      <dgm:spPr/>
      <dgm:t>
        <a:bodyPr/>
        <a:lstStyle/>
        <a:p>
          <a:endParaRPr lang="en-US"/>
        </a:p>
      </dgm:t>
    </dgm:pt>
    <dgm:pt modelId="{9F925827-7E1F-40D5-89E2-2DAFF8A2E0DB}" type="sibTrans" cxnId="{B30B71B3-365D-4D30-A03A-5B10A5A7366E}">
      <dgm:prSet/>
      <dgm:spPr/>
      <dgm:t>
        <a:bodyPr/>
        <a:lstStyle/>
        <a:p>
          <a:endParaRPr lang="en-US"/>
        </a:p>
      </dgm:t>
    </dgm:pt>
    <dgm:pt modelId="{A2C48825-D5D5-4472-AED8-66295875A89C}" type="pres">
      <dgm:prSet presAssocID="{3516E5AA-C0F6-4342-B103-2E31742C6E86}" presName="linearFlow" presStyleCnt="0">
        <dgm:presLayoutVars>
          <dgm:dir/>
          <dgm:animLvl val="lvl"/>
          <dgm:resizeHandles val="exact"/>
        </dgm:presLayoutVars>
      </dgm:prSet>
      <dgm:spPr/>
      <dgm:t>
        <a:bodyPr/>
        <a:lstStyle/>
        <a:p>
          <a:endParaRPr lang="en-US"/>
        </a:p>
      </dgm:t>
    </dgm:pt>
    <dgm:pt modelId="{435BCFEC-85CB-4A57-9C97-696290FA7153}" type="pres">
      <dgm:prSet presAssocID="{18112073-30B3-440A-B6D2-60A15D7CE269}" presName="composite" presStyleCnt="0"/>
      <dgm:spPr/>
    </dgm:pt>
    <dgm:pt modelId="{3EF9D5F6-1A11-4C33-8451-974A4BF882BA}" type="pres">
      <dgm:prSet presAssocID="{18112073-30B3-440A-B6D2-60A15D7CE269}" presName="parTx" presStyleLbl="node1" presStyleIdx="0" presStyleCnt="3">
        <dgm:presLayoutVars>
          <dgm:chMax val="0"/>
          <dgm:chPref val="0"/>
          <dgm:bulletEnabled val="1"/>
        </dgm:presLayoutVars>
      </dgm:prSet>
      <dgm:spPr/>
      <dgm:t>
        <a:bodyPr/>
        <a:lstStyle/>
        <a:p>
          <a:endParaRPr lang="en-US"/>
        </a:p>
      </dgm:t>
    </dgm:pt>
    <dgm:pt modelId="{6ED6A908-36E6-40D0-8A38-B9CCA6A93747}" type="pres">
      <dgm:prSet presAssocID="{18112073-30B3-440A-B6D2-60A15D7CE269}" presName="parSh" presStyleLbl="node1" presStyleIdx="0" presStyleCnt="3"/>
      <dgm:spPr/>
      <dgm:t>
        <a:bodyPr/>
        <a:lstStyle/>
        <a:p>
          <a:endParaRPr lang="en-US"/>
        </a:p>
      </dgm:t>
    </dgm:pt>
    <dgm:pt modelId="{37871BCA-62B2-49C7-BD1D-ACD742ADAB34}" type="pres">
      <dgm:prSet presAssocID="{18112073-30B3-440A-B6D2-60A15D7CE269}" presName="desTx" presStyleLbl="fgAcc1" presStyleIdx="0" presStyleCnt="3">
        <dgm:presLayoutVars>
          <dgm:bulletEnabled val="1"/>
        </dgm:presLayoutVars>
      </dgm:prSet>
      <dgm:spPr/>
      <dgm:t>
        <a:bodyPr/>
        <a:lstStyle/>
        <a:p>
          <a:endParaRPr lang="en-US"/>
        </a:p>
      </dgm:t>
    </dgm:pt>
    <dgm:pt modelId="{48837DDD-8A91-4549-8778-FBC481569835}" type="pres">
      <dgm:prSet presAssocID="{FD92122E-A747-46C9-81A0-E28AB8AB9641}" presName="sibTrans" presStyleLbl="sibTrans2D1" presStyleIdx="0" presStyleCnt="2"/>
      <dgm:spPr/>
      <dgm:t>
        <a:bodyPr/>
        <a:lstStyle/>
        <a:p>
          <a:endParaRPr lang="en-US"/>
        </a:p>
      </dgm:t>
    </dgm:pt>
    <dgm:pt modelId="{F21757B0-0B3C-40F2-8454-BA9C876B1403}" type="pres">
      <dgm:prSet presAssocID="{FD92122E-A747-46C9-81A0-E28AB8AB9641}" presName="connTx" presStyleLbl="sibTrans2D1" presStyleIdx="0" presStyleCnt="2"/>
      <dgm:spPr/>
      <dgm:t>
        <a:bodyPr/>
        <a:lstStyle/>
        <a:p>
          <a:endParaRPr lang="en-US"/>
        </a:p>
      </dgm:t>
    </dgm:pt>
    <dgm:pt modelId="{1C5CB0E5-4C94-4E82-9B2A-7ADAFE7FA4D3}" type="pres">
      <dgm:prSet presAssocID="{E3B899B1-4EAB-4AF4-8577-751EA0617082}" presName="composite" presStyleCnt="0"/>
      <dgm:spPr/>
    </dgm:pt>
    <dgm:pt modelId="{21D79C8A-33E5-4839-8921-C9BE5DDAB364}" type="pres">
      <dgm:prSet presAssocID="{E3B899B1-4EAB-4AF4-8577-751EA0617082}" presName="parTx" presStyleLbl="node1" presStyleIdx="0" presStyleCnt="3">
        <dgm:presLayoutVars>
          <dgm:chMax val="0"/>
          <dgm:chPref val="0"/>
          <dgm:bulletEnabled val="1"/>
        </dgm:presLayoutVars>
      </dgm:prSet>
      <dgm:spPr/>
      <dgm:t>
        <a:bodyPr/>
        <a:lstStyle/>
        <a:p>
          <a:endParaRPr lang="en-US"/>
        </a:p>
      </dgm:t>
    </dgm:pt>
    <dgm:pt modelId="{56238099-9E55-405A-8EED-0987AD2E6F70}" type="pres">
      <dgm:prSet presAssocID="{E3B899B1-4EAB-4AF4-8577-751EA0617082}" presName="parSh" presStyleLbl="node1" presStyleIdx="1" presStyleCnt="3"/>
      <dgm:spPr/>
      <dgm:t>
        <a:bodyPr/>
        <a:lstStyle/>
        <a:p>
          <a:endParaRPr lang="en-US"/>
        </a:p>
      </dgm:t>
    </dgm:pt>
    <dgm:pt modelId="{8EA90811-8820-4C87-A9F3-DB29F2CF126C}" type="pres">
      <dgm:prSet presAssocID="{E3B899B1-4EAB-4AF4-8577-751EA0617082}" presName="desTx" presStyleLbl="fgAcc1" presStyleIdx="1" presStyleCnt="3">
        <dgm:presLayoutVars>
          <dgm:bulletEnabled val="1"/>
        </dgm:presLayoutVars>
      </dgm:prSet>
      <dgm:spPr/>
      <dgm:t>
        <a:bodyPr/>
        <a:lstStyle/>
        <a:p>
          <a:endParaRPr lang="en-US"/>
        </a:p>
      </dgm:t>
    </dgm:pt>
    <dgm:pt modelId="{C2F03904-8EF7-4FFE-9BF9-CCF4C1D4258F}" type="pres">
      <dgm:prSet presAssocID="{4F01FD93-291F-410C-B02F-CD00612114C5}" presName="sibTrans" presStyleLbl="sibTrans2D1" presStyleIdx="1" presStyleCnt="2"/>
      <dgm:spPr/>
      <dgm:t>
        <a:bodyPr/>
        <a:lstStyle/>
        <a:p>
          <a:endParaRPr lang="en-US"/>
        </a:p>
      </dgm:t>
    </dgm:pt>
    <dgm:pt modelId="{C3F01A34-1003-49FA-B8E3-D37CAD31D4BA}" type="pres">
      <dgm:prSet presAssocID="{4F01FD93-291F-410C-B02F-CD00612114C5}" presName="connTx" presStyleLbl="sibTrans2D1" presStyleIdx="1" presStyleCnt="2"/>
      <dgm:spPr/>
      <dgm:t>
        <a:bodyPr/>
        <a:lstStyle/>
        <a:p>
          <a:endParaRPr lang="en-US"/>
        </a:p>
      </dgm:t>
    </dgm:pt>
    <dgm:pt modelId="{339C6BDF-309F-4BA0-8D51-9CE5A025E441}" type="pres">
      <dgm:prSet presAssocID="{96F2CCF4-B6DE-408B-9036-8AD07630D198}" presName="composite" presStyleCnt="0"/>
      <dgm:spPr/>
    </dgm:pt>
    <dgm:pt modelId="{FD3B5065-AC43-4ADC-B426-F2314E81BB89}" type="pres">
      <dgm:prSet presAssocID="{96F2CCF4-B6DE-408B-9036-8AD07630D198}" presName="parTx" presStyleLbl="node1" presStyleIdx="1" presStyleCnt="3">
        <dgm:presLayoutVars>
          <dgm:chMax val="0"/>
          <dgm:chPref val="0"/>
          <dgm:bulletEnabled val="1"/>
        </dgm:presLayoutVars>
      </dgm:prSet>
      <dgm:spPr/>
      <dgm:t>
        <a:bodyPr/>
        <a:lstStyle/>
        <a:p>
          <a:endParaRPr lang="en-US"/>
        </a:p>
      </dgm:t>
    </dgm:pt>
    <dgm:pt modelId="{97BCE356-FFA0-49E8-97A9-936AE601111A}" type="pres">
      <dgm:prSet presAssocID="{96F2CCF4-B6DE-408B-9036-8AD07630D198}" presName="parSh" presStyleLbl="node1" presStyleIdx="2" presStyleCnt="3"/>
      <dgm:spPr/>
      <dgm:t>
        <a:bodyPr/>
        <a:lstStyle/>
        <a:p>
          <a:endParaRPr lang="en-US"/>
        </a:p>
      </dgm:t>
    </dgm:pt>
    <dgm:pt modelId="{F9999F20-96AE-4814-B499-5B0A292F1029}" type="pres">
      <dgm:prSet presAssocID="{96F2CCF4-B6DE-408B-9036-8AD07630D198}" presName="desTx" presStyleLbl="fgAcc1" presStyleIdx="2" presStyleCnt="3">
        <dgm:presLayoutVars>
          <dgm:bulletEnabled val="1"/>
        </dgm:presLayoutVars>
      </dgm:prSet>
      <dgm:spPr/>
      <dgm:t>
        <a:bodyPr/>
        <a:lstStyle/>
        <a:p>
          <a:endParaRPr lang="en-US"/>
        </a:p>
      </dgm:t>
    </dgm:pt>
  </dgm:ptLst>
  <dgm:cxnLst>
    <dgm:cxn modelId="{C3CDAD37-78A1-48D1-97EE-9F95EDFB811C}" srcId="{18112073-30B3-440A-B6D2-60A15D7CE269}" destId="{14A4745B-3B8D-47ED-BF09-6EAE02F588C7}" srcOrd="0" destOrd="0" parTransId="{F5C4C269-4F93-4669-B9DF-04D7203569FD}" sibTransId="{7955B2BD-EB30-403E-8071-2C7CF9E36BBB}"/>
    <dgm:cxn modelId="{6E232122-43CE-4BDD-8D2A-668B2D2E0C2B}" type="presOf" srcId="{18112073-30B3-440A-B6D2-60A15D7CE269}" destId="{6ED6A908-36E6-40D0-8A38-B9CCA6A93747}" srcOrd="1" destOrd="0" presId="urn:microsoft.com/office/officeart/2005/8/layout/process3"/>
    <dgm:cxn modelId="{C877DF45-8C91-4860-A67C-7519F0E1214D}" srcId="{E3B899B1-4EAB-4AF4-8577-751EA0617082}" destId="{3CC44934-95BF-4175-9810-3063A545A170}" srcOrd="0" destOrd="0" parTransId="{40717F57-869F-4D86-A414-9DBDF93FA8F2}" sibTransId="{524B1F8C-E995-4B34-892C-73E7C7094146}"/>
    <dgm:cxn modelId="{CF7D1F42-8402-4D21-ACFF-A6458E1D5983}" type="presOf" srcId="{4F01FD93-291F-410C-B02F-CD00612114C5}" destId="{C3F01A34-1003-49FA-B8E3-D37CAD31D4BA}" srcOrd="1" destOrd="0" presId="urn:microsoft.com/office/officeart/2005/8/layout/process3"/>
    <dgm:cxn modelId="{98DEBC71-8EFB-49C1-B71D-72AACDE93DBF}" type="presOf" srcId="{14A4745B-3B8D-47ED-BF09-6EAE02F588C7}" destId="{37871BCA-62B2-49C7-BD1D-ACD742ADAB34}" srcOrd="0" destOrd="0" presId="urn:microsoft.com/office/officeart/2005/8/layout/process3"/>
    <dgm:cxn modelId="{A7F5EAEB-A7E4-403F-B034-8268059FC37B}" srcId="{3516E5AA-C0F6-4342-B103-2E31742C6E86}" destId="{18112073-30B3-440A-B6D2-60A15D7CE269}" srcOrd="0" destOrd="0" parTransId="{88ECF714-2520-4341-B59A-15C7FC049D10}" sibTransId="{FD92122E-A747-46C9-81A0-E28AB8AB9641}"/>
    <dgm:cxn modelId="{BAE27CF8-E8AF-45C9-B12B-3E10D2613C6E}" type="presOf" srcId="{18112073-30B3-440A-B6D2-60A15D7CE269}" destId="{3EF9D5F6-1A11-4C33-8451-974A4BF882BA}" srcOrd="0" destOrd="0" presId="urn:microsoft.com/office/officeart/2005/8/layout/process3"/>
    <dgm:cxn modelId="{D61366B6-F86E-4EE1-A8A7-4B16B188C065}" type="presOf" srcId="{FD92122E-A747-46C9-81A0-E28AB8AB9641}" destId="{48837DDD-8A91-4549-8778-FBC481569835}" srcOrd="0" destOrd="0" presId="urn:microsoft.com/office/officeart/2005/8/layout/process3"/>
    <dgm:cxn modelId="{988EA105-F93E-4EEC-8006-874CED5C65FB}" srcId="{3516E5AA-C0F6-4342-B103-2E31742C6E86}" destId="{96F2CCF4-B6DE-408B-9036-8AD07630D198}" srcOrd="2" destOrd="0" parTransId="{028FCE58-F0DF-4772-AB98-F27CC248A282}" sibTransId="{6C2894FA-1A8C-42B4-8363-990E806F1FAB}"/>
    <dgm:cxn modelId="{10B369CE-A2C9-4DFE-A5FA-904EA4755C15}" type="presOf" srcId="{96F2CCF4-B6DE-408B-9036-8AD07630D198}" destId="{97BCE356-FFA0-49E8-97A9-936AE601111A}" srcOrd="1" destOrd="0" presId="urn:microsoft.com/office/officeart/2005/8/layout/process3"/>
    <dgm:cxn modelId="{AA206CB7-D1DA-4277-9E6D-857104C83186}" type="presOf" srcId="{FD92122E-A747-46C9-81A0-E28AB8AB9641}" destId="{F21757B0-0B3C-40F2-8454-BA9C876B1403}" srcOrd="1" destOrd="0" presId="urn:microsoft.com/office/officeart/2005/8/layout/process3"/>
    <dgm:cxn modelId="{C60EA7A8-5E30-4800-910C-8F7C87AC4DAA}" type="presOf" srcId="{96F2CCF4-B6DE-408B-9036-8AD07630D198}" destId="{FD3B5065-AC43-4ADC-B426-F2314E81BB89}" srcOrd="0" destOrd="0" presId="urn:microsoft.com/office/officeart/2005/8/layout/process3"/>
    <dgm:cxn modelId="{B30B71B3-365D-4D30-A03A-5B10A5A7366E}" srcId="{96F2CCF4-B6DE-408B-9036-8AD07630D198}" destId="{D182F974-B182-4F6A-9108-8906A996FA9D}" srcOrd="0" destOrd="0" parTransId="{487DC58B-F2AE-42D6-827B-BCEEAB41896B}" sibTransId="{9F925827-7E1F-40D5-89E2-2DAFF8A2E0DB}"/>
    <dgm:cxn modelId="{79889FA8-39C0-4E7B-8E77-C81C736E8830}" type="presOf" srcId="{E3B899B1-4EAB-4AF4-8577-751EA0617082}" destId="{56238099-9E55-405A-8EED-0987AD2E6F70}" srcOrd="1" destOrd="0" presId="urn:microsoft.com/office/officeart/2005/8/layout/process3"/>
    <dgm:cxn modelId="{30C9F436-70D7-46C7-AD97-D49AFDBB8EDD}" type="presOf" srcId="{3516E5AA-C0F6-4342-B103-2E31742C6E86}" destId="{A2C48825-D5D5-4472-AED8-66295875A89C}" srcOrd="0" destOrd="0" presId="urn:microsoft.com/office/officeart/2005/8/layout/process3"/>
    <dgm:cxn modelId="{FE5145C6-E4C0-41C7-97FB-41B51A1173C3}" type="presOf" srcId="{4F01FD93-291F-410C-B02F-CD00612114C5}" destId="{C2F03904-8EF7-4FFE-9BF9-CCF4C1D4258F}" srcOrd="0" destOrd="0" presId="urn:microsoft.com/office/officeart/2005/8/layout/process3"/>
    <dgm:cxn modelId="{279BE762-EED7-4D0E-8F09-42502EEE09BA}" srcId="{3516E5AA-C0F6-4342-B103-2E31742C6E86}" destId="{E3B899B1-4EAB-4AF4-8577-751EA0617082}" srcOrd="1" destOrd="0" parTransId="{80F0B7D2-E985-4AEB-8D25-8629D2999062}" sibTransId="{4F01FD93-291F-410C-B02F-CD00612114C5}"/>
    <dgm:cxn modelId="{1FE90355-0E68-4B3B-96DB-B8F273D56FEA}" type="presOf" srcId="{E3B899B1-4EAB-4AF4-8577-751EA0617082}" destId="{21D79C8A-33E5-4839-8921-C9BE5DDAB364}" srcOrd="0" destOrd="0" presId="urn:microsoft.com/office/officeart/2005/8/layout/process3"/>
    <dgm:cxn modelId="{6104235D-4859-4F38-A896-BB7002B9498B}" type="presOf" srcId="{3CC44934-95BF-4175-9810-3063A545A170}" destId="{8EA90811-8820-4C87-A9F3-DB29F2CF126C}" srcOrd="0" destOrd="0" presId="urn:microsoft.com/office/officeart/2005/8/layout/process3"/>
    <dgm:cxn modelId="{C698DF82-957C-4649-8D3C-4ACFE50576DA}" type="presOf" srcId="{D182F974-B182-4F6A-9108-8906A996FA9D}" destId="{F9999F20-96AE-4814-B499-5B0A292F1029}" srcOrd="0" destOrd="0" presId="urn:microsoft.com/office/officeart/2005/8/layout/process3"/>
    <dgm:cxn modelId="{2AFD15DA-7412-4F54-B24E-E9C138B501F4}" type="presParOf" srcId="{A2C48825-D5D5-4472-AED8-66295875A89C}" destId="{435BCFEC-85CB-4A57-9C97-696290FA7153}" srcOrd="0" destOrd="0" presId="urn:microsoft.com/office/officeart/2005/8/layout/process3"/>
    <dgm:cxn modelId="{71FA8C67-207B-4C67-993A-649326D0D881}" type="presParOf" srcId="{435BCFEC-85CB-4A57-9C97-696290FA7153}" destId="{3EF9D5F6-1A11-4C33-8451-974A4BF882BA}" srcOrd="0" destOrd="0" presId="urn:microsoft.com/office/officeart/2005/8/layout/process3"/>
    <dgm:cxn modelId="{B89993CB-8549-4386-BFA4-A8DE8412A784}" type="presParOf" srcId="{435BCFEC-85CB-4A57-9C97-696290FA7153}" destId="{6ED6A908-36E6-40D0-8A38-B9CCA6A93747}" srcOrd="1" destOrd="0" presId="urn:microsoft.com/office/officeart/2005/8/layout/process3"/>
    <dgm:cxn modelId="{C6248D47-FBD7-46B0-9740-8D7D7C49C31D}" type="presParOf" srcId="{435BCFEC-85CB-4A57-9C97-696290FA7153}" destId="{37871BCA-62B2-49C7-BD1D-ACD742ADAB34}" srcOrd="2" destOrd="0" presId="urn:microsoft.com/office/officeart/2005/8/layout/process3"/>
    <dgm:cxn modelId="{9DD89E2C-2732-44B7-82EF-B4DFEA68E17F}" type="presParOf" srcId="{A2C48825-D5D5-4472-AED8-66295875A89C}" destId="{48837DDD-8A91-4549-8778-FBC481569835}" srcOrd="1" destOrd="0" presId="urn:microsoft.com/office/officeart/2005/8/layout/process3"/>
    <dgm:cxn modelId="{2FC486EA-8490-4908-A73A-A857A640E22C}" type="presParOf" srcId="{48837DDD-8A91-4549-8778-FBC481569835}" destId="{F21757B0-0B3C-40F2-8454-BA9C876B1403}" srcOrd="0" destOrd="0" presId="urn:microsoft.com/office/officeart/2005/8/layout/process3"/>
    <dgm:cxn modelId="{719254E1-70CA-47F0-9153-784859E7DD1C}" type="presParOf" srcId="{A2C48825-D5D5-4472-AED8-66295875A89C}" destId="{1C5CB0E5-4C94-4E82-9B2A-7ADAFE7FA4D3}" srcOrd="2" destOrd="0" presId="urn:microsoft.com/office/officeart/2005/8/layout/process3"/>
    <dgm:cxn modelId="{5DCC647C-3930-4702-BFC1-CD975E0699D2}" type="presParOf" srcId="{1C5CB0E5-4C94-4E82-9B2A-7ADAFE7FA4D3}" destId="{21D79C8A-33E5-4839-8921-C9BE5DDAB364}" srcOrd="0" destOrd="0" presId="urn:microsoft.com/office/officeart/2005/8/layout/process3"/>
    <dgm:cxn modelId="{19AE5AD9-EE0C-4171-A86C-3D1D60305D42}" type="presParOf" srcId="{1C5CB0E5-4C94-4E82-9B2A-7ADAFE7FA4D3}" destId="{56238099-9E55-405A-8EED-0987AD2E6F70}" srcOrd="1" destOrd="0" presId="urn:microsoft.com/office/officeart/2005/8/layout/process3"/>
    <dgm:cxn modelId="{0C15890B-6970-4155-8E22-DB9FE626400A}" type="presParOf" srcId="{1C5CB0E5-4C94-4E82-9B2A-7ADAFE7FA4D3}" destId="{8EA90811-8820-4C87-A9F3-DB29F2CF126C}" srcOrd="2" destOrd="0" presId="urn:microsoft.com/office/officeart/2005/8/layout/process3"/>
    <dgm:cxn modelId="{D5209B3E-A519-4C8A-B5FF-D237A2FC8BF2}" type="presParOf" srcId="{A2C48825-D5D5-4472-AED8-66295875A89C}" destId="{C2F03904-8EF7-4FFE-9BF9-CCF4C1D4258F}" srcOrd="3" destOrd="0" presId="urn:microsoft.com/office/officeart/2005/8/layout/process3"/>
    <dgm:cxn modelId="{7671D013-BB77-43FD-ABA3-7C3E4BACC3D7}" type="presParOf" srcId="{C2F03904-8EF7-4FFE-9BF9-CCF4C1D4258F}" destId="{C3F01A34-1003-49FA-B8E3-D37CAD31D4BA}" srcOrd="0" destOrd="0" presId="urn:microsoft.com/office/officeart/2005/8/layout/process3"/>
    <dgm:cxn modelId="{98A67BC1-A501-44DF-A125-B01DE9ED2E67}" type="presParOf" srcId="{A2C48825-D5D5-4472-AED8-66295875A89C}" destId="{339C6BDF-309F-4BA0-8D51-9CE5A025E441}" srcOrd="4" destOrd="0" presId="urn:microsoft.com/office/officeart/2005/8/layout/process3"/>
    <dgm:cxn modelId="{2B07D5AC-80D1-41B2-AA6A-04FFF3CE800B}" type="presParOf" srcId="{339C6BDF-309F-4BA0-8D51-9CE5A025E441}" destId="{FD3B5065-AC43-4ADC-B426-F2314E81BB89}" srcOrd="0" destOrd="0" presId="urn:microsoft.com/office/officeart/2005/8/layout/process3"/>
    <dgm:cxn modelId="{677F1B22-153C-4835-81A9-E92217D12202}" type="presParOf" srcId="{339C6BDF-309F-4BA0-8D51-9CE5A025E441}" destId="{97BCE356-FFA0-49E8-97A9-936AE601111A}" srcOrd="1" destOrd="0" presId="urn:microsoft.com/office/officeart/2005/8/layout/process3"/>
    <dgm:cxn modelId="{A28E7748-0DF8-43A8-B267-6080F6972540}" type="presParOf" srcId="{339C6BDF-309F-4BA0-8D51-9CE5A025E441}" destId="{F9999F20-96AE-4814-B499-5B0A292F1029}"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516E5AA-C0F6-4342-B103-2E31742C6E86}"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n-US"/>
        </a:p>
      </dgm:t>
    </dgm:pt>
    <dgm:pt modelId="{18112073-30B3-440A-B6D2-60A15D7CE269}">
      <dgm:prSet phldrT="[Text]"/>
      <dgm:spPr/>
      <dgm:t>
        <a:bodyPr/>
        <a:lstStyle/>
        <a:p>
          <a:r>
            <a:rPr lang="en-US" dirty="0" smtClean="0"/>
            <a:t>SVM Summary</a:t>
          </a:r>
          <a:endParaRPr lang="en-US" dirty="0"/>
        </a:p>
      </dgm:t>
    </dgm:pt>
    <dgm:pt modelId="{88ECF714-2520-4341-B59A-15C7FC049D10}" type="parTrans" cxnId="{A7F5EAEB-A7E4-403F-B034-8268059FC37B}">
      <dgm:prSet/>
      <dgm:spPr/>
      <dgm:t>
        <a:bodyPr/>
        <a:lstStyle/>
        <a:p>
          <a:endParaRPr lang="en-US"/>
        </a:p>
      </dgm:t>
    </dgm:pt>
    <dgm:pt modelId="{FD92122E-A747-46C9-81A0-E28AB8AB9641}" type="sibTrans" cxnId="{A7F5EAEB-A7E4-403F-B034-8268059FC37B}">
      <dgm:prSet/>
      <dgm:spPr/>
      <dgm:t>
        <a:bodyPr/>
        <a:lstStyle/>
        <a:p>
          <a:endParaRPr lang="en-US"/>
        </a:p>
      </dgm:t>
    </dgm:pt>
    <dgm:pt modelId="{14A4745B-3B8D-47ED-BF09-6EAE02F588C7}">
      <dgm:prSet phldrT="[Text]"/>
      <dgm:spPr/>
      <dgm:t>
        <a:bodyPr/>
        <a:lstStyle/>
        <a:p>
          <a:r>
            <a:rPr lang="en-US" b="1" dirty="0" smtClean="0"/>
            <a:t>Which part </a:t>
          </a:r>
          <a:r>
            <a:rPr lang="en-US" dirty="0" smtClean="0"/>
            <a:t>of SVM model that needs to be </a:t>
          </a:r>
          <a:r>
            <a:rPr lang="en-US" b="1" dirty="0" smtClean="0"/>
            <a:t>highlighted</a:t>
          </a:r>
          <a:endParaRPr lang="en-US" b="1" dirty="0"/>
        </a:p>
      </dgm:t>
    </dgm:pt>
    <dgm:pt modelId="{F5C4C269-4F93-4669-B9DF-04D7203569FD}" type="parTrans" cxnId="{C3CDAD37-78A1-48D1-97EE-9F95EDFB811C}">
      <dgm:prSet/>
      <dgm:spPr/>
      <dgm:t>
        <a:bodyPr/>
        <a:lstStyle/>
        <a:p>
          <a:endParaRPr lang="en-US"/>
        </a:p>
      </dgm:t>
    </dgm:pt>
    <dgm:pt modelId="{7955B2BD-EB30-403E-8071-2C7CF9E36BBB}" type="sibTrans" cxnId="{C3CDAD37-78A1-48D1-97EE-9F95EDFB811C}">
      <dgm:prSet/>
      <dgm:spPr/>
      <dgm:t>
        <a:bodyPr/>
        <a:lstStyle/>
        <a:p>
          <a:endParaRPr lang="en-US"/>
        </a:p>
      </dgm:t>
    </dgm:pt>
    <dgm:pt modelId="{E3B899B1-4EAB-4AF4-8577-751EA0617082}">
      <dgm:prSet phldrT="[Text]"/>
      <dgm:spPr/>
      <dgm:t>
        <a:bodyPr/>
        <a:lstStyle/>
        <a:p>
          <a:r>
            <a:rPr lang="en-US" dirty="0" smtClean="0"/>
            <a:t>Feature Importance</a:t>
          </a:r>
          <a:endParaRPr lang="en-US" dirty="0"/>
        </a:p>
      </dgm:t>
    </dgm:pt>
    <dgm:pt modelId="{80F0B7D2-E985-4AEB-8D25-8629D2999062}" type="parTrans" cxnId="{279BE762-EED7-4D0E-8F09-42502EEE09BA}">
      <dgm:prSet/>
      <dgm:spPr/>
      <dgm:t>
        <a:bodyPr/>
        <a:lstStyle/>
        <a:p>
          <a:endParaRPr lang="en-US"/>
        </a:p>
      </dgm:t>
    </dgm:pt>
    <dgm:pt modelId="{4F01FD93-291F-410C-B02F-CD00612114C5}" type="sibTrans" cxnId="{279BE762-EED7-4D0E-8F09-42502EEE09BA}">
      <dgm:prSet/>
      <dgm:spPr/>
      <dgm:t>
        <a:bodyPr/>
        <a:lstStyle/>
        <a:p>
          <a:endParaRPr lang="en-US"/>
        </a:p>
      </dgm:t>
    </dgm:pt>
    <dgm:pt modelId="{3CC44934-95BF-4175-9810-3063A545A170}">
      <dgm:prSet phldrT="[Text]"/>
      <dgm:spPr/>
      <dgm:t>
        <a:bodyPr/>
        <a:lstStyle/>
        <a:p>
          <a:r>
            <a:rPr lang="en-US" b="1" dirty="0" smtClean="0"/>
            <a:t>Definition</a:t>
          </a:r>
          <a:r>
            <a:rPr lang="en-US" dirty="0" smtClean="0"/>
            <a:t> of feature importance</a:t>
          </a:r>
          <a:endParaRPr lang="en-US" dirty="0"/>
        </a:p>
      </dgm:t>
    </dgm:pt>
    <dgm:pt modelId="{40717F57-869F-4D86-A414-9DBDF93FA8F2}" type="parTrans" cxnId="{C877DF45-8C91-4860-A67C-7519F0E1214D}">
      <dgm:prSet/>
      <dgm:spPr/>
      <dgm:t>
        <a:bodyPr/>
        <a:lstStyle/>
        <a:p>
          <a:endParaRPr lang="en-US"/>
        </a:p>
      </dgm:t>
    </dgm:pt>
    <dgm:pt modelId="{524B1F8C-E995-4B34-892C-73E7C7094146}" type="sibTrans" cxnId="{C877DF45-8C91-4860-A67C-7519F0E1214D}">
      <dgm:prSet/>
      <dgm:spPr/>
      <dgm:t>
        <a:bodyPr/>
        <a:lstStyle/>
        <a:p>
          <a:endParaRPr lang="en-US"/>
        </a:p>
      </dgm:t>
    </dgm:pt>
    <dgm:pt modelId="{96F2CCF4-B6DE-408B-9036-8AD07630D198}">
      <dgm:prSet phldrT="[Text]"/>
      <dgm:spPr/>
      <dgm:t>
        <a:bodyPr/>
        <a:lstStyle/>
        <a:p>
          <a:r>
            <a:rPr lang="en-US" dirty="0" smtClean="0"/>
            <a:t>How to perform feature importance</a:t>
          </a:r>
          <a:endParaRPr lang="en-US" dirty="0"/>
        </a:p>
      </dgm:t>
    </dgm:pt>
    <dgm:pt modelId="{028FCE58-F0DF-4772-AB98-F27CC248A282}" type="parTrans" cxnId="{988EA105-F93E-4EEC-8006-874CED5C65FB}">
      <dgm:prSet/>
      <dgm:spPr/>
      <dgm:t>
        <a:bodyPr/>
        <a:lstStyle/>
        <a:p>
          <a:endParaRPr lang="en-US"/>
        </a:p>
      </dgm:t>
    </dgm:pt>
    <dgm:pt modelId="{6C2894FA-1A8C-42B4-8363-990E806F1FAB}" type="sibTrans" cxnId="{988EA105-F93E-4EEC-8006-874CED5C65FB}">
      <dgm:prSet/>
      <dgm:spPr/>
      <dgm:t>
        <a:bodyPr/>
        <a:lstStyle/>
        <a:p>
          <a:endParaRPr lang="en-US"/>
        </a:p>
      </dgm:t>
    </dgm:pt>
    <dgm:pt modelId="{D182F974-B182-4F6A-9108-8906A996FA9D}">
      <dgm:prSet phldrT="[Text]"/>
      <dgm:spPr/>
      <dgm:t>
        <a:bodyPr/>
        <a:lstStyle/>
        <a:p>
          <a:r>
            <a:rPr lang="en-US" b="1" dirty="0" smtClean="0"/>
            <a:t>Calculation</a:t>
          </a:r>
          <a:r>
            <a:rPr lang="en-US" dirty="0" smtClean="0"/>
            <a:t> to get the </a:t>
          </a:r>
          <a:r>
            <a:rPr lang="en-US" b="1" i="0" dirty="0" smtClean="0"/>
            <a:t>importance</a:t>
          </a:r>
          <a:r>
            <a:rPr lang="en-US" dirty="0" smtClean="0"/>
            <a:t> for each variable/feature</a:t>
          </a:r>
          <a:endParaRPr lang="en-US" dirty="0"/>
        </a:p>
      </dgm:t>
    </dgm:pt>
    <dgm:pt modelId="{487DC58B-F2AE-42D6-827B-BCEEAB41896B}" type="parTrans" cxnId="{B30B71B3-365D-4D30-A03A-5B10A5A7366E}">
      <dgm:prSet/>
      <dgm:spPr/>
      <dgm:t>
        <a:bodyPr/>
        <a:lstStyle/>
        <a:p>
          <a:endParaRPr lang="en-US"/>
        </a:p>
      </dgm:t>
    </dgm:pt>
    <dgm:pt modelId="{9F925827-7E1F-40D5-89E2-2DAFF8A2E0DB}" type="sibTrans" cxnId="{B30B71B3-365D-4D30-A03A-5B10A5A7366E}">
      <dgm:prSet/>
      <dgm:spPr/>
      <dgm:t>
        <a:bodyPr/>
        <a:lstStyle/>
        <a:p>
          <a:endParaRPr lang="en-US"/>
        </a:p>
      </dgm:t>
    </dgm:pt>
    <dgm:pt modelId="{A2C48825-D5D5-4472-AED8-66295875A89C}" type="pres">
      <dgm:prSet presAssocID="{3516E5AA-C0F6-4342-B103-2E31742C6E86}" presName="linearFlow" presStyleCnt="0">
        <dgm:presLayoutVars>
          <dgm:dir/>
          <dgm:animLvl val="lvl"/>
          <dgm:resizeHandles val="exact"/>
        </dgm:presLayoutVars>
      </dgm:prSet>
      <dgm:spPr/>
      <dgm:t>
        <a:bodyPr/>
        <a:lstStyle/>
        <a:p>
          <a:endParaRPr lang="en-US"/>
        </a:p>
      </dgm:t>
    </dgm:pt>
    <dgm:pt modelId="{435BCFEC-85CB-4A57-9C97-696290FA7153}" type="pres">
      <dgm:prSet presAssocID="{18112073-30B3-440A-B6D2-60A15D7CE269}" presName="composite" presStyleCnt="0"/>
      <dgm:spPr/>
    </dgm:pt>
    <dgm:pt modelId="{3EF9D5F6-1A11-4C33-8451-974A4BF882BA}" type="pres">
      <dgm:prSet presAssocID="{18112073-30B3-440A-B6D2-60A15D7CE269}" presName="parTx" presStyleLbl="node1" presStyleIdx="0" presStyleCnt="3">
        <dgm:presLayoutVars>
          <dgm:chMax val="0"/>
          <dgm:chPref val="0"/>
          <dgm:bulletEnabled val="1"/>
        </dgm:presLayoutVars>
      </dgm:prSet>
      <dgm:spPr/>
      <dgm:t>
        <a:bodyPr/>
        <a:lstStyle/>
        <a:p>
          <a:endParaRPr lang="en-US"/>
        </a:p>
      </dgm:t>
    </dgm:pt>
    <dgm:pt modelId="{6ED6A908-36E6-40D0-8A38-B9CCA6A93747}" type="pres">
      <dgm:prSet presAssocID="{18112073-30B3-440A-B6D2-60A15D7CE269}" presName="parSh" presStyleLbl="node1" presStyleIdx="0" presStyleCnt="3"/>
      <dgm:spPr/>
      <dgm:t>
        <a:bodyPr/>
        <a:lstStyle/>
        <a:p>
          <a:endParaRPr lang="en-US"/>
        </a:p>
      </dgm:t>
    </dgm:pt>
    <dgm:pt modelId="{37871BCA-62B2-49C7-BD1D-ACD742ADAB34}" type="pres">
      <dgm:prSet presAssocID="{18112073-30B3-440A-B6D2-60A15D7CE269}" presName="desTx" presStyleLbl="fgAcc1" presStyleIdx="0" presStyleCnt="3">
        <dgm:presLayoutVars>
          <dgm:bulletEnabled val="1"/>
        </dgm:presLayoutVars>
      </dgm:prSet>
      <dgm:spPr/>
      <dgm:t>
        <a:bodyPr/>
        <a:lstStyle/>
        <a:p>
          <a:endParaRPr lang="en-US"/>
        </a:p>
      </dgm:t>
    </dgm:pt>
    <dgm:pt modelId="{48837DDD-8A91-4549-8778-FBC481569835}" type="pres">
      <dgm:prSet presAssocID="{FD92122E-A747-46C9-81A0-E28AB8AB9641}" presName="sibTrans" presStyleLbl="sibTrans2D1" presStyleIdx="0" presStyleCnt="2"/>
      <dgm:spPr/>
      <dgm:t>
        <a:bodyPr/>
        <a:lstStyle/>
        <a:p>
          <a:endParaRPr lang="en-US"/>
        </a:p>
      </dgm:t>
    </dgm:pt>
    <dgm:pt modelId="{F21757B0-0B3C-40F2-8454-BA9C876B1403}" type="pres">
      <dgm:prSet presAssocID="{FD92122E-A747-46C9-81A0-E28AB8AB9641}" presName="connTx" presStyleLbl="sibTrans2D1" presStyleIdx="0" presStyleCnt="2"/>
      <dgm:spPr/>
      <dgm:t>
        <a:bodyPr/>
        <a:lstStyle/>
        <a:p>
          <a:endParaRPr lang="en-US"/>
        </a:p>
      </dgm:t>
    </dgm:pt>
    <dgm:pt modelId="{1C5CB0E5-4C94-4E82-9B2A-7ADAFE7FA4D3}" type="pres">
      <dgm:prSet presAssocID="{E3B899B1-4EAB-4AF4-8577-751EA0617082}" presName="composite" presStyleCnt="0"/>
      <dgm:spPr/>
    </dgm:pt>
    <dgm:pt modelId="{21D79C8A-33E5-4839-8921-C9BE5DDAB364}" type="pres">
      <dgm:prSet presAssocID="{E3B899B1-4EAB-4AF4-8577-751EA0617082}" presName="parTx" presStyleLbl="node1" presStyleIdx="0" presStyleCnt="3">
        <dgm:presLayoutVars>
          <dgm:chMax val="0"/>
          <dgm:chPref val="0"/>
          <dgm:bulletEnabled val="1"/>
        </dgm:presLayoutVars>
      </dgm:prSet>
      <dgm:spPr/>
      <dgm:t>
        <a:bodyPr/>
        <a:lstStyle/>
        <a:p>
          <a:endParaRPr lang="en-US"/>
        </a:p>
      </dgm:t>
    </dgm:pt>
    <dgm:pt modelId="{56238099-9E55-405A-8EED-0987AD2E6F70}" type="pres">
      <dgm:prSet presAssocID="{E3B899B1-4EAB-4AF4-8577-751EA0617082}" presName="parSh" presStyleLbl="node1" presStyleIdx="1" presStyleCnt="3"/>
      <dgm:spPr/>
      <dgm:t>
        <a:bodyPr/>
        <a:lstStyle/>
        <a:p>
          <a:endParaRPr lang="en-US"/>
        </a:p>
      </dgm:t>
    </dgm:pt>
    <dgm:pt modelId="{8EA90811-8820-4C87-A9F3-DB29F2CF126C}" type="pres">
      <dgm:prSet presAssocID="{E3B899B1-4EAB-4AF4-8577-751EA0617082}" presName="desTx" presStyleLbl="fgAcc1" presStyleIdx="1" presStyleCnt="3">
        <dgm:presLayoutVars>
          <dgm:bulletEnabled val="1"/>
        </dgm:presLayoutVars>
      </dgm:prSet>
      <dgm:spPr/>
      <dgm:t>
        <a:bodyPr/>
        <a:lstStyle/>
        <a:p>
          <a:endParaRPr lang="en-US"/>
        </a:p>
      </dgm:t>
    </dgm:pt>
    <dgm:pt modelId="{C2F03904-8EF7-4FFE-9BF9-CCF4C1D4258F}" type="pres">
      <dgm:prSet presAssocID="{4F01FD93-291F-410C-B02F-CD00612114C5}" presName="sibTrans" presStyleLbl="sibTrans2D1" presStyleIdx="1" presStyleCnt="2"/>
      <dgm:spPr/>
      <dgm:t>
        <a:bodyPr/>
        <a:lstStyle/>
        <a:p>
          <a:endParaRPr lang="en-US"/>
        </a:p>
      </dgm:t>
    </dgm:pt>
    <dgm:pt modelId="{C3F01A34-1003-49FA-B8E3-D37CAD31D4BA}" type="pres">
      <dgm:prSet presAssocID="{4F01FD93-291F-410C-B02F-CD00612114C5}" presName="connTx" presStyleLbl="sibTrans2D1" presStyleIdx="1" presStyleCnt="2"/>
      <dgm:spPr/>
      <dgm:t>
        <a:bodyPr/>
        <a:lstStyle/>
        <a:p>
          <a:endParaRPr lang="en-US"/>
        </a:p>
      </dgm:t>
    </dgm:pt>
    <dgm:pt modelId="{339C6BDF-309F-4BA0-8D51-9CE5A025E441}" type="pres">
      <dgm:prSet presAssocID="{96F2CCF4-B6DE-408B-9036-8AD07630D198}" presName="composite" presStyleCnt="0"/>
      <dgm:spPr/>
    </dgm:pt>
    <dgm:pt modelId="{FD3B5065-AC43-4ADC-B426-F2314E81BB89}" type="pres">
      <dgm:prSet presAssocID="{96F2CCF4-B6DE-408B-9036-8AD07630D198}" presName="parTx" presStyleLbl="node1" presStyleIdx="1" presStyleCnt="3">
        <dgm:presLayoutVars>
          <dgm:chMax val="0"/>
          <dgm:chPref val="0"/>
          <dgm:bulletEnabled val="1"/>
        </dgm:presLayoutVars>
      </dgm:prSet>
      <dgm:spPr/>
      <dgm:t>
        <a:bodyPr/>
        <a:lstStyle/>
        <a:p>
          <a:endParaRPr lang="en-US"/>
        </a:p>
      </dgm:t>
    </dgm:pt>
    <dgm:pt modelId="{97BCE356-FFA0-49E8-97A9-936AE601111A}" type="pres">
      <dgm:prSet presAssocID="{96F2CCF4-B6DE-408B-9036-8AD07630D198}" presName="parSh" presStyleLbl="node1" presStyleIdx="2" presStyleCnt="3"/>
      <dgm:spPr/>
      <dgm:t>
        <a:bodyPr/>
        <a:lstStyle/>
        <a:p>
          <a:endParaRPr lang="en-US"/>
        </a:p>
      </dgm:t>
    </dgm:pt>
    <dgm:pt modelId="{F9999F20-96AE-4814-B499-5B0A292F1029}" type="pres">
      <dgm:prSet presAssocID="{96F2CCF4-B6DE-408B-9036-8AD07630D198}" presName="desTx" presStyleLbl="fgAcc1" presStyleIdx="2" presStyleCnt="3">
        <dgm:presLayoutVars>
          <dgm:bulletEnabled val="1"/>
        </dgm:presLayoutVars>
      </dgm:prSet>
      <dgm:spPr/>
      <dgm:t>
        <a:bodyPr/>
        <a:lstStyle/>
        <a:p>
          <a:endParaRPr lang="en-US"/>
        </a:p>
      </dgm:t>
    </dgm:pt>
  </dgm:ptLst>
  <dgm:cxnLst>
    <dgm:cxn modelId="{C3CDAD37-78A1-48D1-97EE-9F95EDFB811C}" srcId="{18112073-30B3-440A-B6D2-60A15D7CE269}" destId="{14A4745B-3B8D-47ED-BF09-6EAE02F588C7}" srcOrd="0" destOrd="0" parTransId="{F5C4C269-4F93-4669-B9DF-04D7203569FD}" sibTransId="{7955B2BD-EB30-403E-8071-2C7CF9E36BBB}"/>
    <dgm:cxn modelId="{6E232122-43CE-4BDD-8D2A-668B2D2E0C2B}" type="presOf" srcId="{18112073-30B3-440A-B6D2-60A15D7CE269}" destId="{6ED6A908-36E6-40D0-8A38-B9CCA6A93747}" srcOrd="1" destOrd="0" presId="urn:microsoft.com/office/officeart/2005/8/layout/process3"/>
    <dgm:cxn modelId="{C877DF45-8C91-4860-A67C-7519F0E1214D}" srcId="{E3B899B1-4EAB-4AF4-8577-751EA0617082}" destId="{3CC44934-95BF-4175-9810-3063A545A170}" srcOrd="0" destOrd="0" parTransId="{40717F57-869F-4D86-A414-9DBDF93FA8F2}" sibTransId="{524B1F8C-E995-4B34-892C-73E7C7094146}"/>
    <dgm:cxn modelId="{CF7D1F42-8402-4D21-ACFF-A6458E1D5983}" type="presOf" srcId="{4F01FD93-291F-410C-B02F-CD00612114C5}" destId="{C3F01A34-1003-49FA-B8E3-D37CAD31D4BA}" srcOrd="1" destOrd="0" presId="urn:microsoft.com/office/officeart/2005/8/layout/process3"/>
    <dgm:cxn modelId="{98DEBC71-8EFB-49C1-B71D-72AACDE93DBF}" type="presOf" srcId="{14A4745B-3B8D-47ED-BF09-6EAE02F588C7}" destId="{37871BCA-62B2-49C7-BD1D-ACD742ADAB34}" srcOrd="0" destOrd="0" presId="urn:microsoft.com/office/officeart/2005/8/layout/process3"/>
    <dgm:cxn modelId="{A7F5EAEB-A7E4-403F-B034-8268059FC37B}" srcId="{3516E5AA-C0F6-4342-B103-2E31742C6E86}" destId="{18112073-30B3-440A-B6D2-60A15D7CE269}" srcOrd="0" destOrd="0" parTransId="{88ECF714-2520-4341-B59A-15C7FC049D10}" sibTransId="{FD92122E-A747-46C9-81A0-E28AB8AB9641}"/>
    <dgm:cxn modelId="{BAE27CF8-E8AF-45C9-B12B-3E10D2613C6E}" type="presOf" srcId="{18112073-30B3-440A-B6D2-60A15D7CE269}" destId="{3EF9D5F6-1A11-4C33-8451-974A4BF882BA}" srcOrd="0" destOrd="0" presId="urn:microsoft.com/office/officeart/2005/8/layout/process3"/>
    <dgm:cxn modelId="{D61366B6-F86E-4EE1-A8A7-4B16B188C065}" type="presOf" srcId="{FD92122E-A747-46C9-81A0-E28AB8AB9641}" destId="{48837DDD-8A91-4549-8778-FBC481569835}" srcOrd="0" destOrd="0" presId="urn:microsoft.com/office/officeart/2005/8/layout/process3"/>
    <dgm:cxn modelId="{988EA105-F93E-4EEC-8006-874CED5C65FB}" srcId="{3516E5AA-C0F6-4342-B103-2E31742C6E86}" destId="{96F2CCF4-B6DE-408B-9036-8AD07630D198}" srcOrd="2" destOrd="0" parTransId="{028FCE58-F0DF-4772-AB98-F27CC248A282}" sibTransId="{6C2894FA-1A8C-42B4-8363-990E806F1FAB}"/>
    <dgm:cxn modelId="{10B369CE-A2C9-4DFE-A5FA-904EA4755C15}" type="presOf" srcId="{96F2CCF4-B6DE-408B-9036-8AD07630D198}" destId="{97BCE356-FFA0-49E8-97A9-936AE601111A}" srcOrd="1" destOrd="0" presId="urn:microsoft.com/office/officeart/2005/8/layout/process3"/>
    <dgm:cxn modelId="{AA206CB7-D1DA-4277-9E6D-857104C83186}" type="presOf" srcId="{FD92122E-A747-46C9-81A0-E28AB8AB9641}" destId="{F21757B0-0B3C-40F2-8454-BA9C876B1403}" srcOrd="1" destOrd="0" presId="urn:microsoft.com/office/officeart/2005/8/layout/process3"/>
    <dgm:cxn modelId="{C60EA7A8-5E30-4800-910C-8F7C87AC4DAA}" type="presOf" srcId="{96F2CCF4-B6DE-408B-9036-8AD07630D198}" destId="{FD3B5065-AC43-4ADC-B426-F2314E81BB89}" srcOrd="0" destOrd="0" presId="urn:microsoft.com/office/officeart/2005/8/layout/process3"/>
    <dgm:cxn modelId="{B30B71B3-365D-4D30-A03A-5B10A5A7366E}" srcId="{96F2CCF4-B6DE-408B-9036-8AD07630D198}" destId="{D182F974-B182-4F6A-9108-8906A996FA9D}" srcOrd="0" destOrd="0" parTransId="{487DC58B-F2AE-42D6-827B-BCEEAB41896B}" sibTransId="{9F925827-7E1F-40D5-89E2-2DAFF8A2E0DB}"/>
    <dgm:cxn modelId="{79889FA8-39C0-4E7B-8E77-C81C736E8830}" type="presOf" srcId="{E3B899B1-4EAB-4AF4-8577-751EA0617082}" destId="{56238099-9E55-405A-8EED-0987AD2E6F70}" srcOrd="1" destOrd="0" presId="urn:microsoft.com/office/officeart/2005/8/layout/process3"/>
    <dgm:cxn modelId="{30C9F436-70D7-46C7-AD97-D49AFDBB8EDD}" type="presOf" srcId="{3516E5AA-C0F6-4342-B103-2E31742C6E86}" destId="{A2C48825-D5D5-4472-AED8-66295875A89C}" srcOrd="0" destOrd="0" presId="urn:microsoft.com/office/officeart/2005/8/layout/process3"/>
    <dgm:cxn modelId="{FE5145C6-E4C0-41C7-97FB-41B51A1173C3}" type="presOf" srcId="{4F01FD93-291F-410C-B02F-CD00612114C5}" destId="{C2F03904-8EF7-4FFE-9BF9-CCF4C1D4258F}" srcOrd="0" destOrd="0" presId="urn:microsoft.com/office/officeart/2005/8/layout/process3"/>
    <dgm:cxn modelId="{279BE762-EED7-4D0E-8F09-42502EEE09BA}" srcId="{3516E5AA-C0F6-4342-B103-2E31742C6E86}" destId="{E3B899B1-4EAB-4AF4-8577-751EA0617082}" srcOrd="1" destOrd="0" parTransId="{80F0B7D2-E985-4AEB-8D25-8629D2999062}" sibTransId="{4F01FD93-291F-410C-B02F-CD00612114C5}"/>
    <dgm:cxn modelId="{1FE90355-0E68-4B3B-96DB-B8F273D56FEA}" type="presOf" srcId="{E3B899B1-4EAB-4AF4-8577-751EA0617082}" destId="{21D79C8A-33E5-4839-8921-C9BE5DDAB364}" srcOrd="0" destOrd="0" presId="urn:microsoft.com/office/officeart/2005/8/layout/process3"/>
    <dgm:cxn modelId="{6104235D-4859-4F38-A896-BB7002B9498B}" type="presOf" srcId="{3CC44934-95BF-4175-9810-3063A545A170}" destId="{8EA90811-8820-4C87-A9F3-DB29F2CF126C}" srcOrd="0" destOrd="0" presId="urn:microsoft.com/office/officeart/2005/8/layout/process3"/>
    <dgm:cxn modelId="{C698DF82-957C-4649-8D3C-4ACFE50576DA}" type="presOf" srcId="{D182F974-B182-4F6A-9108-8906A996FA9D}" destId="{F9999F20-96AE-4814-B499-5B0A292F1029}" srcOrd="0" destOrd="0" presId="urn:microsoft.com/office/officeart/2005/8/layout/process3"/>
    <dgm:cxn modelId="{2AFD15DA-7412-4F54-B24E-E9C138B501F4}" type="presParOf" srcId="{A2C48825-D5D5-4472-AED8-66295875A89C}" destId="{435BCFEC-85CB-4A57-9C97-696290FA7153}" srcOrd="0" destOrd="0" presId="urn:microsoft.com/office/officeart/2005/8/layout/process3"/>
    <dgm:cxn modelId="{71FA8C67-207B-4C67-993A-649326D0D881}" type="presParOf" srcId="{435BCFEC-85CB-4A57-9C97-696290FA7153}" destId="{3EF9D5F6-1A11-4C33-8451-974A4BF882BA}" srcOrd="0" destOrd="0" presId="urn:microsoft.com/office/officeart/2005/8/layout/process3"/>
    <dgm:cxn modelId="{B89993CB-8549-4386-BFA4-A8DE8412A784}" type="presParOf" srcId="{435BCFEC-85CB-4A57-9C97-696290FA7153}" destId="{6ED6A908-36E6-40D0-8A38-B9CCA6A93747}" srcOrd="1" destOrd="0" presId="urn:microsoft.com/office/officeart/2005/8/layout/process3"/>
    <dgm:cxn modelId="{C6248D47-FBD7-46B0-9740-8D7D7C49C31D}" type="presParOf" srcId="{435BCFEC-85CB-4A57-9C97-696290FA7153}" destId="{37871BCA-62B2-49C7-BD1D-ACD742ADAB34}" srcOrd="2" destOrd="0" presId="urn:microsoft.com/office/officeart/2005/8/layout/process3"/>
    <dgm:cxn modelId="{9DD89E2C-2732-44B7-82EF-B4DFEA68E17F}" type="presParOf" srcId="{A2C48825-D5D5-4472-AED8-66295875A89C}" destId="{48837DDD-8A91-4549-8778-FBC481569835}" srcOrd="1" destOrd="0" presId="urn:microsoft.com/office/officeart/2005/8/layout/process3"/>
    <dgm:cxn modelId="{2FC486EA-8490-4908-A73A-A857A640E22C}" type="presParOf" srcId="{48837DDD-8A91-4549-8778-FBC481569835}" destId="{F21757B0-0B3C-40F2-8454-BA9C876B1403}" srcOrd="0" destOrd="0" presId="urn:microsoft.com/office/officeart/2005/8/layout/process3"/>
    <dgm:cxn modelId="{719254E1-70CA-47F0-9153-784859E7DD1C}" type="presParOf" srcId="{A2C48825-D5D5-4472-AED8-66295875A89C}" destId="{1C5CB0E5-4C94-4E82-9B2A-7ADAFE7FA4D3}" srcOrd="2" destOrd="0" presId="urn:microsoft.com/office/officeart/2005/8/layout/process3"/>
    <dgm:cxn modelId="{5DCC647C-3930-4702-BFC1-CD975E0699D2}" type="presParOf" srcId="{1C5CB0E5-4C94-4E82-9B2A-7ADAFE7FA4D3}" destId="{21D79C8A-33E5-4839-8921-C9BE5DDAB364}" srcOrd="0" destOrd="0" presId="urn:microsoft.com/office/officeart/2005/8/layout/process3"/>
    <dgm:cxn modelId="{19AE5AD9-EE0C-4171-A86C-3D1D60305D42}" type="presParOf" srcId="{1C5CB0E5-4C94-4E82-9B2A-7ADAFE7FA4D3}" destId="{56238099-9E55-405A-8EED-0987AD2E6F70}" srcOrd="1" destOrd="0" presId="urn:microsoft.com/office/officeart/2005/8/layout/process3"/>
    <dgm:cxn modelId="{0C15890B-6970-4155-8E22-DB9FE626400A}" type="presParOf" srcId="{1C5CB0E5-4C94-4E82-9B2A-7ADAFE7FA4D3}" destId="{8EA90811-8820-4C87-A9F3-DB29F2CF126C}" srcOrd="2" destOrd="0" presId="urn:microsoft.com/office/officeart/2005/8/layout/process3"/>
    <dgm:cxn modelId="{D5209B3E-A519-4C8A-B5FF-D237A2FC8BF2}" type="presParOf" srcId="{A2C48825-D5D5-4472-AED8-66295875A89C}" destId="{C2F03904-8EF7-4FFE-9BF9-CCF4C1D4258F}" srcOrd="3" destOrd="0" presId="urn:microsoft.com/office/officeart/2005/8/layout/process3"/>
    <dgm:cxn modelId="{7671D013-BB77-43FD-ABA3-7C3E4BACC3D7}" type="presParOf" srcId="{C2F03904-8EF7-4FFE-9BF9-CCF4C1D4258F}" destId="{C3F01A34-1003-49FA-B8E3-D37CAD31D4BA}" srcOrd="0" destOrd="0" presId="urn:microsoft.com/office/officeart/2005/8/layout/process3"/>
    <dgm:cxn modelId="{98A67BC1-A501-44DF-A125-B01DE9ED2E67}" type="presParOf" srcId="{A2C48825-D5D5-4472-AED8-66295875A89C}" destId="{339C6BDF-309F-4BA0-8D51-9CE5A025E441}" srcOrd="4" destOrd="0" presId="urn:microsoft.com/office/officeart/2005/8/layout/process3"/>
    <dgm:cxn modelId="{2B07D5AC-80D1-41B2-AA6A-04FFF3CE800B}" type="presParOf" srcId="{339C6BDF-309F-4BA0-8D51-9CE5A025E441}" destId="{FD3B5065-AC43-4ADC-B426-F2314E81BB89}" srcOrd="0" destOrd="0" presId="urn:microsoft.com/office/officeart/2005/8/layout/process3"/>
    <dgm:cxn modelId="{677F1B22-153C-4835-81A9-E92217D12202}" type="presParOf" srcId="{339C6BDF-309F-4BA0-8D51-9CE5A025E441}" destId="{97BCE356-FFA0-49E8-97A9-936AE601111A}" srcOrd="1" destOrd="0" presId="urn:microsoft.com/office/officeart/2005/8/layout/process3"/>
    <dgm:cxn modelId="{A28E7748-0DF8-43A8-B267-6080F6972540}" type="presParOf" srcId="{339C6BDF-309F-4BA0-8D51-9CE5A025E441}" destId="{F9999F20-96AE-4814-B499-5B0A292F1029}"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516E5AA-C0F6-4342-B103-2E31742C6E86}"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n-US"/>
        </a:p>
      </dgm:t>
    </dgm:pt>
    <dgm:pt modelId="{18112073-30B3-440A-B6D2-60A15D7CE269}">
      <dgm:prSet phldrT="[Text]"/>
      <dgm:spPr/>
      <dgm:t>
        <a:bodyPr/>
        <a:lstStyle/>
        <a:p>
          <a:r>
            <a:rPr lang="en-US" dirty="0" smtClean="0"/>
            <a:t>SVM Summary</a:t>
          </a:r>
          <a:endParaRPr lang="en-US" dirty="0"/>
        </a:p>
      </dgm:t>
    </dgm:pt>
    <dgm:pt modelId="{88ECF714-2520-4341-B59A-15C7FC049D10}" type="parTrans" cxnId="{A7F5EAEB-A7E4-403F-B034-8268059FC37B}">
      <dgm:prSet/>
      <dgm:spPr/>
      <dgm:t>
        <a:bodyPr/>
        <a:lstStyle/>
        <a:p>
          <a:endParaRPr lang="en-US"/>
        </a:p>
      </dgm:t>
    </dgm:pt>
    <dgm:pt modelId="{FD92122E-A747-46C9-81A0-E28AB8AB9641}" type="sibTrans" cxnId="{A7F5EAEB-A7E4-403F-B034-8268059FC37B}">
      <dgm:prSet/>
      <dgm:spPr/>
      <dgm:t>
        <a:bodyPr/>
        <a:lstStyle/>
        <a:p>
          <a:endParaRPr lang="en-US"/>
        </a:p>
      </dgm:t>
    </dgm:pt>
    <dgm:pt modelId="{14A4745B-3B8D-47ED-BF09-6EAE02F588C7}">
      <dgm:prSet phldrT="[Text]"/>
      <dgm:spPr/>
      <dgm:t>
        <a:bodyPr/>
        <a:lstStyle/>
        <a:p>
          <a:r>
            <a:rPr lang="en-US" b="1" dirty="0" smtClean="0"/>
            <a:t>Which part </a:t>
          </a:r>
          <a:r>
            <a:rPr lang="en-US" dirty="0" smtClean="0"/>
            <a:t>of SVM model that needs to be </a:t>
          </a:r>
          <a:r>
            <a:rPr lang="en-US" b="1" dirty="0" smtClean="0"/>
            <a:t>highlighted</a:t>
          </a:r>
          <a:endParaRPr lang="en-US" b="1" dirty="0"/>
        </a:p>
      </dgm:t>
    </dgm:pt>
    <dgm:pt modelId="{F5C4C269-4F93-4669-B9DF-04D7203569FD}" type="parTrans" cxnId="{C3CDAD37-78A1-48D1-97EE-9F95EDFB811C}">
      <dgm:prSet/>
      <dgm:spPr/>
      <dgm:t>
        <a:bodyPr/>
        <a:lstStyle/>
        <a:p>
          <a:endParaRPr lang="en-US"/>
        </a:p>
      </dgm:t>
    </dgm:pt>
    <dgm:pt modelId="{7955B2BD-EB30-403E-8071-2C7CF9E36BBB}" type="sibTrans" cxnId="{C3CDAD37-78A1-48D1-97EE-9F95EDFB811C}">
      <dgm:prSet/>
      <dgm:spPr/>
      <dgm:t>
        <a:bodyPr/>
        <a:lstStyle/>
        <a:p>
          <a:endParaRPr lang="en-US"/>
        </a:p>
      </dgm:t>
    </dgm:pt>
    <dgm:pt modelId="{E3B899B1-4EAB-4AF4-8577-751EA0617082}">
      <dgm:prSet phldrT="[Text]"/>
      <dgm:spPr/>
      <dgm:t>
        <a:bodyPr/>
        <a:lstStyle/>
        <a:p>
          <a:r>
            <a:rPr lang="en-US" dirty="0" smtClean="0"/>
            <a:t>Feature Importance</a:t>
          </a:r>
          <a:endParaRPr lang="en-US" dirty="0"/>
        </a:p>
      </dgm:t>
    </dgm:pt>
    <dgm:pt modelId="{80F0B7D2-E985-4AEB-8D25-8629D2999062}" type="parTrans" cxnId="{279BE762-EED7-4D0E-8F09-42502EEE09BA}">
      <dgm:prSet/>
      <dgm:spPr/>
      <dgm:t>
        <a:bodyPr/>
        <a:lstStyle/>
        <a:p>
          <a:endParaRPr lang="en-US"/>
        </a:p>
      </dgm:t>
    </dgm:pt>
    <dgm:pt modelId="{4F01FD93-291F-410C-B02F-CD00612114C5}" type="sibTrans" cxnId="{279BE762-EED7-4D0E-8F09-42502EEE09BA}">
      <dgm:prSet/>
      <dgm:spPr/>
      <dgm:t>
        <a:bodyPr/>
        <a:lstStyle/>
        <a:p>
          <a:endParaRPr lang="en-US"/>
        </a:p>
      </dgm:t>
    </dgm:pt>
    <dgm:pt modelId="{3CC44934-95BF-4175-9810-3063A545A170}">
      <dgm:prSet phldrT="[Text]"/>
      <dgm:spPr/>
      <dgm:t>
        <a:bodyPr/>
        <a:lstStyle/>
        <a:p>
          <a:r>
            <a:rPr lang="en-US" b="1" dirty="0" smtClean="0"/>
            <a:t>Definition</a:t>
          </a:r>
          <a:r>
            <a:rPr lang="en-US" dirty="0" smtClean="0"/>
            <a:t> of feature importance</a:t>
          </a:r>
          <a:endParaRPr lang="en-US" dirty="0"/>
        </a:p>
      </dgm:t>
    </dgm:pt>
    <dgm:pt modelId="{40717F57-869F-4D86-A414-9DBDF93FA8F2}" type="parTrans" cxnId="{C877DF45-8C91-4860-A67C-7519F0E1214D}">
      <dgm:prSet/>
      <dgm:spPr/>
      <dgm:t>
        <a:bodyPr/>
        <a:lstStyle/>
        <a:p>
          <a:endParaRPr lang="en-US"/>
        </a:p>
      </dgm:t>
    </dgm:pt>
    <dgm:pt modelId="{524B1F8C-E995-4B34-892C-73E7C7094146}" type="sibTrans" cxnId="{C877DF45-8C91-4860-A67C-7519F0E1214D}">
      <dgm:prSet/>
      <dgm:spPr/>
      <dgm:t>
        <a:bodyPr/>
        <a:lstStyle/>
        <a:p>
          <a:endParaRPr lang="en-US"/>
        </a:p>
      </dgm:t>
    </dgm:pt>
    <dgm:pt modelId="{96F2CCF4-B6DE-408B-9036-8AD07630D198}">
      <dgm:prSet phldrT="[Text]"/>
      <dgm:spPr/>
      <dgm:t>
        <a:bodyPr/>
        <a:lstStyle/>
        <a:p>
          <a:r>
            <a:rPr lang="en-US" dirty="0" smtClean="0"/>
            <a:t>How to perform feature importance</a:t>
          </a:r>
          <a:endParaRPr lang="en-US" dirty="0"/>
        </a:p>
      </dgm:t>
    </dgm:pt>
    <dgm:pt modelId="{028FCE58-F0DF-4772-AB98-F27CC248A282}" type="parTrans" cxnId="{988EA105-F93E-4EEC-8006-874CED5C65FB}">
      <dgm:prSet/>
      <dgm:spPr/>
      <dgm:t>
        <a:bodyPr/>
        <a:lstStyle/>
        <a:p>
          <a:endParaRPr lang="en-US"/>
        </a:p>
      </dgm:t>
    </dgm:pt>
    <dgm:pt modelId="{6C2894FA-1A8C-42B4-8363-990E806F1FAB}" type="sibTrans" cxnId="{988EA105-F93E-4EEC-8006-874CED5C65FB}">
      <dgm:prSet/>
      <dgm:spPr/>
      <dgm:t>
        <a:bodyPr/>
        <a:lstStyle/>
        <a:p>
          <a:endParaRPr lang="en-US"/>
        </a:p>
      </dgm:t>
    </dgm:pt>
    <dgm:pt modelId="{D182F974-B182-4F6A-9108-8906A996FA9D}">
      <dgm:prSet phldrT="[Text]"/>
      <dgm:spPr/>
      <dgm:t>
        <a:bodyPr/>
        <a:lstStyle/>
        <a:p>
          <a:r>
            <a:rPr lang="en-US" b="1" dirty="0" smtClean="0"/>
            <a:t>Calculation</a:t>
          </a:r>
          <a:r>
            <a:rPr lang="en-US" dirty="0" smtClean="0"/>
            <a:t> to get the </a:t>
          </a:r>
          <a:r>
            <a:rPr lang="en-US" b="1" i="0" dirty="0" smtClean="0"/>
            <a:t>importance</a:t>
          </a:r>
          <a:r>
            <a:rPr lang="en-US" dirty="0" smtClean="0"/>
            <a:t> for each variable/feature</a:t>
          </a:r>
          <a:endParaRPr lang="en-US" dirty="0"/>
        </a:p>
      </dgm:t>
    </dgm:pt>
    <dgm:pt modelId="{487DC58B-F2AE-42D6-827B-BCEEAB41896B}" type="parTrans" cxnId="{B30B71B3-365D-4D30-A03A-5B10A5A7366E}">
      <dgm:prSet/>
      <dgm:spPr/>
      <dgm:t>
        <a:bodyPr/>
        <a:lstStyle/>
        <a:p>
          <a:endParaRPr lang="en-US"/>
        </a:p>
      </dgm:t>
    </dgm:pt>
    <dgm:pt modelId="{9F925827-7E1F-40D5-89E2-2DAFF8A2E0DB}" type="sibTrans" cxnId="{B30B71B3-365D-4D30-A03A-5B10A5A7366E}">
      <dgm:prSet/>
      <dgm:spPr/>
      <dgm:t>
        <a:bodyPr/>
        <a:lstStyle/>
        <a:p>
          <a:endParaRPr lang="en-US"/>
        </a:p>
      </dgm:t>
    </dgm:pt>
    <dgm:pt modelId="{A2C48825-D5D5-4472-AED8-66295875A89C}" type="pres">
      <dgm:prSet presAssocID="{3516E5AA-C0F6-4342-B103-2E31742C6E86}" presName="linearFlow" presStyleCnt="0">
        <dgm:presLayoutVars>
          <dgm:dir/>
          <dgm:animLvl val="lvl"/>
          <dgm:resizeHandles val="exact"/>
        </dgm:presLayoutVars>
      </dgm:prSet>
      <dgm:spPr/>
      <dgm:t>
        <a:bodyPr/>
        <a:lstStyle/>
        <a:p>
          <a:endParaRPr lang="en-US"/>
        </a:p>
      </dgm:t>
    </dgm:pt>
    <dgm:pt modelId="{435BCFEC-85CB-4A57-9C97-696290FA7153}" type="pres">
      <dgm:prSet presAssocID="{18112073-30B3-440A-B6D2-60A15D7CE269}" presName="composite" presStyleCnt="0"/>
      <dgm:spPr/>
    </dgm:pt>
    <dgm:pt modelId="{3EF9D5F6-1A11-4C33-8451-974A4BF882BA}" type="pres">
      <dgm:prSet presAssocID="{18112073-30B3-440A-B6D2-60A15D7CE269}" presName="parTx" presStyleLbl="node1" presStyleIdx="0" presStyleCnt="3">
        <dgm:presLayoutVars>
          <dgm:chMax val="0"/>
          <dgm:chPref val="0"/>
          <dgm:bulletEnabled val="1"/>
        </dgm:presLayoutVars>
      </dgm:prSet>
      <dgm:spPr/>
      <dgm:t>
        <a:bodyPr/>
        <a:lstStyle/>
        <a:p>
          <a:endParaRPr lang="en-US"/>
        </a:p>
      </dgm:t>
    </dgm:pt>
    <dgm:pt modelId="{6ED6A908-36E6-40D0-8A38-B9CCA6A93747}" type="pres">
      <dgm:prSet presAssocID="{18112073-30B3-440A-B6D2-60A15D7CE269}" presName="parSh" presStyleLbl="node1" presStyleIdx="0" presStyleCnt="3"/>
      <dgm:spPr/>
      <dgm:t>
        <a:bodyPr/>
        <a:lstStyle/>
        <a:p>
          <a:endParaRPr lang="en-US"/>
        </a:p>
      </dgm:t>
    </dgm:pt>
    <dgm:pt modelId="{37871BCA-62B2-49C7-BD1D-ACD742ADAB34}" type="pres">
      <dgm:prSet presAssocID="{18112073-30B3-440A-B6D2-60A15D7CE269}" presName="desTx" presStyleLbl="fgAcc1" presStyleIdx="0" presStyleCnt="3">
        <dgm:presLayoutVars>
          <dgm:bulletEnabled val="1"/>
        </dgm:presLayoutVars>
      </dgm:prSet>
      <dgm:spPr/>
      <dgm:t>
        <a:bodyPr/>
        <a:lstStyle/>
        <a:p>
          <a:endParaRPr lang="en-US"/>
        </a:p>
      </dgm:t>
    </dgm:pt>
    <dgm:pt modelId="{48837DDD-8A91-4549-8778-FBC481569835}" type="pres">
      <dgm:prSet presAssocID="{FD92122E-A747-46C9-81A0-E28AB8AB9641}" presName="sibTrans" presStyleLbl="sibTrans2D1" presStyleIdx="0" presStyleCnt="2"/>
      <dgm:spPr/>
      <dgm:t>
        <a:bodyPr/>
        <a:lstStyle/>
        <a:p>
          <a:endParaRPr lang="en-US"/>
        </a:p>
      </dgm:t>
    </dgm:pt>
    <dgm:pt modelId="{F21757B0-0B3C-40F2-8454-BA9C876B1403}" type="pres">
      <dgm:prSet presAssocID="{FD92122E-A747-46C9-81A0-E28AB8AB9641}" presName="connTx" presStyleLbl="sibTrans2D1" presStyleIdx="0" presStyleCnt="2"/>
      <dgm:spPr/>
      <dgm:t>
        <a:bodyPr/>
        <a:lstStyle/>
        <a:p>
          <a:endParaRPr lang="en-US"/>
        </a:p>
      </dgm:t>
    </dgm:pt>
    <dgm:pt modelId="{1C5CB0E5-4C94-4E82-9B2A-7ADAFE7FA4D3}" type="pres">
      <dgm:prSet presAssocID="{E3B899B1-4EAB-4AF4-8577-751EA0617082}" presName="composite" presStyleCnt="0"/>
      <dgm:spPr/>
    </dgm:pt>
    <dgm:pt modelId="{21D79C8A-33E5-4839-8921-C9BE5DDAB364}" type="pres">
      <dgm:prSet presAssocID="{E3B899B1-4EAB-4AF4-8577-751EA0617082}" presName="parTx" presStyleLbl="node1" presStyleIdx="0" presStyleCnt="3">
        <dgm:presLayoutVars>
          <dgm:chMax val="0"/>
          <dgm:chPref val="0"/>
          <dgm:bulletEnabled val="1"/>
        </dgm:presLayoutVars>
      </dgm:prSet>
      <dgm:spPr/>
      <dgm:t>
        <a:bodyPr/>
        <a:lstStyle/>
        <a:p>
          <a:endParaRPr lang="en-US"/>
        </a:p>
      </dgm:t>
    </dgm:pt>
    <dgm:pt modelId="{56238099-9E55-405A-8EED-0987AD2E6F70}" type="pres">
      <dgm:prSet presAssocID="{E3B899B1-4EAB-4AF4-8577-751EA0617082}" presName="parSh" presStyleLbl="node1" presStyleIdx="1" presStyleCnt="3"/>
      <dgm:spPr/>
      <dgm:t>
        <a:bodyPr/>
        <a:lstStyle/>
        <a:p>
          <a:endParaRPr lang="en-US"/>
        </a:p>
      </dgm:t>
    </dgm:pt>
    <dgm:pt modelId="{8EA90811-8820-4C87-A9F3-DB29F2CF126C}" type="pres">
      <dgm:prSet presAssocID="{E3B899B1-4EAB-4AF4-8577-751EA0617082}" presName="desTx" presStyleLbl="fgAcc1" presStyleIdx="1" presStyleCnt="3">
        <dgm:presLayoutVars>
          <dgm:bulletEnabled val="1"/>
        </dgm:presLayoutVars>
      </dgm:prSet>
      <dgm:spPr/>
      <dgm:t>
        <a:bodyPr/>
        <a:lstStyle/>
        <a:p>
          <a:endParaRPr lang="en-US"/>
        </a:p>
      </dgm:t>
    </dgm:pt>
    <dgm:pt modelId="{C2F03904-8EF7-4FFE-9BF9-CCF4C1D4258F}" type="pres">
      <dgm:prSet presAssocID="{4F01FD93-291F-410C-B02F-CD00612114C5}" presName="sibTrans" presStyleLbl="sibTrans2D1" presStyleIdx="1" presStyleCnt="2"/>
      <dgm:spPr/>
      <dgm:t>
        <a:bodyPr/>
        <a:lstStyle/>
        <a:p>
          <a:endParaRPr lang="en-US"/>
        </a:p>
      </dgm:t>
    </dgm:pt>
    <dgm:pt modelId="{C3F01A34-1003-49FA-B8E3-D37CAD31D4BA}" type="pres">
      <dgm:prSet presAssocID="{4F01FD93-291F-410C-B02F-CD00612114C5}" presName="connTx" presStyleLbl="sibTrans2D1" presStyleIdx="1" presStyleCnt="2"/>
      <dgm:spPr/>
      <dgm:t>
        <a:bodyPr/>
        <a:lstStyle/>
        <a:p>
          <a:endParaRPr lang="en-US"/>
        </a:p>
      </dgm:t>
    </dgm:pt>
    <dgm:pt modelId="{339C6BDF-309F-4BA0-8D51-9CE5A025E441}" type="pres">
      <dgm:prSet presAssocID="{96F2CCF4-B6DE-408B-9036-8AD07630D198}" presName="composite" presStyleCnt="0"/>
      <dgm:spPr/>
    </dgm:pt>
    <dgm:pt modelId="{FD3B5065-AC43-4ADC-B426-F2314E81BB89}" type="pres">
      <dgm:prSet presAssocID="{96F2CCF4-B6DE-408B-9036-8AD07630D198}" presName="parTx" presStyleLbl="node1" presStyleIdx="1" presStyleCnt="3">
        <dgm:presLayoutVars>
          <dgm:chMax val="0"/>
          <dgm:chPref val="0"/>
          <dgm:bulletEnabled val="1"/>
        </dgm:presLayoutVars>
      </dgm:prSet>
      <dgm:spPr/>
      <dgm:t>
        <a:bodyPr/>
        <a:lstStyle/>
        <a:p>
          <a:endParaRPr lang="en-US"/>
        </a:p>
      </dgm:t>
    </dgm:pt>
    <dgm:pt modelId="{97BCE356-FFA0-49E8-97A9-936AE601111A}" type="pres">
      <dgm:prSet presAssocID="{96F2CCF4-B6DE-408B-9036-8AD07630D198}" presName="parSh" presStyleLbl="node1" presStyleIdx="2" presStyleCnt="3"/>
      <dgm:spPr/>
      <dgm:t>
        <a:bodyPr/>
        <a:lstStyle/>
        <a:p>
          <a:endParaRPr lang="en-US"/>
        </a:p>
      </dgm:t>
    </dgm:pt>
    <dgm:pt modelId="{F9999F20-96AE-4814-B499-5B0A292F1029}" type="pres">
      <dgm:prSet presAssocID="{96F2CCF4-B6DE-408B-9036-8AD07630D198}" presName="desTx" presStyleLbl="fgAcc1" presStyleIdx="2" presStyleCnt="3">
        <dgm:presLayoutVars>
          <dgm:bulletEnabled val="1"/>
        </dgm:presLayoutVars>
      </dgm:prSet>
      <dgm:spPr/>
      <dgm:t>
        <a:bodyPr/>
        <a:lstStyle/>
        <a:p>
          <a:endParaRPr lang="en-US"/>
        </a:p>
      </dgm:t>
    </dgm:pt>
  </dgm:ptLst>
  <dgm:cxnLst>
    <dgm:cxn modelId="{C3CDAD37-78A1-48D1-97EE-9F95EDFB811C}" srcId="{18112073-30B3-440A-B6D2-60A15D7CE269}" destId="{14A4745B-3B8D-47ED-BF09-6EAE02F588C7}" srcOrd="0" destOrd="0" parTransId="{F5C4C269-4F93-4669-B9DF-04D7203569FD}" sibTransId="{7955B2BD-EB30-403E-8071-2C7CF9E36BBB}"/>
    <dgm:cxn modelId="{6E232122-43CE-4BDD-8D2A-668B2D2E0C2B}" type="presOf" srcId="{18112073-30B3-440A-B6D2-60A15D7CE269}" destId="{6ED6A908-36E6-40D0-8A38-B9CCA6A93747}" srcOrd="1" destOrd="0" presId="urn:microsoft.com/office/officeart/2005/8/layout/process3"/>
    <dgm:cxn modelId="{C877DF45-8C91-4860-A67C-7519F0E1214D}" srcId="{E3B899B1-4EAB-4AF4-8577-751EA0617082}" destId="{3CC44934-95BF-4175-9810-3063A545A170}" srcOrd="0" destOrd="0" parTransId="{40717F57-869F-4D86-A414-9DBDF93FA8F2}" sibTransId="{524B1F8C-E995-4B34-892C-73E7C7094146}"/>
    <dgm:cxn modelId="{CF7D1F42-8402-4D21-ACFF-A6458E1D5983}" type="presOf" srcId="{4F01FD93-291F-410C-B02F-CD00612114C5}" destId="{C3F01A34-1003-49FA-B8E3-D37CAD31D4BA}" srcOrd="1" destOrd="0" presId="urn:microsoft.com/office/officeart/2005/8/layout/process3"/>
    <dgm:cxn modelId="{98DEBC71-8EFB-49C1-B71D-72AACDE93DBF}" type="presOf" srcId="{14A4745B-3B8D-47ED-BF09-6EAE02F588C7}" destId="{37871BCA-62B2-49C7-BD1D-ACD742ADAB34}" srcOrd="0" destOrd="0" presId="urn:microsoft.com/office/officeart/2005/8/layout/process3"/>
    <dgm:cxn modelId="{A7F5EAEB-A7E4-403F-B034-8268059FC37B}" srcId="{3516E5AA-C0F6-4342-B103-2E31742C6E86}" destId="{18112073-30B3-440A-B6D2-60A15D7CE269}" srcOrd="0" destOrd="0" parTransId="{88ECF714-2520-4341-B59A-15C7FC049D10}" sibTransId="{FD92122E-A747-46C9-81A0-E28AB8AB9641}"/>
    <dgm:cxn modelId="{BAE27CF8-E8AF-45C9-B12B-3E10D2613C6E}" type="presOf" srcId="{18112073-30B3-440A-B6D2-60A15D7CE269}" destId="{3EF9D5F6-1A11-4C33-8451-974A4BF882BA}" srcOrd="0" destOrd="0" presId="urn:microsoft.com/office/officeart/2005/8/layout/process3"/>
    <dgm:cxn modelId="{D61366B6-F86E-4EE1-A8A7-4B16B188C065}" type="presOf" srcId="{FD92122E-A747-46C9-81A0-E28AB8AB9641}" destId="{48837DDD-8A91-4549-8778-FBC481569835}" srcOrd="0" destOrd="0" presId="urn:microsoft.com/office/officeart/2005/8/layout/process3"/>
    <dgm:cxn modelId="{988EA105-F93E-4EEC-8006-874CED5C65FB}" srcId="{3516E5AA-C0F6-4342-B103-2E31742C6E86}" destId="{96F2CCF4-B6DE-408B-9036-8AD07630D198}" srcOrd="2" destOrd="0" parTransId="{028FCE58-F0DF-4772-AB98-F27CC248A282}" sibTransId="{6C2894FA-1A8C-42B4-8363-990E806F1FAB}"/>
    <dgm:cxn modelId="{10B369CE-A2C9-4DFE-A5FA-904EA4755C15}" type="presOf" srcId="{96F2CCF4-B6DE-408B-9036-8AD07630D198}" destId="{97BCE356-FFA0-49E8-97A9-936AE601111A}" srcOrd="1" destOrd="0" presId="urn:microsoft.com/office/officeart/2005/8/layout/process3"/>
    <dgm:cxn modelId="{AA206CB7-D1DA-4277-9E6D-857104C83186}" type="presOf" srcId="{FD92122E-A747-46C9-81A0-E28AB8AB9641}" destId="{F21757B0-0B3C-40F2-8454-BA9C876B1403}" srcOrd="1" destOrd="0" presId="urn:microsoft.com/office/officeart/2005/8/layout/process3"/>
    <dgm:cxn modelId="{C60EA7A8-5E30-4800-910C-8F7C87AC4DAA}" type="presOf" srcId="{96F2CCF4-B6DE-408B-9036-8AD07630D198}" destId="{FD3B5065-AC43-4ADC-B426-F2314E81BB89}" srcOrd="0" destOrd="0" presId="urn:microsoft.com/office/officeart/2005/8/layout/process3"/>
    <dgm:cxn modelId="{B30B71B3-365D-4D30-A03A-5B10A5A7366E}" srcId="{96F2CCF4-B6DE-408B-9036-8AD07630D198}" destId="{D182F974-B182-4F6A-9108-8906A996FA9D}" srcOrd="0" destOrd="0" parTransId="{487DC58B-F2AE-42D6-827B-BCEEAB41896B}" sibTransId="{9F925827-7E1F-40D5-89E2-2DAFF8A2E0DB}"/>
    <dgm:cxn modelId="{79889FA8-39C0-4E7B-8E77-C81C736E8830}" type="presOf" srcId="{E3B899B1-4EAB-4AF4-8577-751EA0617082}" destId="{56238099-9E55-405A-8EED-0987AD2E6F70}" srcOrd="1" destOrd="0" presId="urn:microsoft.com/office/officeart/2005/8/layout/process3"/>
    <dgm:cxn modelId="{30C9F436-70D7-46C7-AD97-D49AFDBB8EDD}" type="presOf" srcId="{3516E5AA-C0F6-4342-B103-2E31742C6E86}" destId="{A2C48825-D5D5-4472-AED8-66295875A89C}" srcOrd="0" destOrd="0" presId="urn:microsoft.com/office/officeart/2005/8/layout/process3"/>
    <dgm:cxn modelId="{FE5145C6-E4C0-41C7-97FB-41B51A1173C3}" type="presOf" srcId="{4F01FD93-291F-410C-B02F-CD00612114C5}" destId="{C2F03904-8EF7-4FFE-9BF9-CCF4C1D4258F}" srcOrd="0" destOrd="0" presId="urn:microsoft.com/office/officeart/2005/8/layout/process3"/>
    <dgm:cxn modelId="{279BE762-EED7-4D0E-8F09-42502EEE09BA}" srcId="{3516E5AA-C0F6-4342-B103-2E31742C6E86}" destId="{E3B899B1-4EAB-4AF4-8577-751EA0617082}" srcOrd="1" destOrd="0" parTransId="{80F0B7D2-E985-4AEB-8D25-8629D2999062}" sibTransId="{4F01FD93-291F-410C-B02F-CD00612114C5}"/>
    <dgm:cxn modelId="{1FE90355-0E68-4B3B-96DB-B8F273D56FEA}" type="presOf" srcId="{E3B899B1-4EAB-4AF4-8577-751EA0617082}" destId="{21D79C8A-33E5-4839-8921-C9BE5DDAB364}" srcOrd="0" destOrd="0" presId="urn:microsoft.com/office/officeart/2005/8/layout/process3"/>
    <dgm:cxn modelId="{6104235D-4859-4F38-A896-BB7002B9498B}" type="presOf" srcId="{3CC44934-95BF-4175-9810-3063A545A170}" destId="{8EA90811-8820-4C87-A9F3-DB29F2CF126C}" srcOrd="0" destOrd="0" presId="urn:microsoft.com/office/officeart/2005/8/layout/process3"/>
    <dgm:cxn modelId="{C698DF82-957C-4649-8D3C-4ACFE50576DA}" type="presOf" srcId="{D182F974-B182-4F6A-9108-8906A996FA9D}" destId="{F9999F20-96AE-4814-B499-5B0A292F1029}" srcOrd="0" destOrd="0" presId="urn:microsoft.com/office/officeart/2005/8/layout/process3"/>
    <dgm:cxn modelId="{2AFD15DA-7412-4F54-B24E-E9C138B501F4}" type="presParOf" srcId="{A2C48825-D5D5-4472-AED8-66295875A89C}" destId="{435BCFEC-85CB-4A57-9C97-696290FA7153}" srcOrd="0" destOrd="0" presId="urn:microsoft.com/office/officeart/2005/8/layout/process3"/>
    <dgm:cxn modelId="{71FA8C67-207B-4C67-993A-649326D0D881}" type="presParOf" srcId="{435BCFEC-85CB-4A57-9C97-696290FA7153}" destId="{3EF9D5F6-1A11-4C33-8451-974A4BF882BA}" srcOrd="0" destOrd="0" presId="urn:microsoft.com/office/officeart/2005/8/layout/process3"/>
    <dgm:cxn modelId="{B89993CB-8549-4386-BFA4-A8DE8412A784}" type="presParOf" srcId="{435BCFEC-85CB-4A57-9C97-696290FA7153}" destId="{6ED6A908-36E6-40D0-8A38-B9CCA6A93747}" srcOrd="1" destOrd="0" presId="urn:microsoft.com/office/officeart/2005/8/layout/process3"/>
    <dgm:cxn modelId="{C6248D47-FBD7-46B0-9740-8D7D7C49C31D}" type="presParOf" srcId="{435BCFEC-85CB-4A57-9C97-696290FA7153}" destId="{37871BCA-62B2-49C7-BD1D-ACD742ADAB34}" srcOrd="2" destOrd="0" presId="urn:microsoft.com/office/officeart/2005/8/layout/process3"/>
    <dgm:cxn modelId="{9DD89E2C-2732-44B7-82EF-B4DFEA68E17F}" type="presParOf" srcId="{A2C48825-D5D5-4472-AED8-66295875A89C}" destId="{48837DDD-8A91-4549-8778-FBC481569835}" srcOrd="1" destOrd="0" presId="urn:microsoft.com/office/officeart/2005/8/layout/process3"/>
    <dgm:cxn modelId="{2FC486EA-8490-4908-A73A-A857A640E22C}" type="presParOf" srcId="{48837DDD-8A91-4549-8778-FBC481569835}" destId="{F21757B0-0B3C-40F2-8454-BA9C876B1403}" srcOrd="0" destOrd="0" presId="urn:microsoft.com/office/officeart/2005/8/layout/process3"/>
    <dgm:cxn modelId="{719254E1-70CA-47F0-9153-784859E7DD1C}" type="presParOf" srcId="{A2C48825-D5D5-4472-AED8-66295875A89C}" destId="{1C5CB0E5-4C94-4E82-9B2A-7ADAFE7FA4D3}" srcOrd="2" destOrd="0" presId="urn:microsoft.com/office/officeart/2005/8/layout/process3"/>
    <dgm:cxn modelId="{5DCC647C-3930-4702-BFC1-CD975E0699D2}" type="presParOf" srcId="{1C5CB0E5-4C94-4E82-9B2A-7ADAFE7FA4D3}" destId="{21D79C8A-33E5-4839-8921-C9BE5DDAB364}" srcOrd="0" destOrd="0" presId="urn:microsoft.com/office/officeart/2005/8/layout/process3"/>
    <dgm:cxn modelId="{19AE5AD9-EE0C-4171-A86C-3D1D60305D42}" type="presParOf" srcId="{1C5CB0E5-4C94-4E82-9B2A-7ADAFE7FA4D3}" destId="{56238099-9E55-405A-8EED-0987AD2E6F70}" srcOrd="1" destOrd="0" presId="urn:microsoft.com/office/officeart/2005/8/layout/process3"/>
    <dgm:cxn modelId="{0C15890B-6970-4155-8E22-DB9FE626400A}" type="presParOf" srcId="{1C5CB0E5-4C94-4E82-9B2A-7ADAFE7FA4D3}" destId="{8EA90811-8820-4C87-A9F3-DB29F2CF126C}" srcOrd="2" destOrd="0" presId="urn:microsoft.com/office/officeart/2005/8/layout/process3"/>
    <dgm:cxn modelId="{D5209B3E-A519-4C8A-B5FF-D237A2FC8BF2}" type="presParOf" srcId="{A2C48825-D5D5-4472-AED8-66295875A89C}" destId="{C2F03904-8EF7-4FFE-9BF9-CCF4C1D4258F}" srcOrd="3" destOrd="0" presId="urn:microsoft.com/office/officeart/2005/8/layout/process3"/>
    <dgm:cxn modelId="{7671D013-BB77-43FD-ABA3-7C3E4BACC3D7}" type="presParOf" srcId="{C2F03904-8EF7-4FFE-9BF9-CCF4C1D4258F}" destId="{C3F01A34-1003-49FA-B8E3-D37CAD31D4BA}" srcOrd="0" destOrd="0" presId="urn:microsoft.com/office/officeart/2005/8/layout/process3"/>
    <dgm:cxn modelId="{98A67BC1-A501-44DF-A125-B01DE9ED2E67}" type="presParOf" srcId="{A2C48825-D5D5-4472-AED8-66295875A89C}" destId="{339C6BDF-309F-4BA0-8D51-9CE5A025E441}" srcOrd="4" destOrd="0" presId="urn:microsoft.com/office/officeart/2005/8/layout/process3"/>
    <dgm:cxn modelId="{2B07D5AC-80D1-41B2-AA6A-04FFF3CE800B}" type="presParOf" srcId="{339C6BDF-309F-4BA0-8D51-9CE5A025E441}" destId="{FD3B5065-AC43-4ADC-B426-F2314E81BB89}" srcOrd="0" destOrd="0" presId="urn:microsoft.com/office/officeart/2005/8/layout/process3"/>
    <dgm:cxn modelId="{677F1B22-153C-4835-81A9-E92217D12202}" type="presParOf" srcId="{339C6BDF-309F-4BA0-8D51-9CE5A025E441}" destId="{97BCE356-FFA0-49E8-97A9-936AE601111A}" srcOrd="1" destOrd="0" presId="urn:microsoft.com/office/officeart/2005/8/layout/process3"/>
    <dgm:cxn modelId="{A28E7748-0DF8-43A8-B267-6080F6972540}" type="presParOf" srcId="{339C6BDF-309F-4BA0-8D51-9CE5A025E441}" destId="{F9999F20-96AE-4814-B499-5B0A292F1029}"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D6A908-36E6-40D0-8A38-B9CCA6A93747}">
      <dsp:nvSpPr>
        <dsp:cNvPr id="0" name=""/>
        <dsp:cNvSpPr/>
      </dsp:nvSpPr>
      <dsp:spPr>
        <a:xfrm>
          <a:off x="4042" y="1905238"/>
          <a:ext cx="1838086" cy="832783"/>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57150" numCol="1" spcCol="1270" anchor="t" anchorCtr="0">
          <a:noAutofit/>
        </a:bodyPr>
        <a:lstStyle/>
        <a:p>
          <a:pPr lvl="0" algn="l" defTabSz="666750">
            <a:lnSpc>
              <a:spcPct val="90000"/>
            </a:lnSpc>
            <a:spcBef>
              <a:spcPct val="0"/>
            </a:spcBef>
            <a:spcAft>
              <a:spcPct val="35000"/>
            </a:spcAft>
          </a:pPr>
          <a:r>
            <a:rPr lang="en-US" sz="1500" kern="1200" dirty="0" smtClean="0"/>
            <a:t>SVM Summary</a:t>
          </a:r>
          <a:endParaRPr lang="en-US" sz="1500" kern="1200" dirty="0"/>
        </a:p>
      </dsp:txBody>
      <dsp:txXfrm>
        <a:off x="4042" y="1905238"/>
        <a:ext cx="1838086" cy="555189"/>
      </dsp:txXfrm>
    </dsp:sp>
    <dsp:sp modelId="{37871BCA-62B2-49C7-BD1D-ACD742ADAB34}">
      <dsp:nvSpPr>
        <dsp:cNvPr id="0" name=""/>
        <dsp:cNvSpPr/>
      </dsp:nvSpPr>
      <dsp:spPr>
        <a:xfrm>
          <a:off x="380518" y="2460428"/>
          <a:ext cx="1838086" cy="1053000"/>
        </a:xfrm>
        <a:prstGeom prst="roundRect">
          <a:avLst>
            <a:gd name="adj" fmla="val 10000"/>
          </a:avLst>
        </a:prstGeom>
        <a:solidFill>
          <a:schemeClr val="lt1">
            <a:alpha val="90000"/>
            <a:hueOff val="0"/>
            <a:satOff val="0"/>
            <a:lumOff val="0"/>
            <a:alphaOff val="0"/>
          </a:schemeClr>
        </a:solidFill>
        <a:ln w="34925"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114300" lvl="1" indent="-114300" algn="l" defTabSz="666750">
            <a:lnSpc>
              <a:spcPct val="90000"/>
            </a:lnSpc>
            <a:spcBef>
              <a:spcPct val="0"/>
            </a:spcBef>
            <a:spcAft>
              <a:spcPct val="15000"/>
            </a:spcAft>
            <a:buChar char="••"/>
          </a:pPr>
          <a:r>
            <a:rPr lang="en-US" sz="1500" b="1" kern="1200" dirty="0" smtClean="0"/>
            <a:t>Which part </a:t>
          </a:r>
          <a:r>
            <a:rPr lang="en-US" sz="1500" kern="1200" dirty="0" smtClean="0"/>
            <a:t>of SVM model that needs to be </a:t>
          </a:r>
          <a:r>
            <a:rPr lang="en-US" sz="1500" b="1" kern="1200" dirty="0" smtClean="0"/>
            <a:t>highlighted</a:t>
          </a:r>
          <a:endParaRPr lang="en-US" sz="1500" b="1" kern="1200" dirty="0"/>
        </a:p>
      </dsp:txBody>
      <dsp:txXfrm>
        <a:off x="411359" y="2491269"/>
        <a:ext cx="1776404" cy="991318"/>
      </dsp:txXfrm>
    </dsp:sp>
    <dsp:sp modelId="{48837DDD-8A91-4549-8778-FBC481569835}">
      <dsp:nvSpPr>
        <dsp:cNvPr id="0" name=""/>
        <dsp:cNvSpPr/>
      </dsp:nvSpPr>
      <dsp:spPr>
        <a:xfrm>
          <a:off x="2120776" y="1954018"/>
          <a:ext cx="590732" cy="4576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a:p>
      </dsp:txBody>
      <dsp:txXfrm>
        <a:off x="2120776" y="2045544"/>
        <a:ext cx="453443" cy="274578"/>
      </dsp:txXfrm>
    </dsp:sp>
    <dsp:sp modelId="{56238099-9E55-405A-8EED-0987AD2E6F70}">
      <dsp:nvSpPr>
        <dsp:cNvPr id="0" name=""/>
        <dsp:cNvSpPr/>
      </dsp:nvSpPr>
      <dsp:spPr>
        <a:xfrm>
          <a:off x="2956718" y="1905238"/>
          <a:ext cx="1838086" cy="832783"/>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57150" numCol="1" spcCol="1270" anchor="t" anchorCtr="0">
          <a:noAutofit/>
        </a:bodyPr>
        <a:lstStyle/>
        <a:p>
          <a:pPr lvl="0" algn="l" defTabSz="666750">
            <a:lnSpc>
              <a:spcPct val="90000"/>
            </a:lnSpc>
            <a:spcBef>
              <a:spcPct val="0"/>
            </a:spcBef>
            <a:spcAft>
              <a:spcPct val="35000"/>
            </a:spcAft>
          </a:pPr>
          <a:r>
            <a:rPr lang="en-US" sz="1500" kern="1200" dirty="0" smtClean="0"/>
            <a:t>Feature Importance</a:t>
          </a:r>
          <a:endParaRPr lang="en-US" sz="1500" kern="1200" dirty="0"/>
        </a:p>
      </dsp:txBody>
      <dsp:txXfrm>
        <a:off x="2956718" y="1905238"/>
        <a:ext cx="1838086" cy="555189"/>
      </dsp:txXfrm>
    </dsp:sp>
    <dsp:sp modelId="{8EA90811-8820-4C87-A9F3-DB29F2CF126C}">
      <dsp:nvSpPr>
        <dsp:cNvPr id="0" name=""/>
        <dsp:cNvSpPr/>
      </dsp:nvSpPr>
      <dsp:spPr>
        <a:xfrm>
          <a:off x="3333194" y="2460428"/>
          <a:ext cx="1838086" cy="1053000"/>
        </a:xfrm>
        <a:prstGeom prst="roundRect">
          <a:avLst>
            <a:gd name="adj" fmla="val 10000"/>
          </a:avLst>
        </a:prstGeom>
        <a:solidFill>
          <a:schemeClr val="lt1">
            <a:alpha val="90000"/>
            <a:hueOff val="0"/>
            <a:satOff val="0"/>
            <a:lumOff val="0"/>
            <a:alphaOff val="0"/>
          </a:schemeClr>
        </a:solidFill>
        <a:ln w="34925"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114300" lvl="1" indent="-114300" algn="l" defTabSz="666750">
            <a:lnSpc>
              <a:spcPct val="90000"/>
            </a:lnSpc>
            <a:spcBef>
              <a:spcPct val="0"/>
            </a:spcBef>
            <a:spcAft>
              <a:spcPct val="15000"/>
            </a:spcAft>
            <a:buChar char="••"/>
          </a:pPr>
          <a:r>
            <a:rPr lang="en-US" sz="1500" b="1" kern="1200" dirty="0" smtClean="0"/>
            <a:t>Definition</a:t>
          </a:r>
          <a:r>
            <a:rPr lang="en-US" sz="1500" kern="1200" dirty="0" smtClean="0"/>
            <a:t> of feature importance</a:t>
          </a:r>
          <a:endParaRPr lang="en-US" sz="1500" kern="1200" dirty="0"/>
        </a:p>
      </dsp:txBody>
      <dsp:txXfrm>
        <a:off x="3364035" y="2491269"/>
        <a:ext cx="1776404" cy="991318"/>
      </dsp:txXfrm>
    </dsp:sp>
    <dsp:sp modelId="{C2F03904-8EF7-4FFE-9BF9-CCF4C1D4258F}">
      <dsp:nvSpPr>
        <dsp:cNvPr id="0" name=""/>
        <dsp:cNvSpPr/>
      </dsp:nvSpPr>
      <dsp:spPr>
        <a:xfrm>
          <a:off x="5073452" y="1954018"/>
          <a:ext cx="590732" cy="4576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a:p>
      </dsp:txBody>
      <dsp:txXfrm>
        <a:off x="5073452" y="2045544"/>
        <a:ext cx="453443" cy="274578"/>
      </dsp:txXfrm>
    </dsp:sp>
    <dsp:sp modelId="{97BCE356-FFA0-49E8-97A9-936AE601111A}">
      <dsp:nvSpPr>
        <dsp:cNvPr id="0" name=""/>
        <dsp:cNvSpPr/>
      </dsp:nvSpPr>
      <dsp:spPr>
        <a:xfrm>
          <a:off x="5909394" y="1905238"/>
          <a:ext cx="1838086" cy="832783"/>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57150" numCol="1" spcCol="1270" anchor="t" anchorCtr="0">
          <a:noAutofit/>
        </a:bodyPr>
        <a:lstStyle/>
        <a:p>
          <a:pPr lvl="0" algn="l" defTabSz="666750">
            <a:lnSpc>
              <a:spcPct val="90000"/>
            </a:lnSpc>
            <a:spcBef>
              <a:spcPct val="0"/>
            </a:spcBef>
            <a:spcAft>
              <a:spcPct val="35000"/>
            </a:spcAft>
          </a:pPr>
          <a:r>
            <a:rPr lang="en-US" sz="1500" kern="1200" dirty="0" smtClean="0"/>
            <a:t>How to perform feature importance</a:t>
          </a:r>
          <a:endParaRPr lang="en-US" sz="1500" kern="1200" dirty="0"/>
        </a:p>
      </dsp:txBody>
      <dsp:txXfrm>
        <a:off x="5909394" y="1905238"/>
        <a:ext cx="1838086" cy="555189"/>
      </dsp:txXfrm>
    </dsp:sp>
    <dsp:sp modelId="{F9999F20-96AE-4814-B499-5B0A292F1029}">
      <dsp:nvSpPr>
        <dsp:cNvPr id="0" name=""/>
        <dsp:cNvSpPr/>
      </dsp:nvSpPr>
      <dsp:spPr>
        <a:xfrm>
          <a:off x="6285870" y="2460428"/>
          <a:ext cx="1838086" cy="1053000"/>
        </a:xfrm>
        <a:prstGeom prst="roundRect">
          <a:avLst>
            <a:gd name="adj" fmla="val 10000"/>
          </a:avLst>
        </a:prstGeom>
        <a:solidFill>
          <a:schemeClr val="lt1">
            <a:alpha val="90000"/>
            <a:hueOff val="0"/>
            <a:satOff val="0"/>
            <a:lumOff val="0"/>
            <a:alphaOff val="0"/>
          </a:schemeClr>
        </a:solidFill>
        <a:ln w="34925"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114300" lvl="1" indent="-114300" algn="l" defTabSz="666750">
            <a:lnSpc>
              <a:spcPct val="90000"/>
            </a:lnSpc>
            <a:spcBef>
              <a:spcPct val="0"/>
            </a:spcBef>
            <a:spcAft>
              <a:spcPct val="15000"/>
            </a:spcAft>
            <a:buChar char="••"/>
          </a:pPr>
          <a:r>
            <a:rPr lang="en-US" sz="1500" b="1" kern="1200" dirty="0" smtClean="0"/>
            <a:t>Calculation</a:t>
          </a:r>
          <a:r>
            <a:rPr lang="en-US" sz="1500" kern="1200" dirty="0" smtClean="0"/>
            <a:t> to get the </a:t>
          </a:r>
          <a:r>
            <a:rPr lang="en-US" sz="1500" b="1" i="0" kern="1200" dirty="0" smtClean="0"/>
            <a:t>importance</a:t>
          </a:r>
          <a:r>
            <a:rPr lang="en-US" sz="1500" kern="1200" dirty="0" smtClean="0"/>
            <a:t> for each variable/feature</a:t>
          </a:r>
          <a:endParaRPr lang="en-US" sz="1500" kern="1200" dirty="0"/>
        </a:p>
      </dsp:txBody>
      <dsp:txXfrm>
        <a:off x="6316711" y="2491269"/>
        <a:ext cx="1776404" cy="9913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D6A908-36E6-40D0-8A38-B9CCA6A93747}">
      <dsp:nvSpPr>
        <dsp:cNvPr id="0" name=""/>
        <dsp:cNvSpPr/>
      </dsp:nvSpPr>
      <dsp:spPr>
        <a:xfrm>
          <a:off x="4042" y="1905238"/>
          <a:ext cx="1838086" cy="832783"/>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57150" numCol="1" spcCol="1270" anchor="t" anchorCtr="0">
          <a:noAutofit/>
        </a:bodyPr>
        <a:lstStyle/>
        <a:p>
          <a:pPr lvl="0" algn="l" defTabSz="666750">
            <a:lnSpc>
              <a:spcPct val="90000"/>
            </a:lnSpc>
            <a:spcBef>
              <a:spcPct val="0"/>
            </a:spcBef>
            <a:spcAft>
              <a:spcPct val="35000"/>
            </a:spcAft>
          </a:pPr>
          <a:r>
            <a:rPr lang="en-US" sz="1500" kern="1200" dirty="0" smtClean="0"/>
            <a:t>SVM Summary</a:t>
          </a:r>
          <a:endParaRPr lang="en-US" sz="1500" kern="1200" dirty="0"/>
        </a:p>
      </dsp:txBody>
      <dsp:txXfrm>
        <a:off x="4042" y="1905238"/>
        <a:ext cx="1838086" cy="555189"/>
      </dsp:txXfrm>
    </dsp:sp>
    <dsp:sp modelId="{37871BCA-62B2-49C7-BD1D-ACD742ADAB34}">
      <dsp:nvSpPr>
        <dsp:cNvPr id="0" name=""/>
        <dsp:cNvSpPr/>
      </dsp:nvSpPr>
      <dsp:spPr>
        <a:xfrm>
          <a:off x="380518" y="2460428"/>
          <a:ext cx="1838086" cy="1053000"/>
        </a:xfrm>
        <a:prstGeom prst="roundRect">
          <a:avLst>
            <a:gd name="adj" fmla="val 10000"/>
          </a:avLst>
        </a:prstGeom>
        <a:solidFill>
          <a:schemeClr val="lt1">
            <a:alpha val="90000"/>
            <a:hueOff val="0"/>
            <a:satOff val="0"/>
            <a:lumOff val="0"/>
            <a:alphaOff val="0"/>
          </a:schemeClr>
        </a:solidFill>
        <a:ln w="34925"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114300" lvl="1" indent="-114300" algn="l" defTabSz="666750">
            <a:lnSpc>
              <a:spcPct val="90000"/>
            </a:lnSpc>
            <a:spcBef>
              <a:spcPct val="0"/>
            </a:spcBef>
            <a:spcAft>
              <a:spcPct val="15000"/>
            </a:spcAft>
            <a:buChar char="••"/>
          </a:pPr>
          <a:r>
            <a:rPr lang="en-US" sz="1500" b="1" kern="1200" dirty="0" smtClean="0"/>
            <a:t>Which part </a:t>
          </a:r>
          <a:r>
            <a:rPr lang="en-US" sz="1500" kern="1200" dirty="0" smtClean="0"/>
            <a:t>of SVM model that needs to be </a:t>
          </a:r>
          <a:r>
            <a:rPr lang="en-US" sz="1500" b="1" kern="1200" dirty="0" smtClean="0"/>
            <a:t>highlighted</a:t>
          </a:r>
          <a:endParaRPr lang="en-US" sz="1500" b="1" kern="1200" dirty="0"/>
        </a:p>
      </dsp:txBody>
      <dsp:txXfrm>
        <a:off x="411359" y="2491269"/>
        <a:ext cx="1776404" cy="991318"/>
      </dsp:txXfrm>
    </dsp:sp>
    <dsp:sp modelId="{48837DDD-8A91-4549-8778-FBC481569835}">
      <dsp:nvSpPr>
        <dsp:cNvPr id="0" name=""/>
        <dsp:cNvSpPr/>
      </dsp:nvSpPr>
      <dsp:spPr>
        <a:xfrm>
          <a:off x="2120776" y="1954018"/>
          <a:ext cx="590732" cy="4576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a:p>
      </dsp:txBody>
      <dsp:txXfrm>
        <a:off x="2120776" y="2045544"/>
        <a:ext cx="453443" cy="274578"/>
      </dsp:txXfrm>
    </dsp:sp>
    <dsp:sp modelId="{56238099-9E55-405A-8EED-0987AD2E6F70}">
      <dsp:nvSpPr>
        <dsp:cNvPr id="0" name=""/>
        <dsp:cNvSpPr/>
      </dsp:nvSpPr>
      <dsp:spPr>
        <a:xfrm>
          <a:off x="2956718" y="1905238"/>
          <a:ext cx="1838086" cy="832783"/>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57150" numCol="1" spcCol="1270" anchor="t" anchorCtr="0">
          <a:noAutofit/>
        </a:bodyPr>
        <a:lstStyle/>
        <a:p>
          <a:pPr lvl="0" algn="l" defTabSz="666750">
            <a:lnSpc>
              <a:spcPct val="90000"/>
            </a:lnSpc>
            <a:spcBef>
              <a:spcPct val="0"/>
            </a:spcBef>
            <a:spcAft>
              <a:spcPct val="35000"/>
            </a:spcAft>
          </a:pPr>
          <a:r>
            <a:rPr lang="en-US" sz="1500" kern="1200" dirty="0" smtClean="0"/>
            <a:t>Feature Importance</a:t>
          </a:r>
          <a:endParaRPr lang="en-US" sz="1500" kern="1200" dirty="0"/>
        </a:p>
      </dsp:txBody>
      <dsp:txXfrm>
        <a:off x="2956718" y="1905238"/>
        <a:ext cx="1838086" cy="555189"/>
      </dsp:txXfrm>
    </dsp:sp>
    <dsp:sp modelId="{8EA90811-8820-4C87-A9F3-DB29F2CF126C}">
      <dsp:nvSpPr>
        <dsp:cNvPr id="0" name=""/>
        <dsp:cNvSpPr/>
      </dsp:nvSpPr>
      <dsp:spPr>
        <a:xfrm>
          <a:off x="3333194" y="2460428"/>
          <a:ext cx="1838086" cy="1053000"/>
        </a:xfrm>
        <a:prstGeom prst="roundRect">
          <a:avLst>
            <a:gd name="adj" fmla="val 10000"/>
          </a:avLst>
        </a:prstGeom>
        <a:solidFill>
          <a:schemeClr val="lt1">
            <a:alpha val="90000"/>
            <a:hueOff val="0"/>
            <a:satOff val="0"/>
            <a:lumOff val="0"/>
            <a:alphaOff val="0"/>
          </a:schemeClr>
        </a:solidFill>
        <a:ln w="34925"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114300" lvl="1" indent="-114300" algn="l" defTabSz="666750">
            <a:lnSpc>
              <a:spcPct val="90000"/>
            </a:lnSpc>
            <a:spcBef>
              <a:spcPct val="0"/>
            </a:spcBef>
            <a:spcAft>
              <a:spcPct val="15000"/>
            </a:spcAft>
            <a:buChar char="••"/>
          </a:pPr>
          <a:r>
            <a:rPr lang="en-US" sz="1500" b="1" kern="1200" dirty="0" smtClean="0"/>
            <a:t>Definition</a:t>
          </a:r>
          <a:r>
            <a:rPr lang="en-US" sz="1500" kern="1200" dirty="0" smtClean="0"/>
            <a:t> of feature importance</a:t>
          </a:r>
          <a:endParaRPr lang="en-US" sz="1500" kern="1200" dirty="0"/>
        </a:p>
      </dsp:txBody>
      <dsp:txXfrm>
        <a:off x="3364035" y="2491269"/>
        <a:ext cx="1776404" cy="991318"/>
      </dsp:txXfrm>
    </dsp:sp>
    <dsp:sp modelId="{C2F03904-8EF7-4FFE-9BF9-CCF4C1D4258F}">
      <dsp:nvSpPr>
        <dsp:cNvPr id="0" name=""/>
        <dsp:cNvSpPr/>
      </dsp:nvSpPr>
      <dsp:spPr>
        <a:xfrm>
          <a:off x="5073452" y="1954018"/>
          <a:ext cx="590732" cy="4576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a:p>
      </dsp:txBody>
      <dsp:txXfrm>
        <a:off x="5073452" y="2045544"/>
        <a:ext cx="453443" cy="274578"/>
      </dsp:txXfrm>
    </dsp:sp>
    <dsp:sp modelId="{97BCE356-FFA0-49E8-97A9-936AE601111A}">
      <dsp:nvSpPr>
        <dsp:cNvPr id="0" name=""/>
        <dsp:cNvSpPr/>
      </dsp:nvSpPr>
      <dsp:spPr>
        <a:xfrm>
          <a:off x="5909394" y="1905238"/>
          <a:ext cx="1838086" cy="832783"/>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57150" numCol="1" spcCol="1270" anchor="t" anchorCtr="0">
          <a:noAutofit/>
        </a:bodyPr>
        <a:lstStyle/>
        <a:p>
          <a:pPr lvl="0" algn="l" defTabSz="666750">
            <a:lnSpc>
              <a:spcPct val="90000"/>
            </a:lnSpc>
            <a:spcBef>
              <a:spcPct val="0"/>
            </a:spcBef>
            <a:spcAft>
              <a:spcPct val="35000"/>
            </a:spcAft>
          </a:pPr>
          <a:r>
            <a:rPr lang="en-US" sz="1500" kern="1200" dirty="0" smtClean="0"/>
            <a:t>How to perform feature importance</a:t>
          </a:r>
          <a:endParaRPr lang="en-US" sz="1500" kern="1200" dirty="0"/>
        </a:p>
      </dsp:txBody>
      <dsp:txXfrm>
        <a:off x="5909394" y="1905238"/>
        <a:ext cx="1838086" cy="555189"/>
      </dsp:txXfrm>
    </dsp:sp>
    <dsp:sp modelId="{F9999F20-96AE-4814-B499-5B0A292F1029}">
      <dsp:nvSpPr>
        <dsp:cNvPr id="0" name=""/>
        <dsp:cNvSpPr/>
      </dsp:nvSpPr>
      <dsp:spPr>
        <a:xfrm>
          <a:off x="6285870" y="2460428"/>
          <a:ext cx="1838086" cy="1053000"/>
        </a:xfrm>
        <a:prstGeom prst="roundRect">
          <a:avLst>
            <a:gd name="adj" fmla="val 10000"/>
          </a:avLst>
        </a:prstGeom>
        <a:solidFill>
          <a:schemeClr val="lt1">
            <a:alpha val="90000"/>
            <a:hueOff val="0"/>
            <a:satOff val="0"/>
            <a:lumOff val="0"/>
            <a:alphaOff val="0"/>
          </a:schemeClr>
        </a:solidFill>
        <a:ln w="34925"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114300" lvl="1" indent="-114300" algn="l" defTabSz="666750">
            <a:lnSpc>
              <a:spcPct val="90000"/>
            </a:lnSpc>
            <a:spcBef>
              <a:spcPct val="0"/>
            </a:spcBef>
            <a:spcAft>
              <a:spcPct val="15000"/>
            </a:spcAft>
            <a:buChar char="••"/>
          </a:pPr>
          <a:r>
            <a:rPr lang="en-US" sz="1500" b="1" kern="1200" dirty="0" smtClean="0"/>
            <a:t>Calculation</a:t>
          </a:r>
          <a:r>
            <a:rPr lang="en-US" sz="1500" kern="1200" dirty="0" smtClean="0"/>
            <a:t> to get the </a:t>
          </a:r>
          <a:r>
            <a:rPr lang="en-US" sz="1500" b="1" i="0" kern="1200" dirty="0" smtClean="0"/>
            <a:t>importance</a:t>
          </a:r>
          <a:r>
            <a:rPr lang="en-US" sz="1500" kern="1200" dirty="0" smtClean="0"/>
            <a:t> for each variable/feature</a:t>
          </a:r>
          <a:endParaRPr lang="en-US" sz="1500" kern="1200" dirty="0"/>
        </a:p>
      </dsp:txBody>
      <dsp:txXfrm>
        <a:off x="6316711" y="2491269"/>
        <a:ext cx="1776404" cy="9913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D6A908-36E6-40D0-8A38-B9CCA6A93747}">
      <dsp:nvSpPr>
        <dsp:cNvPr id="0" name=""/>
        <dsp:cNvSpPr/>
      </dsp:nvSpPr>
      <dsp:spPr>
        <a:xfrm>
          <a:off x="4042" y="1905238"/>
          <a:ext cx="1838086" cy="832783"/>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57150" numCol="1" spcCol="1270" anchor="t" anchorCtr="0">
          <a:noAutofit/>
        </a:bodyPr>
        <a:lstStyle/>
        <a:p>
          <a:pPr lvl="0" algn="l" defTabSz="666750">
            <a:lnSpc>
              <a:spcPct val="90000"/>
            </a:lnSpc>
            <a:spcBef>
              <a:spcPct val="0"/>
            </a:spcBef>
            <a:spcAft>
              <a:spcPct val="35000"/>
            </a:spcAft>
          </a:pPr>
          <a:r>
            <a:rPr lang="en-US" sz="1500" kern="1200" dirty="0" smtClean="0"/>
            <a:t>SVM Summary</a:t>
          </a:r>
          <a:endParaRPr lang="en-US" sz="1500" kern="1200" dirty="0"/>
        </a:p>
      </dsp:txBody>
      <dsp:txXfrm>
        <a:off x="4042" y="1905238"/>
        <a:ext cx="1838086" cy="555189"/>
      </dsp:txXfrm>
    </dsp:sp>
    <dsp:sp modelId="{37871BCA-62B2-49C7-BD1D-ACD742ADAB34}">
      <dsp:nvSpPr>
        <dsp:cNvPr id="0" name=""/>
        <dsp:cNvSpPr/>
      </dsp:nvSpPr>
      <dsp:spPr>
        <a:xfrm>
          <a:off x="380518" y="2460428"/>
          <a:ext cx="1838086" cy="1053000"/>
        </a:xfrm>
        <a:prstGeom prst="roundRect">
          <a:avLst>
            <a:gd name="adj" fmla="val 10000"/>
          </a:avLst>
        </a:prstGeom>
        <a:solidFill>
          <a:schemeClr val="lt1">
            <a:alpha val="90000"/>
            <a:hueOff val="0"/>
            <a:satOff val="0"/>
            <a:lumOff val="0"/>
            <a:alphaOff val="0"/>
          </a:schemeClr>
        </a:solidFill>
        <a:ln w="34925"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114300" lvl="1" indent="-114300" algn="l" defTabSz="666750">
            <a:lnSpc>
              <a:spcPct val="90000"/>
            </a:lnSpc>
            <a:spcBef>
              <a:spcPct val="0"/>
            </a:spcBef>
            <a:spcAft>
              <a:spcPct val="15000"/>
            </a:spcAft>
            <a:buChar char="••"/>
          </a:pPr>
          <a:r>
            <a:rPr lang="en-US" sz="1500" b="1" kern="1200" dirty="0" smtClean="0"/>
            <a:t>Which part </a:t>
          </a:r>
          <a:r>
            <a:rPr lang="en-US" sz="1500" kern="1200" dirty="0" smtClean="0"/>
            <a:t>of SVM model that needs to be </a:t>
          </a:r>
          <a:r>
            <a:rPr lang="en-US" sz="1500" b="1" kern="1200" dirty="0" smtClean="0"/>
            <a:t>highlighted</a:t>
          </a:r>
          <a:endParaRPr lang="en-US" sz="1500" b="1" kern="1200" dirty="0"/>
        </a:p>
      </dsp:txBody>
      <dsp:txXfrm>
        <a:off x="411359" y="2491269"/>
        <a:ext cx="1776404" cy="991318"/>
      </dsp:txXfrm>
    </dsp:sp>
    <dsp:sp modelId="{48837DDD-8A91-4549-8778-FBC481569835}">
      <dsp:nvSpPr>
        <dsp:cNvPr id="0" name=""/>
        <dsp:cNvSpPr/>
      </dsp:nvSpPr>
      <dsp:spPr>
        <a:xfrm>
          <a:off x="2120776" y="1954018"/>
          <a:ext cx="590732" cy="4576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a:p>
      </dsp:txBody>
      <dsp:txXfrm>
        <a:off x="2120776" y="2045544"/>
        <a:ext cx="453443" cy="274578"/>
      </dsp:txXfrm>
    </dsp:sp>
    <dsp:sp modelId="{56238099-9E55-405A-8EED-0987AD2E6F70}">
      <dsp:nvSpPr>
        <dsp:cNvPr id="0" name=""/>
        <dsp:cNvSpPr/>
      </dsp:nvSpPr>
      <dsp:spPr>
        <a:xfrm>
          <a:off x="2956718" y="1905238"/>
          <a:ext cx="1838086" cy="832783"/>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57150" numCol="1" spcCol="1270" anchor="t" anchorCtr="0">
          <a:noAutofit/>
        </a:bodyPr>
        <a:lstStyle/>
        <a:p>
          <a:pPr lvl="0" algn="l" defTabSz="666750">
            <a:lnSpc>
              <a:spcPct val="90000"/>
            </a:lnSpc>
            <a:spcBef>
              <a:spcPct val="0"/>
            </a:spcBef>
            <a:spcAft>
              <a:spcPct val="35000"/>
            </a:spcAft>
          </a:pPr>
          <a:r>
            <a:rPr lang="en-US" sz="1500" kern="1200" dirty="0" smtClean="0"/>
            <a:t>Feature Importance</a:t>
          </a:r>
          <a:endParaRPr lang="en-US" sz="1500" kern="1200" dirty="0"/>
        </a:p>
      </dsp:txBody>
      <dsp:txXfrm>
        <a:off x="2956718" y="1905238"/>
        <a:ext cx="1838086" cy="555189"/>
      </dsp:txXfrm>
    </dsp:sp>
    <dsp:sp modelId="{8EA90811-8820-4C87-A9F3-DB29F2CF126C}">
      <dsp:nvSpPr>
        <dsp:cNvPr id="0" name=""/>
        <dsp:cNvSpPr/>
      </dsp:nvSpPr>
      <dsp:spPr>
        <a:xfrm>
          <a:off x="3333194" y="2460428"/>
          <a:ext cx="1838086" cy="1053000"/>
        </a:xfrm>
        <a:prstGeom prst="roundRect">
          <a:avLst>
            <a:gd name="adj" fmla="val 10000"/>
          </a:avLst>
        </a:prstGeom>
        <a:solidFill>
          <a:schemeClr val="lt1">
            <a:alpha val="90000"/>
            <a:hueOff val="0"/>
            <a:satOff val="0"/>
            <a:lumOff val="0"/>
            <a:alphaOff val="0"/>
          </a:schemeClr>
        </a:solidFill>
        <a:ln w="34925"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114300" lvl="1" indent="-114300" algn="l" defTabSz="666750">
            <a:lnSpc>
              <a:spcPct val="90000"/>
            </a:lnSpc>
            <a:spcBef>
              <a:spcPct val="0"/>
            </a:spcBef>
            <a:spcAft>
              <a:spcPct val="15000"/>
            </a:spcAft>
            <a:buChar char="••"/>
          </a:pPr>
          <a:r>
            <a:rPr lang="en-US" sz="1500" b="1" kern="1200" dirty="0" smtClean="0"/>
            <a:t>Definition</a:t>
          </a:r>
          <a:r>
            <a:rPr lang="en-US" sz="1500" kern="1200" dirty="0" smtClean="0"/>
            <a:t> of feature importance</a:t>
          </a:r>
          <a:endParaRPr lang="en-US" sz="1500" kern="1200" dirty="0"/>
        </a:p>
      </dsp:txBody>
      <dsp:txXfrm>
        <a:off x="3364035" y="2491269"/>
        <a:ext cx="1776404" cy="991318"/>
      </dsp:txXfrm>
    </dsp:sp>
    <dsp:sp modelId="{C2F03904-8EF7-4FFE-9BF9-CCF4C1D4258F}">
      <dsp:nvSpPr>
        <dsp:cNvPr id="0" name=""/>
        <dsp:cNvSpPr/>
      </dsp:nvSpPr>
      <dsp:spPr>
        <a:xfrm>
          <a:off x="5073452" y="1954018"/>
          <a:ext cx="590732" cy="4576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a:p>
      </dsp:txBody>
      <dsp:txXfrm>
        <a:off x="5073452" y="2045544"/>
        <a:ext cx="453443" cy="274578"/>
      </dsp:txXfrm>
    </dsp:sp>
    <dsp:sp modelId="{97BCE356-FFA0-49E8-97A9-936AE601111A}">
      <dsp:nvSpPr>
        <dsp:cNvPr id="0" name=""/>
        <dsp:cNvSpPr/>
      </dsp:nvSpPr>
      <dsp:spPr>
        <a:xfrm>
          <a:off x="5909394" y="1905238"/>
          <a:ext cx="1838086" cy="832783"/>
        </a:xfrm>
        <a:prstGeom prst="roundRect">
          <a:avLst>
            <a:gd name="adj" fmla="val 10000"/>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57150" numCol="1" spcCol="1270" anchor="t" anchorCtr="0">
          <a:noAutofit/>
        </a:bodyPr>
        <a:lstStyle/>
        <a:p>
          <a:pPr lvl="0" algn="l" defTabSz="666750">
            <a:lnSpc>
              <a:spcPct val="90000"/>
            </a:lnSpc>
            <a:spcBef>
              <a:spcPct val="0"/>
            </a:spcBef>
            <a:spcAft>
              <a:spcPct val="35000"/>
            </a:spcAft>
          </a:pPr>
          <a:r>
            <a:rPr lang="en-US" sz="1500" kern="1200" dirty="0" smtClean="0"/>
            <a:t>How to perform feature importance</a:t>
          </a:r>
          <a:endParaRPr lang="en-US" sz="1500" kern="1200" dirty="0"/>
        </a:p>
      </dsp:txBody>
      <dsp:txXfrm>
        <a:off x="5909394" y="1905238"/>
        <a:ext cx="1838086" cy="555189"/>
      </dsp:txXfrm>
    </dsp:sp>
    <dsp:sp modelId="{F9999F20-96AE-4814-B499-5B0A292F1029}">
      <dsp:nvSpPr>
        <dsp:cNvPr id="0" name=""/>
        <dsp:cNvSpPr/>
      </dsp:nvSpPr>
      <dsp:spPr>
        <a:xfrm>
          <a:off x="6285870" y="2460428"/>
          <a:ext cx="1838086" cy="1053000"/>
        </a:xfrm>
        <a:prstGeom prst="roundRect">
          <a:avLst>
            <a:gd name="adj" fmla="val 10000"/>
          </a:avLst>
        </a:prstGeom>
        <a:solidFill>
          <a:schemeClr val="lt1">
            <a:alpha val="90000"/>
            <a:hueOff val="0"/>
            <a:satOff val="0"/>
            <a:lumOff val="0"/>
            <a:alphaOff val="0"/>
          </a:schemeClr>
        </a:solidFill>
        <a:ln w="34925"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114300" lvl="1" indent="-114300" algn="l" defTabSz="666750">
            <a:lnSpc>
              <a:spcPct val="90000"/>
            </a:lnSpc>
            <a:spcBef>
              <a:spcPct val="0"/>
            </a:spcBef>
            <a:spcAft>
              <a:spcPct val="15000"/>
            </a:spcAft>
            <a:buChar char="••"/>
          </a:pPr>
          <a:r>
            <a:rPr lang="en-US" sz="1500" b="1" kern="1200" dirty="0" smtClean="0"/>
            <a:t>Calculation</a:t>
          </a:r>
          <a:r>
            <a:rPr lang="en-US" sz="1500" kern="1200" dirty="0" smtClean="0"/>
            <a:t> to get the </a:t>
          </a:r>
          <a:r>
            <a:rPr lang="en-US" sz="1500" b="1" i="0" kern="1200" dirty="0" smtClean="0"/>
            <a:t>importance</a:t>
          </a:r>
          <a:r>
            <a:rPr lang="en-US" sz="1500" kern="1200" dirty="0" smtClean="0"/>
            <a:t> for each variable/feature</a:t>
          </a:r>
          <a:endParaRPr lang="en-US" sz="1500" kern="1200" dirty="0"/>
        </a:p>
      </dsp:txBody>
      <dsp:txXfrm>
        <a:off x="6316711" y="2491269"/>
        <a:ext cx="1776404" cy="991318"/>
      </dsp:txXfrm>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D8546E-9DA5-495E-9F52-3A17F17C2998}" type="datetimeFigureOut">
              <a:rPr lang="en-US" smtClean="0"/>
              <a:t>2/22/2022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8AC2E5-3674-41B2-8F3C-3EBDCBD7E51D}" type="slidenum">
              <a:rPr lang="en-US" smtClean="0"/>
              <a:t>‹#›</a:t>
            </a:fld>
            <a:endParaRPr lang="en-US"/>
          </a:p>
        </p:txBody>
      </p:sp>
    </p:spTree>
    <p:extLst>
      <p:ext uri="{BB962C8B-B14F-4D97-AF65-F5344CB8AC3E}">
        <p14:creationId xmlns:p14="http://schemas.microsoft.com/office/powerpoint/2010/main" val="668207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US" sz="1200" b="0" i="0" u="none" strike="noStrike" dirty="0" smtClean="0">
                <a:solidFill>
                  <a:srgbClr val="000000"/>
                </a:solidFill>
                <a:effectLst/>
                <a:latin typeface="Arial" panose="020B0604020202020204" pitchFamily="34" charset="0"/>
              </a:rPr>
              <a:t>I will present feature analysis which is commonly known as feature importance. </a:t>
            </a:r>
            <a:endParaRPr lang="en-US" b="0" dirty="0" smtClean="0">
              <a:effectLst/>
            </a:endParaRPr>
          </a:p>
          <a:p>
            <a:pPr rtl="0">
              <a:spcBef>
                <a:spcPts val="0"/>
              </a:spcBef>
              <a:spcAft>
                <a:spcPts val="0"/>
              </a:spcAft>
            </a:pPr>
            <a:r>
              <a:rPr lang="en-US" sz="1200" b="0" i="0" u="none" strike="noStrike" dirty="0" smtClean="0">
                <a:solidFill>
                  <a:srgbClr val="000000"/>
                </a:solidFill>
                <a:effectLst/>
                <a:latin typeface="Arial" panose="020B0604020202020204" pitchFamily="34" charset="0"/>
              </a:rPr>
              <a:t>The feature importance that I will explain is derived from one of the popular machine learning classifiers, that is “support vector machine - SVM classifier.</a:t>
            </a:r>
            <a:endParaRPr lang="en-US" b="0" dirty="0" smtClean="0">
              <a:effectLst/>
            </a:endParaRPr>
          </a:p>
          <a:p>
            <a:pPr rtl="0">
              <a:spcBef>
                <a:spcPts val="0"/>
              </a:spcBef>
              <a:spcAft>
                <a:spcPts val="0"/>
              </a:spcAft>
            </a:pPr>
            <a:r>
              <a:rPr lang="en-US" sz="1200" b="0" i="0" u="none" strike="noStrike" dirty="0" smtClean="0">
                <a:solidFill>
                  <a:srgbClr val="000000"/>
                </a:solidFill>
                <a:effectLst/>
                <a:latin typeface="Arial" panose="020B0604020202020204" pitchFamily="34" charset="0"/>
              </a:rPr>
              <a:t>So we need to run our data using an SVM classifier to get an SVM model, after that we can perform feature importance</a:t>
            </a:r>
            <a:endParaRPr lang="en-US" b="0" dirty="0" smtClean="0">
              <a:effectLst/>
            </a:endParaRPr>
          </a:p>
        </p:txBody>
      </p:sp>
      <p:sp>
        <p:nvSpPr>
          <p:cNvPr id="4" name="Slide Number Placeholder 3"/>
          <p:cNvSpPr>
            <a:spLocks noGrp="1"/>
          </p:cNvSpPr>
          <p:nvPr>
            <p:ph type="sldNum" sz="quarter" idx="10"/>
          </p:nvPr>
        </p:nvSpPr>
        <p:spPr/>
        <p:txBody>
          <a:bodyPr/>
          <a:lstStyle/>
          <a:p>
            <a:fld id="{788AC2E5-3674-41B2-8F3C-3EBDCBD7E51D}" type="slidenum">
              <a:rPr lang="en-US" smtClean="0"/>
              <a:t>1</a:t>
            </a:fld>
            <a:endParaRPr lang="en-US"/>
          </a:p>
        </p:txBody>
      </p:sp>
    </p:spTree>
    <p:extLst>
      <p:ext uri="{BB962C8B-B14F-4D97-AF65-F5344CB8AC3E}">
        <p14:creationId xmlns:p14="http://schemas.microsoft.com/office/powerpoint/2010/main" val="38586845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Before further explanation, I will explain why we need feature importance.</a:t>
            </a:r>
            <a:endParaRPr lang="en-US" b="0" dirty="0" smtClean="0">
              <a:effectLst/>
            </a:endParaRPr>
          </a:p>
          <a:p>
            <a:pPr marL="171450" indent="-171450" rtl="0">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As the name, feature importance is used to define which feature that affects the most in producing better accuracy. Or which one is the most important feature in producing better accuracy.</a:t>
            </a:r>
            <a:endParaRPr lang="en-US" b="0" dirty="0" smtClean="0">
              <a:effectLst/>
            </a:endParaRPr>
          </a:p>
          <a:p>
            <a:pPr marL="171450" indent="-171450" rtl="0">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In other words, if we delete this most important feature, then our accuracy will be reduced.</a:t>
            </a:r>
            <a:endParaRPr lang="en-US" b="0" dirty="0" smtClean="0">
              <a:effectLst/>
            </a:endParaRPr>
          </a:p>
          <a:p>
            <a:pPr marL="171450" indent="-171450" rtl="0">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This feature analysis also important for experiment that want to test new additional features. Suppose, we have baseline consists of 3 common features (A, B, C), and Proposed combine the common features and new additional features (P, Q, R). So for proposed there are 6 features. </a:t>
            </a:r>
            <a:endParaRPr lang="en-US" b="0" dirty="0" smtClean="0">
              <a:effectLst/>
            </a:endParaRPr>
          </a:p>
          <a:p>
            <a:pPr marL="171450" indent="-171450" rtl="0">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When test the proposed model which contain all features, we </a:t>
            </a:r>
            <a:r>
              <a:rPr lang="en-US" sz="1200" b="0" i="0" u="none" strike="noStrike" kern="1200" dirty="0" err="1" smtClean="0">
                <a:solidFill>
                  <a:schemeClr val="tx1"/>
                </a:solidFill>
                <a:effectLst/>
                <a:latin typeface="+mn-lt"/>
                <a:ea typeface="+mn-ea"/>
                <a:cs typeface="+mn-cs"/>
              </a:rPr>
              <a:t>analyse</a:t>
            </a:r>
            <a:r>
              <a:rPr lang="en-US" sz="1200" b="0" i="0" u="none" strike="noStrike" kern="1200" dirty="0" smtClean="0">
                <a:solidFill>
                  <a:schemeClr val="tx1"/>
                </a:solidFill>
                <a:effectLst/>
                <a:latin typeface="+mn-lt"/>
                <a:ea typeface="+mn-ea"/>
                <a:cs typeface="+mn-cs"/>
              </a:rPr>
              <a:t> is there any additional feature that is important than common features. When we see this chart, we know that P, one of the additional features is the most important among others. If we delete this feature, it will weaken the performance.</a:t>
            </a:r>
            <a:endParaRPr lang="en-US" b="0" dirty="0" smtClean="0">
              <a:effectLst/>
            </a:endParaRPr>
          </a:p>
          <a:p>
            <a:pPr marL="171450" indent="-171450">
              <a:buFont typeface="Arial" panose="020B0604020202020204" pitchFamily="34" charset="0"/>
              <a:buChar char="•"/>
            </a:pPr>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788AC2E5-3674-41B2-8F3C-3EBDCBD7E51D}" type="slidenum">
              <a:rPr lang="en-US" smtClean="0"/>
              <a:t>2</a:t>
            </a:fld>
            <a:endParaRPr lang="en-US"/>
          </a:p>
        </p:txBody>
      </p:sp>
    </p:spTree>
    <p:extLst>
      <p:ext uri="{BB962C8B-B14F-4D97-AF65-F5344CB8AC3E}">
        <p14:creationId xmlns:p14="http://schemas.microsoft.com/office/powerpoint/2010/main" val="393156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In the Data science flow experiment, feature importance is used in feature analysis, after we test the model and get the result.</a:t>
            </a:r>
            <a:endParaRPr lang="en-US" b="0" dirty="0" smtClean="0">
              <a:effectLst/>
            </a:endParaRP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2CA3AB2B-189A-4C92-A457-C6A3833631A7}" type="slidenum">
              <a:rPr lang="en-US" smtClean="0"/>
              <a:pPr/>
              <a:t>3</a:t>
            </a:fld>
            <a:endParaRPr lang="en-US"/>
          </a:p>
        </p:txBody>
      </p:sp>
    </p:spTree>
    <p:extLst>
      <p:ext uri="{BB962C8B-B14F-4D97-AF65-F5344CB8AC3E}">
        <p14:creationId xmlns:p14="http://schemas.microsoft.com/office/powerpoint/2010/main" val="11484150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smtClean="0">
                <a:solidFill>
                  <a:schemeClr val="tx1"/>
                </a:solidFill>
                <a:effectLst/>
                <a:latin typeface="+mn-lt"/>
                <a:ea typeface="+mn-ea"/>
                <a:cs typeface="+mn-cs"/>
              </a:rPr>
              <a:t>Back again to explain the feature importance of SVM model.</a:t>
            </a:r>
            <a:endParaRPr lang="en-US" dirty="0"/>
          </a:p>
        </p:txBody>
      </p:sp>
      <p:sp>
        <p:nvSpPr>
          <p:cNvPr id="4" name="Slide Number Placeholder 3"/>
          <p:cNvSpPr>
            <a:spLocks noGrp="1"/>
          </p:cNvSpPr>
          <p:nvPr>
            <p:ph type="sldNum" sz="quarter" idx="10"/>
          </p:nvPr>
        </p:nvSpPr>
        <p:spPr/>
        <p:txBody>
          <a:bodyPr/>
          <a:lstStyle/>
          <a:p>
            <a:fld id="{788AC2E5-3674-41B2-8F3C-3EBDCBD7E51D}" type="slidenum">
              <a:rPr lang="en-US" smtClean="0"/>
              <a:t>4</a:t>
            </a:fld>
            <a:endParaRPr lang="en-US"/>
          </a:p>
        </p:txBody>
      </p:sp>
    </p:spTree>
    <p:extLst>
      <p:ext uri="{BB962C8B-B14F-4D97-AF65-F5344CB8AC3E}">
        <p14:creationId xmlns:p14="http://schemas.microsoft.com/office/powerpoint/2010/main" val="21822106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This is the outline for explaining feature importance material.</a:t>
            </a:r>
            <a:endParaRPr lang="en-US" b="0" dirty="0" smtClean="0">
              <a:effectLst/>
            </a:endParaRPr>
          </a:p>
          <a:p>
            <a:pPr marL="228600" indent="-228600" rtl="0" fontAlgn="base">
              <a:buFont typeface="+mj-lt"/>
              <a:buAutoNum type="arabicPeriod"/>
            </a:pPr>
            <a:r>
              <a:rPr lang="en-US" sz="1200" b="0" i="0" u="none" strike="noStrike" kern="1200" dirty="0" smtClean="0">
                <a:solidFill>
                  <a:schemeClr val="tx1"/>
                </a:solidFill>
                <a:effectLst/>
                <a:latin typeface="+mn-lt"/>
                <a:ea typeface="+mn-ea"/>
                <a:cs typeface="+mn-cs"/>
              </a:rPr>
              <a:t>First, briefly explain about SVM. Before jump to explaining feature importance, we need to understand which part SVM that must be highlighted in performing feature importance</a:t>
            </a:r>
          </a:p>
          <a:p>
            <a:pPr marL="228600" indent="-228600" rtl="0" fontAlgn="base">
              <a:buFont typeface="+mj-lt"/>
              <a:buAutoNum type="arabicPeriod"/>
            </a:pPr>
            <a:r>
              <a:rPr lang="en-US" sz="1200" b="0" i="0" u="none" strike="noStrike" kern="1200" dirty="0" smtClean="0">
                <a:solidFill>
                  <a:schemeClr val="tx1"/>
                </a:solidFill>
                <a:effectLst/>
                <a:latin typeface="+mn-lt"/>
                <a:ea typeface="+mn-ea"/>
                <a:cs typeface="+mn-cs"/>
              </a:rPr>
              <a:t>Next explaining the feature importance itself. </a:t>
            </a:r>
          </a:p>
          <a:p>
            <a:pPr marL="228600" indent="-228600" rtl="0" fontAlgn="base">
              <a:buFont typeface="+mj-lt"/>
              <a:buAutoNum type="arabicPeriod"/>
            </a:pPr>
            <a:r>
              <a:rPr lang="en-US" sz="1200" b="0" i="0" u="none" strike="noStrike" kern="1200" dirty="0" smtClean="0">
                <a:solidFill>
                  <a:schemeClr val="tx1"/>
                </a:solidFill>
                <a:effectLst/>
                <a:latin typeface="+mn-lt"/>
                <a:ea typeface="+mn-ea"/>
                <a:cs typeface="+mn-cs"/>
              </a:rPr>
              <a:t>And Last Step by step how to perform feature importance and its implementation both manually and using code</a:t>
            </a:r>
          </a:p>
          <a:p>
            <a:pPr rtl="0"/>
            <a:r>
              <a:rPr lang="en-US" sz="1200" b="0" i="0" u="none" strike="noStrike" kern="1200" dirty="0" smtClean="0">
                <a:solidFill>
                  <a:schemeClr val="tx1"/>
                </a:solidFill>
                <a:effectLst/>
                <a:latin typeface="+mn-lt"/>
                <a:ea typeface="+mn-ea"/>
                <a:cs typeface="+mn-cs"/>
              </a:rPr>
              <a:t>First, briefly explain about SVM, which part SVM that must be highlighted </a:t>
            </a:r>
            <a:endParaRPr lang="en-US" b="0" dirty="0" smtClean="0">
              <a:effectLst/>
            </a:endParaRP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788AC2E5-3674-41B2-8F3C-3EBDCBD7E51D}" type="slidenum">
              <a:rPr lang="en-US" smtClean="0"/>
              <a:t>5</a:t>
            </a:fld>
            <a:endParaRPr lang="en-US"/>
          </a:p>
        </p:txBody>
      </p:sp>
    </p:spTree>
    <p:extLst>
      <p:ext uri="{BB962C8B-B14F-4D97-AF65-F5344CB8AC3E}">
        <p14:creationId xmlns:p14="http://schemas.microsoft.com/office/powerpoint/2010/main" val="786694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For example we have this kind of Data. </a:t>
            </a:r>
          </a:p>
          <a:p>
            <a:pPr marL="171450" indent="-171450" rtl="0">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There are 6 data points, the second column is their feature values (there are two features, feature A and B), and the last column is the class, there are 2 classes (negative and positive). </a:t>
            </a:r>
            <a:endParaRPr lang="en-US" b="0" dirty="0" smtClean="0">
              <a:effectLst/>
            </a:endParaRPr>
          </a:p>
          <a:p>
            <a:pPr marL="171450" indent="-171450" rtl="0">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According to this data points, we can plot each point and this is the illustration of the data. Yellow is for class positive, and blue is class negative.</a:t>
            </a:r>
            <a:endParaRPr lang="en-US" b="0" dirty="0" smtClean="0">
              <a:effectLst/>
            </a:endParaRP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788AC2E5-3674-41B2-8F3C-3EBDCBD7E51D}" type="slidenum">
              <a:rPr lang="en-US" smtClean="0"/>
              <a:t>6</a:t>
            </a:fld>
            <a:endParaRPr lang="en-US"/>
          </a:p>
        </p:txBody>
      </p:sp>
    </p:spTree>
    <p:extLst>
      <p:ext uri="{BB962C8B-B14F-4D97-AF65-F5344CB8AC3E}">
        <p14:creationId xmlns:p14="http://schemas.microsoft.com/office/powerpoint/2010/main" val="33073918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Next, we discuss which part of SVM that needs to be highlighted?</a:t>
            </a:r>
            <a:endParaRPr lang="en-US" b="0" dirty="0" smtClean="0">
              <a:effectLst/>
            </a:endParaRPr>
          </a:p>
          <a:p>
            <a:pPr rtl="0"/>
            <a:r>
              <a:rPr lang="en-US" sz="1200" b="0" i="0" u="none" strike="noStrike" kern="1200" dirty="0" smtClean="0">
                <a:solidFill>
                  <a:schemeClr val="tx1"/>
                </a:solidFill>
                <a:effectLst/>
                <a:latin typeface="+mn-lt"/>
                <a:ea typeface="+mn-ea"/>
                <a:cs typeface="+mn-cs"/>
              </a:rPr>
              <a:t>Most of you are familiar with SVM.</a:t>
            </a:r>
            <a:endParaRPr lang="en-US" b="0" dirty="0" smtClean="0">
              <a:effectLst/>
            </a:endParaRPr>
          </a:p>
          <a:p>
            <a:pPr rtl="0"/>
            <a:r>
              <a:rPr lang="en-US" sz="1200" b="0" i="0" u="none" strike="noStrike" kern="1200" dirty="0" smtClean="0">
                <a:solidFill>
                  <a:schemeClr val="tx1"/>
                </a:solidFill>
                <a:effectLst/>
                <a:latin typeface="+mn-lt"/>
                <a:ea typeface="+mn-ea"/>
                <a:cs typeface="+mn-cs"/>
              </a:rPr>
              <a:t>SVM is popular due to its hyperplane that best divides data into two classes.</a:t>
            </a:r>
            <a:endParaRPr lang="en-US" b="0" dirty="0" smtClean="0">
              <a:effectLst/>
            </a:endParaRPr>
          </a:p>
          <a:p>
            <a:pPr rtl="0"/>
            <a:r>
              <a:rPr lang="en-US" sz="1200" b="0" i="0" u="none" strike="noStrike" kern="1200" dirty="0" smtClean="0">
                <a:solidFill>
                  <a:schemeClr val="tx1"/>
                </a:solidFill>
                <a:effectLst/>
                <a:latin typeface="+mn-lt"/>
                <a:ea typeface="+mn-ea"/>
                <a:cs typeface="+mn-cs"/>
              </a:rPr>
              <a:t>For example this is a hyperplane, it can best divide positive and negative classes.</a:t>
            </a:r>
          </a:p>
          <a:p>
            <a:pPr rtl="0"/>
            <a:endParaRPr lang="en-US" b="0" dirty="0" smtClean="0">
              <a:effectLst/>
            </a:endParaRPr>
          </a:p>
          <a:p>
            <a:pPr rtl="0"/>
            <a:r>
              <a:rPr lang="en-US" sz="1200" b="0" i="0" u="none" strike="noStrike" kern="1200" dirty="0" smtClean="0">
                <a:solidFill>
                  <a:schemeClr val="tx1"/>
                </a:solidFill>
                <a:effectLst/>
                <a:latin typeface="+mn-lt"/>
                <a:ea typeface="+mn-ea"/>
                <a:cs typeface="+mn-cs"/>
              </a:rPr>
              <a:t>Hyperplane is similar to linear line</a:t>
            </a:r>
            <a:endParaRPr lang="en-US" b="0" dirty="0" smtClean="0">
              <a:effectLst/>
            </a:endParaRPr>
          </a:p>
          <a:p>
            <a:pPr rtl="0"/>
            <a:r>
              <a:rPr lang="en-US" sz="1200" b="0" i="0" u="none" strike="noStrike" kern="1200" dirty="0" smtClean="0">
                <a:solidFill>
                  <a:schemeClr val="tx1"/>
                </a:solidFill>
                <a:effectLst/>
                <a:latin typeface="+mn-lt"/>
                <a:ea typeface="+mn-ea"/>
                <a:cs typeface="+mn-cs"/>
              </a:rPr>
              <a:t>However, a hyperplane is different from a linear equation. </a:t>
            </a:r>
            <a:endParaRPr lang="en-US" b="0" dirty="0" smtClean="0">
              <a:effectLst/>
            </a:endParaRPr>
          </a:p>
          <a:p>
            <a:pPr marL="228600" indent="-228600" rtl="0" fontAlgn="base">
              <a:buFont typeface="+mj-lt"/>
              <a:buAutoNum type="arabicPeriod"/>
            </a:pPr>
            <a:r>
              <a:rPr lang="en-US" sz="1200" b="0" i="0" u="none" strike="noStrike" kern="1200" dirty="0" smtClean="0">
                <a:solidFill>
                  <a:schemeClr val="tx1"/>
                </a:solidFill>
                <a:effectLst/>
                <a:latin typeface="+mn-lt"/>
                <a:ea typeface="+mn-ea"/>
                <a:cs typeface="+mn-cs"/>
              </a:rPr>
              <a:t>Linear equation, if we use 1 feature, then the equation will be 𝑎𝑥+𝑏=0 where 𝑎 and 𝑥 is a coefficient and input data of 1 feature, if two features become 𝑎𝑥+𝑏𝑦+𝑐=0, where 𝑏 and 𝑦 is the second coefficient and the second feature, and soon. Total coefficients are in line with the total features.</a:t>
            </a:r>
          </a:p>
          <a:p>
            <a:pPr marL="228600" indent="-228600" rtl="0" fontAlgn="base">
              <a:buFont typeface="+mj-lt"/>
              <a:buAutoNum type="arabicPeriod"/>
            </a:pPr>
            <a:r>
              <a:rPr lang="en-US" sz="1200" b="0" i="0" u="none" strike="noStrike" kern="1200" dirty="0" smtClean="0">
                <a:solidFill>
                  <a:schemeClr val="tx1"/>
                </a:solidFill>
                <a:effectLst/>
                <a:latin typeface="+mn-lt"/>
                <a:ea typeface="+mn-ea"/>
                <a:cs typeface="+mn-cs"/>
              </a:rPr>
              <a:t>But for hyperplane SVM, the equation is 𝒘</a:t>
            </a:r>
            <a:r>
              <a:rPr lang="en-US" sz="1200" b="0" i="0" u="none" strike="noStrike" kern="1200" baseline="30000" dirty="0" smtClean="0">
                <a:solidFill>
                  <a:schemeClr val="tx1"/>
                </a:solidFill>
                <a:effectLst/>
                <a:latin typeface="+mn-lt"/>
                <a:ea typeface="+mn-ea"/>
                <a:cs typeface="+mn-cs"/>
              </a:rPr>
              <a:t>𝑻</a:t>
            </a:r>
            <a:r>
              <a:rPr lang="en-US" sz="1200" b="0" i="0" u="none" strike="noStrike" kern="1200" dirty="0" smtClean="0">
                <a:solidFill>
                  <a:schemeClr val="tx1"/>
                </a:solidFill>
                <a:effectLst/>
                <a:latin typeface="+mn-lt"/>
                <a:ea typeface="+mn-ea"/>
                <a:cs typeface="+mn-cs"/>
              </a:rPr>
              <a:t>𝒙+𝑏=0, where 𝒙 is the input data in vector and 𝒘 is coefficient/weight vector</a:t>
            </a:r>
          </a:p>
          <a:p>
            <a:pPr marL="228600" indent="-228600" rtl="0">
              <a:buFont typeface="+mj-lt"/>
              <a:buAutoNum type="arabicPeriod"/>
            </a:pPr>
            <a:endParaRPr lang="en-US" dirty="0"/>
          </a:p>
        </p:txBody>
      </p:sp>
      <p:sp>
        <p:nvSpPr>
          <p:cNvPr id="4" name="Slide Number Placeholder 3"/>
          <p:cNvSpPr>
            <a:spLocks noGrp="1"/>
          </p:cNvSpPr>
          <p:nvPr>
            <p:ph type="sldNum" sz="quarter" idx="10"/>
          </p:nvPr>
        </p:nvSpPr>
        <p:spPr/>
        <p:txBody>
          <a:bodyPr/>
          <a:lstStyle/>
          <a:p>
            <a:fld id="{788AC2E5-3674-41B2-8F3C-3EBDCBD7E51D}" type="slidenum">
              <a:rPr lang="en-US" smtClean="0"/>
              <a:t>7</a:t>
            </a:fld>
            <a:endParaRPr lang="en-US"/>
          </a:p>
        </p:txBody>
      </p:sp>
    </p:spTree>
    <p:extLst>
      <p:ext uri="{BB962C8B-B14F-4D97-AF65-F5344CB8AC3E}">
        <p14:creationId xmlns:p14="http://schemas.microsoft.com/office/powerpoint/2010/main" val="16089634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rtl="0">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Why is the equation of a hyperplane like this? Which is not the same as a linear equation? Because a hyperplane equation deals with more than 2 features. No matter how many features there are, the equation remains the same.</a:t>
            </a:r>
            <a:endParaRPr lang="en-US" b="0" dirty="0" smtClean="0">
              <a:effectLst/>
            </a:endParaRPr>
          </a:p>
          <a:p>
            <a:pPr marL="228600" indent="-228600" rtl="0">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So the total weight depends on the input data. If total input data equals to 20, then the weight equals to 20 no matter how many features included in each data.</a:t>
            </a:r>
          </a:p>
          <a:p>
            <a:pPr rtl="0"/>
            <a:r>
              <a:rPr lang="en-US" sz="1200" b="0" i="0" u="none" strike="noStrike" kern="1200" dirty="0" smtClean="0">
                <a:solidFill>
                  <a:schemeClr val="tx1"/>
                </a:solidFill>
                <a:effectLst/>
                <a:latin typeface="+mn-lt"/>
                <a:ea typeface="+mn-ea"/>
                <a:cs typeface="+mn-cs"/>
              </a:rPr>
              <a:t>According to this example, actually we can easily convert the equation to y = mx + b but in SVM we use different equation just want to </a:t>
            </a:r>
            <a:r>
              <a:rPr lang="en-US" sz="1200" b="0" i="0" u="none" strike="noStrike" kern="1200" dirty="0" err="1" smtClean="0">
                <a:solidFill>
                  <a:schemeClr val="tx1"/>
                </a:solidFill>
                <a:effectLst/>
                <a:latin typeface="+mn-lt"/>
                <a:ea typeface="+mn-ea"/>
                <a:cs typeface="+mn-cs"/>
              </a:rPr>
              <a:t>emphasise</a:t>
            </a:r>
            <a:r>
              <a:rPr lang="en-US" sz="1200" b="0" i="0" u="none" strike="noStrike" kern="1200" dirty="0" smtClean="0">
                <a:solidFill>
                  <a:schemeClr val="tx1"/>
                </a:solidFill>
                <a:effectLst/>
                <a:latin typeface="+mn-lt"/>
                <a:ea typeface="+mn-ea"/>
                <a:cs typeface="+mn-cs"/>
              </a:rPr>
              <a:t> that we deal with multiple features</a:t>
            </a:r>
            <a:endParaRPr lang="en-US" b="0" dirty="0" smtClean="0">
              <a:effectLst/>
            </a:endParaRPr>
          </a:p>
          <a:p>
            <a:r>
              <a:rPr lang="en-US" dirty="0" smtClean="0"/>
              <a:t/>
            </a:r>
            <a:br>
              <a:rPr lang="en-US" dirty="0" smtClean="0"/>
            </a:br>
            <a:endParaRPr lang="en-US" b="0" dirty="0" smtClean="0">
              <a:effectLst/>
            </a:endParaRPr>
          </a:p>
        </p:txBody>
      </p:sp>
      <p:sp>
        <p:nvSpPr>
          <p:cNvPr id="4" name="Slide Number Placeholder 3"/>
          <p:cNvSpPr>
            <a:spLocks noGrp="1"/>
          </p:cNvSpPr>
          <p:nvPr>
            <p:ph type="sldNum" sz="quarter" idx="10"/>
          </p:nvPr>
        </p:nvSpPr>
        <p:spPr/>
        <p:txBody>
          <a:bodyPr/>
          <a:lstStyle/>
          <a:p>
            <a:fld id="{788AC2E5-3674-41B2-8F3C-3EBDCBD7E51D}" type="slidenum">
              <a:rPr lang="en-US" smtClean="0"/>
              <a:t>8</a:t>
            </a:fld>
            <a:endParaRPr lang="en-US"/>
          </a:p>
        </p:txBody>
      </p:sp>
    </p:spTree>
    <p:extLst>
      <p:ext uri="{BB962C8B-B14F-4D97-AF65-F5344CB8AC3E}">
        <p14:creationId xmlns:p14="http://schemas.microsoft.com/office/powerpoint/2010/main" val="34217755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Beside hyperplane, SVM goals also want to </a:t>
            </a:r>
            <a:r>
              <a:rPr lang="en-US" sz="1200" b="0" i="0" u="none" strike="noStrike" kern="1200" dirty="0" err="1" smtClean="0">
                <a:solidFill>
                  <a:schemeClr val="tx1"/>
                </a:solidFill>
                <a:effectLst/>
                <a:latin typeface="+mn-lt"/>
                <a:ea typeface="+mn-ea"/>
                <a:cs typeface="+mn-cs"/>
              </a:rPr>
              <a:t>maximise</a:t>
            </a:r>
            <a:r>
              <a:rPr lang="en-US" sz="1200" b="0" i="0" u="none" strike="noStrike" kern="1200" dirty="0" smtClean="0">
                <a:solidFill>
                  <a:schemeClr val="tx1"/>
                </a:solidFill>
                <a:effectLst/>
                <a:latin typeface="+mn-lt"/>
                <a:ea typeface="+mn-ea"/>
                <a:cs typeface="+mn-cs"/>
              </a:rPr>
              <a:t> the margin. </a:t>
            </a:r>
            <a:endParaRPr lang="en-US" b="0" dirty="0" smtClean="0">
              <a:effectLst/>
            </a:endParaRPr>
          </a:p>
          <a:p>
            <a:pPr marL="171450" indent="-171450" rtl="0">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Margin is distance from the critical </a:t>
            </a:r>
            <a:r>
              <a:rPr lang="en-US" sz="1200" b="0" i="0" u="none" strike="noStrike" kern="1200" dirty="0" err="1" smtClean="0">
                <a:solidFill>
                  <a:schemeClr val="tx1"/>
                </a:solidFill>
                <a:effectLst/>
                <a:latin typeface="+mn-lt"/>
                <a:ea typeface="+mn-ea"/>
                <a:cs typeface="+mn-cs"/>
              </a:rPr>
              <a:t>datapoints</a:t>
            </a:r>
            <a:r>
              <a:rPr lang="en-US" sz="1200" b="0" i="0" u="none" strike="noStrike" kern="1200" dirty="0" smtClean="0">
                <a:solidFill>
                  <a:schemeClr val="tx1"/>
                </a:solidFill>
                <a:effectLst/>
                <a:latin typeface="+mn-lt"/>
                <a:ea typeface="+mn-ea"/>
                <a:cs typeface="+mn-cs"/>
              </a:rPr>
              <a:t> (Support Vectors) from both classes to hyperplane. We said critical data because some of these </a:t>
            </a:r>
            <a:r>
              <a:rPr lang="en-US" sz="1200" b="0" i="0" u="none" strike="noStrike" kern="1200" dirty="0" err="1" smtClean="0">
                <a:solidFill>
                  <a:schemeClr val="tx1"/>
                </a:solidFill>
                <a:effectLst/>
                <a:latin typeface="+mn-lt"/>
                <a:ea typeface="+mn-ea"/>
                <a:cs typeface="+mn-cs"/>
              </a:rPr>
              <a:t>datas</a:t>
            </a:r>
            <a:r>
              <a:rPr lang="en-US" sz="1200" b="0" i="0" u="none" strike="noStrike" kern="1200" dirty="0" smtClean="0">
                <a:solidFill>
                  <a:schemeClr val="tx1"/>
                </a:solidFill>
                <a:effectLst/>
                <a:latin typeface="+mn-lt"/>
                <a:ea typeface="+mn-ea"/>
                <a:cs typeface="+mn-cs"/>
              </a:rPr>
              <a:t> are the closest to the other class.</a:t>
            </a:r>
            <a:endParaRPr lang="en-US" b="0" dirty="0" smtClean="0">
              <a:effectLst/>
            </a:endParaRPr>
          </a:p>
          <a:p>
            <a:pPr rtl="0"/>
            <a:r>
              <a:rPr lang="en-US" sz="1200" b="0" i="0" u="none" strike="noStrike" kern="1200" dirty="0" smtClean="0">
                <a:solidFill>
                  <a:schemeClr val="tx1"/>
                </a:solidFill>
                <a:effectLst/>
                <a:latin typeface="+mn-lt"/>
                <a:ea typeface="+mn-ea"/>
                <a:cs typeface="+mn-cs"/>
              </a:rPr>
              <a:t>(show animation)</a:t>
            </a:r>
            <a:endParaRPr lang="en-US" b="0" dirty="0" smtClean="0">
              <a:effectLst/>
            </a:endParaRPr>
          </a:p>
          <a:p>
            <a:pPr marL="171450" indent="-171450" rtl="0">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So, Why we won’t consider these margins which have different distances from a hyperplane to each class?</a:t>
            </a:r>
            <a:r>
              <a:rPr lang="en-US" sz="1200" b="0" i="0" u="none" strike="noStrike" kern="1200" baseline="0" dirty="0" smtClean="0">
                <a:solidFill>
                  <a:schemeClr val="tx1"/>
                </a:solidFill>
                <a:effectLst/>
                <a:latin typeface="+mn-lt"/>
                <a:ea typeface="+mn-ea"/>
                <a:cs typeface="+mn-cs"/>
              </a:rPr>
              <a:t> </a:t>
            </a:r>
            <a:r>
              <a:rPr lang="en-US" sz="1200" b="0" i="0" u="none" strike="noStrike" kern="1200" dirty="0" smtClean="0">
                <a:solidFill>
                  <a:schemeClr val="tx1"/>
                </a:solidFill>
                <a:effectLst/>
                <a:latin typeface="+mn-lt"/>
                <a:ea typeface="+mn-ea"/>
                <a:cs typeface="+mn-cs"/>
              </a:rPr>
              <a:t>Because if there is unpredicted testing data (triangle), the model can give a flexible and fair class according to its distance.</a:t>
            </a:r>
            <a:endParaRPr lang="en-US" b="0" dirty="0" smtClean="0">
              <a:effectLst/>
            </a:endParaRPr>
          </a:p>
          <a:p>
            <a:pPr rtl="0"/>
            <a:r>
              <a:rPr lang="en-US" sz="1200" b="0" i="0" u="none" strike="noStrike" kern="1200" dirty="0" smtClean="0">
                <a:solidFill>
                  <a:schemeClr val="tx1"/>
                </a:solidFill>
                <a:effectLst/>
                <a:latin typeface="+mn-lt"/>
                <a:ea typeface="+mn-ea"/>
                <a:cs typeface="+mn-cs"/>
              </a:rPr>
              <a:t>In SVM, the maximum margin is determined by the following equation 2/|w|</a:t>
            </a:r>
            <a:endParaRPr lang="en-US" b="0" dirty="0" smtClean="0">
              <a:effectLst/>
            </a:endParaRP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788AC2E5-3674-41B2-8F3C-3EBDCBD7E51D}" type="slidenum">
              <a:rPr lang="en-US" smtClean="0"/>
              <a:t>9</a:t>
            </a:fld>
            <a:endParaRPr lang="en-US"/>
          </a:p>
        </p:txBody>
      </p:sp>
    </p:spTree>
    <p:extLst>
      <p:ext uri="{BB962C8B-B14F-4D97-AF65-F5344CB8AC3E}">
        <p14:creationId xmlns:p14="http://schemas.microsoft.com/office/powerpoint/2010/main" val="14017420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After discussing the best margin (distances of two classes are the same), now we discuss the best hyperplane which has maximum margin.</a:t>
            </a:r>
            <a:endParaRPr lang="en-US" b="0" dirty="0" smtClean="0">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smtClean="0">
                <a:solidFill>
                  <a:schemeClr val="tx1"/>
                </a:solidFill>
                <a:effectLst/>
                <a:latin typeface="+mn-lt"/>
                <a:ea typeface="+mn-ea"/>
                <a:cs typeface="+mn-cs"/>
              </a:rPr>
              <a:t>Why is the best hyperplane not like this, or like this (show animation)?.</a:t>
            </a:r>
            <a:endParaRPr lang="en-US" b="0" dirty="0" smtClean="0">
              <a:effectLst/>
            </a:endParaRPr>
          </a:p>
          <a:p>
            <a:pPr marL="171450" indent="-171450" rtl="0">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Because one of the main factors to generate the best hyperplane in SVM depends on the best weight. The best weight that we are talking about is the weight of support vectors (the critical data points of each class) which include all features. </a:t>
            </a:r>
            <a:endParaRPr lang="en-US" b="0" dirty="0" smtClean="0">
              <a:effectLst/>
            </a:endParaRPr>
          </a:p>
          <a:p>
            <a:r>
              <a:rPr lang="en-US" sz="1200" b="0" i="0" u="none" strike="noStrike" kern="1200" dirty="0" smtClean="0">
                <a:solidFill>
                  <a:schemeClr val="tx1"/>
                </a:solidFill>
                <a:effectLst/>
                <a:latin typeface="+mn-lt"/>
                <a:ea typeface="+mn-ea"/>
                <a:cs typeface="+mn-cs"/>
              </a:rPr>
              <a:t>So we can say that feature weight of each support vector have important role in generating the best hyperplane</a:t>
            </a:r>
            <a:endParaRPr lang="en-US" dirty="0"/>
          </a:p>
        </p:txBody>
      </p:sp>
      <p:sp>
        <p:nvSpPr>
          <p:cNvPr id="4" name="Slide Number Placeholder 3"/>
          <p:cNvSpPr>
            <a:spLocks noGrp="1"/>
          </p:cNvSpPr>
          <p:nvPr>
            <p:ph type="sldNum" sz="quarter" idx="10"/>
          </p:nvPr>
        </p:nvSpPr>
        <p:spPr/>
        <p:txBody>
          <a:bodyPr/>
          <a:lstStyle/>
          <a:p>
            <a:fld id="{788AC2E5-3674-41B2-8F3C-3EBDCBD7E51D}" type="slidenum">
              <a:rPr lang="en-US" smtClean="0"/>
              <a:t>10</a:t>
            </a:fld>
            <a:endParaRPr lang="en-US"/>
          </a:p>
        </p:txBody>
      </p:sp>
    </p:spTree>
    <p:extLst>
      <p:ext uri="{BB962C8B-B14F-4D97-AF65-F5344CB8AC3E}">
        <p14:creationId xmlns:p14="http://schemas.microsoft.com/office/powerpoint/2010/main" val="12165610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smtClean="0">
                <a:solidFill>
                  <a:schemeClr val="tx1"/>
                </a:solidFill>
                <a:effectLst/>
                <a:latin typeface="+mn-lt"/>
                <a:ea typeface="+mn-ea"/>
                <a:cs typeface="+mn-cs"/>
              </a:rPr>
              <a:t>Now we introduce feature importance</a:t>
            </a:r>
            <a:endParaRPr lang="en-US" dirty="0"/>
          </a:p>
        </p:txBody>
      </p:sp>
      <p:sp>
        <p:nvSpPr>
          <p:cNvPr id="4" name="Slide Number Placeholder 3"/>
          <p:cNvSpPr>
            <a:spLocks noGrp="1"/>
          </p:cNvSpPr>
          <p:nvPr>
            <p:ph type="sldNum" sz="quarter" idx="10"/>
          </p:nvPr>
        </p:nvSpPr>
        <p:spPr/>
        <p:txBody>
          <a:bodyPr/>
          <a:lstStyle/>
          <a:p>
            <a:fld id="{788AC2E5-3674-41B2-8F3C-3EBDCBD7E51D}" type="slidenum">
              <a:rPr lang="en-US" smtClean="0"/>
              <a:t>11</a:t>
            </a:fld>
            <a:endParaRPr lang="en-US"/>
          </a:p>
        </p:txBody>
      </p:sp>
    </p:spTree>
    <p:extLst>
      <p:ext uri="{BB962C8B-B14F-4D97-AF65-F5344CB8AC3E}">
        <p14:creationId xmlns:p14="http://schemas.microsoft.com/office/powerpoint/2010/main" val="15961330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According to the previous explanation, feature Importance is associated with the feature weight of the SVM model that is derived from the best hyperplane which has maximum margin.</a:t>
            </a:r>
            <a:endParaRPr lang="en-US" b="0" dirty="0" smtClean="0">
              <a:effectLst/>
            </a:endParaRPr>
          </a:p>
          <a:p>
            <a:pPr rtl="0"/>
            <a:r>
              <a:rPr lang="en-US" sz="1200" b="0" i="0" u="none" strike="noStrike" kern="1200" dirty="0" smtClean="0">
                <a:solidFill>
                  <a:schemeClr val="tx1"/>
                </a:solidFill>
                <a:effectLst/>
                <a:latin typeface="+mn-lt"/>
                <a:ea typeface="+mn-ea"/>
                <a:cs typeface="+mn-cs"/>
              </a:rPr>
              <a:t>One of the important factor to generate feature weight is the critical </a:t>
            </a:r>
            <a:r>
              <a:rPr lang="en-US" sz="1200" b="0" i="0" u="none" strike="noStrike" kern="1200" dirty="0" err="1" smtClean="0">
                <a:solidFill>
                  <a:schemeClr val="tx1"/>
                </a:solidFill>
                <a:effectLst/>
                <a:latin typeface="+mn-lt"/>
                <a:ea typeface="+mn-ea"/>
                <a:cs typeface="+mn-cs"/>
              </a:rPr>
              <a:t>datapoints</a:t>
            </a:r>
            <a:r>
              <a:rPr lang="en-US" sz="1200" b="0" i="0" u="none" strike="noStrike" kern="1200" dirty="0" smtClean="0">
                <a:solidFill>
                  <a:schemeClr val="tx1"/>
                </a:solidFill>
                <a:effectLst/>
                <a:latin typeface="+mn-lt"/>
                <a:ea typeface="+mn-ea"/>
                <a:cs typeface="+mn-cs"/>
              </a:rPr>
              <a:t> of support vectors.</a:t>
            </a:r>
            <a:endParaRPr lang="en-US" b="0" dirty="0" smtClean="0">
              <a:effectLst/>
            </a:endParaRPr>
          </a:p>
          <a:p>
            <a:pPr rtl="0"/>
            <a:r>
              <a:rPr lang="en-US" sz="1200" b="0" i="0" u="none" strike="noStrike" kern="1200" dirty="0" smtClean="0">
                <a:solidFill>
                  <a:schemeClr val="tx1"/>
                </a:solidFill>
                <a:effectLst/>
                <a:latin typeface="+mn-lt"/>
                <a:ea typeface="+mn-ea"/>
                <a:cs typeface="+mn-cs"/>
              </a:rPr>
              <a:t>Each critical </a:t>
            </a:r>
            <a:r>
              <a:rPr lang="en-US" sz="1200" b="0" i="0" u="none" strike="noStrike" kern="1200" dirty="0" err="1" smtClean="0">
                <a:solidFill>
                  <a:schemeClr val="tx1"/>
                </a:solidFill>
                <a:effectLst/>
                <a:latin typeface="+mn-lt"/>
                <a:ea typeface="+mn-ea"/>
                <a:cs typeface="+mn-cs"/>
              </a:rPr>
              <a:t>datapoint</a:t>
            </a:r>
            <a:r>
              <a:rPr lang="en-US" sz="1200" b="0" i="0" u="none" strike="noStrike" kern="1200" dirty="0" smtClean="0">
                <a:solidFill>
                  <a:schemeClr val="tx1"/>
                </a:solidFill>
                <a:effectLst/>
                <a:latin typeface="+mn-lt"/>
                <a:ea typeface="+mn-ea"/>
                <a:cs typeface="+mn-cs"/>
              </a:rPr>
              <a:t> (support vector) has the weight (𝑤). It is important for each </a:t>
            </a:r>
            <a:r>
              <a:rPr lang="en-US" sz="1200" b="0" i="0" u="none" strike="noStrike" kern="1200" dirty="0" err="1" smtClean="0">
                <a:solidFill>
                  <a:schemeClr val="tx1"/>
                </a:solidFill>
                <a:effectLst/>
                <a:latin typeface="+mn-lt"/>
                <a:ea typeface="+mn-ea"/>
                <a:cs typeface="+mn-cs"/>
              </a:rPr>
              <a:t>datapoint</a:t>
            </a:r>
            <a:r>
              <a:rPr lang="en-US" sz="1200" b="0" i="0" u="none" strike="noStrike" kern="1200" dirty="0" smtClean="0">
                <a:solidFill>
                  <a:schemeClr val="tx1"/>
                </a:solidFill>
                <a:effectLst/>
                <a:latin typeface="+mn-lt"/>
                <a:ea typeface="+mn-ea"/>
                <a:cs typeface="+mn-cs"/>
              </a:rPr>
              <a:t> because representing the critical class of </a:t>
            </a:r>
            <a:r>
              <a:rPr lang="en-US" sz="1200" b="0" i="0" u="none" strike="noStrike" kern="1200" dirty="0" err="1" smtClean="0">
                <a:solidFill>
                  <a:schemeClr val="tx1"/>
                </a:solidFill>
                <a:effectLst/>
                <a:latin typeface="+mn-lt"/>
                <a:ea typeface="+mn-ea"/>
                <a:cs typeface="+mn-cs"/>
              </a:rPr>
              <a:t>datapoint</a:t>
            </a:r>
            <a:r>
              <a:rPr lang="en-US" sz="1200" b="0" i="0" u="none" strike="noStrike" kern="1200" dirty="0" smtClean="0">
                <a:solidFill>
                  <a:schemeClr val="tx1"/>
                </a:solidFill>
                <a:effectLst/>
                <a:latin typeface="+mn-lt"/>
                <a:ea typeface="+mn-ea"/>
                <a:cs typeface="+mn-cs"/>
              </a:rPr>
              <a:t> (positive class/negative class)</a:t>
            </a:r>
            <a:endParaRPr lang="en-US" b="0" dirty="0" smtClean="0">
              <a:effectLst/>
            </a:endParaRPr>
          </a:p>
          <a:p>
            <a:pPr rtl="0"/>
            <a:r>
              <a:rPr lang="en-US" sz="1200" b="0" i="0" u="none" strike="noStrike" kern="1200" dirty="0" smtClean="0">
                <a:solidFill>
                  <a:schemeClr val="tx1"/>
                </a:solidFill>
                <a:effectLst/>
                <a:latin typeface="+mn-lt"/>
                <a:ea typeface="+mn-ea"/>
                <a:cs typeface="+mn-cs"/>
              </a:rPr>
              <a:t>So, to find the important feature on SVM classifier, feature weight is needed</a:t>
            </a:r>
            <a:endParaRPr lang="en-US" b="0" dirty="0" smtClean="0">
              <a:effectLst/>
            </a:endParaRP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788AC2E5-3674-41B2-8F3C-3EBDCBD7E51D}" type="slidenum">
              <a:rPr lang="en-US" smtClean="0"/>
              <a:t>12</a:t>
            </a:fld>
            <a:endParaRPr lang="en-US"/>
          </a:p>
        </p:txBody>
      </p:sp>
    </p:spTree>
    <p:extLst>
      <p:ext uri="{BB962C8B-B14F-4D97-AF65-F5344CB8AC3E}">
        <p14:creationId xmlns:p14="http://schemas.microsoft.com/office/powerpoint/2010/main" val="17262524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smtClean="0">
                <a:solidFill>
                  <a:schemeClr val="tx1"/>
                </a:solidFill>
                <a:effectLst/>
                <a:latin typeface="+mn-lt"/>
                <a:ea typeface="+mn-ea"/>
                <a:cs typeface="+mn-cs"/>
              </a:rPr>
              <a:t>Step by step how to perform feature importance and its implementation both manually and using code</a:t>
            </a:r>
            <a:endParaRPr lang="en-US" dirty="0"/>
          </a:p>
        </p:txBody>
      </p:sp>
      <p:sp>
        <p:nvSpPr>
          <p:cNvPr id="4" name="Slide Number Placeholder 3"/>
          <p:cNvSpPr>
            <a:spLocks noGrp="1"/>
          </p:cNvSpPr>
          <p:nvPr>
            <p:ph type="sldNum" sz="quarter" idx="10"/>
          </p:nvPr>
        </p:nvSpPr>
        <p:spPr/>
        <p:txBody>
          <a:bodyPr/>
          <a:lstStyle/>
          <a:p>
            <a:fld id="{788AC2E5-3674-41B2-8F3C-3EBDCBD7E51D}" type="slidenum">
              <a:rPr lang="en-US" smtClean="0"/>
              <a:t>13</a:t>
            </a:fld>
            <a:endParaRPr lang="en-US"/>
          </a:p>
        </p:txBody>
      </p:sp>
    </p:spTree>
    <p:extLst>
      <p:ext uri="{BB962C8B-B14F-4D97-AF65-F5344CB8AC3E}">
        <p14:creationId xmlns:p14="http://schemas.microsoft.com/office/powerpoint/2010/main" val="40290845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Classify using SVM to get the</a:t>
            </a:r>
            <a:r>
              <a:rPr lang="en-US" baseline="0" dirty="0" smtClean="0"/>
              <a:t> model.</a:t>
            </a:r>
          </a:p>
          <a:p>
            <a:r>
              <a:rPr lang="en-US" baseline="0" dirty="0" smtClean="0"/>
              <a:t>SVM Model produced is used to find feature importance using feature weight</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a:t>
            </a:r>
            <a:r>
              <a:rPr lang="en-US" b="1" dirty="0" smtClean="0"/>
              <a:t>highest feature weight </a:t>
            </a:r>
            <a:r>
              <a:rPr lang="en-US" dirty="0" smtClean="0"/>
              <a:t>means the feature is the most important variable</a:t>
            </a:r>
          </a:p>
          <a:p>
            <a:endParaRPr lang="en-US" dirty="0"/>
          </a:p>
        </p:txBody>
      </p:sp>
      <p:sp>
        <p:nvSpPr>
          <p:cNvPr id="4" name="Slide Number Placeholder 3"/>
          <p:cNvSpPr>
            <a:spLocks noGrp="1"/>
          </p:cNvSpPr>
          <p:nvPr>
            <p:ph type="sldNum" sz="quarter" idx="10"/>
          </p:nvPr>
        </p:nvSpPr>
        <p:spPr/>
        <p:txBody>
          <a:bodyPr/>
          <a:lstStyle/>
          <a:p>
            <a:fld id="{788AC2E5-3674-41B2-8F3C-3EBDCBD7E51D}" type="slidenum">
              <a:rPr lang="en-US" smtClean="0"/>
              <a:t>14</a:t>
            </a:fld>
            <a:endParaRPr lang="en-US"/>
          </a:p>
        </p:txBody>
      </p:sp>
    </p:spTree>
    <p:extLst>
      <p:ext uri="{BB962C8B-B14F-4D97-AF65-F5344CB8AC3E}">
        <p14:creationId xmlns:p14="http://schemas.microsoft.com/office/powerpoint/2010/main" val="34821975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First step: classify data using SVM classifier to get SVM Model. Suppose we trained these 20 </a:t>
            </a:r>
            <a:r>
              <a:rPr lang="en-US" sz="1200" b="0" i="0" u="none" strike="noStrike" kern="1200" dirty="0" err="1" smtClean="0">
                <a:solidFill>
                  <a:schemeClr val="tx1"/>
                </a:solidFill>
                <a:effectLst/>
                <a:latin typeface="+mn-lt"/>
                <a:ea typeface="+mn-ea"/>
                <a:cs typeface="+mn-cs"/>
              </a:rPr>
              <a:t>datas</a:t>
            </a:r>
            <a:r>
              <a:rPr lang="en-US" sz="1200" b="0" i="0" u="none" strike="noStrike" kern="1200" dirty="0" smtClean="0">
                <a:solidFill>
                  <a:schemeClr val="tx1"/>
                </a:solidFill>
                <a:effectLst/>
                <a:latin typeface="+mn-lt"/>
                <a:ea typeface="+mn-ea"/>
                <a:cs typeface="+mn-cs"/>
              </a:rPr>
              <a:t> which contains 2 features, A and B. This is the hyperplane illustration after we trained the data and then got the SVM Model.</a:t>
            </a:r>
            <a:endParaRPr lang="en-US" b="0" dirty="0" smtClean="0">
              <a:effectLst/>
            </a:endParaRP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788AC2E5-3674-41B2-8F3C-3EBDCBD7E51D}" type="slidenum">
              <a:rPr lang="en-US" smtClean="0"/>
              <a:t>15</a:t>
            </a:fld>
            <a:endParaRPr lang="en-US"/>
          </a:p>
        </p:txBody>
      </p:sp>
    </p:spTree>
    <p:extLst>
      <p:ext uri="{BB962C8B-B14F-4D97-AF65-F5344CB8AC3E}">
        <p14:creationId xmlns:p14="http://schemas.microsoft.com/office/powerpoint/2010/main" val="992272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This is the inside of the SVM Model when we implement using MATLAB.</a:t>
            </a:r>
            <a:endParaRPr lang="en-US" b="0" dirty="0" smtClean="0">
              <a:effectLst/>
            </a:endParaRPr>
          </a:p>
          <a:p>
            <a:pPr rtl="0"/>
            <a:r>
              <a:rPr lang="en-US" sz="1200" b="0" i="0" u="none" strike="noStrike" kern="1200" dirty="0" smtClean="0">
                <a:solidFill>
                  <a:schemeClr val="tx1"/>
                </a:solidFill>
                <a:effectLst/>
                <a:latin typeface="+mn-lt"/>
                <a:ea typeface="+mn-ea"/>
                <a:cs typeface="+mn-cs"/>
              </a:rPr>
              <a:t>Pay attention to these 3 boxes because they have relation to the feature importance calculation.</a:t>
            </a:r>
            <a:endParaRPr lang="en-US" b="0" dirty="0" smtClean="0">
              <a:effectLst/>
            </a:endParaRP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According to </a:t>
            </a:r>
            <a:r>
              <a:rPr lang="en-US" sz="1200" b="0" i="0" u="none" strike="noStrike" kern="1200" dirty="0" err="1" smtClean="0">
                <a:solidFill>
                  <a:schemeClr val="tx1"/>
                </a:solidFill>
                <a:effectLst/>
                <a:latin typeface="+mn-lt"/>
                <a:ea typeface="+mn-ea"/>
                <a:cs typeface="+mn-cs"/>
              </a:rPr>
              <a:t>sv_indices</a:t>
            </a:r>
            <a:r>
              <a:rPr lang="en-US" sz="1200" b="0" i="0" u="none" strike="noStrike" kern="1200" dirty="0" smtClean="0">
                <a:solidFill>
                  <a:schemeClr val="tx1"/>
                </a:solidFill>
                <a:effectLst/>
                <a:latin typeface="+mn-lt"/>
                <a:ea typeface="+mn-ea"/>
                <a:cs typeface="+mn-cs"/>
              </a:rPr>
              <a:t>, we know that there are only 3 support vectors. So, among 20 </a:t>
            </a:r>
            <a:r>
              <a:rPr lang="en-US" sz="1200" b="0" i="0" u="none" strike="noStrike" kern="1200" dirty="0" err="1" smtClean="0">
                <a:solidFill>
                  <a:schemeClr val="tx1"/>
                </a:solidFill>
                <a:effectLst/>
                <a:latin typeface="+mn-lt"/>
                <a:ea typeface="+mn-ea"/>
                <a:cs typeface="+mn-cs"/>
              </a:rPr>
              <a:t>datas</a:t>
            </a:r>
            <a:r>
              <a:rPr lang="en-US" sz="1200" b="0" i="0" u="none" strike="noStrike" kern="1200" dirty="0" smtClean="0">
                <a:solidFill>
                  <a:schemeClr val="tx1"/>
                </a:solidFill>
                <a:effectLst/>
                <a:latin typeface="+mn-lt"/>
                <a:ea typeface="+mn-ea"/>
                <a:cs typeface="+mn-cs"/>
              </a:rPr>
              <a:t>, the index of support vectors are 3,2, and 19.</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Because we only have 3 support vectors, then the total of our weight (</a:t>
            </a:r>
            <a:r>
              <a:rPr lang="en-US" sz="1200" b="0" i="0" u="none" strike="noStrike" kern="1200" dirty="0" err="1" smtClean="0">
                <a:solidFill>
                  <a:schemeClr val="tx1"/>
                </a:solidFill>
                <a:effectLst/>
                <a:latin typeface="+mn-lt"/>
                <a:ea typeface="+mn-ea"/>
                <a:cs typeface="+mn-cs"/>
              </a:rPr>
              <a:t>sv_coef</a:t>
            </a:r>
            <a:r>
              <a:rPr lang="en-US" sz="1200" b="0" i="0" u="none" strike="noStrike" kern="1200" dirty="0" smtClean="0">
                <a:solidFill>
                  <a:schemeClr val="tx1"/>
                </a:solidFill>
                <a:effectLst/>
                <a:latin typeface="+mn-lt"/>
                <a:ea typeface="+mn-ea"/>
                <a:cs typeface="+mn-cs"/>
              </a:rPr>
              <a:t>) also equals 3.</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SVs is the detailed information of support vectors. Because there are 3 SV and 2 features, then there are 6 pieces of information. First three is for feature A, the last three for feature B</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788AC2E5-3674-41B2-8F3C-3EBDCBD7E51D}" type="slidenum">
              <a:rPr lang="en-US" smtClean="0"/>
              <a:t>16</a:t>
            </a:fld>
            <a:endParaRPr lang="en-US"/>
          </a:p>
        </p:txBody>
      </p:sp>
    </p:spTree>
    <p:extLst>
      <p:ext uri="{BB962C8B-B14F-4D97-AF65-F5344CB8AC3E}">
        <p14:creationId xmlns:p14="http://schemas.microsoft.com/office/powerpoint/2010/main" val="9623848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This is implementation of feature importance. I will present the feature importance calculation both manually and using MATLAB code.</a:t>
            </a:r>
            <a:endParaRPr lang="en-US" b="0" dirty="0" smtClean="0">
              <a:effectLst/>
            </a:endParaRPr>
          </a:p>
          <a:p>
            <a:pPr rtl="0"/>
            <a:endParaRPr lang="en-US" sz="1200" b="0" i="0" u="none" strike="noStrike" kern="1200" dirty="0" smtClean="0">
              <a:solidFill>
                <a:schemeClr val="tx1"/>
              </a:solidFill>
              <a:effectLst/>
              <a:latin typeface="+mn-lt"/>
              <a:ea typeface="+mn-ea"/>
              <a:cs typeface="+mn-cs"/>
            </a:endParaRPr>
          </a:p>
          <a:p>
            <a:pPr rtl="0"/>
            <a:r>
              <a:rPr lang="en-US" sz="1200" b="0" i="0" u="none" strike="noStrike" kern="1200" dirty="0" smtClean="0">
                <a:solidFill>
                  <a:schemeClr val="tx1"/>
                </a:solidFill>
                <a:effectLst/>
                <a:latin typeface="+mn-lt"/>
                <a:ea typeface="+mn-ea"/>
                <a:cs typeface="+mn-cs"/>
              </a:rPr>
              <a:t>Regarding previous explanation, hyperplane equation of SVM is 𝒘</a:t>
            </a:r>
            <a:r>
              <a:rPr lang="en-US" sz="1200" b="0" i="0" u="none" strike="noStrike" kern="1200" baseline="30000" dirty="0" smtClean="0">
                <a:solidFill>
                  <a:schemeClr val="tx1"/>
                </a:solidFill>
                <a:effectLst/>
                <a:latin typeface="+mn-lt"/>
                <a:ea typeface="+mn-ea"/>
                <a:cs typeface="+mn-cs"/>
              </a:rPr>
              <a:t>𝑻</a:t>
            </a:r>
            <a:r>
              <a:rPr lang="en-US" sz="1200" b="0" i="0" u="none" strike="noStrike" kern="1200" dirty="0" smtClean="0">
                <a:solidFill>
                  <a:schemeClr val="tx1"/>
                </a:solidFill>
                <a:effectLst/>
                <a:latin typeface="+mn-lt"/>
                <a:ea typeface="+mn-ea"/>
                <a:cs typeface="+mn-cs"/>
              </a:rPr>
              <a:t>𝒙+𝑏=0 and feature weight information is determined by 𝒘</a:t>
            </a:r>
            <a:r>
              <a:rPr lang="en-US" sz="1200" b="0" i="0" u="none" strike="noStrike" kern="1200" baseline="30000" dirty="0" smtClean="0">
                <a:solidFill>
                  <a:schemeClr val="tx1"/>
                </a:solidFill>
                <a:effectLst/>
                <a:latin typeface="+mn-lt"/>
                <a:ea typeface="+mn-ea"/>
                <a:cs typeface="+mn-cs"/>
              </a:rPr>
              <a:t>𝑻</a:t>
            </a:r>
            <a:r>
              <a:rPr lang="en-US" sz="1200" b="0" i="0" u="none" strike="noStrike" kern="1200" dirty="0" smtClean="0">
                <a:solidFill>
                  <a:schemeClr val="tx1"/>
                </a:solidFill>
                <a:effectLst/>
                <a:latin typeface="+mn-lt"/>
                <a:ea typeface="+mn-ea"/>
                <a:cs typeface="+mn-cs"/>
              </a:rPr>
              <a:t>𝒙. </a:t>
            </a:r>
            <a:endParaRPr lang="en-US" b="0" dirty="0" smtClean="0">
              <a:effectLst/>
            </a:endParaRPr>
          </a:p>
          <a:p>
            <a:pPr rtl="0"/>
            <a:r>
              <a:rPr lang="en-US" sz="1200" b="0" i="0" u="none" strike="noStrike" kern="1200" dirty="0" smtClean="0">
                <a:solidFill>
                  <a:schemeClr val="tx1"/>
                </a:solidFill>
                <a:effectLst/>
                <a:latin typeface="+mn-lt"/>
                <a:ea typeface="+mn-ea"/>
                <a:cs typeface="+mn-cs"/>
              </a:rPr>
              <a:t>Therefore, to calculate feature importance we will use this code in </a:t>
            </a:r>
            <a:r>
              <a:rPr lang="en-US" sz="1200" b="0" i="0" u="none" strike="noStrike" kern="1200" dirty="0" err="1" smtClean="0">
                <a:solidFill>
                  <a:schemeClr val="tx1"/>
                </a:solidFill>
                <a:effectLst/>
                <a:latin typeface="+mn-lt"/>
                <a:ea typeface="+mn-ea"/>
                <a:cs typeface="+mn-cs"/>
              </a:rPr>
              <a:t>Matlab</a:t>
            </a:r>
            <a:r>
              <a:rPr lang="en-US" sz="1200" b="0" i="0" u="none" strike="noStrike" kern="1200" dirty="0" smtClean="0">
                <a:solidFill>
                  <a:schemeClr val="tx1"/>
                </a:solidFill>
                <a:effectLst/>
                <a:latin typeface="+mn-lt"/>
                <a:ea typeface="+mn-ea"/>
                <a:cs typeface="+mn-cs"/>
              </a:rPr>
              <a:t> (Absolute of transpose weight/coefficient * value of support vector data including the features. )</a:t>
            </a:r>
            <a:endParaRPr lang="en-US" b="0" dirty="0" smtClean="0">
              <a:effectLst/>
            </a:endParaRPr>
          </a:p>
          <a:p>
            <a:pPr rtl="0"/>
            <a:r>
              <a:rPr lang="en-US" sz="1200" b="0" i="0" u="none" strike="noStrike" kern="1200" dirty="0" smtClean="0">
                <a:solidFill>
                  <a:schemeClr val="tx1"/>
                </a:solidFill>
                <a:effectLst/>
                <a:latin typeface="+mn-lt"/>
                <a:ea typeface="+mn-ea"/>
                <a:cs typeface="+mn-cs"/>
              </a:rPr>
              <a:t>→ according to </a:t>
            </a:r>
            <a:r>
              <a:rPr lang="en-US" sz="1200" b="0" i="0" u="none" strike="noStrike" kern="1200" dirty="0" err="1" smtClean="0">
                <a:solidFill>
                  <a:schemeClr val="tx1"/>
                </a:solidFill>
                <a:effectLst/>
                <a:latin typeface="+mn-lt"/>
                <a:ea typeface="+mn-ea"/>
                <a:cs typeface="+mn-cs"/>
              </a:rPr>
              <a:t>sv_indices</a:t>
            </a:r>
            <a:r>
              <a:rPr lang="en-US" sz="1200" b="0" i="0" u="none" strike="noStrike" kern="1200" dirty="0" smtClean="0">
                <a:solidFill>
                  <a:schemeClr val="tx1"/>
                </a:solidFill>
                <a:effectLst/>
                <a:latin typeface="+mn-lt"/>
                <a:ea typeface="+mn-ea"/>
                <a:cs typeface="+mn-cs"/>
              </a:rPr>
              <a:t>, index data of 3,2,19 are selected as SV. </a:t>
            </a:r>
            <a:endParaRPr lang="en-US" b="0" dirty="0" smtClean="0">
              <a:effectLst/>
            </a:endParaRPr>
          </a:p>
          <a:p>
            <a:pPr rtl="0"/>
            <a:r>
              <a:rPr lang="en-US" sz="1200" b="0" i="0" u="none" strike="noStrike" kern="1200" dirty="0" smtClean="0">
                <a:solidFill>
                  <a:schemeClr val="tx1"/>
                </a:solidFill>
                <a:effectLst/>
                <a:latin typeface="+mn-lt"/>
                <a:ea typeface="+mn-ea"/>
                <a:cs typeface="+mn-cs"/>
              </a:rPr>
              <a:t>Therefore, these 3 weights/coefficients are from 3,2,19 data</a:t>
            </a:r>
            <a:endParaRPr lang="en-US" b="0" dirty="0" smtClean="0">
              <a:effectLst/>
            </a:endParaRP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788AC2E5-3674-41B2-8F3C-3EBDCBD7E51D}" type="slidenum">
              <a:rPr lang="en-US" smtClean="0"/>
              <a:t>17</a:t>
            </a:fld>
            <a:endParaRPr lang="en-US"/>
          </a:p>
        </p:txBody>
      </p:sp>
    </p:spTree>
    <p:extLst>
      <p:ext uri="{BB962C8B-B14F-4D97-AF65-F5344CB8AC3E}">
        <p14:creationId xmlns:p14="http://schemas.microsoft.com/office/powerpoint/2010/main" val="25848098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Regarding this equation, we need to transpose the coefficients/weights then we can multiplied by the support vector data including its features.</a:t>
            </a:r>
            <a:endParaRPr lang="en-US" b="0" dirty="0" smtClean="0">
              <a:effectLst/>
            </a:endParaRPr>
          </a:p>
          <a:p>
            <a:pPr rtl="0"/>
            <a:r>
              <a:rPr lang="en-US" sz="1200" b="0" i="0" u="none" strike="noStrike" kern="1200" dirty="0" smtClean="0">
                <a:solidFill>
                  <a:schemeClr val="tx1"/>
                </a:solidFill>
                <a:effectLst/>
                <a:latin typeface="+mn-lt"/>
                <a:ea typeface="+mn-ea"/>
                <a:cs typeface="+mn-cs"/>
              </a:rPr>
              <a:t>This is code that will be used using </a:t>
            </a:r>
            <a:r>
              <a:rPr lang="en-US" sz="1200" b="0" i="0" u="none" strike="noStrike" kern="1200" dirty="0" err="1" smtClean="0">
                <a:solidFill>
                  <a:schemeClr val="tx1"/>
                </a:solidFill>
                <a:effectLst/>
                <a:latin typeface="+mn-lt"/>
                <a:ea typeface="+mn-ea"/>
                <a:cs typeface="+mn-cs"/>
              </a:rPr>
              <a:t>Matlab</a:t>
            </a:r>
            <a:r>
              <a:rPr lang="en-US" sz="1200" b="0" i="0" u="none" strike="noStrike" kern="1200" dirty="0" smtClean="0">
                <a:solidFill>
                  <a:schemeClr val="tx1"/>
                </a:solidFill>
                <a:effectLst/>
                <a:latin typeface="+mn-lt"/>
                <a:ea typeface="+mn-ea"/>
                <a:cs typeface="+mn-cs"/>
              </a:rPr>
              <a:t> when performing feature importance.</a:t>
            </a:r>
            <a:endParaRPr lang="en-US" b="0" dirty="0" smtClean="0">
              <a:effectLst/>
            </a:endParaRPr>
          </a:p>
          <a:p>
            <a:pPr rtl="0"/>
            <a:r>
              <a:rPr lang="en-US" sz="1200" b="0" i="0" u="none" strike="noStrike" kern="1200" dirty="0" smtClean="0">
                <a:solidFill>
                  <a:schemeClr val="tx1"/>
                </a:solidFill>
                <a:effectLst/>
                <a:latin typeface="+mn-lt"/>
                <a:ea typeface="+mn-ea"/>
                <a:cs typeface="+mn-cs"/>
              </a:rPr>
              <a:t>→After this I will present a manual implementation on how to calculate this equation. The results of a manual implementation and run using code must be the same.</a:t>
            </a:r>
            <a:endParaRPr lang="en-US" b="0" dirty="0" smtClean="0">
              <a:effectLst/>
            </a:endParaRPr>
          </a:p>
          <a:p>
            <a:endParaRPr lang="en-US" dirty="0"/>
          </a:p>
        </p:txBody>
      </p:sp>
      <p:sp>
        <p:nvSpPr>
          <p:cNvPr id="4" name="Slide Number Placeholder 3"/>
          <p:cNvSpPr>
            <a:spLocks noGrp="1"/>
          </p:cNvSpPr>
          <p:nvPr>
            <p:ph type="sldNum" sz="quarter" idx="10"/>
          </p:nvPr>
        </p:nvSpPr>
        <p:spPr/>
        <p:txBody>
          <a:bodyPr/>
          <a:lstStyle/>
          <a:p>
            <a:fld id="{788AC2E5-3674-41B2-8F3C-3EBDCBD7E51D}" type="slidenum">
              <a:rPr lang="en-US" smtClean="0"/>
              <a:t>18</a:t>
            </a:fld>
            <a:endParaRPr lang="en-US"/>
          </a:p>
        </p:txBody>
      </p:sp>
    </p:spTree>
    <p:extLst>
      <p:ext uri="{BB962C8B-B14F-4D97-AF65-F5344CB8AC3E}">
        <p14:creationId xmlns:p14="http://schemas.microsoft.com/office/powerpoint/2010/main" val="7101636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Using manual implementation, we have two equations to get feature weight. </a:t>
            </a:r>
            <a:endParaRPr lang="en-US" b="0" dirty="0" smtClean="0">
              <a:effectLst/>
            </a:endParaRPr>
          </a:p>
          <a:p>
            <a:pPr marL="0" indent="0" rtl="0">
              <a:buFont typeface="+mj-lt"/>
              <a:buNone/>
            </a:pPr>
            <a:r>
              <a:rPr lang="en-US" sz="1200" b="0" i="0" u="none" strike="noStrike" kern="1200" dirty="0" smtClean="0">
                <a:solidFill>
                  <a:schemeClr val="tx1"/>
                </a:solidFill>
                <a:effectLst/>
                <a:latin typeface="+mn-lt"/>
                <a:ea typeface="+mn-ea"/>
                <a:cs typeface="+mn-cs"/>
              </a:rPr>
              <a:t>To get the importance of each feature, </a:t>
            </a:r>
          </a:p>
          <a:p>
            <a:pPr marL="228600" indent="-228600" rtl="0">
              <a:buFont typeface="+mj-lt"/>
              <a:buAutoNum type="arabicPeriod"/>
            </a:pPr>
            <a:r>
              <a:rPr lang="en-US" sz="1200" b="0" i="0" u="none" strike="noStrike" kern="1200" dirty="0" smtClean="0">
                <a:solidFill>
                  <a:schemeClr val="tx1"/>
                </a:solidFill>
                <a:effectLst/>
                <a:latin typeface="+mn-lt"/>
                <a:ea typeface="+mn-ea"/>
                <a:cs typeface="+mn-cs"/>
              </a:rPr>
              <a:t>First, multiplied each weight (coefficient) to each support vector. </a:t>
            </a:r>
          </a:p>
          <a:p>
            <a:pPr marL="228600" indent="-228600" rtl="0">
              <a:buFont typeface="+mj-lt"/>
              <a:buAutoNum type="arabicPeriod"/>
            </a:pPr>
            <a:r>
              <a:rPr lang="en-US" sz="1200" b="0" i="0" u="none" strike="noStrike" kern="1200" dirty="0" smtClean="0">
                <a:solidFill>
                  <a:schemeClr val="tx1"/>
                </a:solidFill>
                <a:effectLst/>
                <a:latin typeface="+mn-lt"/>
                <a:ea typeface="+mn-ea"/>
                <a:cs typeface="+mn-cs"/>
              </a:rPr>
              <a:t>Last, summation of the previous results is the importance of the feature.</a:t>
            </a:r>
            <a:endParaRPr lang="en-US" b="0" dirty="0" smtClean="0">
              <a:effectLst/>
            </a:endParaRPr>
          </a:p>
          <a:p>
            <a:pPr rtl="0"/>
            <a:endParaRPr lang="en-US" sz="1200" b="0" i="0" u="none" strike="noStrike" kern="1200" dirty="0" smtClean="0">
              <a:solidFill>
                <a:schemeClr val="tx1"/>
              </a:solidFill>
              <a:effectLst/>
              <a:latin typeface="+mn-lt"/>
              <a:ea typeface="+mn-ea"/>
              <a:cs typeface="+mn-cs"/>
            </a:endParaRPr>
          </a:p>
          <a:p>
            <a:pPr rtl="0"/>
            <a:r>
              <a:rPr lang="en-US" sz="1200" b="0" i="0" u="none" strike="noStrike" kern="1200" dirty="0" smtClean="0">
                <a:solidFill>
                  <a:schemeClr val="tx1"/>
                </a:solidFill>
                <a:effectLst/>
                <a:latin typeface="+mn-lt"/>
                <a:ea typeface="+mn-ea"/>
                <a:cs typeface="+mn-cs"/>
              </a:rPr>
              <a:t>To understand these two equations, </a:t>
            </a:r>
            <a:r>
              <a:rPr lang="en-US" sz="1200" b="0" i="1" u="none" strike="noStrike" kern="1200" dirty="0" err="1" smtClean="0">
                <a:solidFill>
                  <a:schemeClr val="tx1"/>
                </a:solidFill>
                <a:effectLst/>
                <a:latin typeface="+mn-lt"/>
                <a:ea typeface="+mn-ea"/>
                <a:cs typeface="+mn-cs"/>
              </a:rPr>
              <a:t>i</a:t>
            </a:r>
            <a:r>
              <a:rPr lang="en-US" sz="1200" b="0" i="0" u="none" strike="noStrike" kern="1200" dirty="0" smtClean="0">
                <a:solidFill>
                  <a:schemeClr val="tx1"/>
                </a:solidFill>
                <a:effectLst/>
                <a:latin typeface="+mn-lt"/>
                <a:ea typeface="+mn-ea"/>
                <a:cs typeface="+mn-cs"/>
              </a:rPr>
              <a:t> is for support vector, and </a:t>
            </a:r>
            <a:r>
              <a:rPr lang="en-US" sz="1200" b="0" i="1" u="none" strike="noStrike" kern="1200" dirty="0" smtClean="0">
                <a:solidFill>
                  <a:schemeClr val="tx1"/>
                </a:solidFill>
                <a:effectLst/>
                <a:latin typeface="+mn-lt"/>
                <a:ea typeface="+mn-ea"/>
                <a:cs typeface="+mn-cs"/>
              </a:rPr>
              <a:t>j</a:t>
            </a:r>
            <a:r>
              <a:rPr lang="en-US" sz="1200" b="0" i="0" u="none" strike="noStrike" kern="1200" dirty="0" smtClean="0">
                <a:solidFill>
                  <a:schemeClr val="tx1"/>
                </a:solidFill>
                <a:effectLst/>
                <a:latin typeface="+mn-lt"/>
                <a:ea typeface="+mn-ea"/>
                <a:cs typeface="+mn-cs"/>
              </a:rPr>
              <a:t> for feature.</a:t>
            </a:r>
            <a:endParaRPr lang="en-US" b="0" dirty="0" smtClean="0">
              <a:effectLst/>
            </a:endParaRPr>
          </a:p>
          <a:p>
            <a:pPr rtl="0"/>
            <a:r>
              <a:rPr lang="en-US" sz="1200" b="0" i="0" u="none" strike="noStrike" kern="1200" dirty="0" smtClean="0">
                <a:solidFill>
                  <a:schemeClr val="tx1"/>
                </a:solidFill>
                <a:effectLst/>
                <a:latin typeface="+mn-lt"/>
                <a:ea typeface="+mn-ea"/>
                <a:cs typeface="+mn-cs"/>
              </a:rPr>
              <a:t>For example, if we want to find the importance of feature A (1st index of feature) then we need to apply first equation, multiplying each weight and each support vector data of feature 1.</a:t>
            </a:r>
            <a:endParaRPr lang="en-US" b="0" dirty="0" smtClean="0">
              <a:effectLst/>
            </a:endParaRPr>
          </a:p>
        </p:txBody>
      </p:sp>
      <p:sp>
        <p:nvSpPr>
          <p:cNvPr id="4" name="Slide Number Placeholder 3"/>
          <p:cNvSpPr>
            <a:spLocks noGrp="1"/>
          </p:cNvSpPr>
          <p:nvPr>
            <p:ph type="sldNum" sz="quarter" idx="10"/>
          </p:nvPr>
        </p:nvSpPr>
        <p:spPr/>
        <p:txBody>
          <a:bodyPr/>
          <a:lstStyle/>
          <a:p>
            <a:fld id="{788AC2E5-3674-41B2-8F3C-3EBDCBD7E51D}" type="slidenum">
              <a:rPr lang="en-US" smtClean="0"/>
              <a:t>19</a:t>
            </a:fld>
            <a:endParaRPr lang="en-US"/>
          </a:p>
        </p:txBody>
      </p:sp>
    </p:spTree>
    <p:extLst>
      <p:ext uri="{BB962C8B-B14F-4D97-AF65-F5344CB8AC3E}">
        <p14:creationId xmlns:p14="http://schemas.microsoft.com/office/powerpoint/2010/main" val="20003311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To find the importance of feature B we can use the same process. Multiplied each weight/coefficient to each support vector. </a:t>
            </a:r>
            <a:endParaRPr lang="en-US" b="0" dirty="0" smtClean="0">
              <a:effectLst/>
            </a:endParaRPr>
          </a:p>
          <a:p>
            <a:pPr rtl="0"/>
            <a:r>
              <a:rPr lang="en-US" sz="1200" b="0" i="0" u="none" strike="noStrike" kern="1200" dirty="0" smtClean="0">
                <a:solidFill>
                  <a:schemeClr val="tx1"/>
                </a:solidFill>
                <a:effectLst/>
                <a:latin typeface="+mn-lt"/>
                <a:ea typeface="+mn-ea"/>
                <a:cs typeface="+mn-cs"/>
              </a:rPr>
              <a:t>The difference is support vector data we use is the last three since it is the value of feature B</a:t>
            </a:r>
            <a:endParaRPr lang="en-US" b="0" dirty="0" smtClean="0">
              <a:effectLst/>
            </a:endParaRPr>
          </a:p>
          <a:p>
            <a:endParaRPr lang="en-US" dirty="0"/>
          </a:p>
        </p:txBody>
      </p:sp>
      <p:sp>
        <p:nvSpPr>
          <p:cNvPr id="4" name="Slide Number Placeholder 3"/>
          <p:cNvSpPr>
            <a:spLocks noGrp="1"/>
          </p:cNvSpPr>
          <p:nvPr>
            <p:ph type="sldNum" sz="quarter" idx="10"/>
          </p:nvPr>
        </p:nvSpPr>
        <p:spPr/>
        <p:txBody>
          <a:bodyPr/>
          <a:lstStyle/>
          <a:p>
            <a:fld id="{788AC2E5-3674-41B2-8F3C-3EBDCBD7E51D}" type="slidenum">
              <a:rPr lang="en-US" smtClean="0"/>
              <a:t>20</a:t>
            </a:fld>
            <a:endParaRPr lang="en-US"/>
          </a:p>
        </p:txBody>
      </p:sp>
    </p:spTree>
    <p:extLst>
      <p:ext uri="{BB962C8B-B14F-4D97-AF65-F5344CB8AC3E}">
        <p14:creationId xmlns:p14="http://schemas.microsoft.com/office/powerpoint/2010/main" val="613087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This is the result of manual implementation.</a:t>
            </a:r>
            <a:endParaRPr lang="en-US" b="0" dirty="0" smtClean="0">
              <a:effectLst/>
            </a:endParaRPr>
          </a:p>
          <a:p>
            <a:pPr rtl="0"/>
            <a:r>
              <a:rPr lang="en-US" sz="1200" b="0" i="0" u="none" strike="noStrike" kern="1200" dirty="0" smtClean="0">
                <a:solidFill>
                  <a:schemeClr val="tx1"/>
                </a:solidFill>
                <a:effectLst/>
                <a:latin typeface="+mn-lt"/>
                <a:ea typeface="+mn-ea"/>
                <a:cs typeface="+mn-cs"/>
              </a:rPr>
              <a:t>After we sorted the feature importance results,</a:t>
            </a:r>
            <a:endParaRPr lang="en-US" b="0" dirty="0" smtClean="0">
              <a:effectLst/>
            </a:endParaRPr>
          </a:p>
          <a:p>
            <a:r>
              <a:rPr lang="en-US" dirty="0" smtClean="0"/>
              <a:t/>
            </a:r>
            <a:br>
              <a:rPr lang="en-US" dirty="0" smtClean="0"/>
            </a:br>
            <a:r>
              <a:rPr lang="en-US" dirty="0" smtClean="0"/>
              <a:t>Both manual and using code,</a:t>
            </a:r>
            <a:r>
              <a:rPr lang="en-US" baseline="0" dirty="0" smtClean="0"/>
              <a:t> the feature </a:t>
            </a:r>
            <a:r>
              <a:rPr lang="en-US" baseline="0" smtClean="0"/>
              <a:t>importance results are the same</a:t>
            </a:r>
            <a:endParaRPr lang="en-US"/>
          </a:p>
        </p:txBody>
      </p:sp>
      <p:sp>
        <p:nvSpPr>
          <p:cNvPr id="4" name="Slide Number Placeholder 3"/>
          <p:cNvSpPr>
            <a:spLocks noGrp="1"/>
          </p:cNvSpPr>
          <p:nvPr>
            <p:ph type="sldNum" sz="quarter" idx="10"/>
          </p:nvPr>
        </p:nvSpPr>
        <p:spPr/>
        <p:txBody>
          <a:bodyPr/>
          <a:lstStyle/>
          <a:p>
            <a:fld id="{788AC2E5-3674-41B2-8F3C-3EBDCBD7E51D}" type="slidenum">
              <a:rPr lang="en-US" smtClean="0"/>
              <a:t>21</a:t>
            </a:fld>
            <a:endParaRPr lang="en-US"/>
          </a:p>
        </p:txBody>
      </p:sp>
    </p:spTree>
    <p:extLst>
      <p:ext uri="{BB962C8B-B14F-4D97-AF65-F5344CB8AC3E}">
        <p14:creationId xmlns:p14="http://schemas.microsoft.com/office/powerpoint/2010/main" val="31455325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284B2C04-A877-4010-8CE9-D51887175AE1}" type="datetime1">
              <a:rPr lang="en-US" smtClean="0"/>
              <a:t>2/22/2022</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202BE821-F5D6-4438-9E37-0450F8B9E7D3}" type="slidenum">
              <a:rPr lang="en-US" smtClean="0"/>
              <a:t>‹#›</a:t>
            </a:fld>
            <a:endParaRPr 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414158927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8256CA2-EC5D-4C13-9487-D6E4ADC8ACF8}" type="datetime1">
              <a:rPr lang="en-US" smtClean="0"/>
              <a:t>2/22/2022</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Slide Number Placeholder 5"/>
          <p:cNvSpPr txBox="1">
            <a:spLocks/>
          </p:cNvSpPr>
          <p:nvPr userDrawn="1"/>
        </p:nvSpPr>
        <p:spPr>
          <a:xfrm>
            <a:off x="11455400" y="182562"/>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2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202BE821-F5D6-4438-9E37-0450F8B9E7D3}" type="slidenum">
              <a:rPr lang="en-US" sz="2400" smtClean="0">
                <a:solidFill>
                  <a:schemeClr val="tx1"/>
                </a:solidFill>
              </a:rPr>
              <a:pPr algn="l"/>
              <a:t>‹#›</a:t>
            </a:fld>
            <a:endParaRPr lang="en-US" sz="2400" dirty="0">
              <a:solidFill>
                <a:schemeClr val="tx1"/>
              </a:solidFill>
            </a:endParaRPr>
          </a:p>
        </p:txBody>
      </p:sp>
      <p:cxnSp>
        <p:nvCxnSpPr>
          <p:cNvPr id="8" name="Straight Connector 7"/>
          <p:cNvCxnSpPr/>
          <p:nvPr userDrawn="1"/>
        </p:nvCxnSpPr>
        <p:spPr>
          <a:xfrm>
            <a:off x="838200" y="1245326"/>
            <a:ext cx="105156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70182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5246C92A-E8E6-42AA-86FB-A30F01CDC02A}" type="datetime1">
              <a:rPr lang="en-US" smtClean="0"/>
              <a:t>2/22/2022</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202BE821-F5D6-4438-9E37-0450F8B9E7D3}" type="slidenum">
              <a:rPr lang="en-US" smtClean="0"/>
              <a:t>‹#›</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290925219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19F351B-6176-4E92-B487-B1CFE550E9E4}" type="datetime1">
              <a:rPr lang="en-US" smtClean="0"/>
              <a:t>2/22/2022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
        <p:nvSpPr>
          <p:cNvPr id="8" name="Slide Number Placeholder 5"/>
          <p:cNvSpPr txBox="1">
            <a:spLocks/>
          </p:cNvSpPr>
          <p:nvPr userDrawn="1"/>
        </p:nvSpPr>
        <p:spPr>
          <a:xfrm>
            <a:off x="8492066" y="6356349"/>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2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02BE821-F5D6-4438-9E37-0450F8B9E7D3}" type="slidenum">
              <a:rPr lang="en-US" smtClean="0"/>
              <a:pPr algn="r"/>
              <a:t>‹#›</a:t>
            </a:fld>
            <a:endParaRPr lang="en-US" dirty="0"/>
          </a:p>
        </p:txBody>
      </p:sp>
    </p:spTree>
    <p:extLst>
      <p:ext uri="{BB962C8B-B14F-4D97-AF65-F5344CB8AC3E}">
        <p14:creationId xmlns:p14="http://schemas.microsoft.com/office/powerpoint/2010/main" val="3444816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EA0C9C2-D89D-4F26-B2C1-F809F8FF5372}" type="datetime1">
              <a:rPr lang="en-US" smtClean="0"/>
              <a:t>2/22/2022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2BE821-F5D6-4438-9E37-0450F8B9E7D3}" type="slidenum">
              <a:rPr lang="en-US" smtClean="0"/>
              <a:t>‹#›</a:t>
            </a:fld>
            <a:endParaRPr lang="en-US"/>
          </a:p>
        </p:txBody>
      </p:sp>
    </p:spTree>
    <p:extLst>
      <p:ext uri="{BB962C8B-B14F-4D97-AF65-F5344CB8AC3E}">
        <p14:creationId xmlns:p14="http://schemas.microsoft.com/office/powerpoint/2010/main" val="3823898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CEA5A9A-1D72-4282-9D2C-4CB5413A7CCE}" type="datetime1">
              <a:rPr lang="en-US" smtClean="0"/>
              <a:t>2/22/2022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2BE821-F5D6-4438-9E37-0450F8B9E7D3}" type="slidenum">
              <a:rPr lang="en-US" smtClean="0"/>
              <a:t>‹#›</a:t>
            </a:fld>
            <a:endParaRPr lang="en-US"/>
          </a:p>
        </p:txBody>
      </p:sp>
    </p:spTree>
    <p:extLst>
      <p:ext uri="{BB962C8B-B14F-4D97-AF65-F5344CB8AC3E}">
        <p14:creationId xmlns:p14="http://schemas.microsoft.com/office/powerpoint/2010/main" val="1032618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89D0D6-5B75-4209-BB8A-0A7A2AADF807}" type="datetime1">
              <a:rPr lang="en-US" smtClean="0"/>
              <a:t>2/22/2022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02BE821-F5D6-4438-9E37-0450F8B9E7D3}" type="slidenum">
              <a:rPr lang="en-US" smtClean="0"/>
              <a:t>‹#›</a:t>
            </a:fld>
            <a:endParaRPr lang="en-US"/>
          </a:p>
        </p:txBody>
      </p:sp>
    </p:spTree>
    <p:extLst>
      <p:ext uri="{BB962C8B-B14F-4D97-AF65-F5344CB8AC3E}">
        <p14:creationId xmlns:p14="http://schemas.microsoft.com/office/powerpoint/2010/main" val="3142124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0E68890C-6795-4506-9D2E-2F17AF7F3398}" type="datetime1">
              <a:rPr lang="en-US" smtClean="0"/>
              <a:t>2/22/2022</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202BE821-F5D6-4438-9E37-0450F8B9E7D3}"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624848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75D1DDC2-4448-43DD-BA49-2C600086FA7D}" type="datetime1">
              <a:rPr lang="en-US" smtClean="0"/>
              <a:t>2/22/2022</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202BE821-F5D6-4438-9E37-0450F8B9E7D3}"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30459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65D2C0F-EC94-48CB-A3CA-AE46DE63BDD3}" type="datetime1">
              <a:rPr lang="en-US" smtClean="0"/>
              <a:t>2/22/2022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2BE821-F5D6-4438-9E37-0450F8B9E7D3}" type="slidenum">
              <a:rPr lang="en-US" smtClean="0"/>
              <a:t>‹#›</a:t>
            </a:fld>
            <a:endParaRPr lang="en-US"/>
          </a:p>
        </p:txBody>
      </p:sp>
    </p:spTree>
    <p:extLst>
      <p:ext uri="{BB962C8B-B14F-4D97-AF65-F5344CB8AC3E}">
        <p14:creationId xmlns:p14="http://schemas.microsoft.com/office/powerpoint/2010/main" val="2633141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6EF3E09-9829-4E9A-B7C9-CAD7230D76A7}" type="datetime1">
              <a:rPr lang="en-US" smtClean="0"/>
              <a:t>2/22/2022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2BE821-F5D6-4438-9E37-0450F8B9E7D3}" type="slidenum">
              <a:rPr lang="en-US" smtClean="0"/>
              <a:t>‹#›</a:t>
            </a:fld>
            <a:endParaRPr lang="en-US"/>
          </a:p>
        </p:txBody>
      </p:sp>
    </p:spTree>
    <p:extLst>
      <p:ext uri="{BB962C8B-B14F-4D97-AF65-F5344CB8AC3E}">
        <p14:creationId xmlns:p14="http://schemas.microsoft.com/office/powerpoint/2010/main" val="3215814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FC2C598D-7B8A-42EE-A720-D887D887AE13}" type="datetime1">
              <a:rPr lang="en-US" smtClean="0"/>
              <a:t>2/22/2022</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202BE821-F5D6-4438-9E37-0450F8B9E7D3}" type="slidenum">
              <a:rPr lang="en-US" smtClean="0"/>
              <a:t>‹#›</a:t>
            </a:fld>
            <a:endParaRPr 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35666214"/>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Lst>
  <p:hf sldNum="0" hdr="0" ftr="0" dt="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31.png"/><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1.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2.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40.png"/><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notesSlide" Target="../notesSlides/notesSlide10.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image" Target="../media/image6.png"/><Relationship Id="rId10" Type="http://schemas.openxmlformats.org/officeDocument/2006/relationships/image" Target="../media/image7.png"/><Relationship Id="rId9"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7.xml"/><Relationship Id="rId11" Type="http://schemas.openxmlformats.org/officeDocument/2006/relationships/image" Target="../media/image1.png"/><Relationship Id="rId10"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8.xml"/><Relationship Id="rId5" Type="http://schemas.openxmlformats.org/officeDocument/2006/relationships/image" Target="../media/image9.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notesSlide" Target="../notesSlides/notesSlide17.xml"/><Relationship Id="rId7"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9.xml"/><Relationship Id="rId10" Type="http://schemas.openxmlformats.org/officeDocument/2006/relationships/image" Target="../media/image15.png"/><Relationship Id="rId4" Type="http://schemas.openxmlformats.org/officeDocument/2006/relationships/image" Target="../media/image11.png"/><Relationship Id="rId9" Type="http://schemas.openxmlformats.org/officeDocument/2006/relationships/image" Target="../media/image10.png"/></Relationships>
</file>

<file path=ppt/slides/_rels/slide1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3.png"/></Relationships>
</file>

<file path=ppt/slides/_rels/slide19.xml.rels><?xml version="1.0" encoding="UTF-8" standalone="yes"?>
<Relationships xmlns="http://schemas.openxmlformats.org/package/2006/relationships"><Relationship Id="rId13" Type="http://schemas.openxmlformats.org/officeDocument/2006/relationships/image" Target="../media/image18.png"/><Relationship Id="rId18" Type="http://schemas.openxmlformats.org/officeDocument/2006/relationships/image" Target="../media/image13.png"/><Relationship Id="rId3" Type="http://schemas.openxmlformats.org/officeDocument/2006/relationships/notesSlide" Target="../notesSlides/notesSlide19.xml"/><Relationship Id="rId12" Type="http://schemas.openxmlformats.org/officeDocument/2006/relationships/image" Target="../media/image38.png"/><Relationship Id="rId17" Type="http://schemas.openxmlformats.org/officeDocument/2006/relationships/image" Target="../media/image44.png"/><Relationship Id="rId2" Type="http://schemas.openxmlformats.org/officeDocument/2006/relationships/slideLayout" Target="../slideLayouts/slideLayout2.xml"/><Relationship Id="rId16" Type="http://schemas.openxmlformats.org/officeDocument/2006/relationships/image" Target="../media/image19.png"/><Relationship Id="rId1" Type="http://schemas.openxmlformats.org/officeDocument/2006/relationships/tags" Target="../tags/tag11.xml"/><Relationship Id="rId11" Type="http://schemas.openxmlformats.org/officeDocument/2006/relationships/image" Target="../media/image37.png"/><Relationship Id="rId15" Type="http://schemas.openxmlformats.org/officeDocument/2006/relationships/image" Target="../media/image42.png"/><Relationship Id="rId19" Type="http://schemas.openxmlformats.org/officeDocument/2006/relationships/image" Target="../media/image12.png"/><Relationship Id="rId14" Type="http://schemas.openxmlformats.org/officeDocument/2006/relationships/image" Target="../media/image41.png"/></Relationships>
</file>

<file path=ppt/slides/_rels/slide20.xml.rels><?xml version="1.0" encoding="UTF-8" standalone="yes"?>
<Relationships xmlns="http://schemas.openxmlformats.org/package/2006/relationships"><Relationship Id="rId18" Type="http://schemas.openxmlformats.org/officeDocument/2006/relationships/image" Target="../media/image19.png"/><Relationship Id="rId17" Type="http://schemas.openxmlformats.org/officeDocument/2006/relationships/image" Target="../media/image37.png"/><Relationship Id="rId2" Type="http://schemas.openxmlformats.org/officeDocument/2006/relationships/notesSlide" Target="../notesSlides/notesSlide20.xml"/><Relationship Id="rId16" Type="http://schemas.openxmlformats.org/officeDocument/2006/relationships/image" Target="../media/image44.png"/><Relationship Id="rId20"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19" Type="http://schemas.openxmlformats.org/officeDocument/2006/relationships/image" Target="../media/image13.png"/><Relationship Id="rId4" Type="http://schemas.openxmlformats.org/officeDocument/2006/relationships/image" Target="../media/image20.png"/><Relationship Id="rId14" Type="http://schemas.openxmlformats.org/officeDocument/2006/relationships/image" Target="../media/image48.png"/></Relationships>
</file>

<file path=ppt/slides/_rels/slide2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notesSlide" Target="../notesSlides/notesSlide21.xml"/><Relationship Id="rId7" Type="http://schemas.openxmlformats.org/officeDocument/2006/relationships/chart" Target="../charts/chart2.xml"/><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image" Target="../media/image24.png"/><Relationship Id="rId5"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FEATURE analysis</a:t>
            </a:r>
            <a:endParaRPr lang="en-US" dirty="0"/>
          </a:p>
        </p:txBody>
      </p:sp>
      <p:sp>
        <p:nvSpPr>
          <p:cNvPr id="3" name="Subtitle 2"/>
          <p:cNvSpPr>
            <a:spLocks noGrp="1"/>
          </p:cNvSpPr>
          <p:nvPr>
            <p:ph type="subTitle" idx="1"/>
          </p:nvPr>
        </p:nvSpPr>
        <p:spPr/>
        <p:txBody>
          <a:bodyPr/>
          <a:lstStyle/>
          <a:p>
            <a:r>
              <a:rPr lang="en-US" dirty="0" smtClean="0"/>
              <a:t>Feature Importance – Support Vector Machine (SVM)</a:t>
            </a:r>
            <a:endParaRPr lang="en-US" dirty="0"/>
          </a:p>
        </p:txBody>
      </p:sp>
    </p:spTree>
    <p:extLst>
      <p:ext uri="{BB962C8B-B14F-4D97-AF65-F5344CB8AC3E}">
        <p14:creationId xmlns:p14="http://schemas.microsoft.com/office/powerpoint/2010/main" val="4046103889"/>
      </p:ext>
    </p:extLst>
  </p:cSld>
  <p:clrMapOvr>
    <a:masterClrMapping/>
  </p:clrMapOvr>
  <mc:AlternateContent xmlns:mc="http://schemas.openxmlformats.org/markup-compatibility/2006" xmlns:p14="http://schemas.microsoft.com/office/powerpoint/2010/main">
    <mc:Choice Requires="p14">
      <p:transition spd="slow" p14:dur="2000" advTm="27989">
        <p:cut/>
      </p:transition>
    </mc:Choice>
    <mc:Fallback xmlns="">
      <p:transition spd="slow" advTm="27989">
        <p:cut/>
      </p:transition>
    </mc:Fallback>
  </mc:AlternateContent>
  <p:timing>
    <p:tnLst>
      <p:par>
        <p:cTn id="1" dur="indefinite" restart="never" nodeType="tmRoot"/>
      </p:par>
    </p:tnLst>
  </p:timing>
  <p:extLst mod="1">
    <p:ext uri="{3A86A75C-4F4B-4683-9AE1-C65F6400EC91}">
      <p14:laserTraceLst xmlns:p14="http://schemas.microsoft.com/office/powerpoint/2010/main">
        <p14:tracePtLst>
          <p14:tracePt t="10786" x="827088" y="5421313"/>
          <p14:tracePt t="11324" x="835025" y="5413375"/>
          <p14:tracePt t="11580" x="841375" y="5413375"/>
          <p14:tracePt t="11908" x="855663" y="5413375"/>
          <p14:tracePt t="11915" x="892175" y="5413375"/>
          <p14:tracePt t="11925" x="928688" y="5413375"/>
          <p14:tracePt t="11942" x="1081088" y="5413375"/>
          <p14:tracePt t="11958" x="1320800" y="5413375"/>
          <p14:tracePt t="11976" x="1560513" y="5413375"/>
          <p14:tracePt t="11992" x="1820863" y="5413375"/>
          <p14:tracePt t="12009" x="2097088" y="5413375"/>
          <p14:tracePt t="12026" x="2714625" y="5413375"/>
          <p14:tracePt t="12042" x="3265488" y="5413375"/>
          <p14:tracePt t="12058" x="3621088" y="5413375"/>
          <p14:tracePt t="12075" x="3832225" y="5413375"/>
          <p14:tracePt t="12092" x="3984625" y="5413375"/>
          <p14:tracePt t="12109" x="4106863" y="5413375"/>
          <p14:tracePt t="12125" x="4157663" y="5413375"/>
          <p14:tracePt t="12142" x="4173538" y="5413375"/>
          <p14:tracePt t="12175" x="4179888" y="5413375"/>
          <p14:tracePt t="12192" x="4194175" y="5413375"/>
          <p14:tracePt t="12209" x="4244975" y="5399088"/>
          <p14:tracePt t="12225" x="4332288" y="5392738"/>
          <p14:tracePt t="12242" x="4411663" y="5392738"/>
          <p14:tracePt t="12259" x="4441825" y="5392738"/>
          <p14:tracePt t="12275" x="4462463" y="5392738"/>
          <p14:tracePt t="12292" x="4484688" y="5392738"/>
          <p14:tracePt t="12309" x="4521200" y="5392738"/>
          <p14:tracePt t="12325" x="4557713" y="5399088"/>
          <p14:tracePt t="12342" x="4579938" y="5399088"/>
          <p14:tracePt t="12359" x="4586288" y="5399088"/>
          <p14:tracePt t="12452" x="4594225" y="5399088"/>
          <p14:tracePt t="12788" x="4594225" y="5384800"/>
          <p14:tracePt t="12796" x="4594225" y="5376863"/>
          <p14:tracePt t="12803" x="4594225" y="5362575"/>
          <p14:tracePt t="12812" x="4579938" y="5348288"/>
          <p14:tracePt t="12826" x="4572000" y="5326063"/>
          <p14:tracePt t="12842" x="4572000" y="5305425"/>
          <p14:tracePt t="12859" x="4564063" y="5283200"/>
          <p14:tracePt t="12875" x="4557713" y="5260975"/>
          <p14:tracePt t="12892" x="4557713" y="5246688"/>
          <p14:tracePt t="12909" x="4557713" y="5232400"/>
          <p14:tracePt t="12926" x="4557713" y="5203825"/>
          <p14:tracePt t="12942" x="4557713" y="5159375"/>
          <p14:tracePt t="12959" x="4557713" y="5130800"/>
          <p14:tracePt t="12976" x="4557713" y="5108575"/>
          <p14:tracePt t="12992" x="4564063" y="5080000"/>
          <p14:tracePt t="13009" x="4564063" y="5057775"/>
          <p14:tracePt t="13026" x="4572000" y="5029200"/>
          <p14:tracePt t="13028" x="4579938" y="5014913"/>
          <p14:tracePt t="13042" x="4579938" y="4992688"/>
          <p14:tracePt t="13059" x="4586288" y="4978400"/>
          <p14:tracePt t="13075" x="4594225" y="4964113"/>
          <p14:tracePt t="13092" x="4600575" y="4956175"/>
          <p14:tracePt t="13116" x="4608513" y="4949825"/>
          <p14:tracePt t="13196" x="4614863" y="4949825"/>
          <p14:tracePt t="13212" x="4622800" y="4949825"/>
          <p14:tracePt t="13228" x="4630738" y="4949825"/>
          <p14:tracePt t="13235" x="4637088" y="4949825"/>
          <p14:tracePt t="13252" x="4645025" y="4949825"/>
          <p14:tracePt t="13292" x="4651375" y="4956175"/>
          <p14:tracePt t="13308" x="4659313" y="4956175"/>
          <p14:tracePt t="13324" x="4665663" y="4956175"/>
          <p14:tracePt t="13331" x="4681538" y="4956175"/>
          <p14:tracePt t="13348" x="4702175" y="4956175"/>
          <p14:tracePt t="13359" x="4710113" y="4956175"/>
          <p14:tracePt t="13375" x="4724400" y="4956175"/>
          <p14:tracePt t="13392" x="4732338" y="4956175"/>
          <p14:tracePt t="13409" x="4752975" y="4949825"/>
          <p14:tracePt t="13426" x="4797425" y="4927600"/>
          <p14:tracePt t="13442" x="4818063" y="4913313"/>
          <p14:tracePt t="13459" x="4840288" y="4891088"/>
          <p14:tracePt t="13477" x="4862513" y="4884738"/>
          <p14:tracePt t="13492" x="4868863" y="4876800"/>
          <p14:tracePt t="13509" x="4884738" y="4862513"/>
          <p14:tracePt t="13526" x="4884738" y="4854575"/>
          <p14:tracePt t="13542" x="4891088" y="4848225"/>
          <p14:tracePt t="13559" x="4905375" y="4833938"/>
          <p14:tracePt t="13576" x="4905375" y="4826000"/>
          <p14:tracePt t="13592" x="4913313" y="4818063"/>
          <p14:tracePt t="13609" x="4919663" y="4803775"/>
          <p14:tracePt t="13626" x="4927600" y="4803775"/>
          <p14:tracePt t="13642" x="4935538" y="4789488"/>
          <p14:tracePt t="14509" x="4935538" y="4783138"/>
          <p14:tracePt t="14532" x="4941888" y="4783138"/>
          <p14:tracePt t="14652" x="4949825" y="4775200"/>
          <p14:tracePt t="15052" x="4956175" y="4767263"/>
          <p14:tracePt t="15724" x="4964113" y="4760913"/>
          <p14:tracePt t="15740" x="4970463" y="4760913"/>
          <p14:tracePt t="15747" x="4978400" y="4752975"/>
          <p14:tracePt t="15755" x="4978400" y="4746625"/>
          <p14:tracePt t="15763" x="4986338" y="4738688"/>
          <p14:tracePt t="15780" x="4992688" y="4732338"/>
          <p14:tracePt t="15793" x="5000625" y="4724400"/>
          <p14:tracePt t="15810" x="5021263" y="4695825"/>
          <p14:tracePt t="15826" x="5037138" y="4673600"/>
          <p14:tracePt t="15843" x="5043488" y="4659313"/>
          <p14:tracePt t="15860" x="5051425" y="4651375"/>
          <p14:tracePt t="15876" x="5065713" y="4630738"/>
          <p14:tracePt t="15894" x="5072063" y="4622800"/>
          <p14:tracePt t="15910" x="5080000" y="4608513"/>
          <p14:tracePt t="15926" x="5094288" y="4594225"/>
          <p14:tracePt t="15943" x="5094288" y="4586288"/>
          <p14:tracePt t="15960" x="5108575" y="4572000"/>
          <p14:tracePt t="15976" x="5116513" y="4572000"/>
          <p14:tracePt t="15994" x="5122863" y="4549775"/>
          <p14:tracePt t="16010" x="5138738" y="4543425"/>
          <p14:tracePt t="16026" x="5138738" y="4529138"/>
          <p14:tracePt t="16043" x="5153025" y="4513263"/>
          <p14:tracePt t="16060" x="5159375" y="4506913"/>
          <p14:tracePt t="16076" x="5167313" y="4506913"/>
          <p14:tracePt t="16108" x="5181600" y="4492625"/>
          <p14:tracePt t="16133" x="5195888" y="4492625"/>
          <p14:tracePt t="16148" x="5203825" y="4492625"/>
          <p14:tracePt t="16155" x="5218113" y="4492625"/>
          <p14:tracePt t="16164" x="5240338" y="4492625"/>
          <p14:tracePt t="16176" x="5275263" y="4506913"/>
          <p14:tracePt t="16193" x="5319713" y="4535488"/>
          <p14:tracePt t="16210" x="5435600" y="4586288"/>
          <p14:tracePt t="16227" x="5551488" y="4600575"/>
          <p14:tracePt t="16243" x="5681663" y="4622800"/>
          <p14:tracePt t="16261" x="5791200" y="4637088"/>
          <p14:tracePt t="16277" x="5849938" y="4637088"/>
          <p14:tracePt t="16293" x="5884863" y="4637088"/>
          <p14:tracePt t="16310" x="5900738" y="4637088"/>
          <p14:tracePt t="16326" x="5921375" y="4630738"/>
          <p14:tracePt t="16343" x="5957888" y="4608513"/>
          <p14:tracePt t="16360" x="5994400" y="4579938"/>
          <p14:tracePt t="16376" x="6045200" y="4549775"/>
          <p14:tracePt t="16394" x="6103938" y="4513263"/>
          <p14:tracePt t="16410" x="6124575" y="4498975"/>
          <p14:tracePt t="16426" x="6138863" y="4484688"/>
          <p14:tracePt t="16644" x="6146800" y="4484688"/>
          <p14:tracePt t="16659" x="6154738" y="4484688"/>
          <p14:tracePt t="16667" x="6169025" y="4484688"/>
          <p14:tracePt t="16684" x="6183313" y="4484688"/>
          <p14:tracePt t="16693" x="6197600" y="4484688"/>
          <p14:tracePt t="16710" x="6262688" y="4484688"/>
          <p14:tracePt t="16726" x="6335713" y="4484688"/>
          <p14:tracePt t="16743" x="6400800" y="4484688"/>
          <p14:tracePt t="16760" x="6437313" y="4484688"/>
          <p14:tracePt t="16777" x="6465888" y="4492625"/>
          <p14:tracePt t="16794" x="6530975" y="4498975"/>
          <p14:tracePt t="16810" x="6581775" y="4521200"/>
          <p14:tracePt t="16827" x="6640513" y="4529138"/>
          <p14:tracePt t="16843" x="6705600" y="4535488"/>
          <p14:tracePt t="16860" x="6756400" y="4549775"/>
          <p14:tracePt t="16877" x="6784975" y="4549775"/>
          <p14:tracePt t="16893" x="6807200" y="4557713"/>
          <p14:tracePt t="16910" x="6829425" y="4557713"/>
          <p14:tracePt t="16927" x="6850063" y="4557713"/>
          <p14:tracePt t="16945" x="6858000" y="4557713"/>
          <p14:tracePt t="16977" x="6865938" y="4557713"/>
          <p14:tracePt t="16994" x="6880225" y="4557713"/>
          <p14:tracePt t="17010" x="6886575" y="4557713"/>
          <p14:tracePt t="17027" x="6894513" y="4557713"/>
          <p14:tracePt t="17829" x="6900863" y="4557713"/>
          <p14:tracePt t="17835" x="6916738" y="4557713"/>
          <p14:tracePt t="17843" x="6931025" y="4557713"/>
          <p14:tracePt t="17860" x="7002463" y="4557713"/>
          <p14:tracePt t="17877" x="7089775" y="4557713"/>
          <p14:tracePt t="17894" x="7191375" y="4557713"/>
          <p14:tracePt t="17910" x="7292975" y="4557713"/>
          <p14:tracePt t="17927" x="7366000" y="4557713"/>
          <p14:tracePt t="17944" x="7402513" y="4557713"/>
          <p14:tracePt t="17960" x="7408863" y="4557713"/>
          <p14:tracePt t="17977" x="7416800" y="4557713"/>
          <p14:tracePt t="17993" x="7431088" y="4549775"/>
          <p14:tracePt t="18010" x="7439025" y="4549775"/>
          <p14:tracePt t="18027" x="7459663" y="4549775"/>
          <p14:tracePt t="18044" x="7467600" y="4549775"/>
          <p14:tracePt t="18060" x="7475538" y="4543425"/>
        </p14:tracePtLst>
      </p14:laserTraceLst>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a:t>
            </a:r>
            <a:r>
              <a:rPr lang="en-US" dirty="0" smtClean="0"/>
              <a:t>ntuition of Feature Analysis</a:t>
            </a:r>
            <a:endParaRPr lang="en-US" dirty="0"/>
          </a:p>
        </p:txBody>
      </p:sp>
      <p:sp>
        <p:nvSpPr>
          <p:cNvPr id="3" name="Content Placeholder 2"/>
          <p:cNvSpPr>
            <a:spLocks noGrp="1"/>
          </p:cNvSpPr>
          <p:nvPr>
            <p:ph idx="1"/>
          </p:nvPr>
        </p:nvSpPr>
        <p:spPr/>
        <p:txBody>
          <a:bodyPr/>
          <a:lstStyle/>
          <a:p>
            <a:r>
              <a:rPr lang="en-US" dirty="0" smtClean="0"/>
              <a:t>Feature Weight (Importance) of SVM </a:t>
            </a:r>
            <a:r>
              <a:rPr lang="en-US" dirty="0" smtClean="0">
                <a:sym typeface="Wingdings" panose="05000000000000000000" pitchFamily="2" charset="2"/>
              </a:rPr>
              <a:t> The importance of </a:t>
            </a:r>
            <a:r>
              <a:rPr lang="en-US" b="1" dirty="0" smtClean="0">
                <a:sym typeface="Wingdings" panose="05000000000000000000" pitchFamily="2" charset="2"/>
              </a:rPr>
              <a:t>each</a:t>
            </a:r>
            <a:r>
              <a:rPr lang="en-US" dirty="0" smtClean="0">
                <a:sym typeface="Wingdings" panose="05000000000000000000" pitchFamily="2" charset="2"/>
              </a:rPr>
              <a:t> feature </a:t>
            </a:r>
            <a:endParaRPr lang="en-US" dirty="0" smtClean="0"/>
          </a:p>
        </p:txBody>
      </p:sp>
      <p:graphicFrame>
        <p:nvGraphicFramePr>
          <p:cNvPr id="11" name="Table 10"/>
          <p:cNvGraphicFramePr>
            <a:graphicFrameLocks noGrp="1"/>
          </p:cNvGraphicFramePr>
          <p:nvPr>
            <p:extLst>
              <p:ext uri="{D42A27DB-BD31-4B8C-83A1-F6EECF244321}">
                <p14:modId xmlns:p14="http://schemas.microsoft.com/office/powerpoint/2010/main" val="4226388036"/>
              </p:ext>
            </p:extLst>
          </p:nvPr>
        </p:nvGraphicFramePr>
        <p:xfrm>
          <a:off x="6787643" y="3541819"/>
          <a:ext cx="4546103" cy="1925320"/>
        </p:xfrm>
        <a:graphic>
          <a:graphicData uri="http://schemas.openxmlformats.org/drawingml/2006/table">
            <a:tbl>
              <a:tblPr firstRow="1" bandRow="1">
                <a:tableStyleId>{5C22544A-7EE6-4342-B048-85BDC9FD1C3A}</a:tableStyleId>
              </a:tblPr>
              <a:tblGrid>
                <a:gridCol w="1808825">
                  <a:extLst>
                    <a:ext uri="{9D8B030D-6E8A-4147-A177-3AD203B41FA5}">
                      <a16:colId xmlns:a16="http://schemas.microsoft.com/office/drawing/2014/main" val="4017505111"/>
                    </a:ext>
                  </a:extLst>
                </a:gridCol>
                <a:gridCol w="2737278">
                  <a:extLst>
                    <a:ext uri="{9D8B030D-6E8A-4147-A177-3AD203B41FA5}">
                      <a16:colId xmlns:a16="http://schemas.microsoft.com/office/drawing/2014/main" val="186583457"/>
                    </a:ext>
                  </a:extLst>
                </a:gridCol>
              </a:tblGrid>
              <a:tr h="370840">
                <a:tc>
                  <a:txBody>
                    <a:bodyPr/>
                    <a:lstStyle/>
                    <a:p>
                      <a:r>
                        <a:rPr lang="en-US" dirty="0" smtClean="0"/>
                        <a:t>Models</a:t>
                      </a:r>
                      <a:endParaRPr lang="en-US" dirty="0"/>
                    </a:p>
                  </a:txBody>
                  <a:tcPr/>
                </a:tc>
                <a:tc>
                  <a:txBody>
                    <a:bodyPr/>
                    <a:lstStyle/>
                    <a:p>
                      <a:r>
                        <a:rPr lang="en-US" dirty="0" smtClean="0"/>
                        <a:t>Features</a:t>
                      </a:r>
                      <a:endParaRPr lang="en-US" dirty="0"/>
                    </a:p>
                  </a:txBody>
                  <a:tcPr/>
                </a:tc>
                <a:extLst>
                  <a:ext uri="{0D108BD9-81ED-4DB2-BD59-A6C34878D82A}">
                    <a16:rowId xmlns:a16="http://schemas.microsoft.com/office/drawing/2014/main" val="2745863161"/>
                  </a:ext>
                </a:extLst>
              </a:tr>
              <a:tr h="370840">
                <a:tc>
                  <a:txBody>
                    <a:bodyPr/>
                    <a:lstStyle/>
                    <a:p>
                      <a:r>
                        <a:rPr lang="en-US" dirty="0" smtClean="0"/>
                        <a:t>Baseline (M</a:t>
                      </a:r>
                      <a:r>
                        <a:rPr lang="en-US" baseline="-25000" dirty="0" smtClean="0"/>
                        <a:t>0</a:t>
                      </a:r>
                      <a:r>
                        <a:rPr lang="en-US" dirty="0" smtClean="0"/>
                        <a:t>)</a:t>
                      </a:r>
                      <a:endParaRPr lang="en-US" dirty="0"/>
                    </a:p>
                  </a:txBody>
                  <a:tcPr/>
                </a:tc>
                <a:tc>
                  <a:txBody>
                    <a:bodyPr/>
                    <a:lstStyle/>
                    <a:p>
                      <a:r>
                        <a:rPr lang="en-US" dirty="0" smtClean="0"/>
                        <a:t>3 Common features </a:t>
                      </a:r>
                    </a:p>
                    <a:p>
                      <a:r>
                        <a:rPr lang="en-US" dirty="0" smtClean="0"/>
                        <a:t>(A,</a:t>
                      </a:r>
                      <a:r>
                        <a:rPr lang="en-US" baseline="0" dirty="0" smtClean="0"/>
                        <a:t> B, C)</a:t>
                      </a:r>
                      <a:endParaRPr lang="en-US" dirty="0"/>
                    </a:p>
                  </a:txBody>
                  <a:tcPr/>
                </a:tc>
                <a:extLst>
                  <a:ext uri="{0D108BD9-81ED-4DB2-BD59-A6C34878D82A}">
                    <a16:rowId xmlns:a16="http://schemas.microsoft.com/office/drawing/2014/main" val="1467665992"/>
                  </a:ext>
                </a:extLst>
              </a:tr>
              <a:tr h="370840">
                <a:tc>
                  <a:txBody>
                    <a:bodyPr/>
                    <a:lstStyle/>
                    <a:p>
                      <a:r>
                        <a:rPr lang="en-US" dirty="0" smtClean="0"/>
                        <a:t>Proposed (M</a:t>
                      </a:r>
                      <a:r>
                        <a:rPr lang="en-US" baseline="-25000" dirty="0" smtClean="0"/>
                        <a:t>1</a:t>
                      </a:r>
                      <a:r>
                        <a:rPr lang="en-US" dirty="0" smtClean="0"/>
                        <a:t>)</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3 Common features</a:t>
                      </a:r>
                    </a:p>
                    <a:p>
                      <a:r>
                        <a:rPr lang="en-US" dirty="0" smtClean="0"/>
                        <a:t>+ 3 new additional features (</a:t>
                      </a:r>
                      <a:r>
                        <a:rPr lang="en-US" dirty="0" smtClean="0">
                          <a:solidFill>
                            <a:schemeClr val="accent6">
                              <a:lumMod val="75000"/>
                            </a:schemeClr>
                          </a:solidFill>
                        </a:rPr>
                        <a:t>P</a:t>
                      </a:r>
                      <a:r>
                        <a:rPr lang="en-US" dirty="0" smtClean="0"/>
                        <a:t>,</a:t>
                      </a:r>
                      <a:r>
                        <a:rPr lang="en-US" baseline="0" dirty="0" smtClean="0"/>
                        <a:t> Q, R)</a:t>
                      </a:r>
                      <a:endParaRPr lang="en-US" dirty="0"/>
                    </a:p>
                  </a:txBody>
                  <a:tcPr/>
                </a:tc>
                <a:extLst>
                  <a:ext uri="{0D108BD9-81ED-4DB2-BD59-A6C34878D82A}">
                    <a16:rowId xmlns:a16="http://schemas.microsoft.com/office/drawing/2014/main" val="3190846441"/>
                  </a:ext>
                </a:extLst>
              </a:tr>
            </a:tbl>
          </a:graphicData>
        </a:graphic>
      </p:graphicFrame>
      <p:graphicFrame>
        <p:nvGraphicFramePr>
          <p:cNvPr id="27" name="Chart 26"/>
          <p:cNvGraphicFramePr>
            <a:graphicFrameLocks/>
          </p:cNvGraphicFramePr>
          <p:nvPr>
            <p:extLst>
              <p:ext uri="{D42A27DB-BD31-4B8C-83A1-F6EECF244321}">
                <p14:modId xmlns:p14="http://schemas.microsoft.com/office/powerpoint/2010/main" val="2797605726"/>
              </p:ext>
            </p:extLst>
          </p:nvPr>
        </p:nvGraphicFramePr>
        <p:xfrm>
          <a:off x="1854697" y="2889585"/>
          <a:ext cx="457200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6" name="Multiply 5"/>
          <p:cNvSpPr/>
          <p:nvPr/>
        </p:nvSpPr>
        <p:spPr>
          <a:xfrm>
            <a:off x="2286000" y="3862928"/>
            <a:ext cx="806116" cy="1636295"/>
          </a:xfrm>
          <a:prstGeom prst="mathMultiply">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7" name="TextBox 6"/>
          <p:cNvSpPr txBox="1"/>
          <p:nvPr/>
        </p:nvSpPr>
        <p:spPr>
          <a:xfrm>
            <a:off x="1985211" y="5955632"/>
            <a:ext cx="3588546" cy="369332"/>
          </a:xfrm>
          <a:prstGeom prst="rect">
            <a:avLst/>
          </a:prstGeom>
          <a:noFill/>
        </p:spPr>
        <p:txBody>
          <a:bodyPr wrap="none" rtlCol="0">
            <a:spAutoFit/>
          </a:bodyPr>
          <a:lstStyle/>
          <a:p>
            <a:r>
              <a:rPr lang="en-US" dirty="0" smtClean="0"/>
              <a:t>Accuracy: 78%  </a:t>
            </a:r>
            <a:r>
              <a:rPr lang="en-US" dirty="0" smtClean="0">
                <a:sym typeface="Wingdings" panose="05000000000000000000" pitchFamily="2" charset="2"/>
              </a:rPr>
              <a:t> </a:t>
            </a:r>
            <a:r>
              <a:rPr lang="en-US" dirty="0" smtClean="0">
                <a:solidFill>
                  <a:schemeClr val="accent6">
                    <a:lumMod val="75000"/>
                  </a:schemeClr>
                </a:solidFill>
                <a:sym typeface="Wingdings" panose="05000000000000000000" pitchFamily="2" charset="2"/>
              </a:rPr>
              <a:t>X</a:t>
            </a:r>
            <a:r>
              <a:rPr lang="en-US" dirty="0" smtClean="0">
                <a:sym typeface="Wingdings" panose="05000000000000000000" pitchFamily="2" charset="2"/>
              </a:rPr>
              <a:t> Accuracy: 63%</a:t>
            </a:r>
            <a:endParaRPr lang="en-US" dirty="0"/>
          </a:p>
        </p:txBody>
      </p:sp>
      <p:sp>
        <p:nvSpPr>
          <p:cNvPr id="8" name="Rounded Rectangle 7"/>
          <p:cNvSpPr/>
          <p:nvPr/>
        </p:nvSpPr>
        <p:spPr>
          <a:xfrm>
            <a:off x="2382253" y="5366084"/>
            <a:ext cx="613610" cy="266701"/>
          </a:xfrm>
          <a:prstGeom prst="roundRect">
            <a:avLst/>
          </a:prstGeom>
          <a:no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557038791"/>
      </p:ext>
    </p:extLst>
  </p:cSld>
  <p:clrMapOvr>
    <a:masterClrMapping/>
  </p:clrMapOvr>
  <mc:AlternateContent xmlns:mc="http://schemas.openxmlformats.org/markup-compatibility/2006" xmlns:p14="http://schemas.microsoft.com/office/powerpoint/2010/main">
    <mc:Choice Requires="p14">
      <p:transition spd="slow" p14:dur="2000" advTm="102156">
        <p:cut/>
      </p:transition>
    </mc:Choice>
    <mc:Fallback xmlns="">
      <p:transition spd="slow" advTm="102156">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Lst>
  </p:timing>
  <p:extLst mod="1">
    <p:ext uri="{3A86A75C-4F4B-4683-9AE1-C65F6400EC91}">
      <p14:laserTraceLst xmlns:p14="http://schemas.microsoft.com/office/powerpoint/2010/main">
        <p14:tracePtLst>
          <p14:tracePt t="3157" x="7475538" y="4564063"/>
          <p14:tracePt t="3171" x="7481888" y="4579938"/>
          <p14:tracePt t="3185" x="7481888" y="4614863"/>
          <p14:tracePt t="3202" x="7481888" y="4645025"/>
          <p14:tracePt t="3218" x="7453313" y="4681538"/>
          <p14:tracePt t="3235" x="7388225" y="4695825"/>
          <p14:tracePt t="3251" x="7286625" y="4724400"/>
          <p14:tracePt t="3268" x="7170738" y="4732338"/>
          <p14:tracePt t="3286" x="6865938" y="4732338"/>
          <p14:tracePt t="3301" x="6502400" y="4687888"/>
          <p14:tracePt t="3318" x="5819775" y="4600575"/>
          <p14:tracePt t="3335" x="4992688" y="4484688"/>
          <p14:tracePt t="3351" x="4143375" y="4354513"/>
          <p14:tracePt t="3368" x="3243263" y="4238625"/>
          <p14:tracePt t="3385" x="2430463" y="4165600"/>
          <p14:tracePt t="3401" x="1755775" y="4137025"/>
          <p14:tracePt t="3418" x="1125538" y="4137025"/>
          <p14:tracePt t="3435" x="631825" y="4137025"/>
          <p14:tracePt t="3452" x="268288" y="4129088"/>
          <p14:tracePt t="14062" x="36513" y="5646738"/>
          <p14:tracePt t="14069" x="87313" y="5646738"/>
          <p14:tracePt t="14078" x="166688" y="5646738"/>
          <p14:tracePt t="14087" x="231775" y="5661025"/>
          <p14:tracePt t="14104" x="347663" y="5661025"/>
          <p14:tracePt t="14121" x="465138" y="5661025"/>
          <p14:tracePt t="14137" x="566738" y="5661025"/>
          <p14:tracePt t="14154" x="668338" y="5667375"/>
          <p14:tracePt t="14171" x="784225" y="5667375"/>
          <p14:tracePt t="14187" x="906463" y="5667375"/>
          <p14:tracePt t="14204" x="1023938" y="5675313"/>
          <p14:tracePt t="14221" x="1131888" y="5681663"/>
          <p14:tracePt t="14237" x="1219200" y="5681663"/>
          <p14:tracePt t="14254" x="1306513" y="5697538"/>
          <p14:tracePt t="14271" x="1414463" y="5711825"/>
          <p14:tracePt t="14288" x="1509713" y="5711825"/>
          <p14:tracePt t="14304" x="1597025" y="5726113"/>
          <p14:tracePt t="14321" x="1647825" y="5732463"/>
          <p14:tracePt t="14339" x="1690688" y="5740400"/>
          <p14:tracePt t="14355" x="1735138" y="5748338"/>
          <p14:tracePt t="14371" x="1792288" y="5754688"/>
          <p14:tracePt t="14388" x="1836738" y="5762625"/>
          <p14:tracePt t="14405" x="1865313" y="5768975"/>
          <p14:tracePt t="14421" x="1887538" y="5768975"/>
          <p14:tracePt t="14438" x="1908175" y="5768975"/>
          <p14:tracePt t="14455" x="1930400" y="5768975"/>
          <p14:tracePt t="14471" x="1938338" y="5768975"/>
          <p14:tracePt t="14488" x="1958975" y="5768975"/>
          <p14:tracePt t="14504" x="1973263" y="5768975"/>
          <p14:tracePt t="14521" x="2003425" y="5783263"/>
          <p14:tracePt t="14538" x="2017713" y="5783263"/>
          <p14:tracePt t="14554" x="2060575" y="5783263"/>
          <p14:tracePt t="14571" x="2090738" y="5791200"/>
          <p14:tracePt t="14588" x="2141538" y="5791200"/>
          <p14:tracePt t="14592" x="2162175" y="5791200"/>
          <p14:tracePt t="14605" x="2206625" y="5791200"/>
          <p14:tracePt t="14621" x="2257425" y="5791200"/>
          <p14:tracePt t="14638" x="2293938" y="5791200"/>
          <p14:tracePt t="14655" x="2328863" y="5791200"/>
          <p14:tracePt t="14671" x="2359025" y="5791200"/>
          <p14:tracePt t="14688" x="2387600" y="5791200"/>
          <p14:tracePt t="14705" x="2401888" y="5791200"/>
          <p14:tracePt t="14721" x="2430463" y="5791200"/>
          <p14:tracePt t="14738" x="2466975" y="5791200"/>
          <p14:tracePt t="14755" x="2511425" y="5791200"/>
          <p14:tracePt t="14771" x="2547938" y="5791200"/>
          <p14:tracePt t="14788" x="2582863" y="5791200"/>
          <p14:tracePt t="14805" x="2598738" y="5791200"/>
          <p14:tracePt t="22802" x="2590800" y="5791200"/>
          <p14:tracePt t="22827" x="2582863" y="5791200"/>
          <p14:tracePt t="22834" x="2576513" y="5791200"/>
          <p14:tracePt t="22865" x="2568575" y="5791200"/>
          <p14:tracePt t="22873" x="2562225" y="5791200"/>
          <p14:tracePt t="22888" x="2554288" y="5791200"/>
          <p14:tracePt t="22911" x="2547938" y="5791200"/>
          <p14:tracePt t="22927" x="2540000" y="5799138"/>
          <p14:tracePt t="22943" x="2532063" y="5799138"/>
          <p14:tracePt t="22959" x="2525713" y="5799138"/>
          <p14:tracePt t="22967" x="2511425" y="5799138"/>
          <p14:tracePt t="22983" x="2503488" y="5799138"/>
          <p14:tracePt t="22991" x="2497138" y="5799138"/>
          <p14:tracePt t="23007" x="2489200" y="5799138"/>
          <p14:tracePt t="23024" x="2466975" y="5799138"/>
          <p14:tracePt t="23041" x="2460625" y="5799138"/>
          <p14:tracePt t="23057" x="2438400" y="5799138"/>
          <p14:tracePt t="23074" x="2424113" y="5799138"/>
          <p14:tracePt t="23077" x="2416175" y="5799138"/>
          <p14:tracePt t="23090" x="2401888" y="5799138"/>
          <p14:tracePt t="23108" x="2395538" y="5799138"/>
          <p14:tracePt t="23124" x="2373313" y="5799138"/>
          <p14:tracePt t="23141" x="2359025" y="5799138"/>
          <p14:tracePt t="23157" x="2351088" y="5799138"/>
          <p14:tracePt t="23174" x="2328863" y="5799138"/>
          <p14:tracePt t="23190" x="2314575" y="5805488"/>
          <p14:tracePt t="23224" x="2308225" y="5805488"/>
          <p14:tracePt t="23264" x="2293938" y="5805488"/>
          <p14:tracePt t="23304" x="2286000" y="5805488"/>
          <p14:tracePt t="23351" x="2278063" y="5805488"/>
          <p14:tracePt t="23367" x="2271713" y="5813425"/>
          <p14:tracePt t="23391" x="2263775" y="5813425"/>
          <p14:tracePt t="23464" x="2257425" y="5813425"/>
          <p14:tracePt t="30958" x="2243138" y="5827713"/>
          <p14:tracePt t="30965" x="2235200" y="5842000"/>
          <p14:tracePt t="30976" x="2235200" y="5870575"/>
          <p14:tracePt t="30993" x="2220913" y="5921375"/>
          <p14:tracePt t="31010" x="2198688" y="5986463"/>
          <p14:tracePt t="31026" x="2184400" y="6053138"/>
          <p14:tracePt t="31043" x="2176463" y="6096000"/>
          <p14:tracePt t="31060" x="2170113" y="6124575"/>
          <p14:tracePt t="31076" x="2162175" y="6154738"/>
          <p14:tracePt t="31077" x="2162175" y="6161088"/>
          <p14:tracePt t="31093" x="2155825" y="6189663"/>
          <p14:tracePt t="31109" x="2155825" y="6219825"/>
          <p14:tracePt t="31126" x="2155825" y="6240463"/>
          <p14:tracePt t="31143" x="2147888" y="6256338"/>
          <p14:tracePt t="31176" x="2141538" y="6262688"/>
          <p14:tracePt t="31193" x="2125663" y="6276975"/>
          <p14:tracePt t="31209" x="2111375" y="6284913"/>
          <p14:tracePt t="31226" x="2090738" y="6307138"/>
          <p14:tracePt t="31243" x="2046288" y="6327775"/>
          <p14:tracePt t="31260" x="2009775" y="6342063"/>
          <p14:tracePt t="31277" x="1944688" y="6364288"/>
          <p14:tracePt t="31293" x="1908175" y="6372225"/>
          <p14:tracePt t="31309" x="1857375" y="6386513"/>
          <p14:tracePt t="31326" x="1836738" y="6386513"/>
          <p14:tracePt t="31343" x="1800225" y="6386513"/>
          <p14:tracePt t="31360" x="1778000" y="6386513"/>
          <p14:tracePt t="31376" x="1749425" y="6378575"/>
          <p14:tracePt t="31393" x="1719263" y="6357938"/>
          <p14:tracePt t="31410" x="1704975" y="6335713"/>
          <p14:tracePt t="31426" x="1690688" y="6313488"/>
          <p14:tracePt t="31443" x="1676400" y="6291263"/>
          <p14:tracePt t="31460" x="1668463" y="6262688"/>
          <p14:tracePt t="31476" x="1668463" y="6226175"/>
          <p14:tracePt t="31493" x="1668463" y="6205538"/>
          <p14:tracePt t="31510" x="1676400" y="6169025"/>
          <p14:tracePt t="31527" x="1690688" y="6154738"/>
          <p14:tracePt t="31543" x="1727200" y="6118225"/>
          <p14:tracePt t="31560" x="1763713" y="6088063"/>
          <p14:tracePt t="31576" x="1814513" y="6067425"/>
          <p14:tracePt t="31593" x="1857375" y="6037263"/>
          <p14:tracePt t="31610" x="1901825" y="6016625"/>
          <p14:tracePt t="31626" x="1966913" y="5994400"/>
          <p14:tracePt t="31643" x="2039938" y="5972175"/>
          <p14:tracePt t="31660" x="2111375" y="5951538"/>
          <p14:tracePt t="31677" x="2243138" y="5929313"/>
          <p14:tracePt t="31693" x="2308225" y="5915025"/>
          <p14:tracePt t="31710" x="2379663" y="5907088"/>
          <p14:tracePt t="31726" x="2438400" y="5900738"/>
          <p14:tracePt t="31743" x="2532063" y="5900738"/>
          <p14:tracePt t="31760" x="2633663" y="5900738"/>
          <p14:tracePt t="31776" x="2743200" y="5900738"/>
          <p14:tracePt t="31793" x="2859088" y="5900738"/>
          <p14:tracePt t="31810" x="2982913" y="5915025"/>
          <p14:tracePt t="31826" x="3121025" y="5943600"/>
          <p14:tracePt t="31843" x="3236913" y="5965825"/>
          <p14:tracePt t="31860" x="3344863" y="5994400"/>
          <p14:tracePt t="31876" x="3440113" y="6022975"/>
          <p14:tracePt t="31893" x="3541713" y="6059488"/>
          <p14:tracePt t="31910" x="3598863" y="6088063"/>
          <p14:tracePt t="31926" x="3629025" y="6103938"/>
          <p14:tracePt t="31943" x="3665538" y="6124575"/>
          <p14:tracePt t="31960" x="3671888" y="6138863"/>
          <p14:tracePt t="31976" x="3694113" y="6161088"/>
          <p14:tracePt t="31993" x="3708400" y="6205538"/>
          <p14:tracePt t="32010" x="3759200" y="6256338"/>
          <p14:tracePt t="32027" x="3787775" y="6291263"/>
          <p14:tracePt t="32043" x="3802063" y="6321425"/>
          <p14:tracePt t="32060" x="3810000" y="6327775"/>
          <p14:tracePt t="32093" x="3810000" y="6335713"/>
          <p14:tracePt t="32110" x="3810000" y="6357938"/>
          <p14:tracePt t="32126" x="3802063" y="6372225"/>
          <p14:tracePt t="32143" x="3781425" y="6392863"/>
          <p14:tracePt t="32160" x="3744913" y="6408738"/>
          <p14:tracePt t="32176" x="3716338" y="6423025"/>
          <p14:tracePt t="32193" x="3671888" y="6443663"/>
          <p14:tracePt t="32210" x="3643313" y="6459538"/>
          <p14:tracePt t="32227" x="3598863" y="6473825"/>
          <p14:tracePt t="32243" x="3563938" y="6494463"/>
          <p14:tracePt t="32260" x="3533775" y="6502400"/>
          <p14:tracePt t="32277" x="3476625" y="6516688"/>
          <p14:tracePt t="32293" x="3389313" y="6530975"/>
          <p14:tracePt t="32310" x="3330575" y="6561138"/>
          <p14:tracePt t="32327" x="3294063" y="6561138"/>
          <p14:tracePt t="32343" x="3259138" y="6561138"/>
          <p14:tracePt t="32360" x="3251200" y="6561138"/>
          <p14:tracePt t="32377" x="3243263" y="6561138"/>
          <p14:tracePt t="32393" x="3236913" y="6561138"/>
          <p14:tracePt t="32410" x="3228975" y="6561138"/>
          <p14:tracePt t="32426" x="3208338" y="6561138"/>
          <p14:tracePt t="32443" x="3192463" y="6561138"/>
          <p14:tracePt t="32460" x="3178175" y="6561138"/>
          <p14:tracePt t="32476" x="3135313" y="6561138"/>
          <p14:tracePt t="32493" x="3090863" y="6545263"/>
          <p14:tracePt t="32510" x="3048000" y="6524625"/>
          <p14:tracePt t="32527" x="3033713" y="6502400"/>
          <p14:tracePt t="32543" x="3019425" y="6480175"/>
          <p14:tracePt t="32560" x="2997200" y="6465888"/>
          <p14:tracePt t="32576" x="2989263" y="6451600"/>
          <p14:tracePt t="32593" x="2982913" y="6437313"/>
          <p14:tracePt t="32610" x="2974975" y="6423025"/>
          <p14:tracePt t="32627" x="2968625" y="6400800"/>
          <p14:tracePt t="32643" x="2968625" y="6378575"/>
          <p14:tracePt t="32660" x="2954338" y="6350000"/>
          <p14:tracePt t="32677" x="2954338" y="6313488"/>
          <p14:tracePt t="32693" x="2946400" y="6291263"/>
          <p14:tracePt t="32710" x="2946400" y="6262688"/>
          <p14:tracePt t="32727" x="2946400" y="6248400"/>
          <p14:tracePt t="32743" x="2946400" y="6226175"/>
          <p14:tracePt t="32761" x="2946400" y="6211888"/>
          <p14:tracePt t="32777" x="2946400" y="6189663"/>
          <p14:tracePt t="32793" x="2954338" y="6175375"/>
          <p14:tracePt t="32810" x="2954338" y="6169025"/>
          <p14:tracePt t="32827" x="2954338" y="6154738"/>
          <p14:tracePt t="32843" x="2960688" y="6138863"/>
          <p14:tracePt t="32860" x="2968625" y="6118225"/>
          <p14:tracePt t="32877" x="2968625" y="6103938"/>
          <p14:tracePt t="32893" x="2974975" y="6096000"/>
          <p14:tracePt t="32910" x="2982913" y="6081713"/>
          <p14:tracePt t="32927" x="2989263" y="6067425"/>
          <p14:tracePt t="32943" x="3005138" y="6053138"/>
          <p14:tracePt t="32960" x="3011488" y="6045200"/>
          <p14:tracePt t="32977" x="3025775" y="6030913"/>
          <p14:tracePt t="32994" x="3033713" y="6022975"/>
          <p14:tracePt t="33010" x="3048000" y="6008688"/>
          <p14:tracePt t="33027" x="3055938" y="6002338"/>
          <p14:tracePt t="33043" x="3070225" y="5986463"/>
          <p14:tracePt t="33060" x="3076575" y="5980113"/>
          <p14:tracePt t="33077" x="3084513" y="5980113"/>
          <p14:tracePt t="33093" x="3106738" y="5965825"/>
          <p14:tracePt t="33110" x="3121025" y="5965825"/>
          <p14:tracePt t="33127" x="3135313" y="5957888"/>
          <p14:tracePt t="33160" x="3149600" y="5957888"/>
          <p14:tracePt t="33177" x="3163888" y="5957888"/>
          <p14:tracePt t="33193" x="3178175" y="5957888"/>
          <p14:tracePt t="33210" x="3200400" y="5957888"/>
          <p14:tracePt t="33227" x="3228975" y="5957888"/>
          <p14:tracePt t="33243" x="3243263" y="5957888"/>
          <p14:tracePt t="33260" x="3259138" y="5957888"/>
          <p14:tracePt t="33277" x="3279775" y="5965825"/>
          <p14:tracePt t="33293" x="3294063" y="5972175"/>
          <p14:tracePt t="33310" x="3316288" y="5980113"/>
          <p14:tracePt t="33327" x="3324225" y="5994400"/>
          <p14:tracePt t="33344" x="3344863" y="6008688"/>
          <p14:tracePt t="33360" x="3360738" y="6022975"/>
          <p14:tracePt t="33377" x="3375025" y="6045200"/>
          <p14:tracePt t="33393" x="3389313" y="6067425"/>
          <p14:tracePt t="33410" x="3411538" y="6096000"/>
          <p14:tracePt t="33427" x="3425825" y="6118225"/>
          <p14:tracePt t="33443" x="3432175" y="6138863"/>
          <p14:tracePt t="33460" x="3432175" y="6169025"/>
          <p14:tracePt t="33477" x="3440113" y="6183313"/>
          <p14:tracePt t="33494" x="3440113" y="6219825"/>
          <p14:tracePt t="33510" x="3440113" y="6248400"/>
          <p14:tracePt t="33527" x="3440113" y="6276975"/>
          <p14:tracePt t="33544" x="3440113" y="6299200"/>
          <p14:tracePt t="33560" x="3440113" y="6313488"/>
          <p14:tracePt t="33577" x="3440113" y="6335713"/>
          <p14:tracePt t="33585" x="3432175" y="6342063"/>
          <p14:tracePt t="33595" x="3425825" y="6350000"/>
          <p14:tracePt t="33611" x="3417888" y="6364288"/>
          <p14:tracePt t="33627" x="3403600" y="6378575"/>
          <p14:tracePt t="33647" x="3360738" y="6400800"/>
          <p14:tracePt t="33661" x="3338513" y="6408738"/>
          <p14:tracePt t="33677" x="3302000" y="6423025"/>
          <p14:tracePt t="33694" x="3279775" y="6429375"/>
          <p14:tracePt t="33711" x="3259138" y="6429375"/>
          <p14:tracePt t="33728" x="3243263" y="6429375"/>
          <p14:tracePt t="33744" x="3222625" y="6429375"/>
          <p14:tracePt t="33764" x="3192463" y="6429375"/>
          <p14:tracePt t="33777" x="3163888" y="6429375"/>
          <p14:tracePt t="33794" x="3141663" y="6429375"/>
          <p14:tracePt t="33811" x="3113088" y="6429375"/>
          <p14:tracePt t="33827" x="3084513" y="6423025"/>
          <p14:tracePt t="33845" x="3070225" y="6415088"/>
          <p14:tracePt t="33861" x="3048000" y="6415088"/>
          <p14:tracePt t="33877" x="3040063" y="6408738"/>
          <p14:tracePt t="33894" x="3033713" y="6400800"/>
          <p14:tracePt t="33921" x="3033713" y="6392863"/>
          <p14:tracePt t="33930" x="3025775" y="6392863"/>
          <p14:tracePt t="33944" x="3019425" y="6386513"/>
          <p14:tracePt t="33961" x="3011488" y="6386513"/>
          <p14:tracePt t="33995" x="3011488" y="6378575"/>
          <p14:tracePt t="34011" x="3005138" y="6378575"/>
          <p14:tracePt t="34027" x="3005138" y="6372225"/>
          <p14:tracePt t="34204" x="3005138" y="6364288"/>
          <p14:tracePt t="34218" x="3005138" y="6350000"/>
          <p14:tracePt t="34234" x="3011488" y="6342063"/>
          <p14:tracePt t="34242" x="3019425" y="6335713"/>
          <p14:tracePt t="34250" x="3025775" y="6335713"/>
          <p14:tracePt t="34263" x="3055938" y="6321425"/>
          <p14:tracePt t="34278" x="3062288" y="6321425"/>
          <p14:tracePt t="34295" x="3070225" y="6313488"/>
          <p14:tracePt t="34311" x="3084513" y="6313488"/>
          <p14:tracePt t="34345" x="3090863" y="6313488"/>
          <p14:tracePt t="34362" x="3098800" y="6313488"/>
          <p14:tracePt t="34378" x="3106738" y="6313488"/>
          <p14:tracePt t="34395" x="3113088" y="6313488"/>
          <p14:tracePt t="34411" x="3127375" y="6313488"/>
          <p14:tracePt t="34428" x="3135313" y="6313488"/>
          <p14:tracePt t="34444" x="3163888" y="6313488"/>
          <p14:tracePt t="34462" x="3208338" y="6313488"/>
          <p14:tracePt t="34478" x="3243263" y="6313488"/>
          <p14:tracePt t="34494" x="3287713" y="6307138"/>
          <p14:tracePt t="34511" x="3309938" y="6307138"/>
          <p14:tracePt t="34528" x="3338513" y="6307138"/>
          <p14:tracePt t="34545" x="3367088" y="6307138"/>
          <p14:tracePt t="34561" x="3389313" y="6307138"/>
          <p14:tracePt t="34578" x="3411538" y="6307138"/>
          <p14:tracePt t="34587" x="3432175" y="6307138"/>
          <p14:tracePt t="34600" x="3446463" y="6313488"/>
          <p14:tracePt t="34611" x="3462338" y="6313488"/>
          <p14:tracePt t="34628" x="3490913" y="6335713"/>
          <p14:tracePt t="34647" x="3527425" y="6364288"/>
          <p14:tracePt t="34661" x="3548063" y="6378575"/>
          <p14:tracePt t="34678" x="3570288" y="6392863"/>
          <p14:tracePt t="34694" x="3584575" y="6400800"/>
          <p14:tracePt t="34711" x="3592513" y="6400800"/>
          <p14:tracePt t="34727" x="3614738" y="6415088"/>
          <p14:tracePt t="34745" x="3621088" y="6415088"/>
          <p14:tracePt t="34761" x="3635375" y="6423025"/>
          <p14:tracePt t="34778" x="3643313" y="6423025"/>
          <p14:tracePt t="35131" x="3649663" y="6423025"/>
          <p14:tracePt t="35203" x="3657600" y="6423025"/>
          <p14:tracePt t="35219" x="3657600" y="6415088"/>
          <p14:tracePt t="35226" x="3649663" y="6408738"/>
          <p14:tracePt t="35235" x="3621088" y="6392863"/>
          <p14:tracePt t="35245" x="3563938" y="6378575"/>
          <p14:tracePt t="35264" x="3454400" y="6321425"/>
          <p14:tracePt t="35278" x="3344863" y="6276975"/>
          <p14:tracePt t="35296" x="3251200" y="6234113"/>
          <p14:tracePt t="35311" x="3163888" y="6175375"/>
          <p14:tracePt t="35328" x="3127375" y="6132513"/>
          <p14:tracePt t="35345" x="3084513" y="6067425"/>
          <p14:tracePt t="35361" x="3062288" y="5986463"/>
          <p14:tracePt t="35378" x="3033713" y="5900738"/>
          <p14:tracePt t="35395" x="3025775" y="5849938"/>
          <p14:tracePt t="35411" x="3019425" y="5819775"/>
          <p14:tracePt t="35430" x="3019425" y="5805488"/>
          <p14:tracePt t="35445" x="3019425" y="5799138"/>
          <p14:tracePt t="35461" x="3019425" y="5791200"/>
          <p14:tracePt t="35530" x="3011488" y="5783263"/>
          <p14:tracePt t="35707" x="3005138" y="5776913"/>
          <p14:tracePt t="35717" x="2954338" y="5776913"/>
          <p14:tracePt t="35728" x="2909888" y="5768975"/>
          <p14:tracePt t="35745" x="2765425" y="5754688"/>
          <p14:tracePt t="35762" x="2605088" y="5732463"/>
          <p14:tracePt t="35778" x="2452688" y="5703888"/>
          <p14:tracePt t="35795" x="2322513" y="5653088"/>
          <p14:tracePt t="35811" x="2206625" y="5610225"/>
          <p14:tracePt t="35828" x="2111375" y="5545138"/>
          <p14:tracePt t="35847" x="1989138" y="5443538"/>
          <p14:tracePt t="35861" x="1901825" y="5376863"/>
          <p14:tracePt t="35878" x="1857375" y="5319713"/>
          <p14:tracePt t="35895" x="1814513" y="5232400"/>
          <p14:tracePt t="35912" x="1785938" y="5138738"/>
          <p14:tracePt t="35928" x="1749425" y="5014913"/>
          <p14:tracePt t="35945" x="1719263" y="4905375"/>
          <p14:tracePt t="35961" x="1690688" y="4803775"/>
          <p14:tracePt t="35979" x="1662113" y="4695825"/>
          <p14:tracePt t="35995" x="1633538" y="4564063"/>
          <p14:tracePt t="36011" x="1625600" y="4433888"/>
          <p14:tracePt t="36029" x="1625600" y="4332288"/>
          <p14:tracePt t="36046" x="1654175" y="4157663"/>
          <p14:tracePt t="36062" x="1719263" y="4064000"/>
          <p14:tracePt t="36078" x="1792288" y="3976688"/>
          <p14:tracePt t="36085" x="1828800" y="3940175"/>
          <p14:tracePt t="36097" x="1865313" y="3903663"/>
          <p14:tracePt t="36112" x="1938338" y="3832225"/>
          <p14:tracePt t="36129" x="2017713" y="3751263"/>
          <p14:tracePt t="36145" x="2074863" y="3700463"/>
          <p14:tracePt t="36162" x="2155825" y="3643313"/>
          <p14:tracePt t="36178" x="2249488" y="3598863"/>
          <p14:tracePt t="36195" x="2328863" y="3563938"/>
          <p14:tracePt t="36212" x="2401888" y="3527425"/>
          <p14:tracePt t="36229" x="2511425" y="3490913"/>
          <p14:tracePt t="36246" x="2743200" y="3446463"/>
          <p14:tracePt t="36262" x="2881313" y="3425825"/>
          <p14:tracePt t="36278" x="2982913" y="3425825"/>
          <p14:tracePt t="36295" x="3025775" y="3417888"/>
          <p14:tracePt t="36312" x="3055938" y="3417888"/>
          <p14:tracePt t="36328" x="3070225" y="3417888"/>
          <p14:tracePt t="36345" x="3098800" y="3440113"/>
          <p14:tracePt t="36362" x="3141663" y="3482975"/>
          <p14:tracePt t="36378" x="3208338" y="3556000"/>
          <p14:tracePt t="36395" x="3251200" y="3621088"/>
          <p14:tracePt t="36411" x="3279775" y="3686175"/>
          <p14:tracePt t="36429" x="3316288" y="3759200"/>
          <p14:tracePt t="36446" x="3367088" y="3903663"/>
          <p14:tracePt t="36462" x="3381375" y="3998913"/>
          <p14:tracePt t="36478" x="3411538" y="4086225"/>
          <p14:tracePt t="36495" x="3425825" y="4194175"/>
          <p14:tracePt t="36514" x="3462338" y="4332288"/>
          <p14:tracePt t="36528" x="3476625" y="4470400"/>
          <p14:tracePt t="36545" x="3490913" y="4600575"/>
          <p14:tracePt t="36562" x="3497263" y="4687888"/>
          <p14:tracePt t="36578" x="3497263" y="4783138"/>
          <p14:tracePt t="36586" x="3497263" y="4826000"/>
          <p14:tracePt t="36595" x="3497263" y="4848225"/>
          <p14:tracePt t="36612" x="3497263" y="4935538"/>
          <p14:tracePt t="36628" x="3482975" y="5029200"/>
          <p14:tracePt t="36645" x="3468688" y="5153025"/>
          <p14:tracePt t="36661" x="3411538" y="5326063"/>
          <p14:tracePt t="36678" x="3389313" y="5407025"/>
          <p14:tracePt t="36695" x="3352800" y="5478463"/>
          <p14:tracePt t="36712" x="3302000" y="5559425"/>
          <p14:tracePt t="36728" x="3265488" y="5624513"/>
          <p14:tracePt t="36745" x="3214688" y="5697538"/>
          <p14:tracePt t="36761" x="3163888" y="5762625"/>
          <p14:tracePt t="36778" x="3121025" y="5805488"/>
          <p14:tracePt t="36795" x="3076575" y="5834063"/>
          <p14:tracePt t="36812" x="3019425" y="5870575"/>
          <p14:tracePt t="36829" x="2938463" y="5907088"/>
          <p14:tracePt t="36845" x="2903538" y="5935663"/>
          <p14:tracePt t="36862" x="2852738" y="5957888"/>
          <p14:tracePt t="36879" x="2786063" y="5980113"/>
          <p14:tracePt t="36895" x="2735263" y="5994400"/>
          <p14:tracePt t="36912" x="2678113" y="6016625"/>
          <p14:tracePt t="36928" x="2641600" y="6022975"/>
          <p14:tracePt t="36945" x="2613025" y="6022975"/>
          <p14:tracePt t="36962" x="2590800" y="6037263"/>
          <p14:tracePt t="36978" x="2568575" y="6037263"/>
          <p14:tracePt t="36995" x="2540000" y="6037263"/>
          <p14:tracePt t="37012" x="2517775" y="6030913"/>
          <p14:tracePt t="37028" x="2489200" y="6022975"/>
          <p14:tracePt t="37045" x="2460625" y="6008688"/>
          <p14:tracePt t="37061" x="2446338" y="6008688"/>
          <p14:tracePt t="37078" x="2438400" y="6008688"/>
          <p14:tracePt t="37095" x="2430463" y="6002338"/>
          <p14:tracePt t="37111" x="2409825" y="5986463"/>
          <p14:tracePt t="37145" x="2395538" y="5980113"/>
          <p14:tracePt t="37174" x="2387600" y="5972175"/>
          <p14:tracePt t="37190" x="2387600" y="5965825"/>
          <p14:tracePt t="37199" x="2379663" y="5965825"/>
          <p14:tracePt t="37222" x="2373313" y="5957888"/>
          <p14:tracePt t="37238" x="2365375" y="5957888"/>
          <p14:tracePt t="37254" x="2351088" y="5943600"/>
          <p14:tracePt t="37278" x="2344738" y="5935663"/>
          <p14:tracePt t="37294" x="2344738" y="5929313"/>
          <p14:tracePt t="37302" x="2344738" y="5921375"/>
          <p14:tracePt t="37311" x="2336800" y="5915025"/>
          <p14:tracePt t="37328" x="2328863" y="5907088"/>
          <p14:tracePt t="37345" x="2322513" y="5892800"/>
          <p14:tracePt t="37363" x="2308225" y="5878513"/>
          <p14:tracePt t="37378" x="2308225" y="5856288"/>
          <p14:tracePt t="37395" x="2308225" y="5849938"/>
          <p14:tracePt t="37411" x="2300288" y="5842000"/>
          <p14:tracePt t="37428" x="2293938" y="5834063"/>
          <p14:tracePt t="37446" x="2293938" y="5827713"/>
          <p14:tracePt t="37463" x="2293938" y="5819775"/>
          <p14:tracePt t="37527" x="2293938" y="5813425"/>
          <p14:tracePt t="37534" x="2293938" y="5805488"/>
          <p14:tracePt t="37591" x="2286000" y="5805488"/>
          <p14:tracePt t="38439" x="2286000" y="5799138"/>
          <p14:tracePt t="38446" x="2286000" y="5791200"/>
          <p14:tracePt t="38454" x="2300288" y="5791200"/>
          <p14:tracePt t="38463" x="2308225" y="5783263"/>
          <p14:tracePt t="38479" x="2336800" y="5783263"/>
          <p14:tracePt t="38495" x="2365375" y="5768975"/>
          <p14:tracePt t="38512" x="2401888" y="5762625"/>
          <p14:tracePt t="38528" x="2446338" y="5762625"/>
          <p14:tracePt t="38545" x="2525713" y="5754688"/>
          <p14:tracePt t="38562" x="2590800" y="5754688"/>
          <p14:tracePt t="38578" x="2670175" y="5754688"/>
          <p14:tracePt t="38581" x="2700338" y="5754688"/>
          <p14:tracePt t="38595" x="2751138" y="5754688"/>
          <p14:tracePt t="38612" x="2822575" y="5754688"/>
          <p14:tracePt t="38629" x="2968625" y="5768975"/>
          <p14:tracePt t="38645" x="3084513" y="5791200"/>
          <p14:tracePt t="38662" x="3200400" y="5827713"/>
          <p14:tracePt t="38678" x="3316288" y="5884863"/>
          <p14:tracePt t="38695" x="3417888" y="5907088"/>
          <p14:tracePt t="38712" x="3513138" y="5943600"/>
          <p14:tracePt t="38729" x="3621088" y="5972175"/>
          <p14:tracePt t="38745" x="3722688" y="6016625"/>
          <p14:tracePt t="38762" x="3838575" y="6067425"/>
          <p14:tracePt t="38779" x="3933825" y="6110288"/>
          <p14:tracePt t="38795" x="4005263" y="6146800"/>
          <p14:tracePt t="38812" x="4056063" y="6175375"/>
          <p14:tracePt t="38829" x="4114800" y="6205538"/>
          <p14:tracePt t="38845" x="4179888" y="6240463"/>
          <p14:tracePt t="38862" x="4244975" y="6276975"/>
          <p14:tracePt t="38879" x="4275138" y="6299200"/>
          <p14:tracePt t="38895" x="4303713" y="6313488"/>
          <p14:tracePt t="38912" x="4325938" y="6327775"/>
          <p14:tracePt t="38929" x="4346575" y="6342063"/>
          <p14:tracePt t="38945" x="4360863" y="6357938"/>
          <p14:tracePt t="38962" x="4376738" y="6372225"/>
          <p14:tracePt t="38979" x="4383088" y="6372225"/>
          <p14:tracePt t="38995" x="4383088" y="6378575"/>
          <p14:tracePt t="39012" x="4391025" y="6378575"/>
          <p14:tracePt t="39045" x="4405313" y="6386513"/>
          <p14:tracePt t="39591" x="4411663" y="6392863"/>
          <p14:tracePt t="39766" x="4419600" y="6392863"/>
          <p14:tracePt t="39774" x="4427538" y="6392863"/>
          <p14:tracePt t="39782" x="4441825" y="6392863"/>
          <p14:tracePt t="39795" x="4462463" y="6392863"/>
          <p14:tracePt t="39813" x="4521200" y="6400800"/>
          <p14:tracePt t="39829" x="4572000" y="6400800"/>
          <p14:tracePt t="39846" x="4614863" y="6400800"/>
          <p14:tracePt t="39862" x="4659313" y="6400800"/>
          <p14:tracePt t="39879" x="4687888" y="6400800"/>
          <p14:tracePt t="39895" x="4716463" y="6400800"/>
          <p14:tracePt t="39912" x="4752975" y="6400800"/>
          <p14:tracePt t="39929" x="4783138" y="6400800"/>
          <p14:tracePt t="39946" x="4811713" y="6400800"/>
          <p14:tracePt t="39963" x="4833938" y="6400800"/>
          <p14:tracePt t="39979" x="4854575" y="6400800"/>
          <p14:tracePt t="39996" x="4876800" y="6400800"/>
          <p14:tracePt t="40012" x="4884738" y="6400800"/>
          <p14:tracePt t="40029" x="4913313" y="6415088"/>
          <p14:tracePt t="40046" x="4941888" y="6415088"/>
          <p14:tracePt t="40063" x="4949825" y="6415088"/>
          <p14:tracePt t="40079" x="4964113" y="6415088"/>
          <p14:tracePt t="40095" x="4970463" y="6415088"/>
          <p14:tracePt t="40118" x="4978400" y="6423025"/>
          <p14:tracePt t="40438" x="4970463" y="6429375"/>
          <p14:tracePt t="40446" x="4964113" y="6429375"/>
          <p14:tracePt t="40454" x="4949825" y="6437313"/>
          <p14:tracePt t="40463" x="4941888" y="6437313"/>
          <p14:tracePt t="40479" x="4919663" y="6443663"/>
          <p14:tracePt t="40496" x="4891088" y="6443663"/>
          <p14:tracePt t="40513" x="4862513" y="6451600"/>
          <p14:tracePt t="40529" x="4826000" y="6451600"/>
          <p14:tracePt t="40546" x="4775200" y="6451600"/>
          <p14:tracePt t="40562" x="4710113" y="6451600"/>
          <p14:tracePt t="40579" x="4665663" y="6451600"/>
          <p14:tracePt t="40582" x="4651375" y="6451600"/>
          <p14:tracePt t="40596" x="4630738" y="6451600"/>
          <p14:tracePt t="40614" x="4579938" y="6451600"/>
          <p14:tracePt t="40629" x="4549775" y="6451600"/>
          <p14:tracePt t="40646" x="4521200" y="6451600"/>
          <p14:tracePt t="40663" x="4498975" y="6451600"/>
          <p14:tracePt t="40679" x="4462463" y="6451600"/>
          <p14:tracePt t="40696" x="4427538" y="6451600"/>
          <p14:tracePt t="40713" x="4405313" y="6443663"/>
          <p14:tracePt t="40730" x="4376738" y="6443663"/>
          <p14:tracePt t="40746" x="4346575" y="6437313"/>
          <p14:tracePt t="40764" x="4318000" y="6437313"/>
          <p14:tracePt t="40779" x="4289425" y="6429375"/>
          <p14:tracePt t="40796" x="4252913" y="6415088"/>
          <p14:tracePt t="40813" x="4216400" y="6408738"/>
          <p14:tracePt t="40829" x="4194175" y="6400800"/>
          <p14:tracePt t="40846" x="4157663" y="6392863"/>
          <p14:tracePt t="40863" x="4137025" y="6386513"/>
          <p14:tracePt t="40879" x="4106863" y="6372225"/>
          <p14:tracePt t="40896" x="4049713" y="6357938"/>
          <p14:tracePt t="40913" x="4013200" y="6350000"/>
          <p14:tracePt t="40929" x="3984625" y="6335713"/>
          <p14:tracePt t="40946" x="3962400" y="6327775"/>
          <p14:tracePt t="40963" x="3948113" y="6321425"/>
          <p14:tracePt t="40979" x="3925888" y="6307138"/>
          <p14:tracePt t="40997" x="3919538" y="6299200"/>
          <p14:tracePt t="41013" x="3903663" y="6284913"/>
          <p14:tracePt t="41029" x="3897313" y="6276975"/>
          <p14:tracePt t="41046" x="3883025" y="6270625"/>
          <p14:tracePt t="41063" x="3875088" y="6256338"/>
          <p14:tracePt t="41079" x="3860800" y="6248400"/>
          <p14:tracePt t="41096" x="3852863" y="6234113"/>
          <p14:tracePt t="41113" x="3852863" y="6219825"/>
          <p14:tracePt t="41129" x="3838575" y="6197600"/>
          <p14:tracePt t="41146" x="3832225" y="6183313"/>
          <p14:tracePt t="41163" x="3832225" y="6175375"/>
          <p14:tracePt t="41179" x="3824288" y="6161088"/>
          <p14:tracePt t="41196" x="3824288" y="6146800"/>
          <p14:tracePt t="41214" x="3824288" y="6118225"/>
          <p14:tracePt t="41229" x="3824288" y="6096000"/>
          <p14:tracePt t="41246" x="3824288" y="6053138"/>
          <p14:tracePt t="41264" x="3838575" y="6022975"/>
          <p14:tracePt t="41280" x="3860800" y="6002338"/>
          <p14:tracePt t="41296" x="3897313" y="5965825"/>
          <p14:tracePt t="41313" x="3919538" y="5951538"/>
          <p14:tracePt t="41329" x="3948113" y="5929313"/>
          <p14:tracePt t="41346" x="3998913" y="5907088"/>
          <p14:tracePt t="41363" x="4071938" y="5892800"/>
          <p14:tracePt t="41379" x="4143375" y="5884863"/>
          <p14:tracePt t="41396" x="4238625" y="5884863"/>
          <p14:tracePt t="41413" x="4383088" y="5884863"/>
          <p14:tracePt t="41430" x="4484688" y="5884863"/>
          <p14:tracePt t="41446" x="4586288" y="5884863"/>
          <p14:tracePt t="41464" x="4695825" y="5884863"/>
          <p14:tracePt t="41480" x="4818063" y="5884863"/>
          <p14:tracePt t="41496" x="4927600" y="5884863"/>
          <p14:tracePt t="41513" x="5014913" y="5884863"/>
          <p14:tracePt t="41530" x="5072063" y="5884863"/>
          <p14:tracePt t="41546" x="5130800" y="5900738"/>
          <p14:tracePt t="41563" x="5195888" y="5915025"/>
          <p14:tracePt t="41579" x="5268913" y="5929313"/>
          <p14:tracePt t="41582" x="5311775" y="5943600"/>
          <p14:tracePt t="41596" x="5326063" y="5951538"/>
          <p14:tracePt t="41613" x="5376863" y="5972175"/>
          <p14:tracePt t="41629" x="5392738" y="5972175"/>
          <p14:tracePt t="41646" x="5427663" y="5986463"/>
          <p14:tracePt t="41663" x="5464175" y="6016625"/>
          <p14:tracePt t="41679" x="5508625" y="6045200"/>
          <p14:tracePt t="41696" x="5537200" y="6067425"/>
          <p14:tracePt t="41713" x="5551488" y="6081713"/>
          <p14:tracePt t="41729" x="5565775" y="6103938"/>
          <p14:tracePt t="41746" x="5588000" y="6138863"/>
          <p14:tracePt t="41763" x="5616575" y="6169025"/>
          <p14:tracePt t="41780" x="5630863" y="6197600"/>
          <p14:tracePt t="41796" x="5646738" y="6211888"/>
          <p14:tracePt t="41814" x="5646738" y="6226175"/>
          <p14:tracePt t="41830" x="5646738" y="6234113"/>
          <p14:tracePt t="41846" x="5646738" y="6276975"/>
          <p14:tracePt t="41863" x="5616575" y="6321425"/>
          <p14:tracePt t="41880" x="5588000" y="6372225"/>
          <p14:tracePt t="41896" x="5559425" y="6392863"/>
          <p14:tracePt t="41913" x="5522913" y="6408738"/>
          <p14:tracePt t="41930" x="5494338" y="6429375"/>
          <p14:tracePt t="41946" x="5457825" y="6437313"/>
          <p14:tracePt t="41963" x="5399088" y="6459538"/>
          <p14:tracePt t="41981" x="5341938" y="6465888"/>
          <p14:tracePt t="41997" x="5311775" y="6480175"/>
          <p14:tracePt t="42013" x="5297488" y="6480175"/>
          <p14:tracePt t="42030" x="5291138" y="6480175"/>
          <p14:tracePt t="42046" x="5283200" y="6480175"/>
          <p14:tracePt t="47095" x="5275263" y="6480175"/>
          <p14:tracePt t="52206" x="5305425" y="6480175"/>
          <p14:tracePt t="52219" x="5334000" y="6480175"/>
          <p14:tracePt t="52233" x="5399088" y="6473825"/>
          <p14:tracePt t="52250" x="5494338" y="6465888"/>
          <p14:tracePt t="52267" x="5595938" y="6451600"/>
          <p14:tracePt t="52283" x="5697538" y="6451600"/>
          <p14:tracePt t="52300" x="5813425" y="6437313"/>
          <p14:tracePt t="52317" x="5994400" y="6408738"/>
          <p14:tracePt t="52334" x="6073775" y="6400800"/>
          <p14:tracePt t="52350" x="6161088" y="6378575"/>
          <p14:tracePt t="52367" x="6234113" y="6364288"/>
          <p14:tracePt t="52383" x="6321425" y="6342063"/>
          <p14:tracePt t="52401" x="6408738" y="6321425"/>
          <p14:tracePt t="52417" x="6502400" y="6291263"/>
          <p14:tracePt t="52434" x="6604000" y="6262688"/>
          <p14:tracePt t="52451" x="6705600" y="6248400"/>
          <p14:tracePt t="52467" x="6821488" y="6226175"/>
          <p14:tracePt t="52483" x="6959600" y="6211888"/>
          <p14:tracePt t="52500" x="7075488" y="6189663"/>
          <p14:tracePt t="52518" x="7256463" y="6175375"/>
          <p14:tracePt t="52535" x="7337425" y="6161088"/>
          <p14:tracePt t="52550" x="7388225" y="6154738"/>
          <p14:tracePt t="52567" x="7445375" y="6146800"/>
          <p14:tracePt t="52583" x="7504113" y="6146800"/>
          <p14:tracePt t="52600" x="7583488" y="6124575"/>
          <p14:tracePt t="52617" x="7685088" y="6088063"/>
          <p14:tracePt t="52633" x="7780338" y="6053138"/>
          <p14:tracePt t="52653" x="7859713" y="6030913"/>
          <p14:tracePt t="52667" x="7924800" y="6002338"/>
          <p14:tracePt t="52684" x="8018463" y="5929313"/>
          <p14:tracePt t="52700" x="8113713" y="5849938"/>
          <p14:tracePt t="52718" x="8272463" y="5726113"/>
          <p14:tracePt t="52734" x="8323263" y="5681663"/>
          <p14:tracePt t="52750" x="8396288" y="5624513"/>
          <p14:tracePt t="52767" x="8404225" y="5616575"/>
          <p14:tracePt t="52784" x="8410575" y="5610225"/>
          <p14:tracePt t="52800" x="8418513" y="5588000"/>
          <p14:tracePt t="52817" x="8424863" y="5565775"/>
          <p14:tracePt t="52833" x="8432800" y="5514975"/>
          <p14:tracePt t="52850" x="8440738" y="5478463"/>
          <p14:tracePt t="52867" x="8447088" y="5435600"/>
          <p14:tracePt t="52884" x="8455025" y="5399088"/>
          <p14:tracePt t="52901" x="8455025" y="5384800"/>
          <p14:tracePt t="52917" x="8455025" y="5362575"/>
          <p14:tracePt t="52936" x="8455025" y="5326063"/>
          <p14:tracePt t="52950" x="8461375" y="5305425"/>
          <p14:tracePt t="52968" x="8461375" y="5291138"/>
          <p14:tracePt t="52984" x="8469313" y="5268913"/>
          <p14:tracePt t="53001" x="8469313" y="5254625"/>
          <p14:tracePt t="53017" x="8475663" y="5240338"/>
          <p14:tracePt t="53034" x="8475663" y="5232400"/>
          <p14:tracePt t="53050" x="8475663" y="5224463"/>
          <p14:tracePt t="53067" x="8475663" y="5218113"/>
          <p14:tracePt t="53307" x="8491538" y="5195888"/>
          <p14:tracePt t="53314" x="8505825" y="5181600"/>
          <p14:tracePt t="53321" x="8512175" y="5173663"/>
          <p14:tracePt t="53333" x="8562975" y="5138738"/>
          <p14:tracePt t="53350" x="8613775" y="5094288"/>
          <p14:tracePt t="53366" x="8701088" y="5037138"/>
          <p14:tracePt t="53383" x="8774113" y="4986338"/>
          <p14:tracePt t="53401" x="8861425" y="4919663"/>
          <p14:tracePt t="53417" x="8912225" y="4876800"/>
          <p14:tracePt t="53434" x="8955088" y="4833938"/>
          <p14:tracePt t="53450" x="8983663" y="4811713"/>
          <p14:tracePt t="53467" x="9020175" y="4789488"/>
          <p14:tracePt t="53484" x="9056688" y="4760913"/>
          <p14:tracePt t="53501" x="9121775" y="4710113"/>
          <p14:tracePt t="53517" x="9172575" y="4681538"/>
          <p14:tracePt t="53533" x="9202738" y="4665663"/>
          <p14:tracePt t="53550" x="9237663" y="4645025"/>
          <p14:tracePt t="53567" x="9282113" y="4622800"/>
          <p14:tracePt t="53583" x="9324975" y="4608513"/>
          <p14:tracePt t="53600" x="9369425" y="4594225"/>
          <p14:tracePt t="53617" x="9390063" y="4586288"/>
          <p14:tracePt t="53633" x="9420225" y="4579938"/>
          <p14:tracePt t="53650" x="9426575" y="4572000"/>
          <p14:tracePt t="53667" x="9448800" y="4572000"/>
          <p14:tracePt t="53683" x="9471025" y="4564063"/>
          <p14:tracePt t="53700" x="9507538" y="4564063"/>
          <p14:tracePt t="53717" x="9550400" y="4564063"/>
          <p14:tracePt t="53733" x="9578975" y="4564063"/>
          <p14:tracePt t="53750" x="9623425" y="4564063"/>
          <p14:tracePt t="53767" x="9629775" y="4564063"/>
          <p14:tracePt t="53783" x="9652000" y="4564063"/>
          <p14:tracePt t="53800" x="9666288" y="4564063"/>
          <p14:tracePt t="53833" x="9680575" y="4564063"/>
          <p14:tracePt t="53850" x="9688513" y="4564063"/>
          <p14:tracePt t="53879" x="9694863" y="4564063"/>
          <p14:tracePt t="53903" x="9717088" y="4557713"/>
          <p14:tracePt t="54023" x="9725025" y="4557713"/>
          <p14:tracePt t="54031" x="9731375" y="4557713"/>
          <p14:tracePt t="54063" x="9739313" y="4543425"/>
          <p14:tracePt t="54676" x="9739313" y="4535488"/>
          <p14:tracePt t="54768" x="9739313" y="4529138"/>
          <p14:tracePt t="54802" x="9739313" y="4521200"/>
          <p14:tracePt t="54827" x="9739313" y="4513263"/>
          <p14:tracePt t="54844" x="9739313" y="4506913"/>
          <p14:tracePt t="54881" x="9739313" y="4498975"/>
          <p14:tracePt t="54892" x="9745663" y="4492625"/>
          <p14:tracePt t="54907" x="9745663" y="4484688"/>
          <p14:tracePt t="54923" x="9753600" y="4478338"/>
          <p14:tracePt t="54934" x="9761538" y="4470400"/>
          <p14:tracePt t="54950" x="9767888" y="4470400"/>
          <p14:tracePt t="54967" x="9775825" y="4456113"/>
          <p14:tracePt t="55360" x="9761538" y="4456113"/>
          <p14:tracePt t="55367" x="9745663" y="4456113"/>
          <p14:tracePt t="55375" x="9731375" y="4456113"/>
          <p14:tracePt t="55384" x="9717088" y="4456113"/>
          <p14:tracePt t="55401" x="9680575" y="4456113"/>
          <p14:tracePt t="55417" x="9644063" y="4456113"/>
          <p14:tracePt t="55434" x="9623425" y="4456113"/>
          <p14:tracePt t="55451" x="9609138" y="4456113"/>
          <p14:tracePt t="55467" x="9593263" y="4456113"/>
          <p14:tracePt t="55501" x="9586913" y="4456113"/>
          <p14:tracePt t="55517" x="9572625" y="4456113"/>
          <p14:tracePt t="55534" x="9550400" y="4462463"/>
          <p14:tracePt t="55551" x="9528175" y="4462463"/>
          <p14:tracePt t="55567" x="9499600" y="4470400"/>
          <p14:tracePt t="55584" x="9463088" y="4478338"/>
          <p14:tracePt t="55601" x="9448800" y="4484688"/>
          <p14:tracePt t="55617" x="9420225" y="4484688"/>
          <p14:tracePt t="55634" x="9390063" y="4492625"/>
          <p14:tracePt t="55651" x="9361488" y="4492625"/>
          <p14:tracePt t="55669" x="9318625" y="4492625"/>
          <p14:tracePt t="55684" x="9310688" y="4492625"/>
          <p14:tracePt t="55702" x="9253538" y="4492625"/>
          <p14:tracePt t="55717" x="9209088" y="4492625"/>
          <p14:tracePt t="55735" x="9172575" y="4492625"/>
          <p14:tracePt t="55751" x="9129713" y="4492625"/>
          <p14:tracePt t="55767" x="9115425" y="4492625"/>
          <p14:tracePt t="55784" x="9078913" y="4492625"/>
          <p14:tracePt t="55801" x="9050338" y="4492625"/>
          <p14:tracePt t="55818" x="9020175" y="4492625"/>
          <p14:tracePt t="55834" x="8983663" y="4492625"/>
          <p14:tracePt t="55851" x="8955088" y="4492625"/>
          <p14:tracePt t="55867" x="8948738" y="4492625"/>
          <p14:tracePt t="55912" x="8932863" y="4492625"/>
          <p14:tracePt t="57124" x="8918575" y="4492625"/>
          <p14:tracePt t="57130" x="8875713" y="4492625"/>
          <p14:tracePt t="57141" x="8751888" y="4492625"/>
          <p14:tracePt t="57152" x="8664575" y="4492625"/>
          <p14:tracePt t="57168" x="8389938" y="4492625"/>
          <p14:tracePt t="57186" x="7837488" y="4492625"/>
          <p14:tracePt t="57202" x="7185025" y="4492625"/>
          <p14:tracePt t="57218" x="6488113" y="4433888"/>
          <p14:tracePt t="57235" x="5754688" y="4318000"/>
          <p14:tracePt t="57252" x="4992688" y="4238625"/>
          <p14:tracePt t="57269" x="4230688" y="4165600"/>
          <p14:tracePt t="57285" x="3127375" y="4275138"/>
          <p14:tracePt t="57301" x="2395538" y="4427538"/>
          <p14:tracePt t="57318" x="1690688" y="4594225"/>
          <p14:tracePt t="57335" x="1038225" y="4702175"/>
          <p14:tracePt t="57352" x="428625" y="4797425"/>
          <p14:tracePt t="59074" x="79375" y="4899025"/>
          <p14:tracePt t="59080" x="312738" y="4899025"/>
          <p14:tracePt t="59087" x="530225" y="4899025"/>
          <p14:tracePt t="59102" x="906463" y="4899025"/>
          <p14:tracePt t="59119" x="1343025" y="4899025"/>
          <p14:tracePt t="59136" x="1741488" y="4899025"/>
          <p14:tracePt t="59152" x="2133600" y="4899025"/>
          <p14:tracePt t="59169" x="2365375" y="4899025"/>
          <p14:tracePt t="59185" x="2568575" y="4899025"/>
          <p14:tracePt t="59202" x="2765425" y="4899025"/>
          <p14:tracePt t="59219" x="2982913" y="4899025"/>
          <p14:tracePt t="59235" x="3344863" y="4899025"/>
          <p14:tracePt t="59252" x="3700463" y="4899025"/>
          <p14:tracePt t="59269" x="4064000" y="4899025"/>
          <p14:tracePt t="59285" x="4244975" y="4899025"/>
          <p14:tracePt t="59302" x="4391025" y="4899025"/>
          <p14:tracePt t="59318" x="4529138" y="4899025"/>
          <p14:tracePt t="59335" x="4695825" y="4919663"/>
          <p14:tracePt t="59352" x="4840288" y="4956175"/>
          <p14:tracePt t="59368" x="4978400" y="4970463"/>
          <p14:tracePt t="59386" x="5087938" y="4978400"/>
          <p14:tracePt t="59402" x="5189538" y="5000625"/>
          <p14:tracePt t="59418" x="5297488" y="5006975"/>
          <p14:tracePt t="59435" x="5399088" y="5029200"/>
          <p14:tracePt t="59452" x="5478463" y="5037138"/>
          <p14:tracePt t="59469" x="5565775" y="5051425"/>
          <p14:tracePt t="59485" x="5697538" y="5072063"/>
          <p14:tracePt t="59502" x="5805488" y="5102225"/>
          <p14:tracePt t="59519" x="5878513" y="5108575"/>
          <p14:tracePt t="59536" x="5921375" y="5108575"/>
          <p14:tracePt t="59552" x="5980113" y="5108575"/>
          <p14:tracePt t="59569" x="6067425" y="5130800"/>
          <p14:tracePt t="59586" x="6189663" y="5145088"/>
          <p14:tracePt t="59589" x="6291263" y="5173663"/>
          <p14:tracePt t="59602" x="6392863" y="5181600"/>
          <p14:tracePt t="59619" x="6604000" y="5210175"/>
          <p14:tracePt t="59636" x="6756400" y="5232400"/>
          <p14:tracePt t="59652" x="6829425" y="5232400"/>
          <p14:tracePt t="59669" x="6923088" y="5232400"/>
          <p14:tracePt t="59685" x="7002463" y="5232400"/>
          <p14:tracePt t="59702" x="7089775" y="5232400"/>
          <p14:tracePt t="59719" x="7191375" y="5232400"/>
          <p14:tracePt t="59735" x="7256463" y="5232400"/>
          <p14:tracePt t="59752" x="7300913" y="5232400"/>
          <p14:tracePt t="59769" x="7323138" y="5232400"/>
          <p14:tracePt t="59785" x="7358063" y="5218113"/>
          <p14:tracePt t="59802" x="7416800" y="5210175"/>
          <p14:tracePt t="59819" x="7489825" y="5173663"/>
          <p14:tracePt t="59835" x="7561263" y="5138738"/>
          <p14:tracePt t="59852" x="7605713" y="5102225"/>
          <p14:tracePt t="59869" x="7662863" y="5057775"/>
          <p14:tracePt t="59886" x="7693025" y="5037138"/>
          <p14:tracePt t="59902" x="7735888" y="5006975"/>
          <p14:tracePt t="59919" x="7758113" y="4978400"/>
          <p14:tracePt t="59935" x="7794625" y="4949825"/>
          <p14:tracePt t="59952" x="7815263" y="4935538"/>
          <p14:tracePt t="59969" x="7837488" y="4913313"/>
          <p14:tracePt t="59985" x="7851775" y="4905375"/>
          <p14:tracePt t="60002" x="7859713" y="4899025"/>
          <p14:tracePt t="60019" x="7866063" y="4891088"/>
          <p14:tracePt t="60752" x="7881938" y="4876800"/>
          <p14:tracePt t="60766" x="7888288" y="4876800"/>
          <p14:tracePt t="60783" x="7902575" y="4868863"/>
          <p14:tracePt t="60790" x="7916863" y="4862513"/>
          <p14:tracePt t="60802" x="7924800" y="4854575"/>
          <p14:tracePt t="60819" x="7939088" y="4854575"/>
          <p14:tracePt t="60836" x="7947025" y="4854575"/>
          <p14:tracePt t="60853" x="7975600" y="4848225"/>
          <p14:tracePt t="60869" x="8004175" y="4840288"/>
          <p14:tracePt t="60886" x="8012113" y="4833938"/>
          <p14:tracePt t="60903" x="8034338" y="4833938"/>
          <p14:tracePt t="60919" x="8040688" y="4833938"/>
          <p14:tracePt t="60936" x="8054975" y="4833938"/>
          <p14:tracePt t="60952" x="8062913" y="4833938"/>
          <p14:tracePt t="60969" x="8077200" y="4826000"/>
          <p14:tracePt t="60986" x="8091488" y="4826000"/>
          <p14:tracePt t="61003" x="8099425" y="4826000"/>
          <p14:tracePt t="61019" x="8105775" y="4826000"/>
          <p14:tracePt t="61036" x="8120063" y="4826000"/>
          <p14:tracePt t="61052" x="8128000" y="4826000"/>
          <p14:tracePt t="61069" x="8150225" y="4811713"/>
          <p14:tracePt t="61086" x="8156575" y="4811713"/>
          <p14:tracePt t="61102" x="8164513" y="4811713"/>
          <p14:tracePt t="61271" x="8170863" y="4811713"/>
          <p14:tracePt t="61359" x="8170863" y="4803775"/>
          <p14:tracePt t="61391" x="8164513" y="4803775"/>
          <p14:tracePt t="61406" x="8156575" y="4803775"/>
          <p14:tracePt t="61415" x="8142288" y="4803775"/>
          <p14:tracePt t="61431" x="8135938" y="4803775"/>
          <p14:tracePt t="61438" x="8120063" y="4797425"/>
          <p14:tracePt t="61455" x="8105775" y="4797425"/>
          <p14:tracePt t="61469" x="8091488" y="4789488"/>
          <p14:tracePt t="61486" x="8077200" y="4789488"/>
          <p14:tracePt t="61503" x="8069263" y="4789488"/>
          <p14:tracePt t="61623" x="8062913" y="4783138"/>
          <p14:tracePt t="61639" x="8054975" y="4775200"/>
          <p14:tracePt t="61647" x="8048625" y="4767263"/>
          <p14:tracePt t="61655" x="8040688" y="4767263"/>
          <p14:tracePt t="61669" x="8018463" y="4738688"/>
          <p14:tracePt t="61686" x="7997825" y="4732338"/>
          <p14:tracePt t="61703" x="7967663" y="4716463"/>
          <p14:tracePt t="61719" x="7967663" y="4710113"/>
          <p14:tracePt t="61824" x="7975600" y="4702175"/>
          <p14:tracePt t="61830" x="8012113" y="4702175"/>
          <p14:tracePt t="61838" x="8062913" y="4710113"/>
          <p14:tracePt t="61854" x="8164513" y="4738688"/>
          <p14:tracePt t="61869" x="8308975" y="4783138"/>
          <p14:tracePt t="61887" x="8418513" y="4811713"/>
          <p14:tracePt t="61903" x="8512175" y="4818063"/>
          <p14:tracePt t="61919" x="8542338" y="4826000"/>
          <p14:tracePt t="61936" x="8556625" y="4826000"/>
          <p14:tracePt t="61952" x="8562975" y="4826000"/>
          <p14:tracePt t="61969" x="8570913" y="4826000"/>
          <p14:tracePt t="62003" x="8585200" y="4826000"/>
          <p14:tracePt t="62019" x="8593138" y="4826000"/>
          <p14:tracePt t="62038" x="8599488" y="4826000"/>
          <p14:tracePt t="62053" x="8613775" y="4811713"/>
          <p14:tracePt t="62086" x="8621713" y="4811713"/>
          <p14:tracePt t="62104" x="8628063" y="4811713"/>
          <p14:tracePt t="62119" x="8636000" y="4803775"/>
          <p14:tracePt t="62136" x="8643938" y="4803775"/>
          <p14:tracePt t="62153" x="8658225" y="4803775"/>
          <p14:tracePt t="62169" x="8672513" y="4803775"/>
          <p14:tracePt t="62186" x="8694738" y="4803775"/>
          <p14:tracePt t="62203" x="8701088" y="4803775"/>
          <p14:tracePt t="62219" x="8715375" y="4803775"/>
          <p14:tracePt t="62236" x="8737600" y="4803775"/>
          <p14:tracePt t="62253" x="8766175" y="4803775"/>
          <p14:tracePt t="62269" x="8774113" y="4803775"/>
          <p14:tracePt t="62303" x="8780463" y="4803775"/>
          <p14:tracePt t="62664" x="8788400" y="4803775"/>
          <p14:tracePt t="62670" x="8796338" y="4803775"/>
          <p14:tracePt t="62679" x="8802688" y="4803775"/>
          <p14:tracePt t="62686" x="8824913" y="4803775"/>
          <p14:tracePt t="62703" x="8853488" y="4803775"/>
          <p14:tracePt t="62719" x="8882063" y="4811713"/>
          <p14:tracePt t="62737" x="8918575" y="4818063"/>
          <p14:tracePt t="62753" x="8940800" y="4826000"/>
          <p14:tracePt t="62769" x="8969375" y="4833938"/>
          <p14:tracePt t="62786" x="8991600" y="4840288"/>
          <p14:tracePt t="62803" x="9013825" y="4848225"/>
          <p14:tracePt t="62819" x="9020175" y="4848225"/>
          <p14:tracePt t="62836" x="9042400" y="4848225"/>
          <p14:tracePt t="62854" x="9064625" y="4862513"/>
          <p14:tracePt t="62869" x="9085263" y="4868863"/>
          <p14:tracePt t="62887" x="9107488" y="4876800"/>
          <p14:tracePt t="62903" x="9115425" y="4884738"/>
          <p14:tracePt t="62920" x="9121775" y="4884738"/>
          <p14:tracePt t="62936" x="9129713" y="4884738"/>
          <p14:tracePt t="62975" x="9129713" y="4891088"/>
          <p14:tracePt t="62991" x="9136063" y="4891088"/>
          <p14:tracePt t="63015" x="9144000" y="4905375"/>
          <p14:tracePt t="63047" x="9151938" y="4919663"/>
          <p14:tracePt t="63063" x="9158288" y="4935538"/>
          <p14:tracePt t="63078" x="9166225" y="4949825"/>
          <p14:tracePt t="63086" x="9172575" y="4964113"/>
          <p14:tracePt t="63094" x="9186863" y="4978400"/>
          <p14:tracePt t="63103" x="9186863" y="4986338"/>
          <p14:tracePt t="63120" x="9209088" y="4992688"/>
          <p14:tracePt t="63136" x="9209088" y="5006975"/>
          <p14:tracePt t="63153" x="9217025" y="5006975"/>
          <p14:tracePt t="63169" x="9223375" y="5037138"/>
          <p14:tracePt t="63186" x="9231313" y="5043488"/>
          <p14:tracePt t="63203" x="9231313" y="5057775"/>
          <p14:tracePt t="63220" x="9231313" y="5072063"/>
          <p14:tracePt t="63237" x="9231313" y="5087938"/>
          <p14:tracePt t="63253" x="9231313" y="5094288"/>
          <p14:tracePt t="63286" x="9231313" y="5102225"/>
          <p14:tracePt t="63303" x="9231313" y="5116513"/>
          <p14:tracePt t="63319" x="9231313" y="5122863"/>
          <p14:tracePt t="63336" x="9231313" y="5138738"/>
          <p14:tracePt t="63353" x="9231313" y="5145088"/>
          <p14:tracePt t="63370" x="9231313" y="5153025"/>
          <p14:tracePt t="63403" x="9231313" y="5159375"/>
          <p14:tracePt t="63420" x="9231313" y="5167313"/>
          <p14:tracePt t="63436" x="9231313" y="5181600"/>
          <p14:tracePt t="63453" x="9223375" y="5189538"/>
          <p14:tracePt t="63486" x="9209088" y="5203825"/>
          <p14:tracePt t="63503" x="9209088" y="5210175"/>
          <p14:tracePt t="63520" x="9194800" y="5224463"/>
          <p14:tracePt t="63536" x="9172575" y="5232400"/>
          <p14:tracePt t="63553" x="9158288" y="5240338"/>
          <p14:tracePt t="63570" x="9144000" y="5246688"/>
          <p14:tracePt t="63586" x="9136063" y="5254625"/>
          <p14:tracePt t="63588" x="9121775" y="5254625"/>
          <p14:tracePt t="63603" x="9115425" y="5254625"/>
          <p14:tracePt t="63620" x="9107488" y="5254625"/>
          <p14:tracePt t="63636" x="9101138" y="5254625"/>
          <p14:tracePt t="63653" x="9093200" y="5260975"/>
          <p14:tracePt t="63670" x="9078913" y="5260975"/>
          <p14:tracePt t="63686" x="9070975" y="5260975"/>
          <p14:tracePt t="63703" x="9056688" y="5260975"/>
          <p14:tracePt t="63871" x="9050338" y="5260975"/>
          <p14:tracePt t="63879" x="9050338" y="5254625"/>
          <p14:tracePt t="63895" x="9050338" y="5240338"/>
          <p14:tracePt t="63903" x="9050338" y="5224463"/>
          <p14:tracePt t="63920" x="9064625" y="5210175"/>
          <p14:tracePt t="63937" x="9078913" y="5181600"/>
          <p14:tracePt t="63953" x="9093200" y="5167313"/>
          <p14:tracePt t="63970" x="9115425" y="5145088"/>
          <p14:tracePt t="63987" x="9129713" y="5130800"/>
          <p14:tracePt t="64003" x="9151938" y="5116513"/>
          <p14:tracePt t="64020" x="9180513" y="5094288"/>
          <p14:tracePt t="64037" x="9223375" y="5072063"/>
          <p14:tracePt t="64053" x="9259888" y="5072063"/>
          <p14:tracePt t="64070" x="9296400" y="5057775"/>
          <p14:tracePt t="64086" x="9318625" y="5051425"/>
          <p14:tracePt t="64104" x="9332913" y="5051425"/>
          <p14:tracePt t="64120" x="9347200" y="5051425"/>
          <p14:tracePt t="64137" x="9361488" y="5051425"/>
          <p14:tracePt t="64153" x="9375775" y="5051425"/>
          <p14:tracePt t="64170" x="9398000" y="5051425"/>
          <p14:tracePt t="64187" x="9412288" y="5057775"/>
          <p14:tracePt t="64203" x="9420225" y="5057775"/>
          <p14:tracePt t="64220" x="9426575" y="5065713"/>
          <p14:tracePt t="64237" x="9434513" y="5094288"/>
          <p14:tracePt t="64254" x="9448800" y="5122863"/>
          <p14:tracePt t="64270" x="9456738" y="5145088"/>
          <p14:tracePt t="64287" x="9456738" y="5181600"/>
          <p14:tracePt t="64303" x="9471025" y="5195888"/>
          <p14:tracePt t="64320" x="9471025" y="5224463"/>
          <p14:tracePt t="64337" x="9477375" y="5246688"/>
          <p14:tracePt t="64355" x="9477375" y="5275263"/>
          <p14:tracePt t="64370" x="9477375" y="5297488"/>
          <p14:tracePt t="64387" x="9477375" y="5326063"/>
          <p14:tracePt t="64403" x="9477375" y="5348288"/>
          <p14:tracePt t="64420" x="9477375" y="5370513"/>
          <p14:tracePt t="64437" x="9477375" y="5413375"/>
          <p14:tracePt t="64453" x="9477375" y="5421313"/>
          <p14:tracePt t="64470" x="9477375" y="5443538"/>
          <p14:tracePt t="64487" x="9471025" y="5464175"/>
          <p14:tracePt t="64503" x="9463088" y="5478463"/>
          <p14:tracePt t="64520" x="9448800" y="5494338"/>
          <p14:tracePt t="64537" x="9426575" y="5522913"/>
          <p14:tracePt t="64553" x="9398000" y="5551488"/>
          <p14:tracePt t="64570" x="9383713" y="5573713"/>
          <p14:tracePt t="64587" x="9347200" y="5595938"/>
          <p14:tracePt t="64591" x="9324975" y="5602288"/>
          <p14:tracePt t="64603" x="9296400" y="5616575"/>
          <p14:tracePt t="64620" x="9253538" y="5638800"/>
          <p14:tracePt t="64637" x="9194800" y="5653088"/>
          <p14:tracePt t="64654" x="9093200" y="5667375"/>
          <p14:tracePt t="64670" x="9034463" y="5681663"/>
          <p14:tracePt t="64687" x="8969375" y="5689600"/>
          <p14:tracePt t="64704" x="8912225" y="5689600"/>
          <p14:tracePt t="64720" x="8867775" y="5689600"/>
          <p14:tracePt t="64737" x="8831263" y="5689600"/>
          <p14:tracePt t="64754" x="8802688" y="5689600"/>
          <p14:tracePt t="64770" x="8766175" y="5689600"/>
          <p14:tracePt t="64787" x="8723313" y="5681663"/>
          <p14:tracePt t="64804" x="8678863" y="5681663"/>
          <p14:tracePt t="64820" x="8658225" y="5675313"/>
          <p14:tracePt t="64837" x="8607425" y="5653088"/>
          <p14:tracePt t="64854" x="8593138" y="5646738"/>
          <p14:tracePt t="64871" x="8577263" y="5638800"/>
          <p14:tracePt t="64888" x="8562975" y="5624513"/>
          <p14:tracePt t="64904" x="8548688" y="5610225"/>
          <p14:tracePt t="64920" x="8548688" y="5588000"/>
          <p14:tracePt t="64937" x="8542338" y="5573713"/>
          <p14:tracePt t="64954" x="8542338" y="5545138"/>
          <p14:tracePt t="64970" x="8542338" y="5514975"/>
          <p14:tracePt t="64987" x="8542338" y="5486400"/>
          <p14:tracePt t="65004" x="8548688" y="5449888"/>
          <p14:tracePt t="65020" x="8570913" y="5413375"/>
          <p14:tracePt t="65037" x="8607425" y="5370513"/>
          <p14:tracePt t="65054" x="8628063" y="5341938"/>
          <p14:tracePt t="65071" x="8664575" y="5326063"/>
          <p14:tracePt t="65087" x="8715375" y="5311775"/>
          <p14:tracePt t="65104" x="8774113" y="5291138"/>
          <p14:tracePt t="65120" x="8839200" y="5275263"/>
          <p14:tracePt t="65137" x="8918575" y="5260975"/>
          <p14:tracePt t="65154" x="9005888" y="5260975"/>
          <p14:tracePt t="65171" x="9078913" y="5260975"/>
          <p14:tracePt t="65187" x="9166225" y="5260975"/>
          <p14:tracePt t="65205" x="9274175" y="5260975"/>
          <p14:tracePt t="65220" x="9296400" y="5260975"/>
          <p14:tracePt t="65237" x="9347200" y="5260975"/>
          <p14:tracePt t="65254" x="9375775" y="5260975"/>
          <p14:tracePt t="65270" x="9426575" y="5268913"/>
          <p14:tracePt t="65287" x="9485313" y="5291138"/>
          <p14:tracePt t="65304" x="9513888" y="5291138"/>
          <p14:tracePt t="65320" x="9521825" y="5291138"/>
          <p14:tracePt t="65337" x="9536113" y="5291138"/>
          <p14:tracePt t="65390" x="9542463" y="5291138"/>
          <p14:tracePt t="65407" x="9550400" y="5291138"/>
          <p14:tracePt t="65415" x="9550400" y="5297488"/>
          <p14:tracePt t="65431" x="9558338" y="5297488"/>
          <p14:tracePt t="65567" x="9572625" y="5311775"/>
          <p14:tracePt t="65583" x="9578975" y="5319713"/>
          <p14:tracePt t="65591" x="9593263" y="5334000"/>
          <p14:tracePt t="65607" x="9601200" y="5341938"/>
          <p14:tracePt t="65614" x="9609138" y="5341938"/>
          <p14:tracePt t="65631" x="9615488" y="5348288"/>
          <p14:tracePt t="65638" x="9623425" y="5348288"/>
          <p14:tracePt t="65654" x="9637713" y="5362575"/>
          <p14:tracePt t="65670" x="9659938" y="5370513"/>
          <p14:tracePt t="65687" x="9666288" y="5384800"/>
          <p14:tracePt t="65704" x="9674225" y="5384800"/>
          <p14:tracePt t="65720" x="9680575" y="5384800"/>
          <p14:tracePt t="65759" x="9688513" y="5384800"/>
          <p14:tracePt t="65770" x="9688513" y="5392738"/>
          <p14:tracePt t="65903" x="9688513" y="5399088"/>
          <p14:tracePt t="65943" x="9688513" y="5407025"/>
          <p14:tracePt t="65959" x="9688513" y="5413375"/>
          <p14:tracePt t="66201" x="9694863" y="5413375"/>
          <p14:tracePt t="66206" x="9717088" y="5427663"/>
          <p14:tracePt t="66215" x="9725025" y="5427663"/>
          <p14:tracePt t="66223" x="9745663" y="5427663"/>
          <p14:tracePt t="66237" x="9767888" y="5427663"/>
          <p14:tracePt t="66254" x="9812338" y="5443538"/>
          <p14:tracePt t="66271" x="9847263" y="5449888"/>
          <p14:tracePt t="66287" x="9863138" y="5449888"/>
          <p14:tracePt t="66304" x="9877425" y="5457825"/>
          <p14:tracePt t="66351" x="9883775" y="5457825"/>
          <p14:tracePt t="66367" x="9898063" y="5457825"/>
          <p14:tracePt t="66383" x="9906000" y="5457825"/>
          <p14:tracePt t="66399" x="9920288" y="5457825"/>
          <p14:tracePt t="66406" x="9928225" y="5457825"/>
          <p14:tracePt t="66421" x="9934575" y="5457825"/>
          <p14:tracePt t="66437" x="9964738" y="5457825"/>
          <p14:tracePt t="66454" x="9979025" y="5457825"/>
          <p14:tracePt t="66471" x="9993313" y="5457825"/>
          <p14:tracePt t="66488" x="10021888" y="5457825"/>
          <p14:tracePt t="66504" x="10029825" y="5457825"/>
          <p14:tracePt t="66521" x="10044113" y="5457825"/>
          <p14:tracePt t="66537" x="10058400" y="5457825"/>
          <p14:tracePt t="66554" x="10072688" y="5457825"/>
          <p14:tracePt t="66571" x="10086975" y="5457825"/>
          <p14:tracePt t="66587" x="10109200" y="5457825"/>
          <p14:tracePt t="66604" x="10123488" y="5457825"/>
          <p14:tracePt t="66621" x="10131425" y="5457825"/>
          <p14:tracePt t="66672" x="10145713" y="5457825"/>
          <p14:tracePt t="67008" x="10137775" y="5464175"/>
          <p14:tracePt t="67014" x="10131425" y="5464175"/>
          <p14:tracePt t="67047" x="10123488" y="5464175"/>
          <p14:tracePt t="67055" x="10117138" y="5464175"/>
          <p14:tracePt t="67062" x="10101263" y="5472113"/>
          <p14:tracePt t="67088" x="10094913" y="5478463"/>
          <p14:tracePt t="67094" x="10086975" y="5486400"/>
          <p14:tracePt t="67111" x="10072688" y="5486400"/>
          <p14:tracePt t="67121" x="10058400" y="5494338"/>
          <p14:tracePt t="67143" x="10044113" y="5500688"/>
          <p14:tracePt t="67207" x="10036175" y="5500688"/>
          <p14:tracePt t="67215" x="10029825" y="5508625"/>
          <p14:tracePt t="67223" x="10021888" y="5508625"/>
          <p14:tracePt t="67238" x="9999663" y="5522913"/>
          <p14:tracePt t="67254" x="9964738" y="5537200"/>
          <p14:tracePt t="67271" x="9942513" y="5551488"/>
          <p14:tracePt t="67304" x="9934575" y="5551488"/>
          <p14:tracePt t="67326" x="9920288" y="5551488"/>
          <p14:tracePt t="67338" x="9920288" y="5559425"/>
          <p14:tracePt t="67354" x="9913938" y="5559425"/>
          <p14:tracePt t="67371" x="9898063" y="5559425"/>
          <p14:tracePt t="67388" x="9891713" y="5559425"/>
          <p14:tracePt t="67406" x="9804400" y="5580063"/>
          <p14:tracePt t="67421" x="9717088" y="5595938"/>
          <p14:tracePt t="67438" x="9629775" y="5624513"/>
          <p14:tracePt t="67454" x="9528175" y="5646738"/>
          <p14:tracePt t="67471" x="9456738" y="5661025"/>
          <p14:tracePt t="67488" x="9412288" y="5661025"/>
          <p14:tracePt t="67504" x="9383713" y="5661025"/>
          <p14:tracePt t="67521" x="9361488" y="5675313"/>
          <p14:tracePt t="67538" x="9347200" y="5681663"/>
          <p14:tracePt t="67554" x="9332913" y="5689600"/>
          <p14:tracePt t="67571" x="9318625" y="5697538"/>
          <p14:tracePt t="67588" x="9288463" y="5697538"/>
          <p14:tracePt t="67605" x="9237663" y="5697538"/>
          <p14:tracePt t="67621" x="9194800" y="5697538"/>
          <p14:tracePt t="67638" x="9172575" y="5697538"/>
          <p14:tracePt t="67654" x="9144000" y="5697538"/>
          <p14:tracePt t="67672" x="9101138" y="5697538"/>
          <p14:tracePt t="67688" x="9020175" y="5681663"/>
          <p14:tracePt t="67704" x="8926513" y="5661025"/>
          <p14:tracePt t="67721" x="8839200" y="5646738"/>
          <p14:tracePt t="67738" x="8751888" y="5630863"/>
          <p14:tracePt t="67755" x="8664575" y="5616575"/>
          <p14:tracePt t="67771" x="8562975" y="5588000"/>
          <p14:tracePt t="67788" x="8461375" y="5551488"/>
          <p14:tracePt t="67805" x="8308975" y="5508625"/>
          <p14:tracePt t="67821" x="8221663" y="5486400"/>
          <p14:tracePt t="67838" x="8128000" y="5457825"/>
          <p14:tracePt t="67854" x="8054975" y="5421313"/>
          <p14:tracePt t="67871" x="7961313" y="5376863"/>
          <p14:tracePt t="67888" x="7888288" y="5348288"/>
          <p14:tracePt t="67905" x="7808913" y="5311775"/>
          <p14:tracePt t="67921" x="7750175" y="5283200"/>
          <p14:tracePt t="67938" x="7729538" y="5268913"/>
          <p14:tracePt t="67955" x="7678738" y="5240338"/>
          <p14:tracePt t="67971" x="7662863" y="5224463"/>
          <p14:tracePt t="68032" x="7656513" y="5224463"/>
          <p14:tracePt t="68063" x="7648575" y="5224463"/>
          <p14:tracePt t="68070" x="7642225" y="5224463"/>
          <p14:tracePt t="68079" x="7634288" y="5224463"/>
          <p14:tracePt t="68088" x="7620000" y="5224463"/>
          <p14:tracePt t="68105" x="7577138" y="5224463"/>
          <p14:tracePt t="68121" x="7526338" y="5232400"/>
          <p14:tracePt t="68138" x="7424738" y="5240338"/>
          <p14:tracePt t="68155" x="7292975" y="5240338"/>
          <p14:tracePt t="68171" x="7097713" y="5240338"/>
          <p14:tracePt t="68188" x="6945313" y="5240338"/>
          <p14:tracePt t="68205" x="6792913" y="5224463"/>
          <p14:tracePt t="68221" x="6734175" y="5210175"/>
          <p14:tracePt t="68238" x="6683375" y="5195888"/>
          <p14:tracePt t="68255" x="6662738" y="5189538"/>
          <p14:tracePt t="68271" x="6626225" y="5173663"/>
          <p14:tracePt t="68288" x="6596063" y="5153025"/>
          <p14:tracePt t="68305" x="6553200" y="5108575"/>
          <p14:tracePt t="68321" x="6488113" y="5065713"/>
          <p14:tracePt t="68338" x="6443663" y="5037138"/>
          <p14:tracePt t="68356" x="6423025" y="5014913"/>
          <p14:tracePt t="68371" x="6415088" y="5006975"/>
          <p14:tracePt t="68390" x="6415088" y="5000625"/>
          <p14:tracePt t="68405" x="6415088" y="4986338"/>
          <p14:tracePt t="68421" x="6415088" y="4964113"/>
          <p14:tracePt t="68438" x="6415088" y="4919663"/>
          <p14:tracePt t="68455" x="6459538" y="4868863"/>
          <p14:tracePt t="68471" x="6524625" y="4803775"/>
          <p14:tracePt t="68488" x="6567488" y="4767263"/>
          <p14:tracePt t="68505" x="6632575" y="4716463"/>
          <p14:tracePt t="68522" x="6697663" y="4687888"/>
          <p14:tracePt t="68538" x="6792913" y="4651375"/>
          <p14:tracePt t="68555" x="6894513" y="4608513"/>
          <p14:tracePt t="68571" x="7010400" y="4572000"/>
          <p14:tracePt t="68588" x="7104063" y="4564063"/>
          <p14:tracePt t="68592" x="7148513" y="4557713"/>
          <p14:tracePt t="68605" x="7213600" y="4543425"/>
          <p14:tracePt t="68621" x="7264400" y="4535488"/>
          <p14:tracePt t="68638" x="7343775" y="4529138"/>
          <p14:tracePt t="68655" x="7453313" y="4506913"/>
          <p14:tracePt t="68671" x="7561263" y="4506913"/>
          <p14:tracePt t="68688" x="7648575" y="4506913"/>
          <p14:tracePt t="68705" x="7713663" y="4506913"/>
          <p14:tracePt t="68721" x="7764463" y="4506913"/>
          <p14:tracePt t="68738" x="7808913" y="4506913"/>
          <p14:tracePt t="68755" x="7859713" y="4513263"/>
          <p14:tracePt t="68771" x="7924800" y="4543425"/>
          <p14:tracePt t="68788" x="7975600" y="4572000"/>
          <p14:tracePt t="68805" x="8012113" y="4586288"/>
          <p14:tracePt t="68822" x="8048625" y="4614863"/>
          <p14:tracePt t="68839" x="8105775" y="4659313"/>
          <p14:tracePt t="68855" x="8201025" y="4724400"/>
          <p14:tracePt t="68871" x="8302625" y="4797425"/>
          <p14:tracePt t="68888" x="8359775" y="4840288"/>
          <p14:tracePt t="68905" x="8418513" y="4876800"/>
          <p14:tracePt t="68921" x="8447088" y="4905375"/>
          <p14:tracePt t="68938" x="8475663" y="4941888"/>
          <p14:tracePt t="68955" x="8512175" y="5000625"/>
          <p14:tracePt t="68971" x="8548688" y="5065713"/>
          <p14:tracePt t="68988" x="8577263" y="5116513"/>
          <p14:tracePt t="69005" x="8607425" y="5173663"/>
          <p14:tracePt t="69021" x="8613775" y="5189538"/>
          <p14:tracePt t="69038" x="8621713" y="5203825"/>
          <p14:tracePt t="69055" x="8636000" y="5203825"/>
          <p14:tracePt t="69072" x="8672513" y="5203825"/>
          <p14:tracePt t="69089" x="8715375" y="5203825"/>
          <p14:tracePt t="69106" x="8729663" y="5203825"/>
          <p14:tracePt t="69126" x="8737600" y="5203825"/>
          <p14:tracePt t="69175" x="8751888" y="5203825"/>
          <p14:tracePt t="69183" x="8759825" y="5203825"/>
          <p14:tracePt t="69191" x="8766175" y="5189538"/>
          <p14:tracePt t="69205" x="8788400" y="5173663"/>
          <p14:tracePt t="69222" x="8810625" y="5159375"/>
          <p14:tracePt t="69238" x="8831263" y="5138738"/>
          <p14:tracePt t="69255" x="8853488" y="5122863"/>
          <p14:tracePt t="69272" x="8861425" y="5122863"/>
          <p14:tracePt t="69288" x="8867775" y="5122863"/>
          <p14:tracePt t="69305" x="8875713" y="5116513"/>
          <p14:tracePt t="69408" x="8882063" y="5116513"/>
          <p14:tracePt t="69556" x="8875713" y="5116513"/>
          <p14:tracePt t="69569" x="8861425" y="5122863"/>
          <p14:tracePt t="69582" x="8839200" y="5130800"/>
          <p14:tracePt t="69591" x="8816975" y="5138738"/>
          <p14:tracePt t="69606" x="8802688" y="5153025"/>
          <p14:tracePt t="69622" x="8774113" y="5159375"/>
          <p14:tracePt t="69640" x="8759825" y="5167313"/>
          <p14:tracePt t="69656" x="8751888" y="5167313"/>
          <p14:tracePt t="69675" x="8737600" y="5167313"/>
          <p14:tracePt t="69689" x="8715375" y="5167313"/>
          <p14:tracePt t="69722" x="8709025" y="5167313"/>
          <p14:tracePt t="69739" x="8694738" y="5167313"/>
          <p14:tracePt t="69756" x="8686800" y="5159375"/>
          <p14:tracePt t="69772" x="8664575" y="5138738"/>
          <p14:tracePt t="69789" x="8628063" y="5108575"/>
          <p14:tracePt t="69806" x="8621713" y="5094288"/>
          <p14:tracePt t="69823" x="8613775" y="5080000"/>
          <p14:tracePt t="69841" x="8613775" y="5051425"/>
          <p14:tracePt t="69856" x="8613775" y="5014913"/>
          <p14:tracePt t="69873" x="8613775" y="4970463"/>
          <p14:tracePt t="69890" x="8613775" y="4941888"/>
          <p14:tracePt t="69906" x="8613775" y="4913313"/>
          <p14:tracePt t="69922" x="8628063" y="4884738"/>
          <p14:tracePt t="69939" x="8643938" y="4854575"/>
          <p14:tracePt t="69956" x="8658225" y="4833938"/>
          <p14:tracePt t="69972" x="8686800" y="4803775"/>
          <p14:tracePt t="69990" x="8723313" y="4783138"/>
          <p14:tracePt t="70006" x="8759825" y="4767263"/>
          <p14:tracePt t="70023" x="8802688" y="4746625"/>
          <p14:tracePt t="70039" x="8839200" y="4732338"/>
          <p14:tracePt t="70055" x="8890000" y="4716463"/>
          <p14:tracePt t="70074" x="8926513" y="4710113"/>
          <p14:tracePt t="70082" x="8948738" y="4710113"/>
          <p14:tracePt t="70090" x="8977313" y="4710113"/>
          <p14:tracePt t="70106" x="9028113" y="4710113"/>
          <p14:tracePt t="70122" x="9064625" y="4710113"/>
          <p14:tracePt t="70141" x="9115425" y="4710113"/>
          <p14:tracePt t="70155" x="9129713" y="4710113"/>
          <p14:tracePt t="70174" x="9166225" y="4732338"/>
          <p14:tracePt t="70190" x="9180513" y="4752975"/>
          <p14:tracePt t="70206" x="9217025" y="4775200"/>
          <p14:tracePt t="70223" x="9237663" y="4811713"/>
          <p14:tracePt t="70239" x="9245600" y="4833938"/>
          <p14:tracePt t="70256" x="9267825" y="4862513"/>
          <p14:tracePt t="70273" x="9267825" y="4884738"/>
          <p14:tracePt t="70289" x="9282113" y="4941888"/>
          <p14:tracePt t="70306" x="9296400" y="5000625"/>
          <p14:tracePt t="70323" x="9304338" y="5072063"/>
          <p14:tracePt t="70339" x="9318625" y="5153025"/>
          <p14:tracePt t="70344" x="9318625" y="5173663"/>
          <p14:tracePt t="70355" x="9318625" y="5195888"/>
          <p14:tracePt t="70374" x="9318625" y="5254625"/>
          <p14:tracePt t="70390" x="9318625" y="5297488"/>
          <p14:tracePt t="70406" x="9318625" y="5334000"/>
          <p14:tracePt t="70423" x="9318625" y="5370513"/>
          <p14:tracePt t="70439" x="9310688" y="5407025"/>
          <p14:tracePt t="70456" x="9296400" y="5435600"/>
          <p14:tracePt t="70473" x="9282113" y="5457825"/>
          <p14:tracePt t="70489" x="9274175" y="5464175"/>
          <p14:tracePt t="70505" x="9259888" y="5478463"/>
          <p14:tracePt t="70523" x="9237663" y="5500688"/>
          <p14:tracePt t="70539" x="9223375" y="5508625"/>
          <p14:tracePt t="70556" x="9202738" y="5529263"/>
          <p14:tracePt t="70575" x="9180513" y="5537200"/>
          <p14:tracePt t="70582" x="9172575" y="5545138"/>
          <p14:tracePt t="70589" x="9166225" y="5551488"/>
          <p14:tracePt t="70642" x="9166225" y="5559425"/>
          <p14:tracePt t="70650" x="9158288" y="5559425"/>
          <p14:tracePt t="70666" x="9158288" y="5565775"/>
          <p14:tracePt t="70715" x="9144000" y="5565775"/>
          <p14:tracePt t="70940" x="9144000" y="5551488"/>
          <p14:tracePt t="70946" x="9151938" y="5522913"/>
          <p14:tracePt t="70956" x="9151938" y="5494338"/>
          <p14:tracePt t="70972" x="9151938" y="5376863"/>
          <p14:tracePt t="70989" x="9151938" y="5291138"/>
          <p14:tracePt t="71006" x="9151938" y="5240338"/>
          <p14:tracePt t="71023" x="9151938" y="5210175"/>
          <p14:tracePt t="71039" x="9166225" y="5181600"/>
          <p14:tracePt t="71056" x="9180513" y="5145088"/>
          <p14:tracePt t="71073" x="9186863" y="5122863"/>
          <p14:tracePt t="71295" x="9186863" y="5116513"/>
          <p14:tracePt t="71313" x="9194800" y="5108575"/>
          <p14:tracePt t="71336" x="9202738" y="5102225"/>
          <p14:tracePt t="71343" x="9202738" y="5094288"/>
          <p14:tracePt t="71356" x="9217025" y="5094288"/>
          <p14:tracePt t="71373" x="9231313" y="5094288"/>
          <p14:tracePt t="71389" x="9282113" y="5094288"/>
          <p14:tracePt t="71406" x="9304338" y="5094288"/>
          <p14:tracePt t="71422" x="9318625" y="5094288"/>
          <p14:tracePt t="71439" x="9332913" y="5094288"/>
          <p14:tracePt t="71456" x="9347200" y="5094288"/>
          <p14:tracePt t="71473" x="9355138" y="5094288"/>
          <p14:tracePt t="71489" x="9361488" y="5102225"/>
          <p14:tracePt t="71506" x="9390063" y="5130800"/>
          <p14:tracePt t="71523" x="9412288" y="5153025"/>
          <p14:tracePt t="71539" x="9426575" y="5189538"/>
          <p14:tracePt t="71556" x="9448800" y="5203825"/>
          <p14:tracePt t="71574" x="9471025" y="5232400"/>
          <p14:tracePt t="71599" x="9477375" y="5240338"/>
          <p14:tracePt t="71607" x="9485313" y="5240338"/>
          <p14:tracePt t="71622" x="9485313" y="5260975"/>
          <p14:tracePt t="71639" x="9485313" y="5275263"/>
          <p14:tracePt t="71656" x="9485313" y="5291138"/>
          <p14:tracePt t="71672" x="9499600" y="5311775"/>
          <p14:tracePt t="71689" x="9499600" y="5319713"/>
          <p14:tracePt t="71706" x="9499600" y="5334000"/>
          <p14:tracePt t="71723" x="9507538" y="5334000"/>
          <p14:tracePt t="71739" x="9507538" y="5341938"/>
          <p14:tracePt t="71756" x="9521825" y="5348288"/>
          <p14:tracePt t="71774" x="9528175" y="5356225"/>
          <p14:tracePt t="71789" x="9542463" y="5362575"/>
          <p14:tracePt t="71806" x="9564688" y="5362575"/>
          <p14:tracePt t="71823" x="9586913" y="5370513"/>
          <p14:tracePt t="71839" x="9623425" y="5376863"/>
          <p14:tracePt t="71856" x="9652000" y="5384800"/>
          <p14:tracePt t="71873" x="9710738" y="5392738"/>
          <p14:tracePt t="71890" x="9753600" y="5399088"/>
          <p14:tracePt t="71906" x="9796463" y="5421313"/>
          <p14:tracePt t="71923" x="9818688" y="5427663"/>
          <p14:tracePt t="71939" x="9832975" y="5427663"/>
          <p14:tracePt t="71975" x="9840913" y="5427663"/>
          <p14:tracePt t="72013" x="9847263" y="5427663"/>
          <p14:tracePt t="72021" x="9855200" y="5443538"/>
          <p14:tracePt t="72045" x="9863138" y="5443538"/>
          <p14:tracePt t="72061" x="9869488" y="5443538"/>
          <p14:tracePt t="72077" x="9877425" y="5443538"/>
          <p14:tracePt t="72335" x="9891713" y="5443538"/>
          <p14:tracePt t="72343" x="9898063" y="5443538"/>
          <p14:tracePt t="72350" x="9906000" y="5443538"/>
          <p14:tracePt t="72358" x="9928225" y="5443538"/>
          <p14:tracePt t="72373" x="9956800" y="5443538"/>
          <p14:tracePt t="72389" x="9993313" y="5443538"/>
          <p14:tracePt t="72406" x="10007600" y="5443538"/>
          <p14:tracePt t="72423" x="10036175" y="5443538"/>
          <p14:tracePt t="72440" x="10044113" y="5443538"/>
          <p14:tracePt t="72456" x="10058400" y="5443538"/>
          <p14:tracePt t="72473" x="10080625" y="5443538"/>
          <p14:tracePt t="72489" x="10094913" y="5443538"/>
          <p14:tracePt t="72506" x="10101263" y="5443538"/>
          <p14:tracePt t="72560" x="10117138" y="5443538"/>
          <p14:tracePt t="72577" x="10123488" y="5443538"/>
          <p14:tracePt t="72583" x="10131425" y="5449888"/>
          <p14:tracePt t="72591" x="10145713" y="5449888"/>
          <p14:tracePt t="72606" x="10167938" y="5449888"/>
          <p14:tracePt t="72623" x="10196513" y="5449888"/>
          <p14:tracePt t="72639" x="10210800" y="5449888"/>
          <p14:tracePt t="72656" x="10225088" y="5449888"/>
          <p14:tracePt t="72673" x="10233025" y="5449888"/>
          <p14:tracePt t="72689" x="10247313" y="5449888"/>
          <p14:tracePt t="72706" x="10253663" y="5449888"/>
          <p14:tracePt t="72752" x="10261600" y="5449888"/>
          <p14:tracePt t="72911" x="10275888" y="5449888"/>
          <p14:tracePt t="73808" x="10269538" y="5449888"/>
          <p14:tracePt t="73839" x="10261600" y="5449888"/>
          <p14:tracePt t="73895" x="10253663" y="5449888"/>
          <p14:tracePt t="73949" x="10247313" y="5449888"/>
          <p14:tracePt t="74005" x="10239375" y="5449888"/>
          <p14:tracePt t="74744" x="10233025" y="5449888"/>
          <p14:tracePt t="74751" x="10225088" y="5449888"/>
          <p14:tracePt t="74880" x="10218738" y="5449888"/>
          <p14:tracePt t="74912" x="10210800" y="5449888"/>
          <p14:tracePt t="74919" x="10202863" y="5449888"/>
          <p14:tracePt t="74926" x="10188575" y="5464175"/>
          <p14:tracePt t="74940" x="10174288" y="5464175"/>
          <p14:tracePt t="74957" x="10137775" y="5464175"/>
          <p14:tracePt t="74974" x="10101263" y="5472113"/>
          <p14:tracePt t="74990" x="10072688" y="5472113"/>
          <p14:tracePt t="75007" x="10029825" y="5472113"/>
          <p14:tracePt t="75023" x="9971088" y="5472113"/>
          <p14:tracePt t="75040" x="9883775" y="5472113"/>
          <p14:tracePt t="75058" x="9804400" y="5472113"/>
          <p14:tracePt t="75074" x="9717088" y="5472113"/>
          <p14:tracePt t="75078" x="9680575" y="5472113"/>
          <p14:tracePt t="75090" x="9623425" y="5472113"/>
          <p14:tracePt t="75107" x="9550400" y="5472113"/>
          <p14:tracePt t="75123" x="9471025" y="5472113"/>
          <p14:tracePt t="75140" x="9390063" y="5472113"/>
          <p14:tracePt t="75157" x="9332913" y="5472113"/>
          <p14:tracePt t="75174" x="9267825" y="5472113"/>
          <p14:tracePt t="75190" x="9237663" y="5472113"/>
          <p14:tracePt t="75207" x="9202738" y="5472113"/>
          <p14:tracePt t="75223" x="9166225" y="5472113"/>
          <p14:tracePt t="75240" x="9129713" y="5472113"/>
          <p14:tracePt t="75257" x="9107488" y="5472113"/>
          <p14:tracePt t="75273" x="9085263" y="5472113"/>
          <p14:tracePt t="75291" x="9064625" y="5472113"/>
          <p14:tracePt t="75307" x="9050338" y="5472113"/>
          <p14:tracePt t="75323" x="9042400" y="5472113"/>
          <p14:tracePt t="75340" x="9028113" y="5472113"/>
          <p14:tracePt t="75374" x="8999538" y="5472113"/>
          <p14:tracePt t="75390" x="8983663" y="5472113"/>
          <p14:tracePt t="75407" x="8977313" y="5472113"/>
          <p14:tracePt t="75424" x="8955088" y="5472113"/>
          <p14:tracePt t="75441" x="8932863" y="5472113"/>
          <p14:tracePt t="75457" x="8912225" y="5472113"/>
          <p14:tracePt t="75473" x="8890000" y="5472113"/>
          <p14:tracePt t="75490" x="8875713" y="5472113"/>
          <p14:tracePt t="75507" x="8861425" y="5472113"/>
          <p14:tracePt t="75524" x="8847138" y="5472113"/>
          <p14:tracePt t="75541" x="8831263" y="5472113"/>
          <p14:tracePt t="75559" x="8824913" y="5464175"/>
          <p14:tracePt t="75576" x="8810625" y="5464175"/>
          <p14:tracePt t="75583" x="8796338" y="5464175"/>
          <p14:tracePt t="75601" x="8788400" y="5464175"/>
          <p14:tracePt t="75611" x="8774113" y="5464175"/>
          <p14:tracePt t="75628" x="8766175" y="5464175"/>
          <p14:tracePt t="75644" x="8751888" y="5457825"/>
          <p14:tracePt t="75681" x="8745538" y="5457825"/>
          <p14:tracePt t="75694" x="8737600" y="5457825"/>
          <p14:tracePt t="75705" x="8729663" y="5457825"/>
          <p14:tracePt t="75716" x="8723313" y="5457825"/>
          <p14:tracePt t="75724" x="8715375" y="5457825"/>
          <p14:tracePt t="75741" x="8709025" y="5457825"/>
          <p14:tracePt t="75757" x="8701088" y="5449888"/>
          <p14:tracePt t="75774" x="8694738" y="5449888"/>
          <p14:tracePt t="75811" x="8686800" y="5449888"/>
          <p14:tracePt t="75826" x="8686800" y="5443538"/>
          <p14:tracePt t="75841" x="8672513" y="5443538"/>
          <p14:tracePt t="75857" x="8664575" y="5443538"/>
          <p14:tracePt t="75874" x="8650288" y="5443538"/>
          <p14:tracePt t="75892" x="8643938" y="5443538"/>
          <p14:tracePt t="75908" x="8628063" y="5443538"/>
          <p14:tracePt t="75924" x="8621713" y="5443538"/>
          <p14:tracePt t="75941" x="8607425" y="5443538"/>
          <p14:tracePt t="75958" x="8593138" y="5435600"/>
          <p14:tracePt t="75974" x="8577263" y="5435600"/>
          <p14:tracePt t="75991" x="8570913" y="5435600"/>
          <p14:tracePt t="76007" x="8562975" y="5435600"/>
          <p14:tracePt t="76024" x="8548688" y="5435600"/>
          <p14:tracePt t="76041" x="8542338" y="5435600"/>
          <p14:tracePt t="76058" x="8526463" y="5427663"/>
          <p14:tracePt t="76098" x="8520113" y="5427663"/>
          <p14:tracePt t="76129" x="8512175" y="5427663"/>
          <p14:tracePt t="76139" x="8505825" y="5427663"/>
          <p14:tracePt t="76154" x="8497888" y="5427663"/>
          <p14:tracePt t="76187" x="8491538" y="5427663"/>
          <p14:tracePt t="76205" x="8483600" y="5427663"/>
          <p14:tracePt t="76245" x="8475663" y="5427663"/>
          <p14:tracePt t="76298" x="8469313" y="5427663"/>
          <p14:tracePt t="76313" x="8469313" y="5421313"/>
          <p14:tracePt t="76435" x="8461375" y="5421313"/>
          <p14:tracePt t="77107" x="8455025" y="5421313"/>
          <p14:tracePt t="77114" x="8440738" y="5421313"/>
          <p14:tracePt t="77124" x="8432800" y="5421313"/>
          <p14:tracePt t="77141" x="8396288" y="5421313"/>
          <p14:tracePt t="77158" x="8316913" y="5421313"/>
          <p14:tracePt t="77174" x="8266113" y="5413375"/>
          <p14:tracePt t="77191" x="8215313" y="5407025"/>
          <p14:tracePt t="77208" x="8170863" y="5399088"/>
          <p14:tracePt t="77224" x="8105775" y="5392738"/>
          <p14:tracePt t="77241" x="8004175" y="5370513"/>
          <p14:tracePt t="77258" x="7896225" y="5356225"/>
          <p14:tracePt t="77275" x="7743825" y="5334000"/>
          <p14:tracePt t="77291" x="7554913" y="5305425"/>
          <p14:tracePt t="77310" x="7170738" y="5246688"/>
          <p14:tracePt t="77327" x="6778625" y="5189538"/>
          <p14:tracePt t="77342" x="6626225" y="5167313"/>
          <p14:tracePt t="77360" x="6154738" y="5094288"/>
          <p14:tracePt t="77375" x="5878513" y="5057775"/>
          <p14:tracePt t="77391" x="5638800" y="5021263"/>
          <p14:tracePt t="77408" x="5407025" y="4986338"/>
          <p14:tracePt t="77425" x="5203825" y="4956175"/>
          <p14:tracePt t="77442" x="4986338" y="4927600"/>
          <p14:tracePt t="77458" x="4797425" y="4899025"/>
          <p14:tracePt t="77474" x="4651375" y="4876800"/>
          <p14:tracePt t="77491" x="4513263" y="4876800"/>
          <p14:tracePt t="77508" x="4376738" y="4862513"/>
          <p14:tracePt t="77525" x="4173538" y="4826000"/>
          <p14:tracePt t="77541" x="4092575" y="4826000"/>
          <p14:tracePt t="77558" x="3990975" y="4811713"/>
          <p14:tracePt t="77577" x="3970338" y="4811713"/>
          <p14:tracePt t="77584" x="3962400" y="4811713"/>
          <p14:tracePt t="77595" x="3948113" y="4811713"/>
          <p14:tracePt t="77618" x="3940175" y="4811713"/>
          <p14:tracePt t="77628" x="3933825" y="4811713"/>
          <p14:tracePt t="77641" x="3925888" y="4811713"/>
          <p14:tracePt t="77658" x="3903663" y="4818063"/>
          <p14:tracePt t="77675" x="3889375" y="4833938"/>
          <p14:tracePt t="77691" x="3875088" y="4840288"/>
          <p14:tracePt t="77709" x="3838575" y="4862513"/>
          <p14:tracePt t="77725" x="3781425" y="4884738"/>
          <p14:tracePt t="77742" x="3736975" y="4905375"/>
          <p14:tracePt t="77758" x="3657600" y="4919663"/>
          <p14:tracePt t="77775" x="3578225" y="4949825"/>
          <p14:tracePt t="77792" x="3490913" y="4956175"/>
          <p14:tracePt t="77808" x="3360738" y="4970463"/>
          <p14:tracePt t="77824" x="3243263" y="4970463"/>
          <p14:tracePt t="77841" x="3090863" y="4970463"/>
          <p14:tracePt t="77858" x="2917825" y="4970463"/>
          <p14:tracePt t="77875" x="2743200" y="4970463"/>
          <p14:tracePt t="77891" x="2576513" y="4970463"/>
          <p14:tracePt t="77908" x="2446338" y="4970463"/>
          <p14:tracePt t="77925" x="2308225" y="4970463"/>
          <p14:tracePt t="77941" x="2235200" y="4964113"/>
          <p14:tracePt t="77958" x="2170113" y="4935538"/>
          <p14:tracePt t="77974" x="2105025" y="4913313"/>
          <p14:tracePt t="77991" x="2046288" y="4891088"/>
          <p14:tracePt t="78008" x="2009775" y="4868863"/>
          <p14:tracePt t="78024" x="1981200" y="4848225"/>
          <p14:tracePt t="78041" x="1944688" y="4811713"/>
          <p14:tracePt t="78059" x="1908175" y="4760913"/>
          <p14:tracePt t="78074" x="1887538" y="4724400"/>
          <p14:tracePt t="78079" x="1879600" y="4702175"/>
          <p14:tracePt t="78091" x="1865313" y="4673600"/>
          <p14:tracePt t="78108" x="1836738" y="4608513"/>
          <p14:tracePt t="78125" x="1820863" y="4535488"/>
          <p14:tracePt t="78141" x="1800225" y="4470400"/>
          <p14:tracePt t="78158" x="1800225" y="4419600"/>
          <p14:tracePt t="78175" x="1785938" y="4368800"/>
          <p14:tracePt t="78191" x="1778000" y="4325938"/>
          <p14:tracePt t="78208" x="1778000" y="4289425"/>
          <p14:tracePt t="78224" x="1778000" y="4259263"/>
          <p14:tracePt t="78241" x="1778000" y="4230688"/>
          <p14:tracePt t="78258" x="1778000" y="4194175"/>
          <p14:tracePt t="78274" x="1778000" y="4157663"/>
          <p14:tracePt t="78292" x="1778000" y="4122738"/>
          <p14:tracePt t="78308" x="1778000" y="4092575"/>
          <p14:tracePt t="78325" x="1800225" y="4035425"/>
          <p14:tracePt t="78341" x="1820863" y="4005263"/>
          <p14:tracePt t="78358" x="1836738" y="3970338"/>
          <p14:tracePt t="78375" x="1851025" y="3925888"/>
          <p14:tracePt t="78391" x="1871663" y="3903663"/>
          <p14:tracePt t="78408" x="1916113" y="3860800"/>
          <p14:tracePt t="78425" x="1958975" y="3817938"/>
          <p14:tracePt t="78441" x="1995488" y="3773488"/>
          <p14:tracePt t="78458" x="2032000" y="3751263"/>
          <p14:tracePt t="78474" x="2068513" y="3722688"/>
          <p14:tracePt t="78491" x="2105025" y="3694113"/>
          <p14:tracePt t="78508" x="2147888" y="3665538"/>
          <p14:tracePt t="78525" x="2212975" y="3629025"/>
          <p14:tracePt t="78541" x="2257425" y="3598863"/>
          <p14:tracePt t="78558" x="2308225" y="3570288"/>
          <p14:tracePt t="78575" x="2359025" y="3548063"/>
          <p14:tracePt t="78591" x="2387600" y="3541713"/>
          <p14:tracePt t="78608" x="2416175" y="3533775"/>
          <p14:tracePt t="78625" x="2438400" y="3527425"/>
          <p14:tracePt t="78641" x="2452688" y="3527425"/>
          <p14:tracePt t="78658" x="2466975" y="3527425"/>
          <p14:tracePt t="78675" x="2503488" y="3519488"/>
          <p14:tracePt t="78691" x="2540000" y="3519488"/>
          <p14:tracePt t="78708" x="2590800" y="3519488"/>
          <p14:tracePt t="78725" x="2633663" y="3519488"/>
          <p14:tracePt t="78741" x="2720975" y="3519488"/>
          <p14:tracePt t="78758" x="2779713" y="3519488"/>
          <p14:tracePt t="78775" x="2822575" y="3519488"/>
          <p14:tracePt t="78792" x="2873375" y="3519488"/>
          <p14:tracePt t="78808" x="2909888" y="3519488"/>
          <p14:tracePt t="78825" x="2960688" y="3519488"/>
          <p14:tracePt t="78841" x="3005138" y="3527425"/>
          <p14:tracePt t="78858" x="3055938" y="3533775"/>
          <p14:tracePt t="78875" x="3098800" y="3548063"/>
          <p14:tracePt t="78891" x="3141663" y="3563938"/>
          <p14:tracePt t="78908" x="3200400" y="3578225"/>
          <p14:tracePt t="78925" x="3287713" y="3614738"/>
          <p14:tracePt t="78941" x="3344863" y="3635375"/>
          <p14:tracePt t="78958" x="3381375" y="3649663"/>
          <p14:tracePt t="78975" x="3411538" y="3665538"/>
          <p14:tracePt t="78991" x="3432175" y="3679825"/>
          <p14:tracePt t="79008" x="3468688" y="3686175"/>
          <p14:tracePt t="79025" x="3490913" y="3700463"/>
          <p14:tracePt t="79042" x="3527425" y="3722688"/>
          <p14:tracePt t="79059" x="3541713" y="3736975"/>
          <p14:tracePt t="79075" x="3570288" y="3759200"/>
          <p14:tracePt t="79079" x="3584575" y="3759200"/>
          <p14:tracePt t="79091" x="3592513" y="3781425"/>
          <p14:tracePt t="79108" x="3614738" y="3802063"/>
          <p14:tracePt t="79125" x="3635375" y="3824288"/>
          <p14:tracePt t="79143" x="3665538" y="3846513"/>
          <p14:tracePt t="79158" x="3708400" y="3883025"/>
          <p14:tracePt t="79175" x="3736975" y="3903663"/>
          <p14:tracePt t="79191" x="3759200" y="3925888"/>
          <p14:tracePt t="79208" x="3787775" y="3948113"/>
          <p14:tracePt t="79225" x="3802063" y="3962400"/>
          <p14:tracePt t="79241" x="3810000" y="3984625"/>
          <p14:tracePt t="79258" x="3832225" y="4005263"/>
          <p14:tracePt t="79275" x="3846513" y="4027488"/>
          <p14:tracePt t="79292" x="3852863" y="4041775"/>
          <p14:tracePt t="79308" x="3868738" y="4064000"/>
          <p14:tracePt t="79325" x="3883025" y="4092575"/>
          <p14:tracePt t="79341" x="3911600" y="4137025"/>
          <p14:tracePt t="79358" x="3925888" y="4173538"/>
          <p14:tracePt t="79375" x="3933825" y="4208463"/>
          <p14:tracePt t="79392" x="3954463" y="4244975"/>
          <p14:tracePt t="79408" x="3962400" y="4281488"/>
          <p14:tracePt t="79425" x="3970338" y="4318000"/>
          <p14:tracePt t="79442" x="3984625" y="4354513"/>
          <p14:tracePt t="79458" x="3990975" y="4383088"/>
          <p14:tracePt t="79475" x="3998913" y="4405313"/>
          <p14:tracePt t="79492" x="4005263" y="4433888"/>
          <p14:tracePt t="79508" x="4013200" y="4456113"/>
          <p14:tracePt t="79525" x="4013200" y="4484688"/>
          <p14:tracePt t="79542" x="4013200" y="4535488"/>
          <p14:tracePt t="79559" x="4035425" y="4579938"/>
          <p14:tracePt t="79575" x="4035425" y="4614863"/>
          <p14:tracePt t="79582" x="4041775" y="4637088"/>
          <p14:tracePt t="79593" x="4041775" y="4645025"/>
          <p14:tracePt t="79608" x="4041775" y="4673600"/>
          <p14:tracePt t="79626" x="4041775" y="4695825"/>
          <p14:tracePt t="79642" x="4041775" y="4716463"/>
          <p14:tracePt t="79658" x="4041775" y="4746625"/>
          <p14:tracePt t="79676" x="4041775" y="4775200"/>
          <p14:tracePt t="79692" x="4041775" y="4811713"/>
          <p14:tracePt t="79709" x="4041775" y="4833938"/>
          <p14:tracePt t="79725" x="4041775" y="4868863"/>
          <p14:tracePt t="79741" x="4041775" y="4884738"/>
          <p14:tracePt t="79759" x="4035425" y="4913313"/>
          <p14:tracePt t="79776" x="4013200" y="4941888"/>
          <p14:tracePt t="79792" x="3984625" y="4978400"/>
          <p14:tracePt t="79809" x="3948113" y="5014913"/>
          <p14:tracePt t="79825" x="3925888" y="5037138"/>
          <p14:tracePt t="79842" x="3897313" y="5065713"/>
          <p14:tracePt t="79859" x="3883025" y="5080000"/>
          <p14:tracePt t="79875" x="3846513" y="5094288"/>
          <p14:tracePt t="79892" x="3824288" y="5116513"/>
          <p14:tracePt t="79909" x="3773488" y="5145088"/>
          <p14:tracePt t="79926" x="3744913" y="5159375"/>
          <p14:tracePt t="79942" x="3722688" y="5167313"/>
          <p14:tracePt t="79959" x="3686175" y="5181600"/>
          <p14:tracePt t="79975" x="3657600" y="5195888"/>
          <p14:tracePt t="79992" x="3621088" y="5195888"/>
          <p14:tracePt t="80009" x="3592513" y="5218113"/>
          <p14:tracePt t="80025" x="3563938" y="5218113"/>
          <p14:tracePt t="80042" x="3527425" y="5218113"/>
          <p14:tracePt t="80059" x="3482975" y="5224463"/>
          <p14:tracePt t="80075" x="3454400" y="5224463"/>
          <p14:tracePt t="80082" x="3432175" y="5240338"/>
          <p14:tracePt t="80092" x="3417888" y="5240338"/>
          <p14:tracePt t="80110" x="3360738" y="5240338"/>
          <p14:tracePt t="80125" x="3324225" y="5240338"/>
          <p14:tracePt t="80143" x="3302000" y="5240338"/>
          <p14:tracePt t="80159" x="3273425" y="5240338"/>
          <p14:tracePt t="80175" x="3265488" y="5240338"/>
          <p14:tracePt t="80192" x="3243263" y="5240338"/>
          <p14:tracePt t="80208" x="3228975" y="5240338"/>
          <p14:tracePt t="80225" x="3214688" y="5240338"/>
          <p14:tracePt t="80242" x="3200400" y="5240338"/>
          <p14:tracePt t="80259" x="3192463" y="5240338"/>
          <p14:tracePt t="80276" x="3186113" y="5240338"/>
          <p14:tracePt t="80293" x="3178175" y="5240338"/>
          <p14:tracePt t="80309" x="3163888" y="5240338"/>
          <p14:tracePt t="80325" x="3157538" y="5240338"/>
          <p14:tracePt t="80342" x="3141663" y="5240338"/>
          <p14:tracePt t="80397" x="3135313" y="5240338"/>
          <p14:tracePt t="80418" x="3127375" y="5240338"/>
          <p14:tracePt t="80498" x="3121025" y="5240338"/>
          <p14:tracePt t="82456" x="3106738" y="5240338"/>
          <p14:tracePt t="82464" x="3084513" y="5240338"/>
          <p14:tracePt t="82476" x="3055938" y="5240338"/>
          <p14:tracePt t="82494" x="2938463" y="5240338"/>
          <p14:tracePt t="82509" x="2859088" y="5240338"/>
          <p14:tracePt t="82526" x="2765425" y="5240338"/>
          <p14:tracePt t="82544" x="2684463" y="5240338"/>
          <p14:tracePt t="82559" x="2590800" y="5240338"/>
          <p14:tracePt t="82576" x="2532063" y="5232400"/>
          <p14:tracePt t="82593" x="2452688" y="5224463"/>
          <p14:tracePt t="82611" x="2395538" y="5210175"/>
          <p14:tracePt t="82626" x="2336800" y="5203825"/>
          <p14:tracePt t="82643" x="2278063" y="5195888"/>
          <p14:tracePt t="82659" x="2227263" y="5195888"/>
          <p14:tracePt t="82676" x="2170113" y="5181600"/>
          <p14:tracePt t="82693" x="2097088" y="5173663"/>
          <p14:tracePt t="82709" x="2032000" y="5167313"/>
          <p14:tracePt t="82726" x="1958975" y="5145088"/>
          <p14:tracePt t="82744" x="1887538" y="5130800"/>
          <p14:tracePt t="82760" x="1814513" y="5102225"/>
          <p14:tracePt t="82777" x="1727200" y="5080000"/>
          <p14:tracePt t="82794" x="1676400" y="5065713"/>
          <p14:tracePt t="82810" x="1625600" y="5043488"/>
          <p14:tracePt t="82826" x="1582738" y="5037138"/>
          <p14:tracePt t="82843" x="1538288" y="5021263"/>
          <p14:tracePt t="82860" x="1495425" y="5014913"/>
          <p14:tracePt t="82876" x="1458913" y="4992688"/>
          <p14:tracePt t="82894" x="1408113" y="4970463"/>
          <p14:tracePt t="82909" x="1379538" y="4964113"/>
          <p14:tracePt t="82926" x="1343025" y="4949825"/>
          <p14:tracePt t="82943" x="1306513" y="4927600"/>
          <p14:tracePt t="82960" x="1255713" y="4919663"/>
          <p14:tracePt t="82976" x="1227138" y="4905375"/>
          <p14:tracePt t="82994" x="1190625" y="4891088"/>
          <p14:tracePt t="83012" x="1146175" y="4876800"/>
          <p14:tracePt t="83026" x="1095375" y="4848225"/>
          <p14:tracePt t="83043" x="1052513" y="4818063"/>
          <p14:tracePt t="83060" x="1016000" y="4797425"/>
          <p14:tracePt t="83078" x="965200" y="4760913"/>
          <p14:tracePt t="83095" x="936625" y="4738688"/>
          <p14:tracePt t="83110" x="906463" y="4710113"/>
          <p14:tracePt t="83128" x="885825" y="4695825"/>
          <p14:tracePt t="83143" x="863600" y="4665663"/>
          <p14:tracePt t="83160" x="855663" y="4651375"/>
          <p14:tracePt t="83176" x="841375" y="4630738"/>
          <p14:tracePt t="83193" x="835025" y="4600575"/>
          <p14:tracePt t="83210" x="835025" y="4557713"/>
          <p14:tracePt t="83226" x="827088" y="4506913"/>
          <p14:tracePt t="83243" x="812800" y="4462463"/>
          <p14:tracePt t="83260" x="812800" y="4411663"/>
          <p14:tracePt t="83277" x="812800" y="4354513"/>
          <p14:tracePt t="83295" x="820738" y="4267200"/>
          <p14:tracePt t="83310" x="841375" y="4208463"/>
          <p14:tracePt t="83327" x="871538" y="4157663"/>
          <p14:tracePt t="83345" x="892175" y="4100513"/>
          <p14:tracePt t="83360" x="928688" y="4041775"/>
          <p14:tracePt t="83377" x="957263" y="3990975"/>
          <p14:tracePt t="83393" x="987425" y="3954463"/>
          <p14:tracePt t="83410" x="1030288" y="3903663"/>
          <p14:tracePt t="83426" x="1066800" y="3868738"/>
          <p14:tracePt t="83443" x="1095375" y="3832225"/>
          <p14:tracePt t="83460" x="1117600" y="3817938"/>
          <p14:tracePt t="83478" x="1176338" y="3781425"/>
          <p14:tracePt t="83494" x="1196975" y="3773488"/>
          <p14:tracePt t="83510" x="1233488" y="3751263"/>
          <p14:tracePt t="83527" x="1277938" y="3730625"/>
          <p14:tracePt t="83544" x="1328738" y="3716338"/>
          <p14:tracePt t="83560" x="1357313" y="3708400"/>
          <p14:tracePt t="83577" x="1400175" y="3694113"/>
          <p14:tracePt t="83582" x="1414463" y="3694113"/>
          <p14:tracePt t="83593" x="1436688" y="3686175"/>
          <p14:tracePt t="83612" x="1458913" y="3686175"/>
          <p14:tracePt t="83627" x="1487488" y="3665538"/>
          <p14:tracePt t="83643" x="1516063" y="3665538"/>
          <p14:tracePt t="83660" x="1538288" y="3665538"/>
          <p14:tracePt t="83677" x="1597025" y="3657600"/>
          <p14:tracePt t="83693" x="1611313" y="3657600"/>
          <p14:tracePt t="83710" x="1698625" y="3657600"/>
          <p14:tracePt t="83727" x="1770063" y="3657600"/>
          <p14:tracePt t="83743" x="1836738" y="3657600"/>
          <p14:tracePt t="83761" x="1901825" y="3657600"/>
          <p14:tracePt t="83776" x="1952625" y="3657600"/>
          <p14:tracePt t="83795" x="2009775" y="3657600"/>
          <p14:tracePt t="83810" x="2074863" y="3657600"/>
          <p14:tracePt t="83826" x="2176463" y="3657600"/>
          <p14:tracePt t="83843" x="2263775" y="3657600"/>
          <p14:tracePt t="83860" x="2359025" y="3657600"/>
          <p14:tracePt t="83877" x="2489200" y="3657600"/>
          <p14:tracePt t="83894" x="2562225" y="3657600"/>
          <p14:tracePt t="83910" x="2649538" y="3657600"/>
          <p14:tracePt t="83926" x="2735263" y="3657600"/>
          <p14:tracePt t="83943" x="2836863" y="3679825"/>
          <p14:tracePt t="83960" x="2974975" y="3694113"/>
          <p14:tracePt t="83977" x="3106738" y="3716338"/>
          <p14:tracePt t="83993" x="3214688" y="3730625"/>
          <p14:tracePt t="84012" x="3316288" y="3751263"/>
          <p14:tracePt t="84026" x="3403600" y="3767138"/>
          <p14:tracePt t="84043" x="3454400" y="3787775"/>
          <p14:tracePt t="84060" x="3497263" y="3810000"/>
          <p14:tracePt t="84077" x="3541713" y="3810000"/>
          <p14:tracePt t="84093" x="3556000" y="3817938"/>
          <p14:tracePt t="84110" x="3584575" y="3824288"/>
          <p14:tracePt t="84127" x="3606800" y="3832225"/>
          <p14:tracePt t="84143" x="3635375" y="3838575"/>
          <p14:tracePt t="84161" x="3649663" y="3846513"/>
          <p14:tracePt t="84177" x="3679825" y="3860800"/>
          <p14:tracePt t="84193" x="3700463" y="3860800"/>
          <p14:tracePt t="84210" x="3736975" y="3868738"/>
          <p14:tracePt t="84226" x="3767138" y="3883025"/>
          <p14:tracePt t="84244" x="3795713" y="3889375"/>
          <p14:tracePt t="84261" x="3832225" y="3897313"/>
          <p14:tracePt t="84278" x="3860800" y="3911600"/>
          <p14:tracePt t="84296" x="3875088" y="3911600"/>
          <p14:tracePt t="84310" x="3889375" y="3919538"/>
          <p14:tracePt t="84327" x="3903663" y="3925888"/>
          <p14:tracePt t="84343" x="3933825" y="3940175"/>
          <p14:tracePt t="84360" x="3948113" y="3940175"/>
          <p14:tracePt t="84377" x="3970338" y="3954463"/>
          <p14:tracePt t="84394" x="3984625" y="3962400"/>
          <p14:tracePt t="84410" x="3998913" y="3962400"/>
          <p14:tracePt t="84427" x="4005263" y="3976688"/>
          <p14:tracePt t="84443" x="4021138" y="3984625"/>
          <p14:tracePt t="84460" x="4035425" y="3998913"/>
          <p14:tracePt t="84477" x="4064000" y="4027488"/>
          <p14:tracePt t="84494" x="4086225" y="4056063"/>
          <p14:tracePt t="84510" x="4100513" y="4078288"/>
          <p14:tracePt t="84526" x="4114800" y="4106863"/>
          <p14:tracePt t="84543" x="4122738" y="4122738"/>
          <p14:tracePt t="84560" x="4137025" y="4157663"/>
          <p14:tracePt t="84577" x="4157663" y="4216400"/>
          <p14:tracePt t="84585" x="4165600" y="4244975"/>
          <p14:tracePt t="84595" x="4187825" y="4281488"/>
          <p14:tracePt t="84610" x="4208463" y="4354513"/>
          <p14:tracePt t="84627" x="4224338" y="4419600"/>
          <p14:tracePt t="84644" x="4230688" y="4498975"/>
          <p14:tracePt t="84660" x="4230688" y="4586288"/>
          <p14:tracePt t="84677" x="4224338" y="4732338"/>
          <p14:tracePt t="84694" x="4208463" y="4833938"/>
          <p14:tracePt t="84710" x="4202113" y="4913313"/>
          <p14:tracePt t="84727" x="4179888" y="4992688"/>
          <p14:tracePt t="84743" x="4179888" y="5037138"/>
          <p14:tracePt t="84762" x="4173538" y="5057775"/>
          <p14:tracePt t="84777" x="4157663" y="5094288"/>
          <p14:tracePt t="84794" x="4151313" y="5116513"/>
          <p14:tracePt t="84810" x="4143375" y="5145088"/>
          <p14:tracePt t="84827" x="4129088" y="5167313"/>
          <p14:tracePt t="84846" x="4106863" y="5195888"/>
          <p14:tracePt t="84860" x="4100513" y="5218113"/>
          <p14:tracePt t="84878" x="4078288" y="5240338"/>
          <p14:tracePt t="84894" x="4056063" y="5260975"/>
          <p14:tracePt t="84911" x="4027488" y="5283200"/>
          <p14:tracePt t="84927" x="4013200" y="5297488"/>
          <p14:tracePt t="84943" x="3984625" y="5311775"/>
          <p14:tracePt t="84960" x="3954463" y="5326063"/>
          <p14:tracePt t="84976" x="3925888" y="5341938"/>
          <p14:tracePt t="84993" x="3903663" y="5348288"/>
          <p14:tracePt t="85010" x="3868738" y="5370513"/>
          <p14:tracePt t="85026" x="3817938" y="5384800"/>
          <p14:tracePt t="85043" x="3767138" y="5399088"/>
          <p14:tracePt t="85060" x="3722688" y="5421313"/>
          <p14:tracePt t="85077" x="3614738" y="5449888"/>
          <p14:tracePt t="85093" x="3563938" y="5457825"/>
          <p14:tracePt t="85110" x="3505200" y="5486400"/>
          <p14:tracePt t="85127" x="3446463" y="5494338"/>
          <p14:tracePt t="85143" x="3395663" y="5500688"/>
          <p14:tracePt t="85160" x="3330575" y="5514975"/>
          <p14:tracePt t="85177" x="3265488" y="5522913"/>
          <p14:tracePt t="85193" x="3214688" y="5529263"/>
          <p14:tracePt t="85210" x="3171825" y="5529263"/>
          <p14:tracePt t="85227" x="3113088" y="5529263"/>
          <p14:tracePt t="85243" x="3062288" y="5529263"/>
          <p14:tracePt t="85260" x="3011488" y="5529263"/>
          <p14:tracePt t="85277" x="2932113" y="5529263"/>
          <p14:tracePt t="85293" x="2881313" y="5529263"/>
          <p14:tracePt t="85310" x="2822575" y="5529263"/>
          <p14:tracePt t="85327" x="2771775" y="5529263"/>
          <p14:tracePt t="85343" x="2728913" y="5529263"/>
          <p14:tracePt t="85360" x="2700338" y="5529263"/>
          <p14:tracePt t="85377" x="2678113" y="5529263"/>
          <p14:tracePt t="85393" x="2649538" y="5529263"/>
          <p14:tracePt t="85410" x="2627313" y="5529263"/>
          <p14:tracePt t="85427" x="2605088" y="5529263"/>
          <p14:tracePt t="85443" x="2576513" y="5529263"/>
          <p14:tracePt t="85460" x="2547938" y="5522913"/>
          <p14:tracePt t="85477" x="2497138" y="5514975"/>
          <p14:tracePt t="85493" x="2460625" y="5514975"/>
          <p14:tracePt t="85510" x="2416175" y="5508625"/>
          <p14:tracePt t="85527" x="2387600" y="5508625"/>
          <p14:tracePt t="85543" x="2351088" y="5494338"/>
          <p14:tracePt t="85560" x="2328863" y="5494338"/>
          <p14:tracePt t="85577" x="2308225" y="5494338"/>
          <p14:tracePt t="85581" x="2293938" y="5494338"/>
          <p14:tracePt t="85593" x="2286000" y="5494338"/>
          <p14:tracePt t="85610" x="2271713" y="5486400"/>
          <p14:tracePt t="85627" x="2263775" y="5486400"/>
          <p14:tracePt t="85645" x="2249488" y="5486400"/>
          <p14:tracePt t="85677" x="2243138" y="5486400"/>
          <p14:tracePt t="85693" x="2227263" y="5486400"/>
          <p14:tracePt t="86395" x="2235200" y="5486400"/>
          <p14:tracePt t="86405" x="2271713" y="5486400"/>
          <p14:tracePt t="86413" x="2300288" y="5486400"/>
          <p14:tracePt t="86427" x="2314575" y="5486400"/>
          <p14:tracePt t="86444" x="2344738" y="5494338"/>
          <p14:tracePt t="86461" x="2416175" y="5500688"/>
          <p14:tracePt t="86480" x="2517775" y="5508625"/>
          <p14:tracePt t="86494" x="2619375" y="5529263"/>
          <p14:tracePt t="86512" x="2714625" y="5537200"/>
          <p14:tracePt t="86528" x="2786063" y="5551488"/>
          <p14:tracePt t="86545" x="2822575" y="5559425"/>
          <p14:tracePt t="86561" x="2844800" y="5559425"/>
          <p14:tracePt t="87019" x="2852738" y="5559425"/>
          <p14:tracePt t="87028" x="2852738" y="5565775"/>
          <p14:tracePt t="87045" x="2867025" y="5573713"/>
          <p14:tracePt t="87061" x="2887663" y="5595938"/>
          <p14:tracePt t="87078" x="2909888" y="5610225"/>
          <p14:tracePt t="87085" x="2917825" y="5610225"/>
          <p14:tracePt t="87094" x="2938463" y="5624513"/>
          <p14:tracePt t="87111" x="2946400" y="5630863"/>
          <p14:tracePt t="87128" x="2954338" y="5630863"/>
          <p14:tracePt t="87145" x="2960688" y="5638800"/>
          <p14:tracePt t="87225" x="2960688" y="5646738"/>
          <p14:tracePt t="87234" x="2960688" y="5653088"/>
          <p14:tracePt t="87250" x="2954338" y="5653088"/>
          <p14:tracePt t="87263" x="2938463" y="5661025"/>
          <p14:tracePt t="87278" x="2924175" y="5661025"/>
          <p14:tracePt t="87294" x="2903538" y="5675313"/>
          <p14:tracePt t="87311" x="2881313" y="5675313"/>
          <p14:tracePt t="87328" x="2859088" y="5675313"/>
          <p14:tracePt t="87344" x="2822575" y="5675313"/>
          <p14:tracePt t="87361" x="2794000" y="5675313"/>
          <p14:tracePt t="87378" x="2771775" y="5675313"/>
          <p14:tracePt t="87394" x="2757488" y="5675313"/>
          <p14:tracePt t="87411" x="2743200" y="5675313"/>
          <p14:tracePt t="87427" x="2728913" y="5675313"/>
          <p14:tracePt t="87444" x="2720975" y="5675313"/>
          <p14:tracePt t="87462" x="2700338" y="5675313"/>
          <p14:tracePt t="87477" x="2692400" y="5675313"/>
          <p14:tracePt t="87494" x="2678113" y="5681663"/>
          <p14:tracePt t="87510" x="2663825" y="5681663"/>
          <p14:tracePt t="87527" x="2655888" y="5681663"/>
          <p14:tracePt t="87544" x="2641600" y="5681663"/>
          <p14:tracePt t="87561" x="2633663" y="5681663"/>
          <p14:tracePt t="87577" x="2619375" y="5681663"/>
          <p14:tracePt t="87594" x="2598738" y="5681663"/>
          <p14:tracePt t="87610" x="2590800" y="5681663"/>
          <p14:tracePt t="87627" x="2576513" y="5675313"/>
          <p14:tracePt t="87644" x="2554288" y="5675313"/>
          <p14:tracePt t="87661" x="2532063" y="5667375"/>
          <p14:tracePt t="87677" x="2525713" y="5667375"/>
          <p14:tracePt t="87694" x="2497138" y="5653088"/>
          <p14:tracePt t="87711" x="2489200" y="5653088"/>
          <p14:tracePt t="87727" x="2481263" y="5646738"/>
          <p14:tracePt t="87744" x="2474913" y="5646738"/>
          <p14:tracePt t="87761" x="2466975" y="5638800"/>
          <p14:tracePt t="87777" x="2452688" y="5638800"/>
          <p14:tracePt t="87794" x="2446338" y="5630863"/>
          <p14:tracePt t="87827" x="2438400" y="5624513"/>
          <p14:tracePt t="87844" x="2430463" y="5624513"/>
          <p14:tracePt t="87861" x="2424113" y="5610225"/>
          <p14:tracePt t="87895" x="2416175" y="5610225"/>
          <p14:tracePt t="87911" x="2416175" y="5602288"/>
          <p14:tracePt t="87927" x="2409825" y="5595938"/>
          <p14:tracePt t="87950" x="2409825" y="5588000"/>
          <p14:tracePt t="87966" x="2401888" y="5580063"/>
          <p14:tracePt t="87977" x="2401888" y="5573713"/>
          <p14:tracePt t="87994" x="2387600" y="5559425"/>
          <p14:tracePt t="88011" x="2379663" y="5551488"/>
          <p14:tracePt t="88028" x="2379663" y="5522913"/>
          <p14:tracePt t="88044" x="2379663" y="5508625"/>
          <p14:tracePt t="88061" x="2379663" y="5494338"/>
          <p14:tracePt t="88077" x="2379663" y="5464175"/>
          <p14:tracePt t="88094" x="2379663" y="5449888"/>
          <p14:tracePt t="88111" x="2379663" y="5427663"/>
          <p14:tracePt t="88128" x="2379663" y="5421313"/>
          <p14:tracePt t="88144" x="2379663" y="5399088"/>
          <p14:tracePt t="88161" x="2379663" y="5376863"/>
          <p14:tracePt t="88178" x="2379663" y="5362575"/>
          <p14:tracePt t="88194" x="2395538" y="5334000"/>
          <p14:tracePt t="88211" x="2401888" y="5311775"/>
          <p14:tracePt t="88228" x="2416175" y="5291138"/>
          <p14:tracePt t="88245" x="2446338" y="5254625"/>
          <p14:tracePt t="88261" x="2466975" y="5232400"/>
          <p14:tracePt t="88278" x="2474913" y="5224463"/>
          <p14:tracePt t="88294" x="2497138" y="5203825"/>
          <p14:tracePt t="88311" x="2517775" y="5181600"/>
          <p14:tracePt t="88327" x="2547938" y="5159375"/>
          <p14:tracePt t="88344" x="2568575" y="5145088"/>
          <p14:tracePt t="88361" x="2590800" y="5122863"/>
          <p14:tracePt t="88377" x="2619375" y="5108575"/>
          <p14:tracePt t="88394" x="2633663" y="5102225"/>
          <p14:tracePt t="88411" x="2663825" y="5094288"/>
          <p14:tracePt t="88427" x="2678113" y="5080000"/>
          <p14:tracePt t="88445" x="2706688" y="5065713"/>
          <p14:tracePt t="88461" x="2728913" y="5057775"/>
          <p14:tracePt t="88478" x="2751138" y="5051425"/>
          <p14:tracePt t="88494" x="2765425" y="5043488"/>
          <p14:tracePt t="88512" x="2786063" y="5043488"/>
          <p14:tracePt t="88527" x="2808288" y="5037138"/>
          <p14:tracePt t="88544" x="2816225" y="5037138"/>
          <p14:tracePt t="88561" x="2830513" y="5037138"/>
          <p14:tracePt t="88577" x="2844800" y="5029200"/>
          <p14:tracePt t="88581" x="2852738" y="5029200"/>
          <p14:tracePt t="88594" x="2859088" y="5029200"/>
          <p14:tracePt t="88611" x="2873375" y="5029200"/>
          <p14:tracePt t="88628" x="2895600" y="5021263"/>
          <p14:tracePt t="88644" x="2903538" y="5021263"/>
          <p14:tracePt t="88661" x="2924175" y="5021263"/>
          <p14:tracePt t="88678" x="2938463" y="5021263"/>
          <p14:tracePt t="88694" x="2954338" y="5021263"/>
          <p14:tracePt t="88711" x="2968625" y="5021263"/>
          <p14:tracePt t="88728" x="2982913" y="5021263"/>
          <p14:tracePt t="88744" x="2989263" y="5021263"/>
          <p14:tracePt t="88761" x="3005138" y="5021263"/>
          <p14:tracePt t="88778" x="3011488" y="5021263"/>
          <p14:tracePt t="88795" x="3025775" y="5021263"/>
          <p14:tracePt t="88811" x="3048000" y="5021263"/>
          <p14:tracePt t="88828" x="3055938" y="5021263"/>
          <p14:tracePt t="88845" x="3076575" y="5021263"/>
          <p14:tracePt t="88861" x="3084513" y="5029200"/>
          <p14:tracePt t="88878" x="3090863" y="5029200"/>
          <p14:tracePt t="88894" x="3106738" y="5029200"/>
          <p14:tracePt t="88911" x="3113088" y="5029200"/>
          <p14:tracePt t="88944" x="3121025" y="5029200"/>
          <p14:tracePt t="88961" x="3127375" y="5037138"/>
          <p14:tracePt t="89415" x="3135313" y="5037138"/>
          <p14:tracePt t="89422" x="3135313" y="5043488"/>
          <p14:tracePt t="89438" x="3157538" y="5043488"/>
          <p14:tracePt t="89447" x="3163888" y="5051425"/>
          <p14:tracePt t="89471" x="3171825" y="5051425"/>
          <p14:tracePt t="89479" x="3178175" y="5051425"/>
          <p14:tracePt t="89502" x="3192463" y="5057775"/>
          <p14:tracePt t="89521" x="3200400" y="5065713"/>
          <p14:tracePt t="89538" x="3208338" y="5072063"/>
          <p14:tracePt t="89554" x="3214688" y="5072063"/>
          <p14:tracePt t="89569" x="3222625" y="5072063"/>
          <p14:tracePt t="89580" x="3222625" y="5080000"/>
          <p14:tracePt t="89601" x="3228975" y="5087938"/>
          <p14:tracePt t="89619" x="3236913" y="5094288"/>
          <p14:tracePt t="89629" x="3243263" y="5094288"/>
          <p14:tracePt t="89646" x="3259138" y="5102225"/>
          <p14:tracePt t="89662" x="3265488" y="5108575"/>
          <p14:tracePt t="89680" x="3273425" y="5116513"/>
          <p14:tracePt t="89712" x="3287713" y="5122863"/>
          <p14:tracePt t="89728" x="3294063" y="5138738"/>
          <p14:tracePt t="89745" x="3302000" y="5145088"/>
          <p14:tracePt t="89762" x="3309938" y="5153025"/>
          <p14:tracePt t="89779" x="3316288" y="5159375"/>
          <p14:tracePt t="89795" x="3316288" y="5181600"/>
          <p14:tracePt t="89829" x="3316288" y="5203825"/>
          <p14:tracePt t="89846" x="3330575" y="5240338"/>
          <p14:tracePt t="89863" x="3330575" y="5260975"/>
          <p14:tracePt t="89879" x="3330575" y="5283200"/>
          <p14:tracePt t="89895" x="3330575" y="5305425"/>
          <p14:tracePt t="89912" x="3330575" y="5326063"/>
          <p14:tracePt t="89928" x="3324225" y="5356225"/>
          <p14:tracePt t="89945" x="3316288" y="5384800"/>
          <p14:tracePt t="89962" x="3302000" y="5407025"/>
          <p14:tracePt t="89979" x="3287713" y="5435600"/>
          <p14:tracePt t="89996" x="3265488" y="5457825"/>
          <p14:tracePt t="90013" x="3251200" y="5486400"/>
          <p14:tracePt t="90029" x="3222625" y="5508625"/>
          <p14:tracePt t="90047" x="3192463" y="5529263"/>
          <p14:tracePt t="90062" x="3163888" y="5545138"/>
          <p14:tracePt t="90079" x="3141663" y="5559425"/>
          <p14:tracePt t="90086" x="3135313" y="5565775"/>
          <p14:tracePt t="90095" x="3121025" y="5565775"/>
          <p14:tracePt t="90112" x="3106738" y="5573713"/>
          <p14:tracePt t="90129" x="3084513" y="5580063"/>
          <p14:tracePt t="90145" x="3055938" y="5588000"/>
          <p14:tracePt t="90162" x="3033713" y="5588000"/>
          <p14:tracePt t="90178" x="3011488" y="5595938"/>
          <p14:tracePt t="90195" x="2974975" y="5595938"/>
          <p14:tracePt t="90211" x="2954338" y="5595938"/>
          <p14:tracePt t="90229" x="2924175" y="5595938"/>
          <p14:tracePt t="90245" x="2909888" y="5595938"/>
          <p14:tracePt t="90261" x="2895600" y="5595938"/>
          <p14:tracePt t="90278" x="2881313" y="5595938"/>
          <p14:tracePt t="90295" x="2873375" y="5595938"/>
          <p14:tracePt t="90312" x="2859088" y="5595938"/>
          <p14:tracePt t="90328" x="2852738" y="5595938"/>
          <p14:tracePt t="90345" x="2844800" y="5595938"/>
          <p14:tracePt t="90378" x="2830513" y="5595938"/>
          <p14:tracePt t="90412" x="2822575" y="5595938"/>
          <p14:tracePt t="90431" x="2816225" y="5595938"/>
          <p14:tracePt t="90447" x="2808288" y="5595938"/>
          <p14:tracePt t="90471" x="2801938" y="5595938"/>
          <p14:tracePt t="90503" x="2794000" y="5595938"/>
          <p14:tracePt t="90535" x="2786063" y="5595938"/>
          <p14:tracePt t="90576" x="2779713" y="5595938"/>
          <p14:tracePt t="90623" x="2771775" y="5595938"/>
          <p14:tracePt t="90639" x="2765425" y="5595938"/>
          <p14:tracePt t="90671" x="2757488" y="5595938"/>
          <p14:tracePt t="90687" x="2751138" y="5595938"/>
          <p14:tracePt t="90711" x="2743200" y="5595938"/>
          <p14:tracePt t="90736" x="2735263" y="5595938"/>
          <p14:tracePt t="90742" x="2728913" y="5595938"/>
          <p14:tracePt t="90767" x="2720975" y="5595938"/>
          <p14:tracePt t="90783" x="2714625" y="5595938"/>
          <p14:tracePt t="90799" x="2700338" y="5595938"/>
          <p14:tracePt t="90815" x="2692400" y="5595938"/>
          <p14:tracePt t="90823" x="2678113" y="5588000"/>
          <p14:tracePt t="90838" x="2670175" y="5588000"/>
          <p14:tracePt t="90847" x="2655888" y="5588000"/>
          <p14:tracePt t="90863" x="2641600" y="5588000"/>
          <p14:tracePt t="90878" x="2633663" y="5580063"/>
          <p14:tracePt t="90895" x="2613025" y="5580063"/>
          <p14:tracePt t="90912" x="2598738" y="5565775"/>
          <p14:tracePt t="90928" x="2590800" y="5565775"/>
          <p14:tracePt t="90945" x="2582863" y="5559425"/>
          <p14:tracePt t="90962" x="2568575" y="5545138"/>
          <p14:tracePt t="90978" x="2562225" y="5537200"/>
          <p14:tracePt t="90995" x="2547938" y="5529263"/>
          <p14:tracePt t="91012" x="2540000" y="5514975"/>
          <p14:tracePt t="91029" x="2517775" y="5494338"/>
          <p14:tracePt t="91045" x="2511425" y="5486400"/>
          <p14:tracePt t="91062" x="2503488" y="5478463"/>
          <p14:tracePt t="91078" x="2497138" y="5457825"/>
          <p14:tracePt t="91095" x="2489200" y="5435600"/>
          <p14:tracePt t="91112" x="2489200" y="5427663"/>
          <p14:tracePt t="91128" x="2489200" y="5413375"/>
          <p14:tracePt t="91145" x="2489200" y="5407025"/>
          <p14:tracePt t="91162" x="2481263" y="5392738"/>
          <p14:tracePt t="91178" x="2481263" y="5384800"/>
          <p14:tracePt t="91195" x="2481263" y="5370513"/>
          <p14:tracePt t="91229" x="2481263" y="5362575"/>
          <p14:tracePt t="91255" x="2481263" y="5348288"/>
          <p14:tracePt t="92145" x="2489200" y="5348288"/>
          <p14:tracePt t="92151" x="2497138" y="5348288"/>
          <p14:tracePt t="92162" x="2525713" y="5348288"/>
          <p14:tracePt t="92179" x="2568575" y="5348288"/>
          <p14:tracePt t="92195" x="2633663" y="5341938"/>
          <p14:tracePt t="92213" x="2743200" y="5326063"/>
          <p14:tracePt t="92229" x="2794000" y="5311775"/>
          <p14:tracePt t="92246" x="2873375" y="5297488"/>
          <p14:tracePt t="92263" x="2917825" y="5297488"/>
          <p14:tracePt t="92279" x="2954338" y="5275263"/>
          <p14:tracePt t="92296" x="2960688" y="5275263"/>
          <p14:tracePt t="92312" x="2968625" y="5275263"/>
          <p14:tracePt t="92329" x="2989263" y="5275263"/>
          <p14:tracePt t="92346" x="2997200" y="5275263"/>
          <p14:tracePt t="92363" x="3005138" y="5275263"/>
          <p14:tracePt t="92379" x="3019425" y="5275263"/>
          <p14:tracePt t="92396" x="3025775" y="5275263"/>
          <p14:tracePt t="92412" x="3040063" y="5275263"/>
          <p14:tracePt t="92429" x="3055938" y="5268913"/>
          <p14:tracePt t="92446" x="3062288" y="5268913"/>
          <p14:tracePt t="92462" x="3076575" y="5268913"/>
          <p14:tracePt t="92479" x="3084513" y="5268913"/>
          <p14:tracePt t="92496" x="3098800" y="5268913"/>
          <p14:tracePt t="92513" x="3121025" y="5268913"/>
          <p14:tracePt t="92529" x="3135313" y="5268913"/>
          <p14:tracePt t="92546" x="3149600" y="5268913"/>
          <p14:tracePt t="92562" x="3157538" y="5268913"/>
          <p14:tracePt t="92579" x="3171825" y="5268913"/>
          <p14:tracePt t="92583" x="3178175" y="5268913"/>
          <p14:tracePt t="92595" x="3186113" y="5268913"/>
          <p14:tracePt t="92613" x="3208338" y="5268913"/>
          <p14:tracePt t="92629" x="3214688" y="5268913"/>
          <p14:tracePt t="92646" x="3243263" y="5275263"/>
          <p14:tracePt t="92662" x="3251200" y="5283200"/>
          <p14:tracePt t="92679" x="3259138" y="5291138"/>
          <p14:tracePt t="92696" x="3279775" y="5305425"/>
          <p14:tracePt t="92729" x="3294063" y="5319713"/>
          <p14:tracePt t="92746" x="3294063" y="5334000"/>
          <p14:tracePt t="92763" x="3302000" y="5341938"/>
          <p14:tracePt t="92779" x="3309938" y="5362575"/>
          <p14:tracePt t="92796" x="3324225" y="5384800"/>
          <p14:tracePt t="92813" x="3338513" y="5421313"/>
          <p14:tracePt t="92829" x="3338513" y="5443538"/>
          <p14:tracePt t="92846" x="3338513" y="5457825"/>
          <p14:tracePt t="92863" x="3352800" y="5478463"/>
          <p14:tracePt t="92879" x="3352800" y="5486400"/>
          <p14:tracePt t="92896" x="3352800" y="5500688"/>
          <p14:tracePt t="92913" x="3360738" y="5508625"/>
          <p14:tracePt t="92929" x="3360738" y="5514975"/>
          <p14:tracePt t="92946" x="3360738" y="5529263"/>
          <p14:tracePt t="92964" x="3360738" y="5537200"/>
          <p14:tracePt t="92979" x="3360738" y="5551488"/>
          <p14:tracePt t="92996" x="3375025" y="5559425"/>
          <p14:tracePt t="93552" x="3375025" y="5565775"/>
          <p14:tracePt t="93559" x="3381375" y="5565775"/>
          <p14:tracePt t="93577" x="3389313" y="5565775"/>
          <p14:tracePt t="93583" x="3395663" y="5565775"/>
          <p14:tracePt t="93596" x="3403600" y="5565775"/>
          <p14:tracePt t="93614" x="3425825" y="5565775"/>
          <p14:tracePt t="93629" x="3440113" y="5565775"/>
          <p14:tracePt t="93663" x="3454400" y="5565775"/>
          <p14:tracePt t="93679" x="3462338" y="5565775"/>
          <p14:tracePt t="93696" x="3482975" y="5565775"/>
          <p14:tracePt t="93714" x="3490913" y="5565775"/>
          <p14:tracePt t="93730" x="3505200" y="5559425"/>
          <p14:tracePt t="93747" x="3527425" y="5559425"/>
          <p14:tracePt t="93764" x="3548063" y="5559425"/>
          <p14:tracePt t="93780" x="3556000" y="5551488"/>
          <p14:tracePt t="93796" x="3570288" y="5551488"/>
          <p14:tracePt t="93816" x="3578225" y="5551488"/>
          <p14:tracePt t="93839" x="3592513" y="5551488"/>
          <p14:tracePt t="93856" x="3598863" y="5551488"/>
          <p14:tracePt t="93864" x="3614738" y="5551488"/>
          <p14:tracePt t="93879" x="3629025" y="5537200"/>
          <p14:tracePt t="93896" x="3643313" y="5537200"/>
          <p14:tracePt t="93913" x="3665538" y="5537200"/>
          <p14:tracePt t="93929" x="3686175" y="5529263"/>
          <p14:tracePt t="93946" x="3708400" y="5522913"/>
          <p14:tracePt t="93963" x="3730625" y="5514975"/>
          <p14:tracePt t="93981" x="3751263" y="5508625"/>
          <p14:tracePt t="94014" x="3767138" y="5500688"/>
          <p14:tracePt t="94029" x="3773488" y="5500688"/>
          <p14:tracePt t="94046" x="3787775" y="5500688"/>
          <p14:tracePt t="94081" x="3795713" y="5486400"/>
          <p14:tracePt t="94095" x="3802063" y="5486400"/>
          <p14:tracePt t="94111" x="3810000" y="5486400"/>
          <p14:tracePt t="94167" x="3810000" y="5478463"/>
          <p14:tracePt t="94216" x="3824288" y="5478463"/>
          <p14:tracePt t="94239" x="3824288" y="5472113"/>
          <p14:tracePt t="96707" x="3832225" y="5472113"/>
          <p14:tracePt t="96722" x="3832225" y="5464175"/>
          <p14:tracePt t="96731" x="3810000" y="5464175"/>
          <p14:tracePt t="96747" x="3773488" y="5464175"/>
          <p14:tracePt t="96764" x="3722688" y="5464175"/>
          <p14:tracePt t="96782" x="3629025" y="5464175"/>
          <p14:tracePt t="96798" x="3563938" y="5464175"/>
          <p14:tracePt t="96814" x="3497263" y="5464175"/>
          <p14:tracePt t="96831" x="3440113" y="5464175"/>
          <p14:tracePt t="96848" x="3389313" y="5464175"/>
          <p14:tracePt t="96864" x="3338513" y="5464175"/>
          <p14:tracePt t="96881" x="3273425" y="5464175"/>
          <p14:tracePt t="96898" x="3222625" y="5464175"/>
          <p14:tracePt t="96914" x="3178175" y="5457825"/>
          <p14:tracePt t="96930" x="3127375" y="5449888"/>
          <p14:tracePt t="96950" x="3062288" y="5435600"/>
          <p14:tracePt t="96965" x="3033713" y="5435600"/>
          <p14:tracePt t="96982" x="2960688" y="5407025"/>
          <p14:tracePt t="96998" x="2909888" y="5392738"/>
          <p14:tracePt t="97014" x="2859088" y="5370513"/>
          <p14:tracePt t="97031" x="2816225" y="5362575"/>
          <p14:tracePt t="97048" x="2771775" y="5356225"/>
          <p14:tracePt t="97064" x="2751138" y="5341938"/>
          <p14:tracePt t="97081" x="2728913" y="5334000"/>
          <p14:tracePt t="97091" x="2714625" y="5326063"/>
          <p14:tracePt t="97100" x="2706688" y="5319713"/>
          <p14:tracePt t="97114" x="2684463" y="5311775"/>
          <p14:tracePt t="97131" x="2663825" y="5297488"/>
          <p14:tracePt t="97147" x="2633663" y="5268913"/>
          <p14:tracePt t="97164" x="2605088" y="5246688"/>
          <p14:tracePt t="97181" x="2547938" y="5203825"/>
          <p14:tracePt t="97198" x="2525713" y="5167313"/>
          <p14:tracePt t="97215" x="2503488" y="5130800"/>
          <p14:tracePt t="97231" x="2481263" y="5102225"/>
          <p14:tracePt t="97247" x="2466975" y="5072063"/>
          <p14:tracePt t="97264" x="2452688" y="5037138"/>
          <p14:tracePt t="97281" x="2452688" y="4992688"/>
          <p14:tracePt t="97298" x="2452688" y="4949825"/>
          <p14:tracePt t="97314" x="2438400" y="4905375"/>
          <p14:tracePt t="97331" x="2438400" y="4854575"/>
          <p14:tracePt t="97347" x="2438400" y="4811713"/>
          <p14:tracePt t="97364" x="2438400" y="4775200"/>
          <p14:tracePt t="97381" x="2438400" y="4724400"/>
          <p14:tracePt t="97397" x="2438400" y="4687888"/>
          <p14:tracePt t="97415" x="2438400" y="4651375"/>
          <p14:tracePt t="97431" x="2438400" y="4614863"/>
          <p14:tracePt t="97448" x="2446338" y="4572000"/>
          <p14:tracePt t="97464" x="2452688" y="4529138"/>
          <p14:tracePt t="97480" x="2474913" y="4478338"/>
          <p14:tracePt t="97497" x="2481263" y="4441825"/>
          <p14:tracePt t="97514" x="2497138" y="4411663"/>
          <p14:tracePt t="97531" x="2517775" y="4376738"/>
          <p14:tracePt t="97547" x="2532063" y="4346575"/>
          <p14:tracePt t="97565" x="2554288" y="4325938"/>
          <p14:tracePt t="97581" x="2568575" y="4303713"/>
          <p14:tracePt t="97591" x="2598738" y="4275138"/>
          <p14:tracePt t="97597" x="2605088" y="4275138"/>
          <p14:tracePt t="97614" x="2627313" y="4259263"/>
          <p14:tracePt t="97631" x="2649538" y="4252913"/>
          <p14:tracePt t="97647" x="2670175" y="4238625"/>
          <p14:tracePt t="97664" x="2692400" y="4230688"/>
          <p14:tracePt t="97681" x="2706688" y="4216400"/>
          <p14:tracePt t="97698" x="2720975" y="4208463"/>
          <p14:tracePt t="97714" x="2735263" y="4202113"/>
          <p14:tracePt t="97731" x="2751138" y="4194175"/>
          <p14:tracePt t="97747" x="2757488" y="4194175"/>
          <p14:tracePt t="97781" x="2765425" y="4179888"/>
          <p14:tracePt t="97797" x="2771775" y="4179888"/>
          <p14:tracePt t="97935" x="2779713" y="4179888"/>
          <p14:tracePt t="97951" x="2786063" y="4173538"/>
          <p14:tracePt t="97975" x="2794000" y="4173538"/>
          <p14:tracePt t="97983" x="2801938" y="4173538"/>
          <p14:tracePt t="97999" x="2808288" y="4173538"/>
          <p14:tracePt t="98007" x="2816225" y="4173538"/>
          <p14:tracePt t="98015" x="2822575" y="4173538"/>
          <p14:tracePt t="98031" x="2830513" y="4165600"/>
          <p14:tracePt t="98047" x="2844800" y="4165600"/>
          <p14:tracePt t="98064" x="2873375" y="4165600"/>
          <p14:tracePt t="98081" x="2909888" y="4165600"/>
          <p14:tracePt t="98085" x="2932113" y="4165600"/>
          <p14:tracePt t="98097" x="2954338" y="4165600"/>
          <p14:tracePt t="98114" x="2982913" y="4165600"/>
          <p14:tracePt t="98131" x="3011488" y="4173538"/>
          <p14:tracePt t="98147" x="3040063" y="4187825"/>
          <p14:tracePt t="98164" x="3070225" y="4202113"/>
          <p14:tracePt t="98181" x="3121025" y="4238625"/>
          <p14:tracePt t="98197" x="3192463" y="4289425"/>
          <p14:tracePt t="98214" x="3243263" y="4325938"/>
          <p14:tracePt t="98231" x="3279775" y="4354513"/>
          <p14:tracePt t="98247" x="3294063" y="4376738"/>
          <p14:tracePt t="98264" x="3309938" y="4397375"/>
          <p14:tracePt t="98281" x="3324225" y="4427538"/>
          <p14:tracePt t="98297" x="3330575" y="4448175"/>
          <p14:tracePt t="98314" x="3344863" y="4478338"/>
          <p14:tracePt t="98331" x="3360738" y="4498975"/>
          <p14:tracePt t="98348" x="3375025" y="4535488"/>
          <p14:tracePt t="98364" x="3381375" y="4557713"/>
          <p14:tracePt t="98381" x="3381375" y="4594225"/>
          <p14:tracePt t="98397" x="3381375" y="4622800"/>
          <p14:tracePt t="98414" x="3389313" y="4645025"/>
          <p14:tracePt t="98431" x="3389313" y="4673600"/>
          <p14:tracePt t="98448" x="3389313" y="4702175"/>
          <p14:tracePt t="98464" x="3389313" y="4732338"/>
          <p14:tracePt t="98481" x="3389313" y="4752975"/>
          <p14:tracePt t="98498" x="3389313" y="4783138"/>
          <p14:tracePt t="98514" x="3389313" y="4803775"/>
          <p14:tracePt t="98532" x="3381375" y="4826000"/>
          <p14:tracePt t="98547" x="3375025" y="4840288"/>
          <p14:tracePt t="98564" x="3367088" y="4854575"/>
          <p14:tracePt t="98581" x="3344863" y="4899025"/>
          <p14:tracePt t="98597" x="3330575" y="4935538"/>
          <p14:tracePt t="98614" x="3324225" y="4949825"/>
          <p14:tracePt t="98631" x="3309938" y="4978400"/>
          <p14:tracePt t="98647" x="3294063" y="4992688"/>
          <p14:tracePt t="98664" x="3273425" y="5021263"/>
          <p14:tracePt t="98681" x="3259138" y="5043488"/>
          <p14:tracePt t="98697" x="3236913" y="5065713"/>
          <p14:tracePt t="98714" x="3228975" y="5072063"/>
          <p14:tracePt t="98731" x="3214688" y="5087938"/>
          <p14:tracePt t="98748" x="3192463" y="5102225"/>
          <p14:tracePt t="98764" x="3171825" y="5116513"/>
          <p14:tracePt t="98781" x="3127375" y="5138738"/>
          <p14:tracePt t="98797" x="3090863" y="5153025"/>
          <p14:tracePt t="98814" x="3055938" y="5159375"/>
          <p14:tracePt t="98831" x="3025775" y="5159375"/>
          <p14:tracePt t="98847" x="2989263" y="5167313"/>
          <p14:tracePt t="98864" x="2968625" y="5167313"/>
          <p14:tracePt t="98881" x="2938463" y="5167313"/>
          <p14:tracePt t="98898" x="2895600" y="5167313"/>
          <p14:tracePt t="98914" x="2867025" y="5167313"/>
          <p14:tracePt t="98931" x="2836863" y="5167313"/>
          <p14:tracePt t="98948" x="2816225" y="5167313"/>
          <p14:tracePt t="98965" x="2779713" y="5167313"/>
          <p14:tracePt t="98981" x="2757488" y="5181600"/>
          <p14:tracePt t="98998" x="2735263" y="5181600"/>
          <p14:tracePt t="99014" x="2700338" y="5181600"/>
          <p14:tracePt t="99031" x="2670175" y="5189538"/>
          <p14:tracePt t="99048" x="2649538" y="5189538"/>
          <p14:tracePt t="99064" x="2633663" y="5195888"/>
          <p14:tracePt t="99081" x="2613025" y="5195888"/>
          <p14:tracePt t="99098" x="2598738" y="5195888"/>
          <p14:tracePt t="99114" x="2590800" y="5195888"/>
          <p14:tracePt t="99131" x="2576513" y="5195888"/>
          <p14:tracePt t="99148" x="2568575" y="5195888"/>
          <p14:tracePt t="99164" x="2554288" y="5195888"/>
          <p14:tracePt t="99181" x="2547938" y="5195888"/>
        </p14:tracePtLst>
      </p14:laserTraceLst>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0" y="-232012"/>
            <a:ext cx="12192000" cy="6858000"/>
          </a:xfrm>
          <a:prstGeom prst="rect">
            <a:avLst/>
          </a:prstGeom>
          <a:solidFill>
            <a:srgbClr val="EFED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4184647" y="188640"/>
            <a:ext cx="3848100" cy="523220"/>
          </a:xfrm>
          <a:prstGeom prst="rect">
            <a:avLst/>
          </a:prstGeom>
          <a:noFill/>
        </p:spPr>
        <p:txBody>
          <a:bodyPr wrap="square" rtlCol="0">
            <a:spAutoFit/>
          </a:bodyPr>
          <a:lstStyle/>
          <a:p>
            <a:pPr algn="ctr"/>
            <a:r>
              <a:rPr lang="en-US" sz="2800" dirty="0" smtClean="0">
                <a:solidFill>
                  <a:schemeClr val="tx1">
                    <a:lumMod val="85000"/>
                    <a:lumOff val="15000"/>
                  </a:schemeClr>
                </a:solidFill>
                <a:latin typeface="Lato" panose="020F0502020204030203" pitchFamily="34" charset="0"/>
                <a:cs typeface="Lato" panose="020F0502020204030203" pitchFamily="34" charset="0"/>
              </a:rPr>
              <a:t>Data Science Flow</a:t>
            </a:r>
            <a:endParaRPr lang="en-US" sz="2800" dirty="0">
              <a:solidFill>
                <a:schemeClr val="tx1">
                  <a:lumMod val="85000"/>
                  <a:lumOff val="15000"/>
                </a:schemeClr>
              </a:solidFill>
              <a:latin typeface="Lato" panose="020F0502020204030203" pitchFamily="34" charset="0"/>
              <a:cs typeface="Lato" panose="020F0502020204030203" pitchFamily="34" charset="0"/>
            </a:endParaRPr>
          </a:p>
        </p:txBody>
      </p:sp>
      <p:sp>
        <p:nvSpPr>
          <p:cNvPr id="16" name="TextBox 15"/>
          <p:cNvSpPr txBox="1"/>
          <p:nvPr/>
        </p:nvSpPr>
        <p:spPr>
          <a:xfrm>
            <a:off x="4185323" y="715375"/>
            <a:ext cx="3848100" cy="338554"/>
          </a:xfrm>
          <a:prstGeom prst="rect">
            <a:avLst/>
          </a:prstGeom>
          <a:noFill/>
        </p:spPr>
        <p:txBody>
          <a:bodyPr wrap="square" rtlCol="0">
            <a:spAutoFit/>
          </a:bodyPr>
          <a:lstStyle/>
          <a:p>
            <a:pPr algn="ctr"/>
            <a:r>
              <a:rPr lang="en-US" sz="1600" dirty="0" smtClean="0">
                <a:solidFill>
                  <a:schemeClr val="tx1">
                    <a:lumMod val="85000"/>
                    <a:lumOff val="15000"/>
                  </a:schemeClr>
                </a:solidFill>
                <a:latin typeface="Lato Black" panose="020F0A02020204030203" pitchFamily="34" charset="0"/>
                <a:cs typeface="Lato Black" panose="020F0A02020204030203" pitchFamily="34" charset="0"/>
              </a:rPr>
              <a:t>Let`s start!</a:t>
            </a:r>
            <a:endParaRPr lang="en-US" sz="1600" dirty="0">
              <a:solidFill>
                <a:schemeClr val="tx1">
                  <a:lumMod val="85000"/>
                  <a:lumOff val="15000"/>
                </a:schemeClr>
              </a:solidFill>
              <a:latin typeface="Lato Black" panose="020F0A02020204030203" pitchFamily="34" charset="0"/>
              <a:cs typeface="Lato Black" panose="020F0A02020204030203" pitchFamily="34" charset="0"/>
            </a:endParaRPr>
          </a:p>
        </p:txBody>
      </p:sp>
      <p:sp>
        <p:nvSpPr>
          <p:cNvPr id="22" name="Rectangle 21"/>
          <p:cNvSpPr/>
          <p:nvPr/>
        </p:nvSpPr>
        <p:spPr>
          <a:xfrm>
            <a:off x="5765777" y="1053929"/>
            <a:ext cx="646331" cy="45719"/>
          </a:xfrm>
          <a:prstGeom prst="rect">
            <a:avLst/>
          </a:prstGeom>
          <a:solidFill>
            <a:srgbClr val="0087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p:cNvCxnSpPr>
            <a:stCxn id="22" idx="2"/>
            <a:endCxn id="58" idx="7"/>
          </p:cNvCxnSpPr>
          <p:nvPr/>
        </p:nvCxnSpPr>
        <p:spPr>
          <a:xfrm flipH="1">
            <a:off x="6086447" y="1099648"/>
            <a:ext cx="2496" cy="4021241"/>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5351030" y="1447462"/>
            <a:ext cx="658905"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9" name="Teardrop 8"/>
          <p:cNvSpPr/>
          <p:nvPr/>
        </p:nvSpPr>
        <p:spPr>
          <a:xfrm rot="2700000">
            <a:off x="4698167" y="1215103"/>
            <a:ext cx="457200" cy="457200"/>
          </a:xfrm>
          <a:prstGeom prst="teardrop">
            <a:avLst/>
          </a:prstGeom>
          <a:noFill/>
          <a:ln w="57150">
            <a:solidFill>
              <a:srgbClr val="0087B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6022558" y="1372084"/>
            <a:ext cx="150756" cy="150756"/>
          </a:xfrm>
          <a:prstGeom prst="ellipse">
            <a:avLst/>
          </a:prstGeom>
          <a:solidFill>
            <a:srgbClr val="0087B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6232553" y="2070426"/>
            <a:ext cx="658905"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3" name="Teardrop 12"/>
          <p:cNvSpPr/>
          <p:nvPr/>
        </p:nvSpPr>
        <p:spPr>
          <a:xfrm rot="13500000">
            <a:off x="7043144" y="1841826"/>
            <a:ext cx="457200" cy="457200"/>
          </a:xfrm>
          <a:prstGeom prst="teardrop">
            <a:avLst/>
          </a:prstGeom>
          <a:noFill/>
          <a:ln w="57150">
            <a:solidFill>
              <a:srgbClr val="FF86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6015274" y="1995048"/>
            <a:ext cx="150756" cy="150756"/>
          </a:xfrm>
          <a:prstGeom prst="ellipse">
            <a:avLst/>
          </a:prstGeom>
          <a:solidFill>
            <a:srgbClr val="FF860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p:nvPr/>
        </p:nvCxnSpPr>
        <p:spPr>
          <a:xfrm>
            <a:off x="5349066" y="2739542"/>
            <a:ext cx="658905"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8" name="Teardrop 17"/>
          <p:cNvSpPr/>
          <p:nvPr/>
        </p:nvSpPr>
        <p:spPr>
          <a:xfrm rot="2700000">
            <a:off x="4698166" y="2514658"/>
            <a:ext cx="457200" cy="457200"/>
          </a:xfrm>
          <a:prstGeom prst="teardrop">
            <a:avLst/>
          </a:prstGeom>
          <a:noFill/>
          <a:ln w="57150">
            <a:solidFill>
              <a:srgbClr val="A1BB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6020594" y="2664164"/>
            <a:ext cx="150756" cy="150756"/>
          </a:xfrm>
          <a:prstGeom prst="ellipse">
            <a:avLst/>
          </a:prstGeom>
          <a:solidFill>
            <a:srgbClr val="A1BB22"/>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p:cNvCxnSpPr/>
          <p:nvPr/>
        </p:nvCxnSpPr>
        <p:spPr>
          <a:xfrm>
            <a:off x="6232553" y="3382800"/>
            <a:ext cx="658905"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21" name="Teardrop 20"/>
          <p:cNvSpPr/>
          <p:nvPr/>
        </p:nvSpPr>
        <p:spPr>
          <a:xfrm rot="13500000">
            <a:off x="7043144" y="3149086"/>
            <a:ext cx="457200" cy="457200"/>
          </a:xfrm>
          <a:prstGeom prst="teardrop">
            <a:avLst/>
          </a:prstGeom>
          <a:noFill/>
          <a:ln w="57150">
            <a:solidFill>
              <a:srgbClr val="0126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6024799" y="3307422"/>
            <a:ext cx="150756" cy="150756"/>
          </a:xfrm>
          <a:prstGeom prst="ellipse">
            <a:avLst/>
          </a:prstGeom>
          <a:solidFill>
            <a:srgbClr val="01264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6211206" y="1053481"/>
            <a:ext cx="496115" cy="769441"/>
          </a:xfrm>
          <a:prstGeom prst="rect">
            <a:avLst/>
          </a:prstGeom>
          <a:noFill/>
        </p:spPr>
        <p:txBody>
          <a:bodyPr wrap="square" rtlCol="0">
            <a:spAutoFit/>
          </a:bodyPr>
          <a:lstStyle/>
          <a:p>
            <a:r>
              <a:rPr lang="en-US" sz="4400" dirty="0" smtClean="0">
                <a:solidFill>
                  <a:schemeClr val="bg1">
                    <a:lumMod val="85000"/>
                  </a:schemeClr>
                </a:solidFill>
                <a:latin typeface="Lato Light" panose="020F0402020204030203" pitchFamily="34" charset="0"/>
                <a:cs typeface="Lato Light" panose="020F0402020204030203" pitchFamily="34" charset="0"/>
              </a:rPr>
              <a:t>1</a:t>
            </a:r>
            <a:endParaRPr lang="en-US" sz="4400" dirty="0">
              <a:solidFill>
                <a:schemeClr val="bg1">
                  <a:lumMod val="85000"/>
                </a:schemeClr>
              </a:solidFill>
              <a:latin typeface="Lato Light" panose="020F0402020204030203" pitchFamily="34" charset="0"/>
              <a:cs typeface="Lato Light" panose="020F0402020204030203" pitchFamily="34" charset="0"/>
            </a:endParaRPr>
          </a:p>
        </p:txBody>
      </p:sp>
      <p:sp>
        <p:nvSpPr>
          <p:cNvPr id="26" name="TextBox 25"/>
          <p:cNvSpPr txBox="1"/>
          <p:nvPr/>
        </p:nvSpPr>
        <p:spPr>
          <a:xfrm>
            <a:off x="5524849" y="1642624"/>
            <a:ext cx="496115" cy="769441"/>
          </a:xfrm>
          <a:prstGeom prst="rect">
            <a:avLst/>
          </a:prstGeom>
          <a:noFill/>
        </p:spPr>
        <p:txBody>
          <a:bodyPr wrap="square" rtlCol="0">
            <a:spAutoFit/>
          </a:bodyPr>
          <a:lstStyle/>
          <a:p>
            <a:r>
              <a:rPr lang="en-US" sz="4400" dirty="0" smtClean="0">
                <a:solidFill>
                  <a:schemeClr val="bg1">
                    <a:lumMod val="85000"/>
                  </a:schemeClr>
                </a:solidFill>
                <a:latin typeface="Lato Light" panose="020F0402020204030203" pitchFamily="34" charset="0"/>
                <a:cs typeface="Lato Light" panose="020F0402020204030203" pitchFamily="34" charset="0"/>
              </a:rPr>
              <a:t>2</a:t>
            </a:r>
            <a:endParaRPr lang="en-US" sz="4400" dirty="0">
              <a:solidFill>
                <a:schemeClr val="bg1">
                  <a:lumMod val="85000"/>
                </a:schemeClr>
              </a:solidFill>
              <a:latin typeface="Lato Light" panose="020F0402020204030203" pitchFamily="34" charset="0"/>
              <a:cs typeface="Lato Light" panose="020F0402020204030203" pitchFamily="34" charset="0"/>
            </a:endParaRPr>
          </a:p>
        </p:txBody>
      </p:sp>
      <p:sp>
        <p:nvSpPr>
          <p:cNvPr id="27" name="TextBox 26"/>
          <p:cNvSpPr txBox="1"/>
          <p:nvPr/>
        </p:nvSpPr>
        <p:spPr>
          <a:xfrm>
            <a:off x="6211205" y="2358537"/>
            <a:ext cx="496115" cy="769441"/>
          </a:xfrm>
          <a:prstGeom prst="rect">
            <a:avLst/>
          </a:prstGeom>
          <a:noFill/>
        </p:spPr>
        <p:txBody>
          <a:bodyPr wrap="square" rtlCol="0">
            <a:spAutoFit/>
          </a:bodyPr>
          <a:lstStyle/>
          <a:p>
            <a:r>
              <a:rPr lang="en-US" sz="4400" dirty="0" smtClean="0">
                <a:solidFill>
                  <a:schemeClr val="bg1">
                    <a:lumMod val="85000"/>
                  </a:schemeClr>
                </a:solidFill>
                <a:latin typeface="Lato Light" panose="020F0402020204030203" pitchFamily="34" charset="0"/>
                <a:cs typeface="Lato Light" panose="020F0402020204030203" pitchFamily="34" charset="0"/>
              </a:rPr>
              <a:t>3</a:t>
            </a:r>
            <a:endParaRPr lang="en-US" sz="4400" dirty="0">
              <a:solidFill>
                <a:schemeClr val="bg1">
                  <a:lumMod val="85000"/>
                </a:schemeClr>
              </a:solidFill>
              <a:latin typeface="Lato Light" panose="020F0402020204030203" pitchFamily="34" charset="0"/>
              <a:cs typeface="Lato Light" panose="020F0402020204030203" pitchFamily="34" charset="0"/>
            </a:endParaRPr>
          </a:p>
        </p:txBody>
      </p:sp>
      <p:sp>
        <p:nvSpPr>
          <p:cNvPr id="28" name="TextBox 27"/>
          <p:cNvSpPr txBox="1"/>
          <p:nvPr/>
        </p:nvSpPr>
        <p:spPr>
          <a:xfrm>
            <a:off x="5528684" y="2992965"/>
            <a:ext cx="496115" cy="769441"/>
          </a:xfrm>
          <a:prstGeom prst="rect">
            <a:avLst/>
          </a:prstGeom>
          <a:noFill/>
        </p:spPr>
        <p:txBody>
          <a:bodyPr wrap="square" rtlCol="0">
            <a:spAutoFit/>
          </a:bodyPr>
          <a:lstStyle/>
          <a:p>
            <a:r>
              <a:rPr lang="en-US" sz="4400" dirty="0" smtClean="0">
                <a:solidFill>
                  <a:schemeClr val="bg1">
                    <a:lumMod val="85000"/>
                  </a:schemeClr>
                </a:solidFill>
                <a:latin typeface="Lato Light" panose="020F0402020204030203" pitchFamily="34" charset="0"/>
                <a:cs typeface="Lato Light" panose="020F0402020204030203" pitchFamily="34" charset="0"/>
              </a:rPr>
              <a:t>4</a:t>
            </a:r>
            <a:endParaRPr lang="en-US" sz="4400" dirty="0">
              <a:solidFill>
                <a:schemeClr val="bg1">
                  <a:lumMod val="85000"/>
                </a:schemeClr>
              </a:solidFill>
              <a:latin typeface="Lato Light" panose="020F0402020204030203" pitchFamily="34" charset="0"/>
              <a:cs typeface="Lato Light" panose="020F0402020204030203" pitchFamily="34" charset="0"/>
            </a:endParaRPr>
          </a:p>
        </p:txBody>
      </p:sp>
      <p:sp>
        <p:nvSpPr>
          <p:cNvPr id="29" name="TextBox 28"/>
          <p:cNvSpPr txBox="1"/>
          <p:nvPr/>
        </p:nvSpPr>
        <p:spPr>
          <a:xfrm>
            <a:off x="6575980" y="1268393"/>
            <a:ext cx="3848100" cy="369332"/>
          </a:xfrm>
          <a:prstGeom prst="rect">
            <a:avLst/>
          </a:prstGeom>
          <a:noFill/>
        </p:spPr>
        <p:txBody>
          <a:bodyPr wrap="square" rtlCol="0">
            <a:spAutoFit/>
          </a:bodyPr>
          <a:lstStyle/>
          <a:p>
            <a:r>
              <a:rPr lang="en-US" dirty="0" smtClean="0">
                <a:solidFill>
                  <a:schemeClr val="tx1">
                    <a:lumMod val="85000"/>
                    <a:lumOff val="15000"/>
                  </a:schemeClr>
                </a:solidFill>
                <a:latin typeface="Lato" panose="020F0502020204030203" pitchFamily="34" charset="0"/>
                <a:cs typeface="Lato" panose="020F0502020204030203" pitchFamily="34" charset="0"/>
              </a:rPr>
              <a:t>Data Collection</a:t>
            </a:r>
            <a:endParaRPr lang="en-US" dirty="0">
              <a:solidFill>
                <a:schemeClr val="tx1">
                  <a:lumMod val="85000"/>
                  <a:lumOff val="15000"/>
                </a:schemeClr>
              </a:solidFill>
              <a:latin typeface="Lato" panose="020F0502020204030203" pitchFamily="34" charset="0"/>
              <a:cs typeface="Lato" panose="020F0502020204030203" pitchFamily="34" charset="0"/>
            </a:endParaRPr>
          </a:p>
        </p:txBody>
      </p:sp>
      <p:sp>
        <p:nvSpPr>
          <p:cNvPr id="31" name="TextBox 30"/>
          <p:cNvSpPr txBox="1"/>
          <p:nvPr/>
        </p:nvSpPr>
        <p:spPr>
          <a:xfrm>
            <a:off x="1753620" y="1790762"/>
            <a:ext cx="3848100" cy="369332"/>
          </a:xfrm>
          <a:prstGeom prst="rect">
            <a:avLst/>
          </a:prstGeom>
          <a:noFill/>
        </p:spPr>
        <p:txBody>
          <a:bodyPr wrap="square" rtlCol="0">
            <a:spAutoFit/>
          </a:bodyPr>
          <a:lstStyle/>
          <a:p>
            <a:pPr algn="r"/>
            <a:r>
              <a:rPr lang="en-US" dirty="0" smtClean="0">
                <a:solidFill>
                  <a:schemeClr val="tx1">
                    <a:lumMod val="85000"/>
                    <a:lumOff val="15000"/>
                  </a:schemeClr>
                </a:solidFill>
                <a:latin typeface="Lato" panose="020F0502020204030203" pitchFamily="34" charset="0"/>
                <a:cs typeface="Lato" panose="020F0502020204030203" pitchFamily="34" charset="0"/>
              </a:rPr>
              <a:t>Data Preprocessing</a:t>
            </a:r>
            <a:endParaRPr lang="en-US" dirty="0">
              <a:solidFill>
                <a:schemeClr val="tx1">
                  <a:lumMod val="85000"/>
                  <a:lumOff val="15000"/>
                </a:schemeClr>
              </a:solidFill>
              <a:latin typeface="Lato" panose="020F0502020204030203" pitchFamily="34" charset="0"/>
              <a:cs typeface="Lato" panose="020F0502020204030203" pitchFamily="34" charset="0"/>
            </a:endParaRPr>
          </a:p>
        </p:txBody>
      </p:sp>
      <p:sp>
        <p:nvSpPr>
          <p:cNvPr id="33" name="TextBox 32"/>
          <p:cNvSpPr txBox="1"/>
          <p:nvPr/>
        </p:nvSpPr>
        <p:spPr>
          <a:xfrm>
            <a:off x="6569703" y="2546283"/>
            <a:ext cx="3848100" cy="369332"/>
          </a:xfrm>
          <a:prstGeom prst="rect">
            <a:avLst/>
          </a:prstGeom>
          <a:noFill/>
        </p:spPr>
        <p:txBody>
          <a:bodyPr wrap="square" rtlCol="0">
            <a:spAutoFit/>
          </a:bodyPr>
          <a:lstStyle/>
          <a:p>
            <a:r>
              <a:rPr lang="en-US" dirty="0" smtClean="0">
                <a:solidFill>
                  <a:schemeClr val="tx1">
                    <a:lumMod val="85000"/>
                    <a:lumOff val="15000"/>
                  </a:schemeClr>
                </a:solidFill>
                <a:latin typeface="Lato" panose="020F0502020204030203" pitchFamily="34" charset="0"/>
                <a:cs typeface="Lato" panose="020F0502020204030203" pitchFamily="34" charset="0"/>
              </a:rPr>
              <a:t>Feature Selection</a:t>
            </a:r>
            <a:endParaRPr lang="en-US" dirty="0">
              <a:solidFill>
                <a:schemeClr val="tx1">
                  <a:lumMod val="85000"/>
                  <a:lumOff val="15000"/>
                </a:schemeClr>
              </a:solidFill>
              <a:latin typeface="Lato" panose="020F0502020204030203" pitchFamily="34" charset="0"/>
              <a:cs typeface="Lato" panose="020F0502020204030203" pitchFamily="34" charset="0"/>
            </a:endParaRPr>
          </a:p>
        </p:txBody>
      </p:sp>
      <p:sp>
        <p:nvSpPr>
          <p:cNvPr id="35" name="TextBox 34"/>
          <p:cNvSpPr txBox="1"/>
          <p:nvPr/>
        </p:nvSpPr>
        <p:spPr>
          <a:xfrm>
            <a:off x="1749785" y="3143438"/>
            <a:ext cx="3848100" cy="369332"/>
          </a:xfrm>
          <a:prstGeom prst="rect">
            <a:avLst/>
          </a:prstGeom>
          <a:noFill/>
        </p:spPr>
        <p:txBody>
          <a:bodyPr wrap="square" rtlCol="0">
            <a:spAutoFit/>
          </a:bodyPr>
          <a:lstStyle/>
          <a:p>
            <a:pPr algn="r"/>
            <a:r>
              <a:rPr lang="en-US" dirty="0" smtClean="0">
                <a:solidFill>
                  <a:schemeClr val="tx1">
                    <a:lumMod val="85000"/>
                    <a:lumOff val="15000"/>
                  </a:schemeClr>
                </a:solidFill>
                <a:latin typeface="Lato" panose="020F0502020204030203" pitchFamily="34" charset="0"/>
                <a:cs typeface="Lato" panose="020F0502020204030203" pitchFamily="34" charset="0"/>
              </a:rPr>
              <a:t>Experiment Design</a:t>
            </a:r>
            <a:endParaRPr lang="en-US" dirty="0">
              <a:solidFill>
                <a:schemeClr val="tx1">
                  <a:lumMod val="85000"/>
                  <a:lumOff val="15000"/>
                </a:schemeClr>
              </a:solidFill>
              <a:latin typeface="Lato" panose="020F0502020204030203" pitchFamily="34" charset="0"/>
              <a:cs typeface="Lato" panose="020F0502020204030203" pitchFamily="34" charset="0"/>
            </a:endParaRPr>
          </a:p>
        </p:txBody>
      </p:sp>
      <p:cxnSp>
        <p:nvCxnSpPr>
          <p:cNvPr id="52" name="Straight Connector 51"/>
          <p:cNvCxnSpPr/>
          <p:nvPr/>
        </p:nvCxnSpPr>
        <p:spPr>
          <a:xfrm>
            <a:off x="5342035" y="4021992"/>
            <a:ext cx="658905"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53" name="Teardrop 52"/>
          <p:cNvSpPr/>
          <p:nvPr/>
        </p:nvSpPr>
        <p:spPr>
          <a:xfrm rot="2700000">
            <a:off x="4694891" y="3793391"/>
            <a:ext cx="457200" cy="457200"/>
          </a:xfrm>
          <a:prstGeom prst="teardrop">
            <a:avLst/>
          </a:prstGeom>
          <a:noFill/>
          <a:ln w="57150">
            <a:solidFill>
              <a:srgbClr val="3DBF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Oval 53"/>
          <p:cNvSpPr/>
          <p:nvPr/>
        </p:nvSpPr>
        <p:spPr>
          <a:xfrm>
            <a:off x="6023502" y="3946614"/>
            <a:ext cx="150756" cy="150756"/>
          </a:xfrm>
          <a:prstGeom prst="ellipse">
            <a:avLst/>
          </a:prstGeom>
          <a:solidFill>
            <a:srgbClr val="3DBF9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5" name="Straight Connector 54"/>
          <p:cNvCxnSpPr/>
          <p:nvPr/>
        </p:nvCxnSpPr>
        <p:spPr>
          <a:xfrm>
            <a:off x="6228348" y="4682441"/>
            <a:ext cx="658905"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56" name="Teardrop 55"/>
          <p:cNvSpPr/>
          <p:nvPr/>
        </p:nvSpPr>
        <p:spPr>
          <a:xfrm rot="13500000">
            <a:off x="7038940" y="4461023"/>
            <a:ext cx="457200" cy="457200"/>
          </a:xfrm>
          <a:prstGeom prst="teardrop">
            <a:avLst/>
          </a:prstGeom>
          <a:noFill/>
          <a:ln w="57150">
            <a:solidFill>
              <a:srgbClr val="D43E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Oval 56"/>
          <p:cNvSpPr/>
          <p:nvPr/>
        </p:nvSpPr>
        <p:spPr>
          <a:xfrm>
            <a:off x="6020594" y="4607063"/>
            <a:ext cx="150756" cy="150756"/>
          </a:xfrm>
          <a:prstGeom prst="ellipse">
            <a:avLst/>
          </a:prstGeom>
          <a:solidFill>
            <a:srgbClr val="D43E0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ardrop 57"/>
          <p:cNvSpPr/>
          <p:nvPr/>
        </p:nvSpPr>
        <p:spPr>
          <a:xfrm rot="18900000">
            <a:off x="5857847" y="5215578"/>
            <a:ext cx="457200" cy="457200"/>
          </a:xfrm>
          <a:prstGeom prst="teardrop">
            <a:avLst/>
          </a:prstGeom>
          <a:noFill/>
          <a:ln w="57150">
            <a:solidFill>
              <a:srgbClr val="0087B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TextBox 58"/>
          <p:cNvSpPr txBox="1"/>
          <p:nvPr/>
        </p:nvSpPr>
        <p:spPr>
          <a:xfrm>
            <a:off x="6206387" y="3645024"/>
            <a:ext cx="496115" cy="769441"/>
          </a:xfrm>
          <a:prstGeom prst="rect">
            <a:avLst/>
          </a:prstGeom>
          <a:noFill/>
        </p:spPr>
        <p:txBody>
          <a:bodyPr wrap="square" rtlCol="0">
            <a:spAutoFit/>
          </a:bodyPr>
          <a:lstStyle/>
          <a:p>
            <a:r>
              <a:rPr lang="en-US" sz="4400" dirty="0" smtClean="0">
                <a:solidFill>
                  <a:schemeClr val="bg1">
                    <a:lumMod val="85000"/>
                  </a:schemeClr>
                </a:solidFill>
                <a:latin typeface="Lato Light" panose="020F0402020204030203" pitchFamily="34" charset="0"/>
                <a:cs typeface="Lato Light" panose="020F0402020204030203" pitchFamily="34" charset="0"/>
              </a:rPr>
              <a:t>5</a:t>
            </a:r>
            <a:endParaRPr lang="en-US" sz="4400" dirty="0">
              <a:solidFill>
                <a:schemeClr val="bg1">
                  <a:lumMod val="85000"/>
                </a:schemeClr>
              </a:solidFill>
              <a:latin typeface="Lato Light" panose="020F0402020204030203" pitchFamily="34" charset="0"/>
              <a:cs typeface="Lato Light" panose="020F0402020204030203" pitchFamily="34" charset="0"/>
            </a:endParaRPr>
          </a:p>
        </p:txBody>
      </p:sp>
      <p:sp>
        <p:nvSpPr>
          <p:cNvPr id="60" name="TextBox 59"/>
          <p:cNvSpPr txBox="1"/>
          <p:nvPr/>
        </p:nvSpPr>
        <p:spPr>
          <a:xfrm>
            <a:off x="5528296" y="4285283"/>
            <a:ext cx="496115" cy="769441"/>
          </a:xfrm>
          <a:prstGeom prst="rect">
            <a:avLst/>
          </a:prstGeom>
          <a:noFill/>
        </p:spPr>
        <p:txBody>
          <a:bodyPr wrap="square" rtlCol="0">
            <a:spAutoFit/>
          </a:bodyPr>
          <a:lstStyle/>
          <a:p>
            <a:r>
              <a:rPr lang="en-US" sz="4400" dirty="0" smtClean="0">
                <a:solidFill>
                  <a:schemeClr val="bg1">
                    <a:lumMod val="85000"/>
                  </a:schemeClr>
                </a:solidFill>
                <a:latin typeface="Lato Light" panose="020F0402020204030203" pitchFamily="34" charset="0"/>
                <a:cs typeface="Lato Light" panose="020F0402020204030203" pitchFamily="34" charset="0"/>
              </a:rPr>
              <a:t>6</a:t>
            </a:r>
            <a:endParaRPr lang="en-US" sz="4400" dirty="0">
              <a:solidFill>
                <a:schemeClr val="bg1">
                  <a:lumMod val="85000"/>
                </a:schemeClr>
              </a:solidFill>
              <a:latin typeface="Lato Light" panose="020F0402020204030203" pitchFamily="34" charset="0"/>
              <a:cs typeface="Lato Light" panose="020F0402020204030203" pitchFamily="34" charset="0"/>
            </a:endParaRPr>
          </a:p>
        </p:txBody>
      </p:sp>
      <p:sp>
        <p:nvSpPr>
          <p:cNvPr id="62" name="TextBox 61"/>
          <p:cNvSpPr txBox="1"/>
          <p:nvPr/>
        </p:nvSpPr>
        <p:spPr>
          <a:xfrm>
            <a:off x="1680196" y="4455122"/>
            <a:ext cx="3848100" cy="369332"/>
          </a:xfrm>
          <a:prstGeom prst="rect">
            <a:avLst/>
          </a:prstGeom>
          <a:noFill/>
        </p:spPr>
        <p:txBody>
          <a:bodyPr wrap="square" rtlCol="0">
            <a:spAutoFit/>
          </a:bodyPr>
          <a:lstStyle/>
          <a:p>
            <a:pPr algn="r"/>
            <a:r>
              <a:rPr lang="en-US" dirty="0" smtClean="0">
                <a:solidFill>
                  <a:schemeClr val="tx1">
                    <a:lumMod val="85000"/>
                    <a:lumOff val="15000"/>
                  </a:schemeClr>
                </a:solidFill>
                <a:latin typeface="Lato" panose="020F0502020204030203" pitchFamily="34" charset="0"/>
                <a:cs typeface="Lato" panose="020F0502020204030203" pitchFamily="34" charset="0"/>
              </a:rPr>
              <a:t>Result Analysis</a:t>
            </a:r>
            <a:endParaRPr lang="en-US" dirty="0">
              <a:solidFill>
                <a:schemeClr val="tx1">
                  <a:lumMod val="85000"/>
                  <a:lumOff val="15000"/>
                </a:schemeClr>
              </a:solidFill>
              <a:latin typeface="Lato" panose="020F0502020204030203" pitchFamily="34" charset="0"/>
              <a:cs typeface="Lato" panose="020F0502020204030203" pitchFamily="34" charset="0"/>
            </a:endParaRPr>
          </a:p>
        </p:txBody>
      </p:sp>
      <p:sp>
        <p:nvSpPr>
          <p:cNvPr id="64" name="TextBox 63"/>
          <p:cNvSpPr txBox="1"/>
          <p:nvPr/>
        </p:nvSpPr>
        <p:spPr>
          <a:xfrm>
            <a:off x="4162397" y="5725910"/>
            <a:ext cx="3848100" cy="369332"/>
          </a:xfrm>
          <a:prstGeom prst="rect">
            <a:avLst/>
          </a:prstGeom>
          <a:noFill/>
        </p:spPr>
        <p:txBody>
          <a:bodyPr wrap="square" rtlCol="0">
            <a:spAutoFit/>
          </a:bodyPr>
          <a:lstStyle/>
          <a:p>
            <a:pPr algn="ctr"/>
            <a:r>
              <a:rPr lang="en-US" dirty="0" smtClean="0">
                <a:solidFill>
                  <a:schemeClr val="tx1">
                    <a:lumMod val="85000"/>
                    <a:lumOff val="15000"/>
                  </a:schemeClr>
                </a:solidFill>
                <a:latin typeface="Lato" panose="020F0502020204030203" pitchFamily="34" charset="0"/>
                <a:cs typeface="Lato" panose="020F0502020204030203" pitchFamily="34" charset="0"/>
              </a:rPr>
              <a:t>Feature Analysis</a:t>
            </a:r>
            <a:endParaRPr lang="en-US" dirty="0">
              <a:solidFill>
                <a:schemeClr val="tx1">
                  <a:lumMod val="85000"/>
                  <a:lumOff val="15000"/>
                </a:schemeClr>
              </a:solidFill>
              <a:latin typeface="Lato" panose="020F0502020204030203" pitchFamily="34" charset="0"/>
              <a:cs typeface="Lato" panose="020F0502020204030203" pitchFamily="34" charset="0"/>
            </a:endParaRPr>
          </a:p>
        </p:txBody>
      </p:sp>
      <p:sp>
        <p:nvSpPr>
          <p:cNvPr id="66" name="TextBox 65"/>
          <p:cNvSpPr txBox="1"/>
          <p:nvPr/>
        </p:nvSpPr>
        <p:spPr>
          <a:xfrm>
            <a:off x="6569703" y="3840168"/>
            <a:ext cx="4598351" cy="369332"/>
          </a:xfrm>
          <a:prstGeom prst="rect">
            <a:avLst/>
          </a:prstGeom>
          <a:noFill/>
        </p:spPr>
        <p:txBody>
          <a:bodyPr wrap="square" rtlCol="0">
            <a:spAutoFit/>
          </a:bodyPr>
          <a:lstStyle/>
          <a:p>
            <a:r>
              <a:rPr lang="en-US" dirty="0" smtClean="0">
                <a:solidFill>
                  <a:schemeClr val="tx1">
                    <a:lumMod val="85000"/>
                    <a:lumOff val="15000"/>
                  </a:schemeClr>
                </a:solidFill>
                <a:latin typeface="Lato" panose="020F0502020204030203" pitchFamily="34" charset="0"/>
                <a:cs typeface="Lato" panose="020F0502020204030203" pitchFamily="34" charset="0"/>
              </a:rPr>
              <a:t>Modelling</a:t>
            </a:r>
            <a:endParaRPr lang="en-US" dirty="0">
              <a:solidFill>
                <a:schemeClr val="tx1">
                  <a:lumMod val="85000"/>
                  <a:lumOff val="15000"/>
                </a:schemeClr>
              </a:solidFill>
              <a:latin typeface="Lato" panose="020F0502020204030203" pitchFamily="34" charset="0"/>
              <a:cs typeface="Lato" panose="020F0502020204030203" pitchFamily="34" charset="0"/>
            </a:endParaRPr>
          </a:p>
        </p:txBody>
      </p:sp>
      <p:sp>
        <p:nvSpPr>
          <p:cNvPr id="48" name="Oval 47"/>
          <p:cNvSpPr/>
          <p:nvPr/>
        </p:nvSpPr>
        <p:spPr>
          <a:xfrm>
            <a:off x="5949287" y="5305509"/>
            <a:ext cx="274320" cy="274320"/>
          </a:xfrm>
          <a:prstGeom prst="ellipse">
            <a:avLst/>
          </a:prstGeom>
          <a:solidFill>
            <a:srgbClr val="0087B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 name="Straight Connector 46"/>
          <p:cNvCxnSpPr/>
          <p:nvPr/>
        </p:nvCxnSpPr>
        <p:spPr>
          <a:xfrm>
            <a:off x="5342035" y="5232597"/>
            <a:ext cx="658905" cy="0"/>
          </a:xfrm>
          <a:prstGeom prst="line">
            <a:avLst/>
          </a:prstGeom>
          <a:ln w="38100" cap="rnd">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6220402" y="4973908"/>
            <a:ext cx="496115" cy="769441"/>
          </a:xfrm>
          <a:prstGeom prst="rect">
            <a:avLst/>
          </a:prstGeom>
          <a:noFill/>
        </p:spPr>
        <p:txBody>
          <a:bodyPr wrap="square" rtlCol="0">
            <a:spAutoFit/>
          </a:bodyPr>
          <a:lstStyle/>
          <a:p>
            <a:r>
              <a:rPr lang="en-US" sz="4400" dirty="0" smtClean="0">
                <a:solidFill>
                  <a:schemeClr val="bg1">
                    <a:lumMod val="85000"/>
                  </a:schemeClr>
                </a:solidFill>
                <a:latin typeface="Lato Light" panose="020F0402020204030203" pitchFamily="34" charset="0"/>
                <a:cs typeface="Lato Light" panose="020F0402020204030203" pitchFamily="34" charset="0"/>
              </a:rPr>
              <a:t>7</a:t>
            </a:r>
            <a:endParaRPr lang="en-US" sz="4400" dirty="0">
              <a:solidFill>
                <a:schemeClr val="bg1">
                  <a:lumMod val="85000"/>
                </a:schemeClr>
              </a:solidFill>
              <a:latin typeface="Lato Light" panose="020F0402020204030203" pitchFamily="34" charset="0"/>
              <a:cs typeface="Lato Light" panose="020F0402020204030203" pitchFamily="34" charset="0"/>
            </a:endParaRPr>
          </a:p>
        </p:txBody>
      </p:sp>
    </p:spTree>
    <p:custDataLst>
      <p:tags r:id="rId1"/>
    </p:custDataLst>
    <p:extLst>
      <p:ext uri="{BB962C8B-B14F-4D97-AF65-F5344CB8AC3E}">
        <p14:creationId xmlns:p14="http://schemas.microsoft.com/office/powerpoint/2010/main" val="3461074834"/>
      </p:ext>
    </p:extLst>
  </p:cSld>
  <p:clrMapOvr>
    <a:masterClrMapping/>
  </p:clrMapOvr>
  <mc:AlternateContent xmlns:mc="http://schemas.openxmlformats.org/markup-compatibility/2006" xmlns:p14="http://schemas.microsoft.com/office/powerpoint/2010/main">
    <mc:Choice Requires="p14">
      <p:transition spd="slow" p14:dur="2000" advTm="15246">
        <p:cut/>
      </p:transition>
    </mc:Choice>
    <mc:Fallback xmlns="">
      <p:transition spd="slow" advTm="15246">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53" presetClass="entr" presetSubtype="16" fill="hold" grpId="0" nodeType="withEffect">
                                  <p:stCondLst>
                                    <p:cond delay="250"/>
                                  </p:stCondLst>
                                  <p:childTnLst>
                                    <p:set>
                                      <p:cBhvr>
                                        <p:cTn id="9" dur="1" fill="hold">
                                          <p:stCondLst>
                                            <p:cond delay="0"/>
                                          </p:stCondLst>
                                        </p:cTn>
                                        <p:tgtEl>
                                          <p:spTgt spid="16"/>
                                        </p:tgtEl>
                                        <p:attrNameLst>
                                          <p:attrName>style.visibility</p:attrName>
                                        </p:attrNameLst>
                                      </p:cBhvr>
                                      <p:to>
                                        <p:strVal val="visible"/>
                                      </p:to>
                                    </p:set>
                                    <p:anim calcmode="lin" valueType="num">
                                      <p:cBhvr>
                                        <p:cTn id="10" dur="500" fill="hold"/>
                                        <p:tgtEl>
                                          <p:spTgt spid="16"/>
                                        </p:tgtEl>
                                        <p:attrNameLst>
                                          <p:attrName>ppt_w</p:attrName>
                                        </p:attrNameLst>
                                      </p:cBhvr>
                                      <p:tavLst>
                                        <p:tav tm="0">
                                          <p:val>
                                            <p:fltVal val="0"/>
                                          </p:val>
                                        </p:tav>
                                        <p:tav tm="100000">
                                          <p:val>
                                            <p:strVal val="#ppt_w"/>
                                          </p:val>
                                        </p:tav>
                                      </p:tavLst>
                                    </p:anim>
                                    <p:anim calcmode="lin" valueType="num">
                                      <p:cBhvr>
                                        <p:cTn id="11" dur="500" fill="hold"/>
                                        <p:tgtEl>
                                          <p:spTgt spid="16"/>
                                        </p:tgtEl>
                                        <p:attrNameLst>
                                          <p:attrName>ppt_h</p:attrName>
                                        </p:attrNameLst>
                                      </p:cBhvr>
                                      <p:tavLst>
                                        <p:tav tm="0">
                                          <p:val>
                                            <p:fltVal val="0"/>
                                          </p:val>
                                        </p:tav>
                                        <p:tav tm="100000">
                                          <p:val>
                                            <p:strVal val="#ppt_h"/>
                                          </p:val>
                                        </p:tav>
                                      </p:tavLst>
                                    </p:anim>
                                    <p:animEffect transition="in" filter="fade">
                                      <p:cBhvr>
                                        <p:cTn id="12" dur="500"/>
                                        <p:tgtEl>
                                          <p:spTgt spid="16"/>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00"/>
                                        <p:tgtEl>
                                          <p:spTgt spid="22"/>
                                        </p:tgtEl>
                                      </p:cBhvr>
                                    </p:animEffect>
                                  </p:childTnLst>
                                </p:cTn>
                              </p:par>
                            </p:childTnLst>
                          </p:cTn>
                        </p:par>
                        <p:par>
                          <p:cTn id="16" fill="hold">
                            <p:stCondLst>
                              <p:cond delay="750"/>
                            </p:stCondLst>
                            <p:childTnLst>
                              <p:par>
                                <p:cTn id="17" presetID="22" presetClass="entr" presetSubtype="1" fill="hold" nodeType="afterEffect">
                                  <p:stCondLst>
                                    <p:cond delay="50"/>
                                  </p:stCondLst>
                                  <p:childTnLst>
                                    <p:set>
                                      <p:cBhvr>
                                        <p:cTn id="18" dur="1" fill="hold">
                                          <p:stCondLst>
                                            <p:cond delay="0"/>
                                          </p:stCondLst>
                                        </p:cTn>
                                        <p:tgtEl>
                                          <p:spTgt spid="24"/>
                                        </p:tgtEl>
                                        <p:attrNameLst>
                                          <p:attrName>style.visibility</p:attrName>
                                        </p:attrNameLst>
                                      </p:cBhvr>
                                      <p:to>
                                        <p:strVal val="visible"/>
                                      </p:to>
                                    </p:set>
                                    <p:animEffect transition="in" filter="wipe(up)">
                                      <p:cBhvr>
                                        <p:cTn id="19" dur="4500"/>
                                        <p:tgtEl>
                                          <p:spTgt spid="24"/>
                                        </p:tgtEl>
                                      </p:cBhvr>
                                    </p:animEffect>
                                  </p:childTnLst>
                                </p:cTn>
                              </p:par>
                              <p:par>
                                <p:cTn id="20" presetID="53" presetClass="entr" presetSubtype="16" fill="hold" grpId="0" nodeType="withEffect">
                                  <p:stCondLst>
                                    <p:cond delay="250"/>
                                  </p:st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par>
                                <p:cTn id="25" presetID="22" presetClass="entr" presetSubtype="2" fill="hold" nodeType="withEffect">
                                  <p:stCondLst>
                                    <p:cond delay="500"/>
                                  </p:stCondLst>
                                  <p:childTnLst>
                                    <p:set>
                                      <p:cBhvr>
                                        <p:cTn id="26" dur="1" fill="hold">
                                          <p:stCondLst>
                                            <p:cond delay="0"/>
                                          </p:stCondLst>
                                        </p:cTn>
                                        <p:tgtEl>
                                          <p:spTgt spid="8"/>
                                        </p:tgtEl>
                                        <p:attrNameLst>
                                          <p:attrName>style.visibility</p:attrName>
                                        </p:attrNameLst>
                                      </p:cBhvr>
                                      <p:to>
                                        <p:strVal val="visible"/>
                                      </p:to>
                                    </p:set>
                                    <p:animEffect transition="in" filter="wipe(right)">
                                      <p:cBhvr>
                                        <p:cTn id="27" dur="500"/>
                                        <p:tgtEl>
                                          <p:spTgt spid="8"/>
                                        </p:tgtEl>
                                      </p:cBhvr>
                                    </p:animEffect>
                                  </p:childTnLst>
                                </p:cTn>
                              </p:par>
                              <p:par>
                                <p:cTn id="28" presetID="53" presetClass="entr" presetSubtype="16" fill="hold" grpId="0" nodeType="withEffect">
                                  <p:stCondLst>
                                    <p:cond delay="500"/>
                                  </p:stCondLst>
                                  <p:childTnLst>
                                    <p:set>
                                      <p:cBhvr>
                                        <p:cTn id="29" dur="1" fill="hold">
                                          <p:stCondLst>
                                            <p:cond delay="0"/>
                                          </p:stCondLst>
                                        </p:cTn>
                                        <p:tgtEl>
                                          <p:spTgt spid="9"/>
                                        </p:tgtEl>
                                        <p:attrNameLst>
                                          <p:attrName>style.visibility</p:attrName>
                                        </p:attrNameLst>
                                      </p:cBhvr>
                                      <p:to>
                                        <p:strVal val="visible"/>
                                      </p:to>
                                    </p:set>
                                    <p:anim calcmode="lin" valueType="num">
                                      <p:cBhvr>
                                        <p:cTn id="30" dur="500" fill="hold"/>
                                        <p:tgtEl>
                                          <p:spTgt spid="9"/>
                                        </p:tgtEl>
                                        <p:attrNameLst>
                                          <p:attrName>ppt_w</p:attrName>
                                        </p:attrNameLst>
                                      </p:cBhvr>
                                      <p:tavLst>
                                        <p:tav tm="0">
                                          <p:val>
                                            <p:fltVal val="0"/>
                                          </p:val>
                                        </p:tav>
                                        <p:tav tm="100000">
                                          <p:val>
                                            <p:strVal val="#ppt_w"/>
                                          </p:val>
                                        </p:tav>
                                      </p:tavLst>
                                    </p:anim>
                                    <p:anim calcmode="lin" valueType="num">
                                      <p:cBhvr>
                                        <p:cTn id="31" dur="500" fill="hold"/>
                                        <p:tgtEl>
                                          <p:spTgt spid="9"/>
                                        </p:tgtEl>
                                        <p:attrNameLst>
                                          <p:attrName>ppt_h</p:attrName>
                                        </p:attrNameLst>
                                      </p:cBhvr>
                                      <p:tavLst>
                                        <p:tav tm="0">
                                          <p:val>
                                            <p:fltVal val="0"/>
                                          </p:val>
                                        </p:tav>
                                        <p:tav tm="100000">
                                          <p:val>
                                            <p:strVal val="#ppt_h"/>
                                          </p:val>
                                        </p:tav>
                                      </p:tavLst>
                                    </p:anim>
                                    <p:animEffect transition="in" filter="fade">
                                      <p:cBhvr>
                                        <p:cTn id="32" dur="500"/>
                                        <p:tgtEl>
                                          <p:spTgt spid="9"/>
                                        </p:tgtEl>
                                      </p:cBhvr>
                                    </p:animEffect>
                                  </p:childTnLst>
                                </p:cTn>
                              </p:par>
                              <p:par>
                                <p:cTn id="33" presetID="10" presetClass="entr" presetSubtype="0" fill="hold" grpId="0" nodeType="withEffect">
                                  <p:stCondLst>
                                    <p:cond delay="50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00"/>
                                        <p:tgtEl>
                                          <p:spTgt spid="25"/>
                                        </p:tgtEl>
                                      </p:cBhvr>
                                    </p:animEffect>
                                  </p:childTnLst>
                                </p:cTn>
                              </p:par>
                              <p:par>
                                <p:cTn id="36" presetID="10" presetClass="entr" presetSubtype="0" fill="hold" grpId="0" nodeType="withEffect">
                                  <p:stCondLst>
                                    <p:cond delay="50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500"/>
                                        <p:tgtEl>
                                          <p:spTgt spid="29"/>
                                        </p:tgtEl>
                                      </p:cBhvr>
                                    </p:animEffect>
                                  </p:childTnLst>
                                </p:cTn>
                              </p:par>
                              <p:par>
                                <p:cTn id="39" presetID="53" presetClass="entr" presetSubtype="16" fill="hold" grpId="0" nodeType="withEffect">
                                  <p:stCondLst>
                                    <p:cond delay="750"/>
                                  </p:stCondLst>
                                  <p:childTnLst>
                                    <p:set>
                                      <p:cBhvr>
                                        <p:cTn id="40" dur="1" fill="hold">
                                          <p:stCondLst>
                                            <p:cond delay="0"/>
                                          </p:stCondLst>
                                        </p:cTn>
                                        <p:tgtEl>
                                          <p:spTgt spid="14"/>
                                        </p:tgtEl>
                                        <p:attrNameLst>
                                          <p:attrName>style.visibility</p:attrName>
                                        </p:attrNameLst>
                                      </p:cBhvr>
                                      <p:to>
                                        <p:strVal val="visible"/>
                                      </p:to>
                                    </p:set>
                                    <p:anim calcmode="lin" valueType="num">
                                      <p:cBhvr>
                                        <p:cTn id="41" dur="500" fill="hold"/>
                                        <p:tgtEl>
                                          <p:spTgt spid="14"/>
                                        </p:tgtEl>
                                        <p:attrNameLst>
                                          <p:attrName>ppt_w</p:attrName>
                                        </p:attrNameLst>
                                      </p:cBhvr>
                                      <p:tavLst>
                                        <p:tav tm="0">
                                          <p:val>
                                            <p:fltVal val="0"/>
                                          </p:val>
                                        </p:tav>
                                        <p:tav tm="100000">
                                          <p:val>
                                            <p:strVal val="#ppt_w"/>
                                          </p:val>
                                        </p:tav>
                                      </p:tavLst>
                                    </p:anim>
                                    <p:anim calcmode="lin" valueType="num">
                                      <p:cBhvr>
                                        <p:cTn id="42" dur="500" fill="hold"/>
                                        <p:tgtEl>
                                          <p:spTgt spid="14"/>
                                        </p:tgtEl>
                                        <p:attrNameLst>
                                          <p:attrName>ppt_h</p:attrName>
                                        </p:attrNameLst>
                                      </p:cBhvr>
                                      <p:tavLst>
                                        <p:tav tm="0">
                                          <p:val>
                                            <p:fltVal val="0"/>
                                          </p:val>
                                        </p:tav>
                                        <p:tav tm="100000">
                                          <p:val>
                                            <p:strVal val="#ppt_h"/>
                                          </p:val>
                                        </p:tav>
                                      </p:tavLst>
                                    </p:anim>
                                    <p:animEffect transition="in" filter="fade">
                                      <p:cBhvr>
                                        <p:cTn id="43" dur="500"/>
                                        <p:tgtEl>
                                          <p:spTgt spid="14"/>
                                        </p:tgtEl>
                                      </p:cBhvr>
                                    </p:animEffect>
                                  </p:childTnLst>
                                </p:cTn>
                              </p:par>
                              <p:par>
                                <p:cTn id="44" presetID="22" presetClass="entr" presetSubtype="8" fill="hold" nodeType="withEffect">
                                  <p:stCondLst>
                                    <p:cond delay="1000"/>
                                  </p:stCondLst>
                                  <p:childTnLst>
                                    <p:set>
                                      <p:cBhvr>
                                        <p:cTn id="45" dur="1" fill="hold">
                                          <p:stCondLst>
                                            <p:cond delay="0"/>
                                          </p:stCondLst>
                                        </p:cTn>
                                        <p:tgtEl>
                                          <p:spTgt spid="11"/>
                                        </p:tgtEl>
                                        <p:attrNameLst>
                                          <p:attrName>style.visibility</p:attrName>
                                        </p:attrNameLst>
                                      </p:cBhvr>
                                      <p:to>
                                        <p:strVal val="visible"/>
                                      </p:to>
                                    </p:set>
                                    <p:animEffect transition="in" filter="wipe(left)">
                                      <p:cBhvr>
                                        <p:cTn id="46" dur="500"/>
                                        <p:tgtEl>
                                          <p:spTgt spid="11"/>
                                        </p:tgtEl>
                                      </p:cBhvr>
                                    </p:animEffect>
                                  </p:childTnLst>
                                </p:cTn>
                              </p:par>
                              <p:par>
                                <p:cTn id="47" presetID="53" presetClass="entr" presetSubtype="16" fill="hold" grpId="0" nodeType="withEffect">
                                  <p:stCondLst>
                                    <p:cond delay="1000"/>
                                  </p:stCondLst>
                                  <p:childTnLst>
                                    <p:set>
                                      <p:cBhvr>
                                        <p:cTn id="48" dur="1" fill="hold">
                                          <p:stCondLst>
                                            <p:cond delay="0"/>
                                          </p:stCondLst>
                                        </p:cTn>
                                        <p:tgtEl>
                                          <p:spTgt spid="13"/>
                                        </p:tgtEl>
                                        <p:attrNameLst>
                                          <p:attrName>style.visibility</p:attrName>
                                        </p:attrNameLst>
                                      </p:cBhvr>
                                      <p:to>
                                        <p:strVal val="visible"/>
                                      </p:to>
                                    </p:set>
                                    <p:anim calcmode="lin" valueType="num">
                                      <p:cBhvr>
                                        <p:cTn id="49" dur="500" fill="hold"/>
                                        <p:tgtEl>
                                          <p:spTgt spid="13"/>
                                        </p:tgtEl>
                                        <p:attrNameLst>
                                          <p:attrName>ppt_w</p:attrName>
                                        </p:attrNameLst>
                                      </p:cBhvr>
                                      <p:tavLst>
                                        <p:tav tm="0">
                                          <p:val>
                                            <p:fltVal val="0"/>
                                          </p:val>
                                        </p:tav>
                                        <p:tav tm="100000">
                                          <p:val>
                                            <p:strVal val="#ppt_w"/>
                                          </p:val>
                                        </p:tav>
                                      </p:tavLst>
                                    </p:anim>
                                    <p:anim calcmode="lin" valueType="num">
                                      <p:cBhvr>
                                        <p:cTn id="50" dur="500" fill="hold"/>
                                        <p:tgtEl>
                                          <p:spTgt spid="13"/>
                                        </p:tgtEl>
                                        <p:attrNameLst>
                                          <p:attrName>ppt_h</p:attrName>
                                        </p:attrNameLst>
                                      </p:cBhvr>
                                      <p:tavLst>
                                        <p:tav tm="0">
                                          <p:val>
                                            <p:fltVal val="0"/>
                                          </p:val>
                                        </p:tav>
                                        <p:tav tm="100000">
                                          <p:val>
                                            <p:strVal val="#ppt_h"/>
                                          </p:val>
                                        </p:tav>
                                      </p:tavLst>
                                    </p:anim>
                                    <p:animEffect transition="in" filter="fade">
                                      <p:cBhvr>
                                        <p:cTn id="51" dur="500"/>
                                        <p:tgtEl>
                                          <p:spTgt spid="13"/>
                                        </p:tgtEl>
                                      </p:cBhvr>
                                    </p:animEffect>
                                  </p:childTnLst>
                                </p:cTn>
                              </p:par>
                              <p:par>
                                <p:cTn id="52" presetID="10" presetClass="entr" presetSubtype="0" fill="hold" grpId="0" nodeType="withEffect">
                                  <p:stCondLst>
                                    <p:cond delay="100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500"/>
                                        <p:tgtEl>
                                          <p:spTgt spid="26"/>
                                        </p:tgtEl>
                                      </p:cBhvr>
                                    </p:animEffect>
                                  </p:childTnLst>
                                </p:cTn>
                              </p:par>
                              <p:par>
                                <p:cTn id="55" presetID="10" presetClass="entr" presetSubtype="0" fill="hold" grpId="0" nodeType="withEffect">
                                  <p:stCondLst>
                                    <p:cond delay="1000"/>
                                  </p:stCondLst>
                                  <p:childTnLst>
                                    <p:set>
                                      <p:cBhvr>
                                        <p:cTn id="56" dur="1" fill="hold">
                                          <p:stCondLst>
                                            <p:cond delay="0"/>
                                          </p:stCondLst>
                                        </p:cTn>
                                        <p:tgtEl>
                                          <p:spTgt spid="31"/>
                                        </p:tgtEl>
                                        <p:attrNameLst>
                                          <p:attrName>style.visibility</p:attrName>
                                        </p:attrNameLst>
                                      </p:cBhvr>
                                      <p:to>
                                        <p:strVal val="visible"/>
                                      </p:to>
                                    </p:set>
                                    <p:animEffect transition="in" filter="fade">
                                      <p:cBhvr>
                                        <p:cTn id="57" dur="500"/>
                                        <p:tgtEl>
                                          <p:spTgt spid="31"/>
                                        </p:tgtEl>
                                      </p:cBhvr>
                                    </p:animEffect>
                                  </p:childTnLst>
                                </p:cTn>
                              </p:par>
                              <p:par>
                                <p:cTn id="58" presetID="53" presetClass="entr" presetSubtype="16" fill="hold" grpId="0" nodeType="withEffect">
                                  <p:stCondLst>
                                    <p:cond delay="1250"/>
                                  </p:stCondLst>
                                  <p:childTnLst>
                                    <p:set>
                                      <p:cBhvr>
                                        <p:cTn id="59" dur="1" fill="hold">
                                          <p:stCondLst>
                                            <p:cond delay="0"/>
                                          </p:stCondLst>
                                        </p:cTn>
                                        <p:tgtEl>
                                          <p:spTgt spid="19"/>
                                        </p:tgtEl>
                                        <p:attrNameLst>
                                          <p:attrName>style.visibility</p:attrName>
                                        </p:attrNameLst>
                                      </p:cBhvr>
                                      <p:to>
                                        <p:strVal val="visible"/>
                                      </p:to>
                                    </p:set>
                                    <p:anim calcmode="lin" valueType="num">
                                      <p:cBhvr>
                                        <p:cTn id="60" dur="500" fill="hold"/>
                                        <p:tgtEl>
                                          <p:spTgt spid="19"/>
                                        </p:tgtEl>
                                        <p:attrNameLst>
                                          <p:attrName>ppt_w</p:attrName>
                                        </p:attrNameLst>
                                      </p:cBhvr>
                                      <p:tavLst>
                                        <p:tav tm="0">
                                          <p:val>
                                            <p:fltVal val="0"/>
                                          </p:val>
                                        </p:tav>
                                        <p:tav tm="100000">
                                          <p:val>
                                            <p:strVal val="#ppt_w"/>
                                          </p:val>
                                        </p:tav>
                                      </p:tavLst>
                                    </p:anim>
                                    <p:anim calcmode="lin" valueType="num">
                                      <p:cBhvr>
                                        <p:cTn id="61" dur="500" fill="hold"/>
                                        <p:tgtEl>
                                          <p:spTgt spid="19"/>
                                        </p:tgtEl>
                                        <p:attrNameLst>
                                          <p:attrName>ppt_h</p:attrName>
                                        </p:attrNameLst>
                                      </p:cBhvr>
                                      <p:tavLst>
                                        <p:tav tm="0">
                                          <p:val>
                                            <p:fltVal val="0"/>
                                          </p:val>
                                        </p:tav>
                                        <p:tav tm="100000">
                                          <p:val>
                                            <p:strVal val="#ppt_h"/>
                                          </p:val>
                                        </p:tav>
                                      </p:tavLst>
                                    </p:anim>
                                    <p:animEffect transition="in" filter="fade">
                                      <p:cBhvr>
                                        <p:cTn id="62" dur="500"/>
                                        <p:tgtEl>
                                          <p:spTgt spid="19"/>
                                        </p:tgtEl>
                                      </p:cBhvr>
                                    </p:animEffect>
                                  </p:childTnLst>
                                </p:cTn>
                              </p:par>
                              <p:par>
                                <p:cTn id="63" presetID="22" presetClass="entr" presetSubtype="2" fill="hold" nodeType="withEffect">
                                  <p:stCondLst>
                                    <p:cond delay="1500"/>
                                  </p:stCondLst>
                                  <p:childTnLst>
                                    <p:set>
                                      <p:cBhvr>
                                        <p:cTn id="64" dur="1" fill="hold">
                                          <p:stCondLst>
                                            <p:cond delay="0"/>
                                          </p:stCondLst>
                                        </p:cTn>
                                        <p:tgtEl>
                                          <p:spTgt spid="17"/>
                                        </p:tgtEl>
                                        <p:attrNameLst>
                                          <p:attrName>style.visibility</p:attrName>
                                        </p:attrNameLst>
                                      </p:cBhvr>
                                      <p:to>
                                        <p:strVal val="visible"/>
                                      </p:to>
                                    </p:set>
                                    <p:animEffect transition="in" filter="wipe(right)">
                                      <p:cBhvr>
                                        <p:cTn id="65" dur="500"/>
                                        <p:tgtEl>
                                          <p:spTgt spid="17"/>
                                        </p:tgtEl>
                                      </p:cBhvr>
                                    </p:animEffect>
                                  </p:childTnLst>
                                </p:cTn>
                              </p:par>
                              <p:par>
                                <p:cTn id="66" presetID="53" presetClass="entr" presetSubtype="16" fill="hold" grpId="0" nodeType="withEffect">
                                  <p:stCondLst>
                                    <p:cond delay="1500"/>
                                  </p:stCondLst>
                                  <p:childTnLst>
                                    <p:set>
                                      <p:cBhvr>
                                        <p:cTn id="67" dur="1" fill="hold">
                                          <p:stCondLst>
                                            <p:cond delay="0"/>
                                          </p:stCondLst>
                                        </p:cTn>
                                        <p:tgtEl>
                                          <p:spTgt spid="18"/>
                                        </p:tgtEl>
                                        <p:attrNameLst>
                                          <p:attrName>style.visibility</p:attrName>
                                        </p:attrNameLst>
                                      </p:cBhvr>
                                      <p:to>
                                        <p:strVal val="visible"/>
                                      </p:to>
                                    </p:set>
                                    <p:anim calcmode="lin" valueType="num">
                                      <p:cBhvr>
                                        <p:cTn id="68" dur="500" fill="hold"/>
                                        <p:tgtEl>
                                          <p:spTgt spid="18"/>
                                        </p:tgtEl>
                                        <p:attrNameLst>
                                          <p:attrName>ppt_w</p:attrName>
                                        </p:attrNameLst>
                                      </p:cBhvr>
                                      <p:tavLst>
                                        <p:tav tm="0">
                                          <p:val>
                                            <p:fltVal val="0"/>
                                          </p:val>
                                        </p:tav>
                                        <p:tav tm="100000">
                                          <p:val>
                                            <p:strVal val="#ppt_w"/>
                                          </p:val>
                                        </p:tav>
                                      </p:tavLst>
                                    </p:anim>
                                    <p:anim calcmode="lin" valueType="num">
                                      <p:cBhvr>
                                        <p:cTn id="69" dur="500" fill="hold"/>
                                        <p:tgtEl>
                                          <p:spTgt spid="18"/>
                                        </p:tgtEl>
                                        <p:attrNameLst>
                                          <p:attrName>ppt_h</p:attrName>
                                        </p:attrNameLst>
                                      </p:cBhvr>
                                      <p:tavLst>
                                        <p:tav tm="0">
                                          <p:val>
                                            <p:fltVal val="0"/>
                                          </p:val>
                                        </p:tav>
                                        <p:tav tm="100000">
                                          <p:val>
                                            <p:strVal val="#ppt_h"/>
                                          </p:val>
                                        </p:tav>
                                      </p:tavLst>
                                    </p:anim>
                                    <p:animEffect transition="in" filter="fade">
                                      <p:cBhvr>
                                        <p:cTn id="70" dur="500"/>
                                        <p:tgtEl>
                                          <p:spTgt spid="18"/>
                                        </p:tgtEl>
                                      </p:cBhvr>
                                    </p:animEffect>
                                  </p:childTnLst>
                                </p:cTn>
                              </p:par>
                              <p:par>
                                <p:cTn id="71" presetID="10" presetClass="entr" presetSubtype="0" fill="hold" grpId="0" nodeType="withEffect">
                                  <p:stCondLst>
                                    <p:cond delay="150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1500"/>
                                  </p:stCondLst>
                                  <p:childTnLst>
                                    <p:set>
                                      <p:cBhvr>
                                        <p:cTn id="75" dur="1" fill="hold">
                                          <p:stCondLst>
                                            <p:cond delay="0"/>
                                          </p:stCondLst>
                                        </p:cTn>
                                        <p:tgtEl>
                                          <p:spTgt spid="33"/>
                                        </p:tgtEl>
                                        <p:attrNameLst>
                                          <p:attrName>style.visibility</p:attrName>
                                        </p:attrNameLst>
                                      </p:cBhvr>
                                      <p:to>
                                        <p:strVal val="visible"/>
                                      </p:to>
                                    </p:set>
                                    <p:animEffect transition="in" filter="fade">
                                      <p:cBhvr>
                                        <p:cTn id="76" dur="500"/>
                                        <p:tgtEl>
                                          <p:spTgt spid="33"/>
                                        </p:tgtEl>
                                      </p:cBhvr>
                                    </p:animEffect>
                                  </p:childTnLst>
                                </p:cTn>
                              </p:par>
                              <p:par>
                                <p:cTn id="77" presetID="53" presetClass="entr" presetSubtype="16" fill="hold" grpId="0" nodeType="withEffect">
                                  <p:stCondLst>
                                    <p:cond delay="1750"/>
                                  </p:stCondLst>
                                  <p:childTnLst>
                                    <p:set>
                                      <p:cBhvr>
                                        <p:cTn id="78" dur="1" fill="hold">
                                          <p:stCondLst>
                                            <p:cond delay="0"/>
                                          </p:stCondLst>
                                        </p:cTn>
                                        <p:tgtEl>
                                          <p:spTgt spid="23"/>
                                        </p:tgtEl>
                                        <p:attrNameLst>
                                          <p:attrName>style.visibility</p:attrName>
                                        </p:attrNameLst>
                                      </p:cBhvr>
                                      <p:to>
                                        <p:strVal val="visible"/>
                                      </p:to>
                                    </p:set>
                                    <p:anim calcmode="lin" valueType="num">
                                      <p:cBhvr>
                                        <p:cTn id="79" dur="500" fill="hold"/>
                                        <p:tgtEl>
                                          <p:spTgt spid="23"/>
                                        </p:tgtEl>
                                        <p:attrNameLst>
                                          <p:attrName>ppt_w</p:attrName>
                                        </p:attrNameLst>
                                      </p:cBhvr>
                                      <p:tavLst>
                                        <p:tav tm="0">
                                          <p:val>
                                            <p:fltVal val="0"/>
                                          </p:val>
                                        </p:tav>
                                        <p:tav tm="100000">
                                          <p:val>
                                            <p:strVal val="#ppt_w"/>
                                          </p:val>
                                        </p:tav>
                                      </p:tavLst>
                                    </p:anim>
                                    <p:anim calcmode="lin" valueType="num">
                                      <p:cBhvr>
                                        <p:cTn id="80" dur="500" fill="hold"/>
                                        <p:tgtEl>
                                          <p:spTgt spid="23"/>
                                        </p:tgtEl>
                                        <p:attrNameLst>
                                          <p:attrName>ppt_h</p:attrName>
                                        </p:attrNameLst>
                                      </p:cBhvr>
                                      <p:tavLst>
                                        <p:tav tm="0">
                                          <p:val>
                                            <p:fltVal val="0"/>
                                          </p:val>
                                        </p:tav>
                                        <p:tav tm="100000">
                                          <p:val>
                                            <p:strVal val="#ppt_h"/>
                                          </p:val>
                                        </p:tav>
                                      </p:tavLst>
                                    </p:anim>
                                    <p:animEffect transition="in" filter="fade">
                                      <p:cBhvr>
                                        <p:cTn id="81" dur="500"/>
                                        <p:tgtEl>
                                          <p:spTgt spid="23"/>
                                        </p:tgtEl>
                                      </p:cBhvr>
                                    </p:animEffect>
                                  </p:childTnLst>
                                </p:cTn>
                              </p:par>
                              <p:par>
                                <p:cTn id="82" presetID="22" presetClass="entr" presetSubtype="8" fill="hold" nodeType="withEffect">
                                  <p:stCondLst>
                                    <p:cond delay="2000"/>
                                  </p:stCondLst>
                                  <p:childTnLst>
                                    <p:set>
                                      <p:cBhvr>
                                        <p:cTn id="83" dur="1" fill="hold">
                                          <p:stCondLst>
                                            <p:cond delay="0"/>
                                          </p:stCondLst>
                                        </p:cTn>
                                        <p:tgtEl>
                                          <p:spTgt spid="20"/>
                                        </p:tgtEl>
                                        <p:attrNameLst>
                                          <p:attrName>style.visibility</p:attrName>
                                        </p:attrNameLst>
                                      </p:cBhvr>
                                      <p:to>
                                        <p:strVal val="visible"/>
                                      </p:to>
                                    </p:set>
                                    <p:animEffect transition="in" filter="wipe(left)">
                                      <p:cBhvr>
                                        <p:cTn id="84" dur="500"/>
                                        <p:tgtEl>
                                          <p:spTgt spid="20"/>
                                        </p:tgtEl>
                                      </p:cBhvr>
                                    </p:animEffect>
                                  </p:childTnLst>
                                </p:cTn>
                              </p:par>
                              <p:par>
                                <p:cTn id="85" presetID="53" presetClass="entr" presetSubtype="16" fill="hold" grpId="0" nodeType="withEffect">
                                  <p:stCondLst>
                                    <p:cond delay="2000"/>
                                  </p:stCondLst>
                                  <p:childTnLst>
                                    <p:set>
                                      <p:cBhvr>
                                        <p:cTn id="86" dur="1" fill="hold">
                                          <p:stCondLst>
                                            <p:cond delay="0"/>
                                          </p:stCondLst>
                                        </p:cTn>
                                        <p:tgtEl>
                                          <p:spTgt spid="21"/>
                                        </p:tgtEl>
                                        <p:attrNameLst>
                                          <p:attrName>style.visibility</p:attrName>
                                        </p:attrNameLst>
                                      </p:cBhvr>
                                      <p:to>
                                        <p:strVal val="visible"/>
                                      </p:to>
                                    </p:set>
                                    <p:anim calcmode="lin" valueType="num">
                                      <p:cBhvr>
                                        <p:cTn id="87" dur="500" fill="hold"/>
                                        <p:tgtEl>
                                          <p:spTgt spid="21"/>
                                        </p:tgtEl>
                                        <p:attrNameLst>
                                          <p:attrName>ppt_w</p:attrName>
                                        </p:attrNameLst>
                                      </p:cBhvr>
                                      <p:tavLst>
                                        <p:tav tm="0">
                                          <p:val>
                                            <p:fltVal val="0"/>
                                          </p:val>
                                        </p:tav>
                                        <p:tav tm="100000">
                                          <p:val>
                                            <p:strVal val="#ppt_w"/>
                                          </p:val>
                                        </p:tav>
                                      </p:tavLst>
                                    </p:anim>
                                    <p:anim calcmode="lin" valueType="num">
                                      <p:cBhvr>
                                        <p:cTn id="88" dur="500" fill="hold"/>
                                        <p:tgtEl>
                                          <p:spTgt spid="21"/>
                                        </p:tgtEl>
                                        <p:attrNameLst>
                                          <p:attrName>ppt_h</p:attrName>
                                        </p:attrNameLst>
                                      </p:cBhvr>
                                      <p:tavLst>
                                        <p:tav tm="0">
                                          <p:val>
                                            <p:fltVal val="0"/>
                                          </p:val>
                                        </p:tav>
                                        <p:tav tm="100000">
                                          <p:val>
                                            <p:strVal val="#ppt_h"/>
                                          </p:val>
                                        </p:tav>
                                      </p:tavLst>
                                    </p:anim>
                                    <p:animEffect transition="in" filter="fade">
                                      <p:cBhvr>
                                        <p:cTn id="89" dur="500"/>
                                        <p:tgtEl>
                                          <p:spTgt spid="21"/>
                                        </p:tgtEl>
                                      </p:cBhvr>
                                    </p:animEffect>
                                  </p:childTnLst>
                                </p:cTn>
                              </p:par>
                              <p:par>
                                <p:cTn id="90" presetID="10" presetClass="entr" presetSubtype="0" fill="hold" grpId="0" nodeType="withEffect">
                                  <p:stCondLst>
                                    <p:cond delay="2000"/>
                                  </p:stCondLst>
                                  <p:childTnLst>
                                    <p:set>
                                      <p:cBhvr>
                                        <p:cTn id="91" dur="1" fill="hold">
                                          <p:stCondLst>
                                            <p:cond delay="0"/>
                                          </p:stCondLst>
                                        </p:cTn>
                                        <p:tgtEl>
                                          <p:spTgt spid="28"/>
                                        </p:tgtEl>
                                        <p:attrNameLst>
                                          <p:attrName>style.visibility</p:attrName>
                                        </p:attrNameLst>
                                      </p:cBhvr>
                                      <p:to>
                                        <p:strVal val="visible"/>
                                      </p:to>
                                    </p:set>
                                    <p:animEffect transition="in" filter="fade">
                                      <p:cBhvr>
                                        <p:cTn id="92" dur="500"/>
                                        <p:tgtEl>
                                          <p:spTgt spid="28"/>
                                        </p:tgtEl>
                                      </p:cBhvr>
                                    </p:animEffect>
                                  </p:childTnLst>
                                </p:cTn>
                              </p:par>
                              <p:par>
                                <p:cTn id="93" presetID="10" presetClass="entr" presetSubtype="0" fill="hold" grpId="0" nodeType="withEffect">
                                  <p:stCondLst>
                                    <p:cond delay="2000"/>
                                  </p:stCondLst>
                                  <p:childTnLst>
                                    <p:set>
                                      <p:cBhvr>
                                        <p:cTn id="94" dur="1" fill="hold">
                                          <p:stCondLst>
                                            <p:cond delay="0"/>
                                          </p:stCondLst>
                                        </p:cTn>
                                        <p:tgtEl>
                                          <p:spTgt spid="35"/>
                                        </p:tgtEl>
                                        <p:attrNameLst>
                                          <p:attrName>style.visibility</p:attrName>
                                        </p:attrNameLst>
                                      </p:cBhvr>
                                      <p:to>
                                        <p:strVal val="visible"/>
                                      </p:to>
                                    </p:set>
                                    <p:animEffect transition="in" filter="fade">
                                      <p:cBhvr>
                                        <p:cTn id="95" dur="500"/>
                                        <p:tgtEl>
                                          <p:spTgt spid="35"/>
                                        </p:tgtEl>
                                      </p:cBhvr>
                                    </p:animEffect>
                                  </p:childTnLst>
                                </p:cTn>
                              </p:par>
                              <p:par>
                                <p:cTn id="96" presetID="53" presetClass="entr" presetSubtype="16" fill="hold" grpId="0" nodeType="withEffect">
                                  <p:stCondLst>
                                    <p:cond delay="2250"/>
                                  </p:stCondLst>
                                  <p:childTnLst>
                                    <p:set>
                                      <p:cBhvr>
                                        <p:cTn id="97" dur="1" fill="hold">
                                          <p:stCondLst>
                                            <p:cond delay="0"/>
                                          </p:stCondLst>
                                        </p:cTn>
                                        <p:tgtEl>
                                          <p:spTgt spid="54"/>
                                        </p:tgtEl>
                                        <p:attrNameLst>
                                          <p:attrName>style.visibility</p:attrName>
                                        </p:attrNameLst>
                                      </p:cBhvr>
                                      <p:to>
                                        <p:strVal val="visible"/>
                                      </p:to>
                                    </p:set>
                                    <p:anim calcmode="lin" valueType="num">
                                      <p:cBhvr>
                                        <p:cTn id="98" dur="500" fill="hold"/>
                                        <p:tgtEl>
                                          <p:spTgt spid="54"/>
                                        </p:tgtEl>
                                        <p:attrNameLst>
                                          <p:attrName>ppt_w</p:attrName>
                                        </p:attrNameLst>
                                      </p:cBhvr>
                                      <p:tavLst>
                                        <p:tav tm="0">
                                          <p:val>
                                            <p:fltVal val="0"/>
                                          </p:val>
                                        </p:tav>
                                        <p:tav tm="100000">
                                          <p:val>
                                            <p:strVal val="#ppt_w"/>
                                          </p:val>
                                        </p:tav>
                                      </p:tavLst>
                                    </p:anim>
                                    <p:anim calcmode="lin" valueType="num">
                                      <p:cBhvr>
                                        <p:cTn id="99" dur="500" fill="hold"/>
                                        <p:tgtEl>
                                          <p:spTgt spid="54"/>
                                        </p:tgtEl>
                                        <p:attrNameLst>
                                          <p:attrName>ppt_h</p:attrName>
                                        </p:attrNameLst>
                                      </p:cBhvr>
                                      <p:tavLst>
                                        <p:tav tm="0">
                                          <p:val>
                                            <p:fltVal val="0"/>
                                          </p:val>
                                        </p:tav>
                                        <p:tav tm="100000">
                                          <p:val>
                                            <p:strVal val="#ppt_h"/>
                                          </p:val>
                                        </p:tav>
                                      </p:tavLst>
                                    </p:anim>
                                    <p:animEffect transition="in" filter="fade">
                                      <p:cBhvr>
                                        <p:cTn id="100" dur="500"/>
                                        <p:tgtEl>
                                          <p:spTgt spid="54"/>
                                        </p:tgtEl>
                                      </p:cBhvr>
                                    </p:animEffect>
                                  </p:childTnLst>
                                </p:cTn>
                              </p:par>
                              <p:par>
                                <p:cTn id="101" presetID="22" presetClass="entr" presetSubtype="2" fill="hold" nodeType="withEffect">
                                  <p:stCondLst>
                                    <p:cond delay="2500"/>
                                  </p:stCondLst>
                                  <p:childTnLst>
                                    <p:set>
                                      <p:cBhvr>
                                        <p:cTn id="102" dur="1" fill="hold">
                                          <p:stCondLst>
                                            <p:cond delay="0"/>
                                          </p:stCondLst>
                                        </p:cTn>
                                        <p:tgtEl>
                                          <p:spTgt spid="52"/>
                                        </p:tgtEl>
                                        <p:attrNameLst>
                                          <p:attrName>style.visibility</p:attrName>
                                        </p:attrNameLst>
                                      </p:cBhvr>
                                      <p:to>
                                        <p:strVal val="visible"/>
                                      </p:to>
                                    </p:set>
                                    <p:animEffect transition="in" filter="wipe(right)">
                                      <p:cBhvr>
                                        <p:cTn id="103" dur="500"/>
                                        <p:tgtEl>
                                          <p:spTgt spid="52"/>
                                        </p:tgtEl>
                                      </p:cBhvr>
                                    </p:animEffect>
                                  </p:childTnLst>
                                </p:cTn>
                              </p:par>
                              <p:par>
                                <p:cTn id="104" presetID="53" presetClass="entr" presetSubtype="16" fill="hold" grpId="0" nodeType="withEffect">
                                  <p:stCondLst>
                                    <p:cond delay="2500"/>
                                  </p:stCondLst>
                                  <p:childTnLst>
                                    <p:set>
                                      <p:cBhvr>
                                        <p:cTn id="105" dur="1" fill="hold">
                                          <p:stCondLst>
                                            <p:cond delay="0"/>
                                          </p:stCondLst>
                                        </p:cTn>
                                        <p:tgtEl>
                                          <p:spTgt spid="53"/>
                                        </p:tgtEl>
                                        <p:attrNameLst>
                                          <p:attrName>style.visibility</p:attrName>
                                        </p:attrNameLst>
                                      </p:cBhvr>
                                      <p:to>
                                        <p:strVal val="visible"/>
                                      </p:to>
                                    </p:set>
                                    <p:anim calcmode="lin" valueType="num">
                                      <p:cBhvr>
                                        <p:cTn id="106" dur="500" fill="hold"/>
                                        <p:tgtEl>
                                          <p:spTgt spid="53"/>
                                        </p:tgtEl>
                                        <p:attrNameLst>
                                          <p:attrName>ppt_w</p:attrName>
                                        </p:attrNameLst>
                                      </p:cBhvr>
                                      <p:tavLst>
                                        <p:tav tm="0">
                                          <p:val>
                                            <p:fltVal val="0"/>
                                          </p:val>
                                        </p:tav>
                                        <p:tav tm="100000">
                                          <p:val>
                                            <p:strVal val="#ppt_w"/>
                                          </p:val>
                                        </p:tav>
                                      </p:tavLst>
                                    </p:anim>
                                    <p:anim calcmode="lin" valueType="num">
                                      <p:cBhvr>
                                        <p:cTn id="107" dur="500" fill="hold"/>
                                        <p:tgtEl>
                                          <p:spTgt spid="53"/>
                                        </p:tgtEl>
                                        <p:attrNameLst>
                                          <p:attrName>ppt_h</p:attrName>
                                        </p:attrNameLst>
                                      </p:cBhvr>
                                      <p:tavLst>
                                        <p:tav tm="0">
                                          <p:val>
                                            <p:fltVal val="0"/>
                                          </p:val>
                                        </p:tav>
                                        <p:tav tm="100000">
                                          <p:val>
                                            <p:strVal val="#ppt_h"/>
                                          </p:val>
                                        </p:tav>
                                      </p:tavLst>
                                    </p:anim>
                                    <p:animEffect transition="in" filter="fade">
                                      <p:cBhvr>
                                        <p:cTn id="108" dur="500"/>
                                        <p:tgtEl>
                                          <p:spTgt spid="53"/>
                                        </p:tgtEl>
                                      </p:cBhvr>
                                    </p:animEffect>
                                  </p:childTnLst>
                                </p:cTn>
                              </p:par>
                              <p:par>
                                <p:cTn id="109" presetID="10" presetClass="entr" presetSubtype="0" fill="hold" grpId="0" nodeType="withEffect">
                                  <p:stCondLst>
                                    <p:cond delay="2500"/>
                                  </p:stCondLst>
                                  <p:childTnLst>
                                    <p:set>
                                      <p:cBhvr>
                                        <p:cTn id="110" dur="1" fill="hold">
                                          <p:stCondLst>
                                            <p:cond delay="0"/>
                                          </p:stCondLst>
                                        </p:cTn>
                                        <p:tgtEl>
                                          <p:spTgt spid="59"/>
                                        </p:tgtEl>
                                        <p:attrNameLst>
                                          <p:attrName>style.visibility</p:attrName>
                                        </p:attrNameLst>
                                      </p:cBhvr>
                                      <p:to>
                                        <p:strVal val="visible"/>
                                      </p:to>
                                    </p:set>
                                    <p:animEffect transition="in" filter="fade">
                                      <p:cBhvr>
                                        <p:cTn id="111" dur="500"/>
                                        <p:tgtEl>
                                          <p:spTgt spid="59"/>
                                        </p:tgtEl>
                                      </p:cBhvr>
                                    </p:animEffect>
                                  </p:childTnLst>
                                </p:cTn>
                              </p:par>
                              <p:par>
                                <p:cTn id="112" presetID="10" presetClass="entr" presetSubtype="0" fill="hold" grpId="0" nodeType="withEffect">
                                  <p:stCondLst>
                                    <p:cond delay="2500"/>
                                  </p:stCondLst>
                                  <p:childTnLst>
                                    <p:set>
                                      <p:cBhvr>
                                        <p:cTn id="113" dur="1" fill="hold">
                                          <p:stCondLst>
                                            <p:cond delay="0"/>
                                          </p:stCondLst>
                                        </p:cTn>
                                        <p:tgtEl>
                                          <p:spTgt spid="66"/>
                                        </p:tgtEl>
                                        <p:attrNameLst>
                                          <p:attrName>style.visibility</p:attrName>
                                        </p:attrNameLst>
                                      </p:cBhvr>
                                      <p:to>
                                        <p:strVal val="visible"/>
                                      </p:to>
                                    </p:set>
                                    <p:animEffect transition="in" filter="fade">
                                      <p:cBhvr>
                                        <p:cTn id="114" dur="500"/>
                                        <p:tgtEl>
                                          <p:spTgt spid="66"/>
                                        </p:tgtEl>
                                      </p:cBhvr>
                                    </p:animEffect>
                                  </p:childTnLst>
                                </p:cTn>
                              </p:par>
                              <p:par>
                                <p:cTn id="115" presetID="53" presetClass="entr" presetSubtype="16" fill="hold" grpId="0" nodeType="withEffect">
                                  <p:stCondLst>
                                    <p:cond delay="2750"/>
                                  </p:stCondLst>
                                  <p:childTnLst>
                                    <p:set>
                                      <p:cBhvr>
                                        <p:cTn id="116" dur="1" fill="hold">
                                          <p:stCondLst>
                                            <p:cond delay="0"/>
                                          </p:stCondLst>
                                        </p:cTn>
                                        <p:tgtEl>
                                          <p:spTgt spid="57"/>
                                        </p:tgtEl>
                                        <p:attrNameLst>
                                          <p:attrName>style.visibility</p:attrName>
                                        </p:attrNameLst>
                                      </p:cBhvr>
                                      <p:to>
                                        <p:strVal val="visible"/>
                                      </p:to>
                                    </p:set>
                                    <p:anim calcmode="lin" valueType="num">
                                      <p:cBhvr>
                                        <p:cTn id="117" dur="500" fill="hold"/>
                                        <p:tgtEl>
                                          <p:spTgt spid="57"/>
                                        </p:tgtEl>
                                        <p:attrNameLst>
                                          <p:attrName>ppt_w</p:attrName>
                                        </p:attrNameLst>
                                      </p:cBhvr>
                                      <p:tavLst>
                                        <p:tav tm="0">
                                          <p:val>
                                            <p:fltVal val="0"/>
                                          </p:val>
                                        </p:tav>
                                        <p:tav tm="100000">
                                          <p:val>
                                            <p:strVal val="#ppt_w"/>
                                          </p:val>
                                        </p:tav>
                                      </p:tavLst>
                                    </p:anim>
                                    <p:anim calcmode="lin" valueType="num">
                                      <p:cBhvr>
                                        <p:cTn id="118" dur="500" fill="hold"/>
                                        <p:tgtEl>
                                          <p:spTgt spid="57"/>
                                        </p:tgtEl>
                                        <p:attrNameLst>
                                          <p:attrName>ppt_h</p:attrName>
                                        </p:attrNameLst>
                                      </p:cBhvr>
                                      <p:tavLst>
                                        <p:tav tm="0">
                                          <p:val>
                                            <p:fltVal val="0"/>
                                          </p:val>
                                        </p:tav>
                                        <p:tav tm="100000">
                                          <p:val>
                                            <p:strVal val="#ppt_h"/>
                                          </p:val>
                                        </p:tav>
                                      </p:tavLst>
                                    </p:anim>
                                    <p:animEffect transition="in" filter="fade">
                                      <p:cBhvr>
                                        <p:cTn id="119" dur="500"/>
                                        <p:tgtEl>
                                          <p:spTgt spid="57"/>
                                        </p:tgtEl>
                                      </p:cBhvr>
                                    </p:animEffect>
                                  </p:childTnLst>
                                </p:cTn>
                              </p:par>
                              <p:par>
                                <p:cTn id="120" presetID="22" presetClass="entr" presetSubtype="8" fill="hold" nodeType="withEffect">
                                  <p:stCondLst>
                                    <p:cond delay="3000"/>
                                  </p:stCondLst>
                                  <p:childTnLst>
                                    <p:set>
                                      <p:cBhvr>
                                        <p:cTn id="121" dur="1" fill="hold">
                                          <p:stCondLst>
                                            <p:cond delay="0"/>
                                          </p:stCondLst>
                                        </p:cTn>
                                        <p:tgtEl>
                                          <p:spTgt spid="55"/>
                                        </p:tgtEl>
                                        <p:attrNameLst>
                                          <p:attrName>style.visibility</p:attrName>
                                        </p:attrNameLst>
                                      </p:cBhvr>
                                      <p:to>
                                        <p:strVal val="visible"/>
                                      </p:to>
                                    </p:set>
                                    <p:animEffect transition="in" filter="wipe(left)">
                                      <p:cBhvr>
                                        <p:cTn id="122" dur="500"/>
                                        <p:tgtEl>
                                          <p:spTgt spid="55"/>
                                        </p:tgtEl>
                                      </p:cBhvr>
                                    </p:animEffect>
                                  </p:childTnLst>
                                </p:cTn>
                              </p:par>
                              <p:par>
                                <p:cTn id="123" presetID="53" presetClass="entr" presetSubtype="16" fill="hold" grpId="0" nodeType="withEffect">
                                  <p:stCondLst>
                                    <p:cond delay="3000"/>
                                  </p:stCondLst>
                                  <p:childTnLst>
                                    <p:set>
                                      <p:cBhvr>
                                        <p:cTn id="124" dur="1" fill="hold">
                                          <p:stCondLst>
                                            <p:cond delay="0"/>
                                          </p:stCondLst>
                                        </p:cTn>
                                        <p:tgtEl>
                                          <p:spTgt spid="56"/>
                                        </p:tgtEl>
                                        <p:attrNameLst>
                                          <p:attrName>style.visibility</p:attrName>
                                        </p:attrNameLst>
                                      </p:cBhvr>
                                      <p:to>
                                        <p:strVal val="visible"/>
                                      </p:to>
                                    </p:set>
                                    <p:anim calcmode="lin" valueType="num">
                                      <p:cBhvr>
                                        <p:cTn id="125" dur="500" fill="hold"/>
                                        <p:tgtEl>
                                          <p:spTgt spid="56"/>
                                        </p:tgtEl>
                                        <p:attrNameLst>
                                          <p:attrName>ppt_w</p:attrName>
                                        </p:attrNameLst>
                                      </p:cBhvr>
                                      <p:tavLst>
                                        <p:tav tm="0">
                                          <p:val>
                                            <p:fltVal val="0"/>
                                          </p:val>
                                        </p:tav>
                                        <p:tav tm="100000">
                                          <p:val>
                                            <p:strVal val="#ppt_w"/>
                                          </p:val>
                                        </p:tav>
                                      </p:tavLst>
                                    </p:anim>
                                    <p:anim calcmode="lin" valueType="num">
                                      <p:cBhvr>
                                        <p:cTn id="126" dur="500" fill="hold"/>
                                        <p:tgtEl>
                                          <p:spTgt spid="56"/>
                                        </p:tgtEl>
                                        <p:attrNameLst>
                                          <p:attrName>ppt_h</p:attrName>
                                        </p:attrNameLst>
                                      </p:cBhvr>
                                      <p:tavLst>
                                        <p:tav tm="0">
                                          <p:val>
                                            <p:fltVal val="0"/>
                                          </p:val>
                                        </p:tav>
                                        <p:tav tm="100000">
                                          <p:val>
                                            <p:strVal val="#ppt_h"/>
                                          </p:val>
                                        </p:tav>
                                      </p:tavLst>
                                    </p:anim>
                                    <p:animEffect transition="in" filter="fade">
                                      <p:cBhvr>
                                        <p:cTn id="127" dur="500"/>
                                        <p:tgtEl>
                                          <p:spTgt spid="56"/>
                                        </p:tgtEl>
                                      </p:cBhvr>
                                    </p:animEffect>
                                  </p:childTnLst>
                                </p:cTn>
                              </p:par>
                              <p:par>
                                <p:cTn id="128" presetID="10" presetClass="entr" presetSubtype="0" fill="hold" grpId="0" nodeType="withEffect">
                                  <p:stCondLst>
                                    <p:cond delay="3000"/>
                                  </p:stCondLst>
                                  <p:childTnLst>
                                    <p:set>
                                      <p:cBhvr>
                                        <p:cTn id="129" dur="1" fill="hold">
                                          <p:stCondLst>
                                            <p:cond delay="0"/>
                                          </p:stCondLst>
                                        </p:cTn>
                                        <p:tgtEl>
                                          <p:spTgt spid="60"/>
                                        </p:tgtEl>
                                        <p:attrNameLst>
                                          <p:attrName>style.visibility</p:attrName>
                                        </p:attrNameLst>
                                      </p:cBhvr>
                                      <p:to>
                                        <p:strVal val="visible"/>
                                      </p:to>
                                    </p:set>
                                    <p:animEffect transition="in" filter="fade">
                                      <p:cBhvr>
                                        <p:cTn id="130" dur="500"/>
                                        <p:tgtEl>
                                          <p:spTgt spid="60"/>
                                        </p:tgtEl>
                                      </p:cBhvr>
                                    </p:animEffect>
                                  </p:childTnLst>
                                </p:cTn>
                              </p:par>
                              <p:par>
                                <p:cTn id="131" presetID="10" presetClass="entr" presetSubtype="0" fill="hold" grpId="0" nodeType="withEffect">
                                  <p:stCondLst>
                                    <p:cond delay="3000"/>
                                  </p:stCondLst>
                                  <p:childTnLst>
                                    <p:set>
                                      <p:cBhvr>
                                        <p:cTn id="132" dur="1" fill="hold">
                                          <p:stCondLst>
                                            <p:cond delay="0"/>
                                          </p:stCondLst>
                                        </p:cTn>
                                        <p:tgtEl>
                                          <p:spTgt spid="62"/>
                                        </p:tgtEl>
                                        <p:attrNameLst>
                                          <p:attrName>style.visibility</p:attrName>
                                        </p:attrNameLst>
                                      </p:cBhvr>
                                      <p:to>
                                        <p:strVal val="visible"/>
                                      </p:to>
                                    </p:set>
                                    <p:animEffect transition="in" filter="fade">
                                      <p:cBhvr>
                                        <p:cTn id="133" dur="500"/>
                                        <p:tgtEl>
                                          <p:spTgt spid="62"/>
                                        </p:tgtEl>
                                      </p:cBhvr>
                                    </p:animEffect>
                                  </p:childTnLst>
                                </p:cTn>
                              </p:par>
                              <p:par>
                                <p:cTn id="134" presetID="53" presetClass="entr" presetSubtype="16" fill="hold" grpId="0" nodeType="withEffect">
                                  <p:stCondLst>
                                    <p:cond delay="3500"/>
                                  </p:stCondLst>
                                  <p:childTnLst>
                                    <p:set>
                                      <p:cBhvr>
                                        <p:cTn id="135" dur="1" fill="hold">
                                          <p:stCondLst>
                                            <p:cond delay="0"/>
                                          </p:stCondLst>
                                        </p:cTn>
                                        <p:tgtEl>
                                          <p:spTgt spid="58"/>
                                        </p:tgtEl>
                                        <p:attrNameLst>
                                          <p:attrName>style.visibility</p:attrName>
                                        </p:attrNameLst>
                                      </p:cBhvr>
                                      <p:to>
                                        <p:strVal val="visible"/>
                                      </p:to>
                                    </p:set>
                                    <p:anim calcmode="lin" valueType="num">
                                      <p:cBhvr>
                                        <p:cTn id="136" dur="500" fill="hold"/>
                                        <p:tgtEl>
                                          <p:spTgt spid="58"/>
                                        </p:tgtEl>
                                        <p:attrNameLst>
                                          <p:attrName>ppt_w</p:attrName>
                                        </p:attrNameLst>
                                      </p:cBhvr>
                                      <p:tavLst>
                                        <p:tav tm="0">
                                          <p:val>
                                            <p:fltVal val="0"/>
                                          </p:val>
                                        </p:tav>
                                        <p:tav tm="100000">
                                          <p:val>
                                            <p:strVal val="#ppt_w"/>
                                          </p:val>
                                        </p:tav>
                                      </p:tavLst>
                                    </p:anim>
                                    <p:anim calcmode="lin" valueType="num">
                                      <p:cBhvr>
                                        <p:cTn id="137" dur="500" fill="hold"/>
                                        <p:tgtEl>
                                          <p:spTgt spid="58"/>
                                        </p:tgtEl>
                                        <p:attrNameLst>
                                          <p:attrName>ppt_h</p:attrName>
                                        </p:attrNameLst>
                                      </p:cBhvr>
                                      <p:tavLst>
                                        <p:tav tm="0">
                                          <p:val>
                                            <p:fltVal val="0"/>
                                          </p:val>
                                        </p:tav>
                                        <p:tav tm="100000">
                                          <p:val>
                                            <p:strVal val="#ppt_h"/>
                                          </p:val>
                                        </p:tav>
                                      </p:tavLst>
                                    </p:anim>
                                    <p:animEffect transition="in" filter="fade">
                                      <p:cBhvr>
                                        <p:cTn id="138" dur="500"/>
                                        <p:tgtEl>
                                          <p:spTgt spid="58"/>
                                        </p:tgtEl>
                                      </p:cBhvr>
                                    </p:animEffect>
                                  </p:childTnLst>
                                </p:cTn>
                              </p:par>
                              <p:par>
                                <p:cTn id="139" presetID="10" presetClass="entr" presetSubtype="0" fill="hold" grpId="0" nodeType="withEffect">
                                  <p:stCondLst>
                                    <p:cond delay="3500"/>
                                  </p:stCondLst>
                                  <p:childTnLst>
                                    <p:set>
                                      <p:cBhvr>
                                        <p:cTn id="140" dur="1" fill="hold">
                                          <p:stCondLst>
                                            <p:cond delay="0"/>
                                          </p:stCondLst>
                                        </p:cTn>
                                        <p:tgtEl>
                                          <p:spTgt spid="64"/>
                                        </p:tgtEl>
                                        <p:attrNameLst>
                                          <p:attrName>style.visibility</p:attrName>
                                        </p:attrNameLst>
                                      </p:cBhvr>
                                      <p:to>
                                        <p:strVal val="visible"/>
                                      </p:to>
                                    </p:set>
                                    <p:animEffect transition="in" filter="fade">
                                      <p:cBhvr>
                                        <p:cTn id="141" dur="500"/>
                                        <p:tgtEl>
                                          <p:spTgt spid="64"/>
                                        </p:tgtEl>
                                      </p:cBhvr>
                                    </p:animEffect>
                                  </p:childTnLst>
                                </p:cTn>
                              </p:par>
                            </p:childTnLst>
                          </p:cTn>
                        </p:par>
                      </p:childTnLst>
                    </p:cTn>
                  </p:par>
                  <p:par>
                    <p:cTn id="142" fill="hold">
                      <p:stCondLst>
                        <p:cond delay="indefinite"/>
                      </p:stCondLst>
                      <p:childTnLst>
                        <p:par>
                          <p:cTn id="143" fill="hold">
                            <p:stCondLst>
                              <p:cond delay="0"/>
                            </p:stCondLst>
                            <p:childTnLst>
                              <p:par>
                                <p:cTn id="144" presetID="53" presetClass="entr" presetSubtype="16" fill="hold" grpId="0" nodeType="clickEffect">
                                  <p:stCondLst>
                                    <p:cond delay="0"/>
                                  </p:stCondLst>
                                  <p:childTnLst>
                                    <p:set>
                                      <p:cBhvr>
                                        <p:cTn id="145" dur="1" fill="hold">
                                          <p:stCondLst>
                                            <p:cond delay="0"/>
                                          </p:stCondLst>
                                        </p:cTn>
                                        <p:tgtEl>
                                          <p:spTgt spid="48"/>
                                        </p:tgtEl>
                                        <p:attrNameLst>
                                          <p:attrName>style.visibility</p:attrName>
                                        </p:attrNameLst>
                                      </p:cBhvr>
                                      <p:to>
                                        <p:strVal val="visible"/>
                                      </p:to>
                                    </p:set>
                                    <p:anim calcmode="lin" valueType="num">
                                      <p:cBhvr>
                                        <p:cTn id="146" dur="500" fill="hold"/>
                                        <p:tgtEl>
                                          <p:spTgt spid="48"/>
                                        </p:tgtEl>
                                        <p:attrNameLst>
                                          <p:attrName>ppt_w</p:attrName>
                                        </p:attrNameLst>
                                      </p:cBhvr>
                                      <p:tavLst>
                                        <p:tav tm="0">
                                          <p:val>
                                            <p:fltVal val="0"/>
                                          </p:val>
                                        </p:tav>
                                        <p:tav tm="100000">
                                          <p:val>
                                            <p:strVal val="#ppt_w"/>
                                          </p:val>
                                        </p:tav>
                                      </p:tavLst>
                                    </p:anim>
                                    <p:anim calcmode="lin" valueType="num">
                                      <p:cBhvr>
                                        <p:cTn id="147" dur="500" fill="hold"/>
                                        <p:tgtEl>
                                          <p:spTgt spid="48"/>
                                        </p:tgtEl>
                                        <p:attrNameLst>
                                          <p:attrName>ppt_h</p:attrName>
                                        </p:attrNameLst>
                                      </p:cBhvr>
                                      <p:tavLst>
                                        <p:tav tm="0">
                                          <p:val>
                                            <p:fltVal val="0"/>
                                          </p:val>
                                        </p:tav>
                                        <p:tav tm="100000">
                                          <p:val>
                                            <p:strVal val="#ppt_h"/>
                                          </p:val>
                                        </p:tav>
                                      </p:tavLst>
                                    </p:anim>
                                    <p:animEffect transition="in" filter="fade">
                                      <p:cBhvr>
                                        <p:cTn id="148" dur="500"/>
                                        <p:tgtEl>
                                          <p:spTgt spid="48"/>
                                        </p:tgtEl>
                                      </p:cBhvr>
                                    </p:animEffect>
                                  </p:childTnLst>
                                </p:cTn>
                              </p:par>
                              <p:par>
                                <p:cTn id="149" presetID="22" presetClass="entr" presetSubtype="2" fill="hold" nodeType="withEffect">
                                  <p:stCondLst>
                                    <p:cond delay="2500"/>
                                  </p:stCondLst>
                                  <p:childTnLst>
                                    <p:set>
                                      <p:cBhvr>
                                        <p:cTn id="150" dur="1" fill="hold">
                                          <p:stCondLst>
                                            <p:cond delay="0"/>
                                          </p:stCondLst>
                                        </p:cTn>
                                        <p:tgtEl>
                                          <p:spTgt spid="47"/>
                                        </p:tgtEl>
                                        <p:attrNameLst>
                                          <p:attrName>style.visibility</p:attrName>
                                        </p:attrNameLst>
                                      </p:cBhvr>
                                      <p:to>
                                        <p:strVal val="visible"/>
                                      </p:to>
                                    </p:set>
                                    <p:animEffect transition="in" filter="wipe(right)">
                                      <p:cBhvr>
                                        <p:cTn id="151" dur="500"/>
                                        <p:tgtEl>
                                          <p:spTgt spid="47"/>
                                        </p:tgtEl>
                                      </p:cBhvr>
                                    </p:animEffect>
                                  </p:childTnLst>
                                </p:cTn>
                              </p:par>
                              <p:par>
                                <p:cTn id="152" presetID="10" presetClass="entr" presetSubtype="0" fill="hold" grpId="0" nodeType="withEffect">
                                  <p:stCondLst>
                                    <p:cond delay="2500"/>
                                  </p:stCondLst>
                                  <p:childTnLst>
                                    <p:set>
                                      <p:cBhvr>
                                        <p:cTn id="153" dur="1" fill="hold">
                                          <p:stCondLst>
                                            <p:cond delay="0"/>
                                          </p:stCondLst>
                                        </p:cTn>
                                        <p:tgtEl>
                                          <p:spTgt spid="51"/>
                                        </p:tgtEl>
                                        <p:attrNameLst>
                                          <p:attrName>style.visibility</p:attrName>
                                        </p:attrNameLst>
                                      </p:cBhvr>
                                      <p:to>
                                        <p:strVal val="visible"/>
                                      </p:to>
                                    </p:set>
                                    <p:animEffect transition="in" filter="fade">
                                      <p:cBhvr>
                                        <p:cTn id="154"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22" grpId="0" animBg="1"/>
      <p:bldP spid="9" grpId="0" animBg="1"/>
      <p:bldP spid="10" grpId="0" animBg="1"/>
      <p:bldP spid="13" grpId="0" animBg="1"/>
      <p:bldP spid="14" grpId="0" animBg="1"/>
      <p:bldP spid="18" grpId="0" animBg="1"/>
      <p:bldP spid="19" grpId="0" animBg="1"/>
      <p:bldP spid="21" grpId="0" animBg="1"/>
      <p:bldP spid="23" grpId="0" animBg="1"/>
      <p:bldP spid="25" grpId="0"/>
      <p:bldP spid="26" grpId="0"/>
      <p:bldP spid="27" grpId="0"/>
      <p:bldP spid="28" grpId="0"/>
      <p:bldP spid="29" grpId="0"/>
      <p:bldP spid="31" grpId="0"/>
      <p:bldP spid="33" grpId="0"/>
      <p:bldP spid="35" grpId="0"/>
      <p:bldP spid="53" grpId="0" animBg="1"/>
      <p:bldP spid="54" grpId="0" animBg="1"/>
      <p:bldP spid="56" grpId="0" animBg="1"/>
      <p:bldP spid="57" grpId="0" animBg="1"/>
      <p:bldP spid="58" grpId="0" animBg="1"/>
      <p:bldP spid="59" grpId="0"/>
      <p:bldP spid="60" grpId="0"/>
      <p:bldP spid="62" grpId="0"/>
      <p:bldP spid="64" grpId="0"/>
      <p:bldP spid="66" grpId="0"/>
      <p:bldP spid="48" grpId="0" animBg="1"/>
      <p:bldP spid="51" grpId="0"/>
    </p:bldLst>
  </p:timing>
  <p:extLst mod="1">
    <p:ext uri="{3A86A75C-4F4B-4683-9AE1-C65F6400EC91}">
      <p14:laserTraceLst xmlns:p14="http://schemas.microsoft.com/office/powerpoint/2010/main">
        <p14:tracePtLst>
          <p14:tracePt t="367" x="2525713" y="5173663"/>
          <p14:tracePt t="6037" x="2511425" y="5173663"/>
          <p14:tracePt t="6043" x="2503488" y="5173663"/>
          <p14:tracePt t="6116" x="2497138" y="5173663"/>
          <p14:tracePt t="6156" x="2489200" y="5173663"/>
          <p14:tracePt t="6171" x="2481263" y="5173663"/>
          <p14:tracePt t="6203" x="2474913" y="5181600"/>
          <p14:tracePt t="6226" x="2466975" y="5189538"/>
          <p14:tracePt t="6252" x="2466975" y="5195888"/>
          <p14:tracePt t="6260" x="2474913" y="5203825"/>
          <p14:tracePt t="6269" x="2489200" y="5218113"/>
          <p14:tracePt t="6286" x="2633663" y="5254625"/>
          <p14:tracePt t="6303" x="2801938" y="5297488"/>
          <p14:tracePt t="6319" x="3127375" y="5348288"/>
          <p14:tracePt t="6336" x="3548063" y="5427663"/>
          <p14:tracePt t="6353" x="3883025" y="5529263"/>
          <p14:tracePt t="6370" x="4129088" y="5602288"/>
          <p14:tracePt t="6379" x="4208463" y="5638800"/>
          <p14:tracePt t="6386" x="4310063" y="5675313"/>
          <p14:tracePt t="6402" x="4470400" y="5748338"/>
          <p14:tracePt t="6419" x="4600575" y="5805488"/>
          <p14:tracePt t="6436" x="4695825" y="5849938"/>
          <p14:tracePt t="6453" x="4789488" y="5892800"/>
          <p14:tracePt t="6469" x="4854575" y="5921375"/>
          <p14:tracePt t="6486" x="4899025" y="5935663"/>
          <p14:tracePt t="6503" x="4919663" y="5935663"/>
          <p14:tracePt t="6519" x="4956175" y="5957888"/>
          <p14:tracePt t="6536" x="5057775" y="5994400"/>
          <p14:tracePt t="6552" x="5218113" y="6030913"/>
          <p14:tracePt t="6569" x="5392738" y="6081713"/>
          <p14:tracePt t="6586" x="5522913" y="6088063"/>
          <p14:tracePt t="6602" x="5559425" y="6088063"/>
          <p14:tracePt t="6619" x="5565775" y="6088063"/>
          <p14:tracePt t="6636" x="5573713" y="6088063"/>
          <p14:tracePt t="6653" x="5588000" y="6088063"/>
          <p14:tracePt t="6669" x="5610225" y="6088063"/>
          <p14:tracePt t="6686" x="5646738" y="6088063"/>
          <p14:tracePt t="6702" x="5681663" y="6088063"/>
          <p14:tracePt t="6719" x="5703888" y="6088063"/>
          <p14:tracePt t="6736" x="5740400" y="6103938"/>
          <p14:tracePt t="6752" x="5768975" y="6124575"/>
          <p14:tracePt t="6769" x="5783263" y="6138863"/>
          <p14:tracePt t="6786" x="5791200" y="6138863"/>
          <p14:tracePt t="6847" x="5776913" y="6138863"/>
          <p14:tracePt t="6855" x="5754688" y="6138863"/>
          <p14:tracePt t="6863" x="5726113" y="6124575"/>
          <p14:tracePt t="6871" x="5681663" y="6118225"/>
          <p14:tracePt t="6886" x="5565775" y="6067425"/>
          <p14:tracePt t="6902" x="5407025" y="6002338"/>
          <p14:tracePt t="6919" x="5232400" y="5935663"/>
          <p14:tracePt t="6936" x="5116513" y="5884863"/>
          <p14:tracePt t="6953" x="5065713" y="5856288"/>
          <p14:tracePt t="6969" x="5057775" y="5849938"/>
          <p14:tracePt t="6987" x="5051425" y="5805488"/>
          <p14:tracePt t="7002" x="5051425" y="5711825"/>
          <p14:tracePt t="7019" x="5051425" y="5602288"/>
          <p14:tracePt t="7036" x="5051425" y="5508625"/>
          <p14:tracePt t="7052" x="5051425" y="5449888"/>
          <p14:tracePt t="7069" x="5072063" y="5399088"/>
          <p14:tracePt t="7086" x="5122863" y="5334000"/>
          <p14:tracePt t="7102" x="5268913" y="5232400"/>
          <p14:tracePt t="7119" x="5370513" y="5173663"/>
          <p14:tracePt t="7136" x="5478463" y="5122863"/>
          <p14:tracePt t="7153" x="5580063" y="5072063"/>
          <p14:tracePt t="7169" x="5711825" y="5029200"/>
          <p14:tracePt t="7186" x="5849938" y="5000625"/>
          <p14:tracePt t="7203" x="6008688" y="4964113"/>
          <p14:tracePt t="7219" x="6132513" y="4956175"/>
          <p14:tracePt t="7236" x="6248400" y="4956175"/>
          <p14:tracePt t="7253" x="6350000" y="4956175"/>
          <p14:tracePt t="7269" x="6437313" y="4956175"/>
          <p14:tracePt t="7286" x="6538913" y="4978400"/>
          <p14:tracePt t="7303" x="6683375" y="5037138"/>
          <p14:tracePt t="7319" x="6734175" y="5080000"/>
          <p14:tracePt t="7336" x="6770688" y="5108575"/>
          <p14:tracePt t="7352" x="6792913" y="5130800"/>
          <p14:tracePt t="7369" x="6821488" y="5181600"/>
          <p14:tracePt t="7386" x="6858000" y="5268913"/>
          <p14:tracePt t="7403" x="6894513" y="5376863"/>
          <p14:tracePt t="7419" x="6923088" y="5508625"/>
          <p14:tracePt t="7436" x="6945313" y="5616575"/>
          <p14:tracePt t="7453" x="6945313" y="5689600"/>
          <p14:tracePt t="7469" x="6945313" y="5740400"/>
          <p14:tracePt t="7486" x="6937375" y="5776913"/>
          <p14:tracePt t="7503" x="6900863" y="5834063"/>
          <p14:tracePt t="7519" x="6872288" y="5870575"/>
          <p14:tracePt t="7536" x="6850063" y="5884863"/>
          <p14:tracePt t="7552" x="6770688" y="5929313"/>
          <p14:tracePt t="7569" x="6719888" y="5951538"/>
          <p14:tracePt t="7586" x="6669088" y="5957888"/>
          <p14:tracePt t="7602" x="6640513" y="5957888"/>
          <p14:tracePt t="7619" x="6611938" y="5957888"/>
          <p14:tracePt t="7636" x="6561138" y="5957888"/>
          <p14:tracePt t="7653" x="6494463" y="5951538"/>
          <p14:tracePt t="8408" x="6488113" y="5943600"/>
          <p14:tracePt t="8431" x="6480175" y="5943600"/>
          <p14:tracePt t="11039" x="6473825" y="5935663"/>
          <p14:tracePt t="11053" x="6465888" y="5935663"/>
          <p14:tracePt t="11070" x="6459538" y="5935663"/>
          <p14:tracePt t="11087" x="6451600" y="5935663"/>
          <p14:tracePt t="11104" x="6437313" y="5921375"/>
          <p14:tracePt t="11120" x="6408738" y="5878513"/>
          <p14:tracePt t="11137" x="6364288" y="5819775"/>
          <p14:tracePt t="11154" x="6313488" y="5740400"/>
          <p14:tracePt t="11171" x="6276975" y="5661025"/>
          <p14:tracePt t="11187" x="6262688" y="5616575"/>
          <p14:tracePt t="11204" x="6256338" y="5588000"/>
          <p14:tracePt t="11221" x="6248400" y="5559425"/>
          <p14:tracePt t="11237" x="6234113" y="5522913"/>
          <p14:tracePt t="11254" x="6211888" y="5464175"/>
          <p14:tracePt t="11271" x="6205538" y="5443538"/>
          <p14:tracePt t="11287" x="6197600" y="5413375"/>
          <p14:tracePt t="11304" x="6197600" y="5399088"/>
          <p14:tracePt t="11321" x="6197600" y="5384800"/>
          <p14:tracePt t="11337" x="6197600" y="5376863"/>
          <p14:tracePt t="11354" x="6197600" y="5362575"/>
          <p14:tracePt t="11371" x="6197600" y="5356225"/>
          <p14:tracePt t="11387" x="6197600" y="5341938"/>
          <p14:tracePt t="11404" x="6197600" y="5334000"/>
          <p14:tracePt t="11421" x="6197600" y="5326063"/>
          <p14:tracePt t="11464" x="6197600" y="5319713"/>
          <p14:tracePt t="11487" x="6197600" y="5311775"/>
          <p14:tracePt t="11504" x="6197600" y="5297488"/>
          <p14:tracePt t="11521" x="6197600" y="5268913"/>
          <p14:tracePt t="11537" x="6197600" y="5218113"/>
          <p14:tracePt t="11554" x="6197600" y="5173663"/>
          <p14:tracePt t="11571" x="6197600" y="5130800"/>
          <p14:tracePt t="11587" x="6197600" y="5102225"/>
          <p14:tracePt t="11604" x="6197600" y="5080000"/>
          <p14:tracePt t="11621" x="6197600" y="5057775"/>
          <p14:tracePt t="11638" x="6197600" y="5006975"/>
          <p14:tracePt t="11654" x="6183313" y="4986338"/>
          <p14:tracePt t="11671" x="6175375" y="4956175"/>
          <p14:tracePt t="11688" x="6161088" y="4935538"/>
          <p14:tracePt t="11704" x="6118225" y="4905375"/>
          <p14:tracePt t="11721" x="6045200" y="4876800"/>
          <p14:tracePt t="11738" x="5951538" y="4848225"/>
          <p14:tracePt t="11754" x="5856288" y="4818063"/>
          <p14:tracePt t="11771" x="5813425" y="4803775"/>
          <p14:tracePt t="11788" x="5783263" y="4797425"/>
          <p14:tracePt t="11804" x="5768975" y="4789488"/>
          <p14:tracePt t="11821" x="5754688" y="4783138"/>
          <p14:tracePt t="11837" x="5718175" y="4760913"/>
          <p14:tracePt t="11854" x="5689600" y="4760913"/>
          <p14:tracePt t="11871" x="5675313" y="4752975"/>
          <p14:tracePt t="11887" x="5667375" y="4752975"/>
          <p14:tracePt t="12139" x="5661025" y="4746625"/>
          <p14:tracePt t="12155" x="5661025" y="4738688"/>
          <p14:tracePt t="12173" x="5661025" y="4716463"/>
          <p14:tracePt t="12188" x="5675313" y="4681538"/>
          <p14:tracePt t="12205" x="5681663" y="4659313"/>
          <p14:tracePt t="12221" x="5711825" y="4622800"/>
          <p14:tracePt t="12238" x="5726113" y="4600575"/>
          <p14:tracePt t="12254" x="5776913" y="4557713"/>
          <p14:tracePt t="12271" x="5849938" y="4529138"/>
          <p14:tracePt t="12288" x="5900738" y="4513263"/>
          <p14:tracePt t="12304" x="5986463" y="4498975"/>
          <p14:tracePt t="12321" x="6067425" y="4492625"/>
          <p14:tracePt t="12338" x="6124575" y="4484688"/>
          <p14:tracePt t="12354" x="6169025" y="4484688"/>
          <p14:tracePt t="12371" x="6197600" y="4484688"/>
          <p14:tracePt t="12375" x="6219825" y="4484688"/>
          <p14:tracePt t="12389" x="6234113" y="4484688"/>
          <p14:tracePt t="12404" x="6240463" y="4484688"/>
          <p14:tracePt t="12421" x="6262688" y="4484688"/>
          <p14:tracePt t="12438" x="6284913" y="4498975"/>
          <p14:tracePt t="12454" x="6321425" y="4529138"/>
          <p14:tracePt t="12472" x="6372225" y="4572000"/>
          <p14:tracePt t="12488" x="6415088" y="4622800"/>
          <p14:tracePt t="12504" x="6429375" y="4645025"/>
          <p14:tracePt t="12521" x="6437313" y="4651375"/>
          <p14:tracePt t="12538" x="6437313" y="4659313"/>
          <p14:tracePt t="12555" x="6437313" y="4681538"/>
          <p14:tracePt t="12571" x="6437313" y="4710113"/>
          <p14:tracePt t="12588" x="6415088" y="4775200"/>
          <p14:tracePt t="12605" x="6386513" y="4826000"/>
          <p14:tracePt t="12621" x="6364288" y="4862513"/>
          <p14:tracePt t="12640" x="6335713" y="4891088"/>
          <p14:tracePt t="12654" x="6307138" y="4905375"/>
          <p14:tracePt t="12671" x="6284913" y="4919663"/>
          <p14:tracePt t="12688" x="6248400" y="4927600"/>
          <p14:tracePt t="12705" x="6211888" y="4935538"/>
          <p14:tracePt t="12721" x="6189663" y="4935538"/>
          <p14:tracePt t="12740" x="6161088" y="4935538"/>
          <p14:tracePt t="12754" x="6118225" y="4935538"/>
          <p14:tracePt t="12771" x="6059488" y="4905375"/>
          <p14:tracePt t="12788" x="6022975" y="4899025"/>
          <p14:tracePt t="12805" x="6002338" y="4884738"/>
          <p14:tracePt t="12821" x="5980113" y="4868863"/>
          <p14:tracePt t="12839" x="5943600" y="4840288"/>
          <p14:tracePt t="12854" x="5935663" y="4826000"/>
          <p14:tracePt t="12871" x="5921375" y="4789488"/>
          <p14:tracePt t="12888" x="5907088" y="4775200"/>
          <p14:tracePt t="12905" x="5907088" y="4752975"/>
          <p14:tracePt t="12921" x="5907088" y="4738688"/>
          <p14:tracePt t="12938" x="5907088" y="4724400"/>
          <p14:tracePt t="12954" x="5907088" y="4710113"/>
          <p14:tracePt t="12971" x="5907088" y="4695825"/>
          <p14:tracePt t="12990" x="5915025" y="4665663"/>
          <p14:tracePt t="13005" x="5929313" y="4651375"/>
          <p14:tracePt t="13021" x="5957888" y="4630738"/>
          <p14:tracePt t="13038" x="6016625" y="4600575"/>
          <p14:tracePt t="13055" x="6045200" y="4586288"/>
          <p14:tracePt t="13071" x="6073775" y="4586288"/>
          <p14:tracePt t="13088" x="6110288" y="4586288"/>
          <p14:tracePt t="13105" x="6146800" y="4586288"/>
          <p14:tracePt t="13121" x="6183313" y="4586288"/>
          <p14:tracePt t="13138" x="6226175" y="4586288"/>
          <p14:tracePt t="13155" x="6270625" y="4594225"/>
          <p14:tracePt t="13173" x="6291263" y="4600575"/>
          <p14:tracePt t="13188" x="6313488" y="4600575"/>
          <p14:tracePt t="13205" x="6327775" y="4614863"/>
          <p14:tracePt t="13221" x="6350000" y="4630738"/>
          <p14:tracePt t="13238" x="6364288" y="4645025"/>
          <p14:tracePt t="13290" x="6372225" y="4651375"/>
          <p14:tracePt t="13322" x="6372225" y="4659313"/>
          <p14:tracePt t="13369" x="6372225" y="4673600"/>
          <p14:tracePt t="13401" x="6372225" y="4681538"/>
          <p14:tracePt t="13417" x="6364288" y="4681538"/>
          <p14:tracePt t="13433" x="6357938" y="4687888"/>
          <p14:tracePt t="13449" x="6342063" y="4695825"/>
          <p14:tracePt t="13489" x="6335713" y="4702175"/>
          <p14:tracePt t="13513" x="6327775" y="4710113"/>
          <p14:tracePt t="13545" x="6321425" y="4710113"/>
          <p14:tracePt t="13561" x="6313488" y="4710113"/>
          <p14:tracePt t="13577" x="6307138" y="4710113"/>
          <p14:tracePt t="13592" x="6291263" y="4716463"/>
          <p14:tracePt t="13609" x="6276975" y="4716463"/>
          <p14:tracePt t="13615" x="6270625" y="4716463"/>
          <p14:tracePt t="13626" x="6248400" y="4716463"/>
          <p14:tracePt t="13638" x="6226175" y="4716463"/>
          <p14:tracePt t="13655" x="6205538" y="4716463"/>
          <p14:tracePt t="13671" x="6197600" y="4716463"/>
          <p14:tracePt t="13688" x="6189663" y="4716463"/>
          <p14:tracePt t="13705" x="6183313" y="4716463"/>
        </p14:tracePtLst>
      </p14:laserTrace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FEATURE WEIGHT</a:t>
            </a:r>
            <a:endParaRPr lang="en-US" dirty="0"/>
          </a:p>
        </p:txBody>
      </p:sp>
      <p:sp>
        <p:nvSpPr>
          <p:cNvPr id="3" name="Subtitle 2"/>
          <p:cNvSpPr>
            <a:spLocks noGrp="1"/>
          </p:cNvSpPr>
          <p:nvPr>
            <p:ph type="subTitle" idx="1"/>
          </p:nvPr>
        </p:nvSpPr>
        <p:spPr/>
        <p:txBody>
          <a:bodyPr/>
          <a:lstStyle/>
          <a:p>
            <a:r>
              <a:rPr lang="en-US" dirty="0"/>
              <a:t>Feature Importance – </a:t>
            </a:r>
            <a:r>
              <a:rPr lang="en-US" dirty="0" smtClean="0"/>
              <a:t>SVM</a:t>
            </a:r>
            <a:endParaRPr lang="en-US" dirty="0"/>
          </a:p>
          <a:p>
            <a:endParaRPr lang="en-US" dirty="0"/>
          </a:p>
        </p:txBody>
      </p:sp>
    </p:spTree>
    <p:extLst>
      <p:ext uri="{BB962C8B-B14F-4D97-AF65-F5344CB8AC3E}">
        <p14:creationId xmlns:p14="http://schemas.microsoft.com/office/powerpoint/2010/main" val="813701559"/>
      </p:ext>
    </p:extLst>
  </p:cSld>
  <p:clrMapOvr>
    <a:masterClrMapping/>
  </p:clrMapOvr>
  <mc:AlternateContent xmlns:mc="http://schemas.openxmlformats.org/markup-compatibility/2006" xmlns:p14="http://schemas.microsoft.com/office/powerpoint/2010/main">
    <mc:Choice Requires="p14">
      <p:transition spd="slow" p14:dur="2000" advTm="9341">
        <p:cut/>
      </p:transition>
    </mc:Choice>
    <mc:Fallback xmlns="">
      <p:transition spd="slow" advTm="9341">
        <p:cut/>
      </p:transition>
    </mc:Fallback>
  </mc:AlternateContent>
  <p:timing>
    <p:tnLst>
      <p:par>
        <p:cTn id="1" dur="indefinite" restart="never" nodeType="tmRoot"/>
      </p:par>
    </p:tnLst>
  </p:timing>
  <p:extLst mod="1">
    <p:ext uri="{3A86A75C-4F4B-4683-9AE1-C65F6400EC91}">
      <p14:laserTraceLst xmlns:p14="http://schemas.microsoft.com/office/powerpoint/2010/main">
        <p14:tracePtLst>
          <p14:tracePt t="2521" x="6175375" y="4716463"/>
          <p14:tracePt t="2528" x="6161088" y="4716463"/>
          <p14:tracePt t="2536" x="6154738" y="4724400"/>
          <p14:tracePt t="2551" x="6096000" y="4732338"/>
          <p14:tracePt t="2567" x="6022975" y="4732338"/>
          <p14:tracePt t="2584" x="5900738" y="4732338"/>
          <p14:tracePt t="2601" x="5748338" y="4732338"/>
          <p14:tracePt t="2617" x="5529263" y="4732338"/>
          <p14:tracePt t="2634" x="5218113" y="4732338"/>
          <p14:tracePt t="2651" x="4862513" y="4732338"/>
          <p14:tracePt t="2667" x="4543425" y="4732338"/>
          <p14:tracePt t="2684" x="4187825" y="4732338"/>
          <p14:tracePt t="2701" x="3846513" y="4732338"/>
          <p14:tracePt t="2717" x="3468688" y="4732338"/>
          <p14:tracePt t="2734" x="3025775" y="4732338"/>
          <p14:tracePt t="2751" x="2801938" y="4732338"/>
          <p14:tracePt t="2767" x="2613025" y="4732338"/>
          <p14:tracePt t="2784" x="2387600" y="4738688"/>
          <p14:tracePt t="2800" x="2147888" y="4738688"/>
          <p14:tracePt t="2817" x="1843088" y="4738688"/>
          <p14:tracePt t="2834" x="1546225" y="4738688"/>
          <p14:tracePt t="2851" x="1227138" y="4738688"/>
          <p14:tracePt t="2868" x="871538" y="4738688"/>
          <p14:tracePt t="2884" x="536575" y="4738688"/>
          <p14:tracePt t="2900" x="188913" y="4775200"/>
          <p14:tracePt t="8183" x="420688" y="4681538"/>
          <p14:tracePt t="8202" x="1008063" y="4630738"/>
          <p14:tracePt t="8219" x="1408113" y="4622800"/>
          <p14:tracePt t="8236" x="1749425" y="4608513"/>
          <p14:tracePt t="8252" x="1995488" y="4564063"/>
          <p14:tracePt t="8269" x="2147888" y="4543425"/>
          <p14:tracePt t="8286" x="2257425" y="4529138"/>
          <p14:tracePt t="8287" x="2322513" y="4506913"/>
          <p14:tracePt t="8303" x="2416175" y="4484688"/>
          <p14:tracePt t="8319" x="2525713" y="4456113"/>
          <p14:tracePt t="8338" x="2670175" y="4427538"/>
          <p14:tracePt t="8352" x="2816225" y="4411663"/>
          <p14:tracePt t="8369" x="2924175" y="4391025"/>
          <p14:tracePt t="8386" x="2960688" y="4383088"/>
          <p14:tracePt t="8402" x="2982913" y="4383088"/>
          <p14:tracePt t="8449" x="2989263" y="4383088"/>
          <p14:tracePt t="8456" x="2997200" y="4383088"/>
          <p14:tracePt t="8472" x="3005138" y="4383088"/>
          <p14:tracePt t="8486" x="3011488" y="4383088"/>
          <p14:tracePt t="8502" x="3019425" y="4383088"/>
          <p14:tracePt t="8519" x="3076575" y="4383088"/>
          <p14:tracePt t="8536" x="3186113" y="4383088"/>
          <p14:tracePt t="8553" x="3302000" y="4383088"/>
          <p14:tracePt t="8569" x="3344863" y="4391025"/>
          <p14:tracePt t="8587" x="3360738" y="4391025"/>
        </p14:tracePtLst>
      </p14:laserTraceLst>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graphicFrame>
        <p:nvGraphicFramePr>
          <p:cNvPr id="5" name="Diagram 4"/>
          <p:cNvGraphicFramePr/>
          <p:nvPr>
            <p:extLst>
              <p:ext uri="{D42A27DB-BD31-4B8C-83A1-F6EECF244321}">
                <p14:modId xmlns:p14="http://schemas.microsoft.com/office/powerpoint/2010/main" val="1436708814"/>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41018402"/>
      </p:ext>
    </p:extLst>
  </p:cSld>
  <p:clrMapOvr>
    <a:masterClrMapping/>
  </p:clrMapOvr>
  <mc:AlternateContent xmlns:mc="http://schemas.openxmlformats.org/markup-compatibility/2006" xmlns:p14="http://schemas.microsoft.com/office/powerpoint/2010/main">
    <mc:Choice Requires="p14">
      <p:transition spd="slow" p14:dur="2000" advTm="40127">
        <p:cut/>
      </p:transition>
    </mc:Choice>
    <mc:Fallback xmlns="">
      <p:transition spd="slow" advTm="40127">
        <p:cut/>
      </p:transition>
    </mc:Fallback>
  </mc:AlternateContent>
  <p:timing>
    <p:tnLst>
      <p:par>
        <p:cTn id="1" dur="indefinite" restart="never" nodeType="tmRoot"/>
      </p:par>
    </p:tnLst>
  </p:timing>
  <p:extLst mod="1">
    <p:ext uri="{3A86A75C-4F4B-4683-9AE1-C65F6400EC91}">
      <p14:laserTraceLst xmlns:p14="http://schemas.microsoft.com/office/powerpoint/2010/main">
        <p14:tracePtLst>
          <p14:tracePt t="4455" x="739775" y="5407025"/>
          <p14:tracePt t="4791" x="739775" y="5399088"/>
          <p14:tracePt t="4975" x="747713" y="5392738"/>
          <p14:tracePt t="4983" x="769938" y="5384800"/>
          <p14:tracePt t="4991" x="804863" y="5370513"/>
          <p14:tracePt t="5002" x="835025" y="5362575"/>
          <p14:tracePt t="5019" x="928688" y="5311775"/>
          <p14:tracePt t="5035" x="1023938" y="5268913"/>
          <p14:tracePt t="5052" x="1089025" y="5240338"/>
          <p14:tracePt t="5069" x="1109663" y="5224463"/>
          <p14:tracePt t="5070" x="1125538" y="5218113"/>
          <p14:tracePt t="5085" x="1139825" y="5210175"/>
          <p14:tracePt t="5102" x="1182688" y="5189538"/>
          <p14:tracePt t="5119" x="1219200" y="5159375"/>
          <p14:tracePt t="5135" x="1277938" y="5116513"/>
          <p14:tracePt t="5152" x="1357313" y="5043488"/>
          <p14:tracePt t="5169" x="1444625" y="4970463"/>
          <p14:tracePt t="5186" x="1516063" y="4913313"/>
          <p14:tracePt t="5202" x="1560513" y="4891088"/>
          <p14:tracePt t="5219" x="1589088" y="4876800"/>
          <p14:tracePt t="5235" x="1617663" y="4854575"/>
          <p14:tracePt t="5252" x="1647825" y="4848225"/>
          <p14:tracePt t="5269" x="1676400" y="4826000"/>
          <p14:tracePt t="5286" x="1719263" y="4818063"/>
          <p14:tracePt t="5302" x="1749425" y="4803775"/>
          <p14:tracePt t="5319" x="1755775" y="4797425"/>
          <p14:tracePt t="5335" x="1785938" y="4783138"/>
          <p14:tracePt t="5352" x="1814513" y="4767263"/>
          <p14:tracePt t="5369" x="1836738" y="4752975"/>
          <p14:tracePt t="5385" x="1843088" y="4752975"/>
          <p14:tracePt t="5402" x="1843088" y="4746625"/>
          <p14:tracePt t="5435" x="1843088" y="4732338"/>
          <p14:tracePt t="5452" x="1843088" y="4724400"/>
          <p14:tracePt t="5469" x="1843088" y="4710113"/>
          <p14:tracePt t="5486" x="1836738" y="4651375"/>
          <p14:tracePt t="5502" x="1800225" y="4549775"/>
          <p14:tracePt t="5519" x="1763713" y="4419600"/>
          <p14:tracePt t="5536" x="1719263" y="4289425"/>
          <p14:tracePt t="5552" x="1704975" y="4157663"/>
          <p14:tracePt t="5569" x="1704975" y="4005263"/>
          <p14:tracePt t="5585" x="1698625" y="3852863"/>
          <p14:tracePt t="5602" x="1698625" y="3686175"/>
          <p14:tracePt t="5619" x="1684338" y="3541713"/>
          <p14:tracePt t="5636" x="1684338" y="3425825"/>
          <p14:tracePt t="5652" x="1684338" y="3338513"/>
          <p14:tracePt t="5669" x="1684338" y="3259138"/>
          <p14:tracePt t="5686" x="1704975" y="3090863"/>
          <p14:tracePt t="5702" x="1719263" y="2968625"/>
          <p14:tracePt t="5719" x="1755775" y="2852738"/>
          <p14:tracePt t="5736" x="1785938" y="2765425"/>
          <p14:tracePt t="5752" x="1820863" y="2700338"/>
          <p14:tracePt t="5769" x="1865313" y="2619375"/>
          <p14:tracePt t="5786" x="1893888" y="2554288"/>
          <p14:tracePt t="5802" x="1938338" y="2503488"/>
          <p14:tracePt t="5819" x="1966913" y="2474913"/>
          <p14:tracePt t="5836" x="2009775" y="2446338"/>
          <p14:tracePt t="5852" x="2105025" y="2424113"/>
          <p14:tracePt t="5869" x="2212975" y="2379663"/>
          <p14:tracePt t="5886" x="2379663" y="2344738"/>
          <p14:tracePt t="5902" x="2517775" y="2344738"/>
          <p14:tracePt t="5919" x="2641600" y="2344738"/>
          <p14:tracePt t="5936" x="2743200" y="2344738"/>
          <p14:tracePt t="5952" x="2836863" y="2344738"/>
          <p14:tracePt t="5969" x="2909888" y="2336800"/>
          <p14:tracePt t="5986" x="2974975" y="2328863"/>
          <p14:tracePt t="6002" x="3062288" y="2328863"/>
          <p14:tracePt t="6019" x="3127375" y="2328863"/>
          <p14:tracePt t="6036" x="3192463" y="2328863"/>
          <p14:tracePt t="6052" x="3259138" y="2328863"/>
          <p14:tracePt t="6069" x="3338513" y="2328863"/>
          <p14:tracePt t="6070" x="3389313" y="2328863"/>
          <p14:tracePt t="6086" x="3497263" y="2328863"/>
          <p14:tracePt t="6102" x="3621088" y="2328863"/>
          <p14:tracePt t="6119" x="3767138" y="2359025"/>
          <p14:tracePt t="6136" x="3948113" y="2379663"/>
          <p14:tracePt t="6152" x="4071938" y="2409825"/>
          <p14:tracePt t="6169" x="4165600" y="2438400"/>
          <p14:tracePt t="6186" x="4216400" y="2452688"/>
          <p14:tracePt t="6202" x="4275138" y="2474913"/>
          <p14:tracePt t="6219" x="4318000" y="2497138"/>
          <p14:tracePt t="6236" x="4354513" y="2511425"/>
          <p14:tracePt t="6252" x="4383088" y="2532063"/>
          <p14:tracePt t="6269" x="4419600" y="2562225"/>
          <p14:tracePt t="6286" x="4470400" y="2605088"/>
          <p14:tracePt t="6302" x="4506913" y="2670175"/>
          <p14:tracePt t="6319" x="4572000" y="2743200"/>
          <p14:tracePt t="6336" x="4608513" y="2801938"/>
          <p14:tracePt t="6352" x="4645025" y="2852738"/>
          <p14:tracePt t="6369" x="4665663" y="2887663"/>
          <p14:tracePt t="6386" x="4673600" y="2917825"/>
          <p14:tracePt t="6402" x="4702175" y="2982913"/>
          <p14:tracePt t="6419" x="4746625" y="3070225"/>
          <p14:tracePt t="6436" x="4783138" y="3163888"/>
          <p14:tracePt t="6452" x="4803775" y="3251200"/>
          <p14:tracePt t="6469" x="4826000" y="3338513"/>
          <p14:tracePt t="6486" x="4833938" y="3381375"/>
          <p14:tracePt t="6502" x="4833938" y="3454400"/>
          <p14:tracePt t="6519" x="4833938" y="3482975"/>
          <p14:tracePt t="6536" x="4833938" y="3513138"/>
          <p14:tracePt t="6552" x="4833938" y="3527425"/>
          <p14:tracePt t="6569" x="4811713" y="3548063"/>
          <p14:tracePt t="6586" x="4803775" y="3563938"/>
          <p14:tracePt t="6602" x="4789488" y="3584575"/>
          <p14:tracePt t="6619" x="4767263" y="3606800"/>
          <p14:tracePt t="6636" x="4738688" y="3629025"/>
          <p14:tracePt t="6652" x="4732338" y="3635375"/>
          <p14:tracePt t="6669" x="4710113" y="3657600"/>
          <p14:tracePt t="6686" x="4665663" y="3686175"/>
          <p14:tracePt t="6702" x="4651375" y="3700463"/>
          <p14:tracePt t="6719" x="4630738" y="3716338"/>
          <p14:tracePt t="6736" x="4608513" y="3730625"/>
          <p14:tracePt t="6753" x="4586288" y="3751263"/>
          <p14:tracePt t="6769" x="4572000" y="3759200"/>
          <p14:tracePt t="6786" x="4535488" y="3787775"/>
          <p14:tracePt t="6803" x="4492625" y="3817938"/>
          <p14:tracePt t="6819" x="4448175" y="3846513"/>
          <p14:tracePt t="6836" x="4376738" y="3883025"/>
          <p14:tracePt t="6853" x="4318000" y="3919538"/>
          <p14:tracePt t="6869" x="4259263" y="3948113"/>
          <p14:tracePt t="6886" x="4179888" y="3990975"/>
          <p14:tracePt t="6902" x="4122738" y="4013200"/>
          <p14:tracePt t="6919" x="4078288" y="4035425"/>
          <p14:tracePt t="6936" x="4041775" y="4049713"/>
          <p14:tracePt t="6953" x="4021138" y="4049713"/>
          <p14:tracePt t="6969" x="4005263" y="4056063"/>
          <p14:tracePt t="6986" x="3990975" y="4064000"/>
          <p14:tracePt t="7003" x="3962400" y="4064000"/>
          <p14:tracePt t="7019" x="3933825" y="4078288"/>
          <p14:tracePt t="7036" x="3889375" y="4086225"/>
          <p14:tracePt t="7053" x="3860800" y="4092575"/>
          <p14:tracePt t="7069" x="3824288" y="4092575"/>
          <p14:tracePt t="7071" x="3802063" y="4106863"/>
          <p14:tracePt t="7086" x="3751263" y="4106863"/>
          <p14:tracePt t="7103" x="3716338" y="4114800"/>
          <p14:tracePt t="7119" x="3657600" y="4137025"/>
          <p14:tracePt t="7136" x="3621088" y="4143375"/>
          <p14:tracePt t="7153" x="3598863" y="4151313"/>
          <p14:tracePt t="7169" x="3578225" y="4157663"/>
          <p14:tracePt t="7186" x="3548063" y="4165600"/>
          <p14:tracePt t="7203" x="3513138" y="4179888"/>
          <p14:tracePt t="7219" x="3476625" y="4187825"/>
          <p14:tracePt t="7236" x="3432175" y="4194175"/>
          <p14:tracePt t="7253" x="3389313" y="4194175"/>
          <p14:tracePt t="7269" x="3302000" y="4194175"/>
          <p14:tracePt t="7286" x="3157538" y="4194175"/>
          <p14:tracePt t="7303" x="3070225" y="4194175"/>
          <p14:tracePt t="7319" x="2982913" y="4194175"/>
          <p14:tracePt t="7336" x="2887663" y="4194175"/>
          <p14:tracePt t="7353" x="2794000" y="4194175"/>
          <p14:tracePt t="7369" x="2706688" y="4194175"/>
          <p14:tracePt t="7386" x="2605088" y="4187825"/>
          <p14:tracePt t="7403" x="2511425" y="4157663"/>
          <p14:tracePt t="7420" x="2438400" y="4143375"/>
          <p14:tracePt t="7436" x="2365375" y="4114800"/>
          <p14:tracePt t="7453" x="2286000" y="4078288"/>
          <p14:tracePt t="7469" x="2184400" y="4035425"/>
          <p14:tracePt t="7486" x="2003425" y="3954463"/>
          <p14:tracePt t="7503" x="1879600" y="3889375"/>
          <p14:tracePt t="7519" x="1792288" y="3846513"/>
          <p14:tracePt t="7536" x="1755775" y="3817938"/>
          <p14:tracePt t="7553" x="1749425" y="3817938"/>
          <p14:tracePt t="7570" x="1741488" y="3810000"/>
          <p14:tracePt t="7586" x="1727200" y="3802063"/>
          <p14:tracePt t="7603" x="1719263" y="3795713"/>
          <p14:tracePt t="7619" x="1704975" y="3787775"/>
          <p14:tracePt t="7636" x="1704975" y="3781425"/>
          <p14:tracePt t="7653" x="1698625" y="3751263"/>
          <p14:tracePt t="7669" x="1698625" y="3730625"/>
          <p14:tracePt t="7686" x="1684338" y="3686175"/>
          <p14:tracePt t="7703" x="1668463" y="3665538"/>
          <p14:tracePt t="7719" x="1668463" y="3635375"/>
          <p14:tracePt t="7736" x="1662113" y="3606800"/>
          <p14:tracePt t="7753" x="1662113" y="3592513"/>
          <p14:tracePt t="7769" x="1662113" y="3563938"/>
          <p14:tracePt t="7786" x="1662113" y="3548063"/>
          <p14:tracePt t="7803" x="1662113" y="3541713"/>
          <p14:tracePt t="7819" x="1662113" y="3527425"/>
          <p14:tracePt t="7836" x="1662113" y="3519488"/>
          <p14:tracePt t="7870" x="1662113" y="3513138"/>
          <p14:tracePt t="8006" x="1662113" y="3505200"/>
          <p14:tracePt t="8015" x="1668463" y="3505200"/>
          <p14:tracePt t="8031" x="1676400" y="3505200"/>
          <p14:tracePt t="8038" x="1690688" y="3505200"/>
          <p14:tracePt t="8053" x="1698625" y="3513138"/>
          <p14:tracePt t="8070" x="1719263" y="3519488"/>
          <p14:tracePt t="8071" x="1727200" y="3533775"/>
          <p14:tracePt t="8086" x="1749425" y="3548063"/>
          <p14:tracePt t="8103" x="1763713" y="3556000"/>
          <p14:tracePt t="8120" x="1785938" y="3570288"/>
          <p14:tracePt t="8136" x="1828800" y="3598863"/>
          <p14:tracePt t="8153" x="1865313" y="3621088"/>
          <p14:tracePt t="8170" x="1908175" y="3643313"/>
          <p14:tracePt t="8186" x="1922463" y="3657600"/>
          <p14:tracePt t="8203" x="1944688" y="3679825"/>
          <p14:tracePt t="8220" x="1973263" y="3686175"/>
          <p14:tracePt t="8236" x="2017713" y="3716338"/>
          <p14:tracePt t="8253" x="2097088" y="3751263"/>
          <p14:tracePt t="8270" x="2162175" y="3773488"/>
          <p14:tracePt t="8286" x="2243138" y="3817938"/>
          <p14:tracePt t="8303" x="2271713" y="3838575"/>
          <p14:tracePt t="8320" x="2300288" y="3860800"/>
          <p14:tracePt t="8336" x="2328863" y="3883025"/>
          <p14:tracePt t="8353" x="2359025" y="3919538"/>
          <p14:tracePt t="8370" x="2379663" y="3962400"/>
          <p14:tracePt t="8386" x="2395538" y="4021138"/>
          <p14:tracePt t="8403" x="2409825" y="4056063"/>
          <p14:tracePt t="8420" x="2416175" y="4092575"/>
          <p14:tracePt t="8436" x="2416175" y="4106863"/>
          <p14:tracePt t="8470" x="2416175" y="4114800"/>
          <p14:tracePt t="8486" x="2416175" y="4129088"/>
          <p14:tracePt t="8575" x="2416175" y="4137025"/>
          <p14:tracePt t="8860" x="2416175" y="4143375"/>
          <p14:tracePt t="8868" x="2424113" y="4143375"/>
          <p14:tracePt t="8880" x="2438400" y="4157663"/>
          <p14:tracePt t="8893" x="2460625" y="4173538"/>
          <p14:tracePt t="8903" x="2489200" y="4187825"/>
          <p14:tracePt t="8920" x="2517775" y="4208463"/>
          <p14:tracePt t="8937" x="2540000" y="4230688"/>
          <p14:tracePt t="8953" x="2554288" y="4238625"/>
          <p14:tracePt t="8970" x="2568575" y="4252913"/>
          <p14:tracePt t="8987" x="2605088" y="4259263"/>
          <p14:tracePt t="9004" x="2649538" y="4281488"/>
          <p14:tracePt t="9020" x="2714625" y="4310063"/>
          <p14:tracePt t="9037" x="2771775" y="4325938"/>
          <p14:tracePt t="9055" x="2917825" y="4346575"/>
          <p14:tracePt t="9070" x="3033713" y="4360863"/>
          <p14:tracePt t="9087" x="3157538" y="4376738"/>
          <p14:tracePt t="9104" x="3243263" y="4376738"/>
          <p14:tracePt t="9120" x="3324225" y="4376738"/>
          <p14:tracePt t="9137" x="3389313" y="4376738"/>
          <p14:tracePt t="9154" x="3490913" y="4376738"/>
          <p14:tracePt t="9170" x="3598863" y="4376738"/>
          <p14:tracePt t="9187" x="3708400" y="4360863"/>
          <p14:tracePt t="9204" x="3795713" y="4346575"/>
          <p14:tracePt t="9220" x="3868738" y="4340225"/>
          <p14:tracePt t="9237" x="3954463" y="4332288"/>
          <p14:tracePt t="9253" x="4071938" y="4332288"/>
          <p14:tracePt t="9270" x="4275138" y="4340225"/>
          <p14:tracePt t="9287" x="4391025" y="4376738"/>
          <p14:tracePt t="9304" x="4433888" y="4391025"/>
          <p14:tracePt t="9321" x="4456113" y="4397375"/>
          <p14:tracePt t="9337" x="4462463" y="4405313"/>
          <p14:tracePt t="9386" x="4478338" y="4411663"/>
          <p14:tracePt t="9409" x="4492625" y="4411663"/>
          <p14:tracePt t="9416" x="4506913" y="4411663"/>
          <p14:tracePt t="9424" x="4529138" y="4411663"/>
          <p14:tracePt t="9437" x="4549775" y="4411663"/>
          <p14:tracePt t="9454" x="4673600" y="4340225"/>
          <p14:tracePt t="9470" x="4797425" y="4267200"/>
          <p14:tracePt t="9487" x="4941888" y="4179888"/>
          <p14:tracePt t="9503" x="5130800" y="4071938"/>
          <p14:tracePt t="9520" x="5334000" y="3933825"/>
          <p14:tracePt t="9537" x="5537200" y="3759200"/>
          <p14:tracePt t="9553" x="5748338" y="3584575"/>
          <p14:tracePt t="9570" x="5915025" y="3462338"/>
          <p14:tracePt t="9587" x="6110288" y="3344863"/>
          <p14:tracePt t="9604" x="6219825" y="3273425"/>
          <p14:tracePt t="9620" x="6335713" y="3192463"/>
          <p14:tracePt t="9637" x="6408738" y="3121025"/>
          <p14:tracePt t="9654" x="6545263" y="3011488"/>
          <p14:tracePt t="9671" x="6640513" y="2938463"/>
          <p14:tracePt t="9687" x="6719888" y="2924175"/>
          <p14:tracePt t="9703" x="6770688" y="2909888"/>
          <p14:tracePt t="9720" x="6784975" y="2909888"/>
          <p14:tracePt t="9737" x="6807200" y="2903538"/>
          <p14:tracePt t="9754" x="6815138" y="2903538"/>
          <p14:tracePt t="9770" x="6858000" y="2895600"/>
          <p14:tracePt t="9787" x="6908800" y="2887663"/>
          <p14:tracePt t="9803" x="6931025" y="2887663"/>
          <p14:tracePt t="9820" x="6945313" y="2887663"/>
          <p14:tracePt t="9837" x="6959600" y="2887663"/>
          <p14:tracePt t="9856" x="6967538" y="2887663"/>
          <p14:tracePt t="9870" x="6988175" y="2887663"/>
          <p14:tracePt t="9887" x="7038975" y="2895600"/>
          <p14:tracePt t="9904" x="7126288" y="2932113"/>
          <p14:tracePt t="9920" x="7221538" y="2982913"/>
          <p14:tracePt t="9937" x="7286625" y="3011488"/>
          <p14:tracePt t="9954" x="7343775" y="3048000"/>
          <p14:tracePt t="9970" x="7380288" y="3070225"/>
          <p14:tracePt t="9987" x="7408863" y="3098800"/>
          <p14:tracePt t="10004" x="7445375" y="3127375"/>
          <p14:tracePt t="10020" x="7459663" y="3157538"/>
          <p14:tracePt t="10037" x="7475538" y="3178175"/>
          <p14:tracePt t="10054" x="7496175" y="3228975"/>
          <p14:tracePt t="10070" x="7526338" y="3294063"/>
          <p14:tracePt t="10087" x="7577138" y="3389313"/>
          <p14:tracePt t="10104" x="7642225" y="3497263"/>
          <p14:tracePt t="10120" x="7699375" y="3592513"/>
          <p14:tracePt t="10137" x="7735888" y="3657600"/>
          <p14:tracePt t="10154" x="7772400" y="3730625"/>
          <p14:tracePt t="10170" x="7786688" y="3781425"/>
          <p14:tracePt t="10187" x="7808913" y="3838575"/>
          <p14:tracePt t="10204" x="7808913" y="3903663"/>
          <p14:tracePt t="10220" x="7808913" y="3976688"/>
          <p14:tracePt t="10237" x="7808913" y="4027488"/>
          <p14:tracePt t="10254" x="7808913" y="4078288"/>
          <p14:tracePt t="10270" x="7808913" y="4100513"/>
          <p14:tracePt t="10287" x="7800975" y="4122738"/>
          <p14:tracePt t="10304" x="7786688" y="4137025"/>
          <p14:tracePt t="10320" x="7772400" y="4157663"/>
          <p14:tracePt t="10337" x="7758113" y="4173538"/>
          <p14:tracePt t="10354" x="7743825" y="4187825"/>
          <p14:tracePt t="10370" x="7721600" y="4208463"/>
          <p14:tracePt t="10387" x="7685088" y="4230688"/>
          <p14:tracePt t="10404" x="7662863" y="4244975"/>
          <p14:tracePt t="10420" x="7634288" y="4259263"/>
          <p14:tracePt t="10437" x="7605713" y="4275138"/>
          <p14:tracePt t="10454" x="7577138" y="4281488"/>
          <p14:tracePt t="10470" x="7540625" y="4303713"/>
          <p14:tracePt t="10487" x="7489825" y="4310063"/>
          <p14:tracePt t="10504" x="7439025" y="4318000"/>
          <p14:tracePt t="10520" x="7366000" y="4332288"/>
          <p14:tracePt t="10537" x="7286625" y="4346575"/>
          <p14:tracePt t="10554" x="7205663" y="4346575"/>
          <p14:tracePt t="10571" x="7119938" y="4346575"/>
          <p14:tracePt t="10587" x="7032625" y="4346575"/>
          <p14:tracePt t="10604" x="6945313" y="4346575"/>
          <p14:tracePt t="10621" x="6865938" y="4346575"/>
          <p14:tracePt t="10637" x="6792913" y="4325938"/>
          <p14:tracePt t="10654" x="6705600" y="4295775"/>
          <p14:tracePt t="10670" x="6618288" y="4252913"/>
          <p14:tracePt t="10687" x="6530975" y="4194175"/>
          <p14:tracePt t="10704" x="6437313" y="4143375"/>
          <p14:tracePt t="10721" x="6357938" y="4100513"/>
          <p14:tracePt t="10737" x="6313488" y="4064000"/>
          <p14:tracePt t="10754" x="6284913" y="4035425"/>
          <p14:tracePt t="10771" x="6276975" y="4005263"/>
          <p14:tracePt t="10787" x="6262688" y="3962400"/>
          <p14:tracePt t="10804" x="6234113" y="3911600"/>
          <p14:tracePt t="10820" x="6219825" y="3824288"/>
          <p14:tracePt t="10837" x="6197600" y="3767138"/>
          <p14:tracePt t="10854" x="6197600" y="3716338"/>
          <p14:tracePt t="10870" x="6197600" y="3671888"/>
          <p14:tracePt t="10887" x="6197600" y="3649663"/>
          <p14:tracePt t="10904" x="6197600" y="3629025"/>
          <p14:tracePt t="10921" x="6197600" y="3584575"/>
          <p14:tracePt t="10937" x="6205538" y="3570288"/>
          <p14:tracePt t="10954" x="6219825" y="3527425"/>
          <p14:tracePt t="10971" x="6234113" y="3497263"/>
          <p14:tracePt t="10987" x="6256338" y="3468688"/>
          <p14:tracePt t="11004" x="6284913" y="3440113"/>
          <p14:tracePt t="11021" x="6299200" y="3425825"/>
          <p14:tracePt t="11037" x="6313488" y="3403600"/>
          <p14:tracePt t="11054" x="6321425" y="3389313"/>
          <p14:tracePt t="11055" x="6327775" y="3381375"/>
          <p14:tracePt t="11071" x="6335713" y="3375025"/>
          <p14:tracePt t="11087" x="6342063" y="3367088"/>
          <p14:tracePt t="11104" x="6350000" y="3367088"/>
          <p14:tracePt t="11408" x="6357938" y="3367088"/>
          <p14:tracePt t="11416" x="6350000" y="3367088"/>
          <p14:tracePt t="11424" x="6342063" y="3381375"/>
          <p14:tracePt t="11438" x="6313488" y="3403600"/>
          <p14:tracePt t="11454" x="6189663" y="3505200"/>
          <p14:tracePt t="11471" x="6073775" y="3584575"/>
          <p14:tracePt t="11487" x="5943600" y="3665538"/>
          <p14:tracePt t="11504" x="5791200" y="3736975"/>
          <p14:tracePt t="11521" x="5653088" y="3781425"/>
          <p14:tracePt t="11537" x="5522913" y="3817938"/>
          <p14:tracePt t="11554" x="5421313" y="3846513"/>
          <p14:tracePt t="11571" x="5341938" y="3852863"/>
          <p14:tracePt t="11574" x="5297488" y="3860800"/>
          <p14:tracePt t="11587" x="5268913" y="3875088"/>
          <p14:tracePt t="11604" x="5203825" y="3883025"/>
          <p14:tracePt t="11621" x="5145088" y="3897313"/>
          <p14:tracePt t="11638" x="5051425" y="3911600"/>
          <p14:tracePt t="11654" x="4949825" y="3919538"/>
          <p14:tracePt t="11671" x="4876800" y="3925888"/>
          <p14:tracePt t="11688" x="4818063" y="3940175"/>
          <p14:tracePt t="11704" x="4775200" y="3948113"/>
          <p14:tracePt t="11721" x="4732338" y="3954463"/>
          <p14:tracePt t="11738" x="4695825" y="3976688"/>
          <p14:tracePt t="11754" x="4659313" y="3984625"/>
          <p14:tracePt t="11771" x="4622800" y="4005263"/>
          <p14:tracePt t="11788" x="4594225" y="4005263"/>
          <p14:tracePt t="11804" x="4549775" y="4027488"/>
          <p14:tracePt t="11821" x="4521200" y="4035425"/>
          <p14:tracePt t="11838" x="4433888" y="4064000"/>
          <p14:tracePt t="11854" x="4368800" y="4071938"/>
          <p14:tracePt t="11871" x="4318000" y="4092575"/>
          <p14:tracePt t="11887" x="4267200" y="4100513"/>
          <p14:tracePt t="11904" x="4224338" y="4122738"/>
          <p14:tracePt t="11921" x="4187825" y="4129088"/>
          <p14:tracePt t="11938" x="4122738" y="4151313"/>
          <p14:tracePt t="11954" x="4100513" y="4157663"/>
          <p14:tracePt t="11972" x="4071938" y="4157663"/>
          <p14:tracePt t="11988" x="4049713" y="4173538"/>
          <p14:tracePt t="12021" x="4041775" y="4179888"/>
          <p14:tracePt t="12038" x="4035425" y="4179888"/>
          <p14:tracePt t="12054" x="4027488" y="4194175"/>
          <p14:tracePt t="12071" x="4027488" y="4202113"/>
          <p14:tracePt t="12088" x="4027488" y="4208463"/>
          <p14:tracePt t="12104" x="4027488" y="4216400"/>
          <p14:tracePt t="12121" x="4027488" y="4224338"/>
          <p14:tracePt t="12137" x="4027488" y="4230688"/>
          <p14:tracePt t="12154" x="4035425" y="4238625"/>
          <p14:tracePt t="12171" x="4056063" y="4244975"/>
          <p14:tracePt t="12188" x="4106863" y="4259263"/>
          <p14:tracePt t="12204" x="4143375" y="4267200"/>
          <p14:tracePt t="12223" x="4202113" y="4267200"/>
          <p14:tracePt t="12238" x="4224338" y="4267200"/>
          <p14:tracePt t="12254" x="4244975" y="4267200"/>
          <p14:tracePt t="12271" x="4303713" y="4252913"/>
          <p14:tracePt t="12288" x="4354513" y="4224338"/>
          <p14:tracePt t="12305" x="4383088" y="4194175"/>
          <p14:tracePt t="12321" x="4411663" y="4151313"/>
          <p14:tracePt t="12338" x="4433888" y="4100513"/>
          <p14:tracePt t="12354" x="4456113" y="4013200"/>
          <p14:tracePt t="12371" x="4456113" y="3911600"/>
          <p14:tracePt t="12388" x="4456113" y="3802063"/>
          <p14:tracePt t="12404" x="4433888" y="3716338"/>
          <p14:tracePt t="12421" x="4397375" y="3635375"/>
          <p14:tracePt t="12438" x="4368800" y="3570288"/>
          <p14:tracePt t="12454" x="4346575" y="3541713"/>
          <p14:tracePt t="12471" x="4325938" y="3513138"/>
          <p14:tracePt t="12488" x="4281488" y="3468688"/>
          <p14:tracePt t="12505" x="4230688" y="3411538"/>
          <p14:tracePt t="12521" x="4194175" y="3375025"/>
          <p14:tracePt t="12538" x="4129088" y="3338513"/>
          <p14:tracePt t="12554" x="4064000" y="3302000"/>
          <p14:tracePt t="12571" x="3970338" y="3265488"/>
          <p14:tracePt t="12574" x="3925888" y="3251200"/>
          <p14:tracePt t="12588" x="3868738" y="3236913"/>
          <p14:tracePt t="12604" x="3751263" y="3208338"/>
          <p14:tracePt t="12621" x="3598863" y="3186113"/>
          <p14:tracePt t="12638" x="3476625" y="3186113"/>
          <p14:tracePt t="12640" x="3417888" y="3186113"/>
          <p14:tracePt t="12654" x="3302000" y="3186113"/>
          <p14:tracePt t="12671" x="3157538" y="3192463"/>
          <p14:tracePt t="12688" x="2997200" y="3228975"/>
          <p14:tracePt t="12704" x="2844800" y="3279775"/>
          <p14:tracePt t="12721" x="2743200" y="3316288"/>
          <p14:tracePt t="12738" x="2641600" y="3367088"/>
          <p14:tracePt t="12754" x="2540000" y="3411538"/>
          <p14:tracePt t="12771" x="2460625" y="3454400"/>
          <p14:tracePt t="12788" x="2395538" y="3497263"/>
          <p14:tracePt t="12805" x="2351088" y="3533775"/>
          <p14:tracePt t="12821" x="2308225" y="3578225"/>
          <p14:tracePt t="12838" x="2263775" y="3657600"/>
          <p14:tracePt t="12855" x="2227263" y="3722688"/>
          <p14:tracePt t="12871" x="2206625" y="3795713"/>
          <p14:tracePt t="12888" x="2192338" y="3868738"/>
          <p14:tracePt t="12904" x="2176463" y="3925888"/>
          <p14:tracePt t="12921" x="2176463" y="3976688"/>
          <p14:tracePt t="12938" x="2176463" y="4013200"/>
          <p14:tracePt t="12955" x="2176463" y="4056063"/>
          <p14:tracePt t="12971" x="2176463" y="4092575"/>
          <p14:tracePt t="12988" x="2184400" y="4129088"/>
          <p14:tracePt t="13005" x="2206625" y="4173538"/>
          <p14:tracePt t="13021" x="2227263" y="4202113"/>
          <p14:tracePt t="13038" x="2235200" y="4230688"/>
          <p14:tracePt t="13055" x="2271713" y="4289425"/>
          <p14:tracePt t="13071" x="2300288" y="4318000"/>
          <p14:tracePt t="13088" x="2344738" y="4376738"/>
          <p14:tracePt t="13105" x="2373313" y="4397375"/>
          <p14:tracePt t="13121" x="2409825" y="4419600"/>
          <p14:tracePt t="13138" x="2438400" y="4456113"/>
          <p14:tracePt t="13155" x="2481263" y="4484688"/>
          <p14:tracePt t="13171" x="2532063" y="4513263"/>
          <p14:tracePt t="13188" x="2576513" y="4543425"/>
          <p14:tracePt t="13205" x="2633663" y="4572000"/>
          <p14:tracePt t="13222" x="2684463" y="4594225"/>
          <p14:tracePt t="13239" x="2786063" y="4622800"/>
          <p14:tracePt t="13255" x="2873375" y="4665663"/>
          <p14:tracePt t="13271" x="2960688" y="4695825"/>
          <p14:tracePt t="13288" x="3076575" y="4732338"/>
          <p14:tracePt t="13305" x="3186113" y="4752975"/>
          <p14:tracePt t="13321" x="3287713" y="4760913"/>
          <p14:tracePt t="13338" x="3389313" y="4783138"/>
          <p14:tracePt t="13355" x="3476625" y="4789488"/>
          <p14:tracePt t="13372" x="3556000" y="4789488"/>
          <p14:tracePt t="13388" x="3635375" y="4789488"/>
          <p14:tracePt t="13405" x="3700463" y="4789488"/>
          <p14:tracePt t="13421" x="3751263" y="4789488"/>
          <p14:tracePt t="13438" x="3781425" y="4789488"/>
          <p14:tracePt t="13455" x="3787775" y="4783138"/>
          <p14:tracePt t="13471" x="3817938" y="4760913"/>
          <p14:tracePt t="13488" x="3838575" y="4746625"/>
          <p14:tracePt t="13505" x="3852863" y="4732338"/>
          <p14:tracePt t="13522" x="3889375" y="4702175"/>
          <p14:tracePt t="13538" x="3919538" y="4673600"/>
          <p14:tracePt t="13555" x="3925888" y="4645025"/>
          <p14:tracePt t="13571" x="3948113" y="4614863"/>
          <p14:tracePt t="13574" x="3948113" y="4608513"/>
          <p14:tracePt t="13588" x="3954463" y="4600575"/>
          <p14:tracePt t="13605" x="3970338" y="4579938"/>
          <p14:tracePt t="13621" x="3976688" y="4564063"/>
          <p14:tracePt t="13638" x="3984625" y="4535488"/>
          <p14:tracePt t="13655" x="3990975" y="4529138"/>
          <p14:tracePt t="13672" x="3998913" y="4513263"/>
          <p14:tracePt t="13705" x="3998913" y="4506913"/>
          <p14:tracePt t="13735" x="3998913" y="4498975"/>
          <p14:tracePt t="13775" x="3998913" y="4492625"/>
          <p14:tracePt t="13791" x="4005263" y="4492625"/>
          <p14:tracePt t="17305" x="4027488" y="4470400"/>
          <p14:tracePt t="17312" x="4041775" y="4448175"/>
          <p14:tracePt t="17323" x="4078288" y="4419600"/>
          <p14:tracePt t="17339" x="4157663" y="4346575"/>
          <p14:tracePt t="17356" x="4303713" y="4224338"/>
          <p14:tracePt t="17373" x="4448175" y="4114800"/>
          <p14:tracePt t="17389" x="4572000" y="4021138"/>
          <p14:tracePt t="17406" x="4695825" y="3925888"/>
          <p14:tracePt t="17423" x="4767263" y="3889375"/>
          <p14:tracePt t="17439" x="4840288" y="3832225"/>
          <p14:tracePt t="17457" x="4964113" y="3736975"/>
          <p14:tracePt t="17474" x="5080000" y="3635375"/>
          <p14:tracePt t="17489" x="5159375" y="3563938"/>
          <p14:tracePt t="17506" x="5240338" y="3490913"/>
          <p14:tracePt t="17523" x="5283200" y="3446463"/>
          <p14:tracePt t="17539" x="5305425" y="3417888"/>
          <p14:tracePt t="17556" x="5348288" y="3367088"/>
          <p14:tracePt t="17573" x="5427663" y="3265488"/>
          <p14:tracePt t="17577" x="5457825" y="3214688"/>
          <p14:tracePt t="17589" x="5494338" y="3178175"/>
          <p14:tracePt t="17606" x="5551488" y="3098800"/>
          <p14:tracePt t="17623" x="5602288" y="3019425"/>
          <p14:tracePt t="17639" x="5624513" y="2989263"/>
          <p14:tracePt t="17656" x="5638800" y="2968625"/>
          <p14:tracePt t="17673" x="5661025" y="2938463"/>
          <p14:tracePt t="17690" x="5689600" y="2903538"/>
          <p14:tracePt t="17706" x="5726113" y="2873375"/>
          <p14:tracePt t="17723" x="5732463" y="2867025"/>
          <p14:tracePt t="17740" x="5740400" y="2867025"/>
          <p14:tracePt t="17758" x="5754688" y="2859088"/>
          <p14:tracePt t="17773" x="5762625" y="2852738"/>
          <p14:tracePt t="17790" x="5768975" y="2852738"/>
          <p14:tracePt t="17806" x="5813425" y="2852738"/>
          <p14:tracePt t="17823" x="5921375" y="2852738"/>
          <p14:tracePt t="17839" x="6037263" y="2852738"/>
          <p14:tracePt t="17856" x="6154738" y="2873375"/>
          <p14:tracePt t="17873" x="6262688" y="2903538"/>
          <p14:tracePt t="17890" x="6357938" y="2938463"/>
          <p14:tracePt t="17906" x="6408738" y="2960688"/>
          <p14:tracePt t="17923" x="6465888" y="2974975"/>
          <p14:tracePt t="17941" x="6538913" y="2997200"/>
          <p14:tracePt t="17957" x="6632575" y="3025775"/>
          <p14:tracePt t="17959" x="6677025" y="3040063"/>
          <p14:tracePt t="17973" x="6713538" y="3048000"/>
          <p14:tracePt t="17990" x="6843713" y="3090863"/>
          <p14:tracePt t="18006" x="6923088" y="3127375"/>
          <p14:tracePt t="18023" x="6973888" y="3149600"/>
          <p14:tracePt t="18040" x="7032625" y="3171825"/>
          <p14:tracePt t="18056" x="7069138" y="3192463"/>
          <p14:tracePt t="18073" x="7112000" y="3208338"/>
          <p14:tracePt t="18089" x="7154863" y="3222625"/>
          <p14:tracePt t="18106" x="7205663" y="3236913"/>
          <p14:tracePt t="18123" x="7242175" y="3251200"/>
          <p14:tracePt t="18140" x="7256463" y="3259138"/>
          <p14:tracePt t="18156" x="7286625" y="3279775"/>
          <p14:tracePt t="18173" x="7300913" y="3287713"/>
          <p14:tracePt t="18190" x="7343775" y="3316288"/>
          <p14:tracePt t="18207" x="7351713" y="3330575"/>
          <p14:tracePt t="18223" x="7380288" y="3367088"/>
          <p14:tracePt t="18240" x="7394575" y="3389313"/>
          <p14:tracePt t="18256" x="7402513" y="3425825"/>
          <p14:tracePt t="18273" x="7416800" y="3454400"/>
          <p14:tracePt t="18290" x="7424738" y="3490913"/>
          <p14:tracePt t="18306" x="7431088" y="3533775"/>
          <p14:tracePt t="18323" x="7453313" y="3570288"/>
          <p14:tracePt t="18340" x="7467600" y="3614738"/>
          <p14:tracePt t="18356" x="7481888" y="3635375"/>
          <p14:tracePt t="18373" x="7489825" y="3665538"/>
          <p14:tracePt t="18390" x="7496175" y="3708400"/>
          <p14:tracePt t="18406" x="7504113" y="3736975"/>
          <p14:tracePt t="18423" x="7504113" y="3759200"/>
          <p14:tracePt t="18441" x="7504113" y="3781425"/>
          <p14:tracePt t="18457" x="7504113" y="3795713"/>
          <p14:tracePt t="18473" x="7504113" y="3817938"/>
          <p14:tracePt t="18490" x="7504113" y="3832225"/>
          <p14:tracePt t="18507" x="7489825" y="3852863"/>
          <p14:tracePt t="18523" x="7475538" y="3883025"/>
          <p14:tracePt t="18540" x="7453313" y="3911600"/>
          <p14:tracePt t="18556" x="7445375" y="3925888"/>
          <p14:tracePt t="18573" x="7431088" y="3948113"/>
          <p14:tracePt t="18590" x="7416800" y="3962400"/>
          <p14:tracePt t="18606" x="7394575" y="3990975"/>
          <p14:tracePt t="18623" x="7373938" y="4013200"/>
          <p14:tracePt t="18640" x="7329488" y="4041775"/>
          <p14:tracePt t="18657" x="7300913" y="4064000"/>
          <p14:tracePt t="18673" x="7264400" y="4092575"/>
          <p14:tracePt t="18690" x="7242175" y="4106863"/>
          <p14:tracePt t="18707" x="7221538" y="4122738"/>
          <p14:tracePt t="18724" x="7191375" y="4137025"/>
          <p14:tracePt t="18740" x="7162800" y="4157663"/>
          <p14:tracePt t="18756" x="7134225" y="4165600"/>
          <p14:tracePt t="18773" x="7089775" y="4179888"/>
          <p14:tracePt t="18790" x="7069138" y="4194175"/>
          <p14:tracePt t="18807" x="7032625" y="4208463"/>
          <p14:tracePt t="18823" x="7002463" y="4216400"/>
          <p14:tracePt t="18840" x="6973888" y="4224338"/>
          <p14:tracePt t="18857" x="6959600" y="4224338"/>
          <p14:tracePt t="18873" x="6945313" y="4230688"/>
          <p14:tracePt t="18890" x="6916738" y="4238625"/>
          <p14:tracePt t="18907" x="6894513" y="4238625"/>
          <p14:tracePt t="18923" x="6865938" y="4244975"/>
          <p14:tracePt t="18942" x="6807200" y="4252913"/>
          <p14:tracePt t="18957" x="6799263" y="4252913"/>
          <p14:tracePt t="18973" x="6764338" y="4252913"/>
          <p14:tracePt t="18990" x="6719888" y="4252913"/>
          <p14:tracePt t="19007" x="6683375" y="4252913"/>
          <p14:tracePt t="19023" x="6654800" y="4252913"/>
          <p14:tracePt t="19040" x="6618288" y="4252913"/>
          <p14:tracePt t="19057" x="6567488" y="4252913"/>
          <p14:tracePt t="19073" x="6524625" y="4252913"/>
          <p14:tracePt t="19090" x="6488113" y="4252913"/>
          <p14:tracePt t="19107" x="6451600" y="4252913"/>
          <p14:tracePt t="19123" x="6408738" y="4252913"/>
          <p14:tracePt t="19140" x="6372225" y="4252913"/>
          <p14:tracePt t="19157" x="6327775" y="4252913"/>
          <p14:tracePt t="19173" x="6299200" y="4252913"/>
          <p14:tracePt t="19190" x="6270625" y="4244975"/>
          <p14:tracePt t="19193" x="6256338" y="4238625"/>
          <p14:tracePt t="19206" x="6240463" y="4238625"/>
          <p14:tracePt t="19223" x="6205538" y="4230688"/>
          <p14:tracePt t="19241" x="6189663" y="4216400"/>
          <p14:tracePt t="19258" x="6169025" y="4216400"/>
          <p14:tracePt t="19273" x="6154738" y="4216400"/>
          <p14:tracePt t="19290" x="6146800" y="4208463"/>
          <p14:tracePt t="19307" x="6124575" y="4202113"/>
          <p14:tracePt t="19340" x="6118225" y="4194175"/>
          <p14:tracePt t="19357" x="6103938" y="4187825"/>
          <p14:tracePt t="19373" x="6088063" y="4187825"/>
          <p14:tracePt t="19390" x="6073775" y="4179888"/>
          <p14:tracePt t="19407" x="6067425" y="4173538"/>
          <p14:tracePt t="19440" x="6059488" y="4165600"/>
          <p14:tracePt t="19465" x="6053138" y="4165600"/>
          <p14:tracePt t="19488" x="6045200" y="4165600"/>
          <p14:tracePt t="19497" x="6045200" y="4157663"/>
          <p14:tracePt t="19537" x="6037263" y="4157663"/>
          <p14:tracePt t="19584" x="6030913" y="4151313"/>
          <p14:tracePt t="19617" x="6022975" y="4151313"/>
          <p14:tracePt t="19721" x="6022975" y="4143375"/>
          <p14:tracePt t="19776" x="6016625" y="4137025"/>
          <p14:tracePt t="19801" x="6008688" y="4137025"/>
          <p14:tracePt t="19809" x="6002338" y="4129088"/>
          <p14:tracePt t="19824" x="5994400" y="4129088"/>
          <p14:tracePt t="19857" x="5980113" y="4129088"/>
          <p14:tracePt t="19864" x="5980113" y="4122738"/>
          <p14:tracePt t="19898" x="5972175" y="4122738"/>
          <p14:tracePt t="19920" x="5965825" y="4122738"/>
          <p14:tracePt t="19952" x="5957888" y="4122738"/>
          <p14:tracePt t="19985" x="5951538" y="4114800"/>
          <p14:tracePt t="19993" x="5951538" y="4106863"/>
          <p14:tracePt t="20065" x="5943600" y="4106863"/>
          <p14:tracePt t="21098" x="5935663" y="4100513"/>
          <p14:tracePt t="21104" x="5915025" y="4092575"/>
          <p14:tracePt t="21112" x="5900738" y="4092575"/>
          <p14:tracePt t="21124" x="5884863" y="4086225"/>
          <p14:tracePt t="21140" x="5856288" y="4078288"/>
          <p14:tracePt t="21157" x="5834063" y="4071938"/>
          <p14:tracePt t="21174" x="5827713" y="4071938"/>
          <p14:tracePt t="21471" x="5819775" y="4071938"/>
          <p14:tracePt t="22136" x="5805488" y="4064000"/>
          <p14:tracePt t="22152" x="5805488" y="4056063"/>
          <p14:tracePt t="22159" x="5799138" y="4049713"/>
          <p14:tracePt t="22176" x="5799138" y="4041775"/>
          <p14:tracePt t="22368" x="5799138" y="4035425"/>
          <p14:tracePt t="22383" x="5799138" y="4027488"/>
          <p14:tracePt t="22392" x="5813425" y="4013200"/>
          <p14:tracePt t="22399" x="5819775" y="4013200"/>
          <p14:tracePt t="22407" x="5827713" y="4013200"/>
          <p14:tracePt t="22424" x="5856288" y="3998913"/>
          <p14:tracePt t="22441" x="5884863" y="3984625"/>
          <p14:tracePt t="22457" x="5915025" y="3976688"/>
          <p14:tracePt t="22474" x="5943600" y="3962400"/>
          <p14:tracePt t="22491" x="5965825" y="3962400"/>
          <p14:tracePt t="22508" x="5994400" y="3948113"/>
          <p14:tracePt t="22524" x="6045200" y="3925888"/>
          <p14:tracePt t="22541" x="6081713" y="3911600"/>
          <p14:tracePt t="22558" x="6146800" y="3897313"/>
          <p14:tracePt t="22574" x="6240463" y="3860800"/>
          <p14:tracePt t="22591" x="6321425" y="3846513"/>
          <p14:tracePt t="22608" x="6451600" y="3817938"/>
          <p14:tracePt t="22624" x="6611938" y="3795713"/>
          <p14:tracePt t="22641" x="6821488" y="3781425"/>
          <p14:tracePt t="22657" x="7089775" y="3751263"/>
          <p14:tracePt t="22674" x="7292975" y="3730625"/>
          <p14:tracePt t="22691" x="7453313" y="3700463"/>
          <p14:tracePt t="22708" x="7546975" y="3665538"/>
          <p14:tracePt t="22724" x="7561263" y="3657600"/>
          <p14:tracePt t="22741" x="7577138" y="3649663"/>
          <p14:tracePt t="22758" x="7577138" y="3635375"/>
          <p14:tracePt t="22774" x="7583488" y="3629025"/>
          <p14:tracePt t="22791" x="7583488" y="3606800"/>
          <p14:tracePt t="22808" x="7583488" y="3598863"/>
          <p14:tracePt t="22824" x="7583488" y="3578225"/>
          <p14:tracePt t="22841" x="7583488" y="3556000"/>
          <p14:tracePt t="22858" x="7583488" y="3533775"/>
          <p14:tracePt t="22874" x="7583488" y="3513138"/>
          <p14:tracePt t="22891" x="7583488" y="3482975"/>
          <p14:tracePt t="22908" x="7569200" y="3417888"/>
          <p14:tracePt t="22924" x="7554913" y="3330575"/>
          <p14:tracePt t="22942" x="7504113" y="3157538"/>
          <p14:tracePt t="22958" x="7496175" y="3070225"/>
          <p14:tracePt t="22974" x="7489825" y="3011488"/>
          <p14:tracePt t="22991" x="7496175" y="2946400"/>
          <p14:tracePt t="23008" x="7518400" y="2873375"/>
          <p14:tracePt t="23024" x="7554913" y="2816225"/>
          <p14:tracePt t="23041" x="7583488" y="2765425"/>
          <p14:tracePt t="23058" x="7627938" y="2728913"/>
          <p14:tracePt t="23074" x="7662863" y="2692400"/>
          <p14:tracePt t="23091" x="7735888" y="2655888"/>
          <p14:tracePt t="23108" x="7772400" y="2641600"/>
          <p14:tracePt t="23124" x="7808913" y="2613025"/>
          <p14:tracePt t="23141" x="7845425" y="2582863"/>
          <p14:tracePt t="23158" x="7896225" y="2562225"/>
          <p14:tracePt t="23175" x="8034338" y="2525713"/>
          <p14:tracePt t="23191" x="8142288" y="2517775"/>
          <p14:tracePt t="23208" x="8251825" y="2517775"/>
          <p14:tracePt t="23224" x="8331200" y="2517775"/>
          <p14:tracePt t="23241" x="8404225" y="2517775"/>
          <p14:tracePt t="23258" x="8469313" y="2517775"/>
          <p14:tracePt t="23275" x="8505825" y="2517775"/>
          <p14:tracePt t="23291" x="8562975" y="2517775"/>
          <p14:tracePt t="23308" x="8613775" y="2517775"/>
          <p14:tracePt t="23325" x="8672513" y="2532063"/>
          <p14:tracePt t="23341" x="8723313" y="2547938"/>
          <p14:tracePt t="23358" x="8824913" y="2562225"/>
          <p14:tracePt t="23375" x="8912225" y="2582863"/>
          <p14:tracePt t="23391" x="8999538" y="2613025"/>
          <p14:tracePt t="23408" x="9115425" y="2641600"/>
          <p14:tracePt t="23425" x="9209088" y="2678113"/>
          <p14:tracePt t="23441" x="9310688" y="2714625"/>
          <p14:tracePt t="23458" x="9420225" y="2765425"/>
          <p14:tracePt t="23475" x="9542463" y="2816225"/>
          <p14:tracePt t="23491" x="9644063" y="2859088"/>
          <p14:tracePt t="23508" x="9725025" y="2895600"/>
          <p14:tracePt t="23524" x="9782175" y="2924175"/>
          <p14:tracePt t="23541" x="9832975" y="2954338"/>
          <p14:tracePt t="23558" x="9891713" y="2997200"/>
          <p14:tracePt t="23575" x="9934575" y="3033713"/>
          <p14:tracePt t="23591" x="9971088" y="3062288"/>
          <p14:tracePt t="23608" x="9993313" y="3090863"/>
          <p14:tracePt t="23624" x="10015538" y="3121025"/>
          <p14:tracePt t="23641" x="10021888" y="3141663"/>
          <p14:tracePt t="23658" x="10036175" y="3163888"/>
          <p14:tracePt t="23675" x="10044113" y="3178175"/>
          <p14:tracePt t="23691" x="10058400" y="3200400"/>
          <p14:tracePt t="23708" x="10066338" y="3222625"/>
          <p14:tracePt t="23725" x="10066338" y="3251200"/>
          <p14:tracePt t="23741" x="10072688" y="3273425"/>
          <p14:tracePt t="23758" x="10072688" y="3294063"/>
          <p14:tracePt t="23775" x="10094913" y="3344863"/>
          <p14:tracePt t="23791" x="10117138" y="3389313"/>
          <p14:tracePt t="23808" x="10145713" y="3468688"/>
          <p14:tracePt t="23825" x="10182225" y="3541713"/>
          <p14:tracePt t="23841" x="10218738" y="3629025"/>
          <p14:tracePt t="23858" x="10253663" y="3700463"/>
          <p14:tracePt t="23875" x="10269538" y="3751263"/>
          <p14:tracePt t="23891" x="10290175" y="3802063"/>
          <p14:tracePt t="23909" x="10312400" y="3883025"/>
          <p14:tracePt t="23926" x="10334625" y="3954463"/>
          <p14:tracePt t="23942" x="10348913" y="4005263"/>
          <p14:tracePt t="23958" x="10391775" y="4100513"/>
          <p14:tracePt t="23975" x="10414000" y="4151313"/>
          <p14:tracePt t="23991" x="10421938" y="4194175"/>
          <p14:tracePt t="24008" x="10428288" y="4224338"/>
          <p14:tracePt t="24025" x="10428288" y="4244975"/>
          <p14:tracePt t="24041" x="10414000" y="4281488"/>
          <p14:tracePt t="24058" x="10385425" y="4303713"/>
          <p14:tracePt t="24075" x="10355263" y="4325938"/>
          <p14:tracePt t="24092" x="10326688" y="4346575"/>
          <p14:tracePt t="24108" x="10312400" y="4360863"/>
          <p14:tracePt t="24125" x="10290175" y="4376738"/>
          <p14:tracePt t="24142" x="10275888" y="4383088"/>
          <p14:tracePt t="24158" x="10261600" y="4397375"/>
          <p14:tracePt t="24175" x="10239375" y="4405313"/>
          <p14:tracePt t="24191" x="10218738" y="4427538"/>
          <p14:tracePt t="24208" x="10202863" y="4441825"/>
          <p14:tracePt t="24225" x="10188575" y="4448175"/>
          <p14:tracePt t="24241" x="10160000" y="4462463"/>
          <p14:tracePt t="24258" x="10145713" y="4478338"/>
          <p14:tracePt t="24275" x="10123488" y="4492625"/>
          <p14:tracePt t="24291" x="10086975" y="4506913"/>
          <p14:tracePt t="24308" x="10058400" y="4529138"/>
          <p14:tracePt t="24325" x="10036175" y="4529138"/>
          <p14:tracePt t="24342" x="10015538" y="4543425"/>
          <p14:tracePt t="24358" x="9993313" y="4549775"/>
          <p14:tracePt t="24375" x="9985375" y="4549775"/>
          <p14:tracePt t="24391" x="9956800" y="4557713"/>
          <p14:tracePt t="24408" x="9920288" y="4557713"/>
          <p14:tracePt t="24425" x="9891713" y="4564063"/>
          <p14:tracePt t="24442" x="9863138" y="4572000"/>
          <p14:tracePt t="24458" x="9847263" y="4572000"/>
          <p14:tracePt t="24475" x="9832975" y="4572000"/>
          <p14:tracePt t="24492" x="9818688" y="4572000"/>
          <p14:tracePt t="24508" x="9804400" y="4572000"/>
          <p14:tracePt t="24525" x="9796463" y="4572000"/>
          <p14:tracePt t="24551" x="9790113" y="4572000"/>
          <p14:tracePt t="25256" x="9775825" y="4579938"/>
          <p14:tracePt t="25344" x="9767888" y="4579938"/>
          <p14:tracePt t="25351" x="9753600" y="4586288"/>
          <p14:tracePt t="25359" x="9745663" y="4594225"/>
          <p14:tracePt t="25376" x="9739313" y="4594225"/>
          <p14:tracePt t="25392" x="9694863" y="4594225"/>
          <p14:tracePt t="25409" x="9666288" y="4594225"/>
          <p14:tracePt t="25712" x="9666288" y="4614863"/>
          <p14:tracePt t="25720" x="9680575" y="4614863"/>
          <p14:tracePt t="25727" x="9694863" y="4637088"/>
          <p14:tracePt t="25742" x="9725025" y="4659313"/>
          <p14:tracePt t="25759" x="9731375" y="4665663"/>
          <p14:tracePt t="25775" x="9739313" y="4681538"/>
          <p14:tracePt t="26296" x="9739313" y="4687888"/>
          <p14:tracePt t="26352" x="9745663" y="4687888"/>
          <p14:tracePt t="26407" x="9753600" y="4687888"/>
          <p14:tracePt t="26463" x="9761538" y="4681538"/>
          <p14:tracePt t="26512" x="9767888" y="4673600"/>
          <p14:tracePt t="26872" x="9767888" y="4665663"/>
          <p14:tracePt t="29004" x="9767888" y="4651375"/>
          <p14:tracePt t="29010" x="9775825" y="4637088"/>
          <p14:tracePt t="29018" x="9790113" y="4622800"/>
          <p14:tracePt t="29026" x="9804400" y="4608513"/>
          <p14:tracePt t="29043" x="9855200" y="4579938"/>
          <p14:tracePt t="29060" x="9883775" y="4557713"/>
          <p14:tracePt t="29077" x="9920288" y="4535488"/>
          <p14:tracePt t="29080" x="9948863" y="4529138"/>
          <p14:tracePt t="29093" x="9964738" y="4521200"/>
          <p14:tracePt t="29110" x="9999663" y="4498975"/>
          <p14:tracePt t="29127" x="10021888" y="4484688"/>
          <p14:tracePt t="29143" x="10036175" y="4470400"/>
          <p14:tracePt t="29160" x="10072688" y="4441825"/>
          <p14:tracePt t="29177" x="10109200" y="4419600"/>
          <p14:tracePt t="29195" x="10137775" y="4405313"/>
          <p14:tracePt t="29210" x="10152063" y="4391025"/>
          <p14:tracePt t="29228" x="10160000" y="4391025"/>
          <p14:tracePt t="29243" x="10160000" y="4376738"/>
          <p14:tracePt t="29260" x="10167938" y="4368800"/>
          <p14:tracePt t="29277" x="10167938" y="4354513"/>
          <p14:tracePt t="29293" x="10167938" y="4332288"/>
          <p14:tracePt t="29311" x="10167938" y="4289425"/>
          <p14:tracePt t="29326" x="10167938" y="4259263"/>
          <p14:tracePt t="29343" x="10167938" y="4208463"/>
          <p14:tracePt t="29360" x="10160000" y="4165600"/>
          <p14:tracePt t="29377" x="10152063" y="4122738"/>
          <p14:tracePt t="29393" x="10145713" y="4078288"/>
          <p14:tracePt t="29410" x="10137775" y="4027488"/>
          <p14:tracePt t="29427" x="10131425" y="3976688"/>
          <p14:tracePt t="29443" x="10109200" y="3919538"/>
          <p14:tracePt t="29460" x="10072688" y="3852863"/>
          <p14:tracePt t="29477" x="10058400" y="3810000"/>
          <p14:tracePt t="29493" x="10050463" y="3773488"/>
          <p14:tracePt t="29511" x="10044113" y="3730625"/>
          <p14:tracePt t="29526" x="10044113" y="3716338"/>
          <p14:tracePt t="29543" x="10044113" y="3694113"/>
          <p14:tracePt t="29561" x="10044113" y="3686175"/>
          <p14:tracePt t="29577" x="10044113" y="3671888"/>
          <p14:tracePt t="29689" x="10029825" y="3665538"/>
          <p14:tracePt t="29697" x="10007600" y="3665538"/>
          <p14:tracePt t="29710" x="9913938" y="3686175"/>
          <p14:tracePt t="29727" x="9790113" y="3708400"/>
          <p14:tracePt t="29743" x="9629775" y="3716338"/>
          <p14:tracePt t="29760" x="9485313" y="3716338"/>
          <p14:tracePt t="29777" x="9369425" y="3716338"/>
          <p14:tracePt t="29793" x="9288463" y="3708400"/>
          <p14:tracePt t="29810" x="9202738" y="3700463"/>
          <p14:tracePt t="29827" x="9129713" y="3686175"/>
          <p14:tracePt t="29843" x="9028113" y="3665538"/>
          <p14:tracePt t="29860" x="8912225" y="3635375"/>
          <p14:tracePt t="29877" x="8816975" y="3629025"/>
          <p14:tracePt t="29893" x="8751888" y="3606800"/>
          <p14:tracePt t="29910" x="8672513" y="3584575"/>
          <p14:tracePt t="29927" x="8650288" y="3578225"/>
          <p14:tracePt t="29943" x="8599488" y="3563938"/>
          <p14:tracePt t="29960" x="8562975" y="3548063"/>
          <p14:tracePt t="29977" x="8520113" y="3541713"/>
          <p14:tracePt t="29993" x="8512175" y="3541713"/>
          <p14:tracePt t="30010" x="8497888" y="3527425"/>
          <p14:tracePt t="30027" x="8491538" y="3527425"/>
          <p14:tracePt t="30043" x="8475663" y="3513138"/>
          <p14:tracePt t="30060" x="8461375" y="3505200"/>
          <p14:tracePt t="30093" x="8461375" y="3490913"/>
          <p14:tracePt t="30110" x="8461375" y="3482975"/>
          <p14:tracePt t="30127" x="8461375" y="3440113"/>
          <p14:tracePt t="30144" x="8461375" y="3417888"/>
          <p14:tracePt t="30160" x="8461375" y="3411538"/>
          <p14:tracePt t="30177" x="8461375" y="3395663"/>
          <p14:tracePt t="30194" x="8475663" y="3375025"/>
          <p14:tracePt t="30210" x="8491538" y="3360738"/>
          <p14:tracePt t="30227" x="8520113" y="3330575"/>
          <p14:tracePt t="30243" x="8542338" y="3316288"/>
          <p14:tracePt t="30260" x="8548688" y="3309938"/>
          <p14:tracePt t="30277" x="8577263" y="3287713"/>
          <p14:tracePt t="30293" x="8599488" y="3279775"/>
          <p14:tracePt t="30310" x="8650288" y="3265488"/>
          <p14:tracePt t="30327" x="8701088" y="3251200"/>
          <p14:tracePt t="30343" x="8759825" y="3228975"/>
          <p14:tracePt t="30361" x="8796338" y="3222625"/>
          <p14:tracePt t="30377" x="8831263" y="3208338"/>
          <p14:tracePt t="30393" x="8867775" y="3208338"/>
          <p14:tracePt t="30410" x="8912225" y="3200400"/>
          <p14:tracePt t="30427" x="8963025" y="3200400"/>
          <p14:tracePt t="30445" x="9013825" y="3200400"/>
          <p14:tracePt t="30460" x="9064625" y="3200400"/>
          <p14:tracePt t="30477" x="9093200" y="3200400"/>
          <p14:tracePt t="30494" x="9121775" y="3200400"/>
          <p14:tracePt t="30511" x="9151938" y="3200400"/>
          <p14:tracePt t="30527" x="9180513" y="3200400"/>
          <p14:tracePt t="30544" x="9209088" y="3200400"/>
          <p14:tracePt t="30560" x="9231313" y="3208338"/>
          <p14:tracePt t="30577" x="9253538" y="3214688"/>
          <p14:tracePt t="30594" x="9274175" y="3214688"/>
          <p14:tracePt t="30610" x="9304338" y="3228975"/>
          <p14:tracePt t="30627" x="9347200" y="3243263"/>
          <p14:tracePt t="30644" x="9412288" y="3265488"/>
          <p14:tracePt t="30660" x="9463088" y="3287713"/>
          <p14:tracePt t="30677" x="9491663" y="3294063"/>
          <p14:tracePt t="30694" x="9513888" y="3309938"/>
          <p14:tracePt t="30710" x="9528175" y="3324225"/>
          <p14:tracePt t="30728" x="9550400" y="3338513"/>
          <p14:tracePt t="30744" x="9564688" y="3344863"/>
          <p14:tracePt t="30760" x="9578975" y="3360738"/>
          <p14:tracePt t="30778" x="9593263" y="3367088"/>
          <p14:tracePt t="30794" x="9609138" y="3381375"/>
          <p14:tracePt t="30811" x="9615488" y="3395663"/>
          <p14:tracePt t="30827" x="9623425" y="3411538"/>
          <p14:tracePt t="30844" x="9623425" y="3425825"/>
          <p14:tracePt t="30860" x="9623425" y="3432175"/>
          <p14:tracePt t="30877" x="9629775" y="3432175"/>
          <p14:tracePt t="30894" x="9629775" y="3446463"/>
          <p14:tracePt t="30910" x="9629775" y="3454400"/>
          <p14:tracePt t="30927" x="9629775" y="3462338"/>
          <p14:tracePt t="30944" x="9629775" y="3468688"/>
          <p14:tracePt t="30960" x="9623425" y="3490913"/>
          <p14:tracePt t="30977" x="9615488" y="3505200"/>
          <p14:tracePt t="30994" x="9609138" y="3513138"/>
          <p14:tracePt t="31010" x="9601200" y="3519488"/>
          <p14:tracePt t="31027" x="9586913" y="3527425"/>
          <p14:tracePt t="31044" x="9586913" y="3533775"/>
          <p14:tracePt t="31060" x="9572625" y="3548063"/>
          <p14:tracePt t="31077" x="9564688" y="3556000"/>
          <p14:tracePt t="31098" x="9550400" y="3563938"/>
          <p14:tracePt t="31113" x="9550400" y="3570288"/>
          <p14:tracePt t="31130" x="9528175" y="3570288"/>
          <p14:tracePt t="31144" x="9521825" y="3584575"/>
          <p14:tracePt t="31161" x="9513888" y="3584575"/>
          <p14:tracePt t="31177" x="9499600" y="3592513"/>
          <p14:tracePt t="31194" x="9485313" y="3592513"/>
          <p14:tracePt t="31210" x="9477375" y="3598863"/>
          <p14:tracePt t="31227" x="9456738" y="3598863"/>
          <p14:tracePt t="31244" x="9440863" y="3606800"/>
          <p14:tracePt t="31277" x="9420225" y="3606800"/>
          <p14:tracePt t="31294" x="9412288" y="3606800"/>
          <p14:tracePt t="31311" x="9398000" y="3614738"/>
          <p14:tracePt t="31327" x="9390063" y="3614738"/>
          <p14:tracePt t="31344" x="9375775" y="3614738"/>
          <p14:tracePt t="31378" x="9369425" y="3614738"/>
          <p14:tracePt t="31394" x="9361488" y="3621088"/>
          <p14:tracePt t="31410" x="9355138" y="3621088"/>
          <p14:tracePt t="31432" x="9347200" y="3621088"/>
          <p14:tracePt t="31464" x="9339263" y="3621088"/>
          <p14:tracePt t="31473" x="9332913" y="3621088"/>
          <p14:tracePt t="31480" x="9324975" y="3621088"/>
          <p14:tracePt t="31494" x="9324975" y="3629025"/>
          <p14:tracePt t="31510" x="9304338" y="3629025"/>
          <p14:tracePt t="31527" x="9296400" y="3629025"/>
          <p14:tracePt t="31544" x="9282113" y="3629025"/>
          <p14:tracePt t="31560" x="9267825" y="3629025"/>
          <p14:tracePt t="31577" x="9245600" y="3635375"/>
          <p14:tracePt t="31594" x="9237663" y="3635375"/>
          <p14:tracePt t="31610" x="9223375" y="3635375"/>
          <p14:tracePt t="31627" x="9217025" y="3635375"/>
          <p14:tracePt t="31644" x="9202738" y="3635375"/>
          <p14:tracePt t="31661" x="9194800" y="3635375"/>
          <p14:tracePt t="31677" x="9186863" y="3635375"/>
          <p14:tracePt t="31694" x="9180513" y="3635375"/>
          <p14:tracePt t="31710" x="9172575" y="3635375"/>
          <p14:tracePt t="31745" x="9166225" y="3635375"/>
          <p14:tracePt t="31760" x="9158288" y="3635375"/>
          <p14:tracePt t="31792" x="9151938" y="3635375"/>
          <p14:tracePt t="33921" x="9158288" y="3635375"/>
          <p14:tracePt t="33937" x="9166225" y="3635375"/>
          <p14:tracePt t="33944" x="9172575" y="3635375"/>
          <p14:tracePt t="33952" x="9180513" y="3635375"/>
          <p14:tracePt t="33969" x="9194800" y="3629025"/>
          <p14:tracePt t="33984" x="9202738" y="3621088"/>
          <p14:tracePt t="34009" x="9209088" y="3621088"/>
          <p14:tracePt t="34105" x="9223375" y="3614738"/>
          <p14:tracePt t="34137" x="9231313" y="3606800"/>
          <p14:tracePt t="34152" x="9237663" y="3606800"/>
          <p14:tracePt t="34160" x="9245600" y="3606800"/>
          <p14:tracePt t="34168" x="9245600" y="3598863"/>
          <p14:tracePt t="34178" x="9267825" y="3592513"/>
          <p14:tracePt t="34195" x="9282113" y="3584575"/>
          <p14:tracePt t="34211" x="9296400" y="3578225"/>
          <p14:tracePt t="34228" x="9324975" y="3563938"/>
          <p14:tracePt t="34245" x="9339263" y="3556000"/>
          <p14:tracePt t="34261" x="9361488" y="3556000"/>
          <p14:tracePt t="34278" x="9398000" y="3541713"/>
          <p14:tracePt t="34295" x="9420225" y="3541713"/>
          <p14:tracePt t="34311" x="9440863" y="3533775"/>
          <p14:tracePt t="34328" x="9485313" y="3533775"/>
          <p14:tracePt t="34345" x="9521825" y="3533775"/>
          <p14:tracePt t="34361" x="9550400" y="3533775"/>
          <p14:tracePt t="34379" x="9572625" y="3533775"/>
          <p14:tracePt t="34395" x="9593263" y="3533775"/>
          <p14:tracePt t="34411" x="9615488" y="3533775"/>
          <p14:tracePt t="34428" x="9652000" y="3533775"/>
          <p14:tracePt t="34445" x="9666288" y="3533775"/>
          <p14:tracePt t="34462" x="9694863" y="3541713"/>
          <p14:tracePt t="34478" x="9710738" y="3563938"/>
          <p14:tracePt t="34495" x="9717088" y="3578225"/>
          <p14:tracePt t="34511" x="9739313" y="3598863"/>
          <p14:tracePt t="34528" x="9739313" y="3629025"/>
          <p14:tracePt t="34545" x="9753600" y="3657600"/>
          <p14:tracePt t="34561" x="9767888" y="3730625"/>
          <p14:tracePt t="34579" x="9767888" y="3787775"/>
          <p14:tracePt t="34583" x="9767888" y="3810000"/>
          <p14:tracePt t="34595" x="9767888" y="3838575"/>
          <p14:tracePt t="34612" x="9767888" y="3911600"/>
          <p14:tracePt t="34628" x="9761538" y="3962400"/>
          <p14:tracePt t="34645" x="9745663" y="4013200"/>
          <p14:tracePt t="34661" x="9731375" y="4041775"/>
          <p14:tracePt t="34678" x="9702800" y="4086225"/>
          <p14:tracePt t="34695" x="9680575" y="4114800"/>
          <p14:tracePt t="34711" x="9659938" y="4137025"/>
          <p14:tracePt t="34728" x="9629775" y="4165600"/>
          <p14:tracePt t="34745" x="9593263" y="4187825"/>
          <p14:tracePt t="34761" x="9558338" y="4208463"/>
          <p14:tracePt t="34778" x="9513888" y="4224338"/>
          <p14:tracePt t="34795" x="9426575" y="4244975"/>
          <p14:tracePt t="34811" x="9361488" y="4252913"/>
          <p14:tracePt t="34828" x="9288463" y="4267200"/>
          <p14:tracePt t="34845" x="9231313" y="4267200"/>
          <p14:tracePt t="34862" x="9172575" y="4267200"/>
          <p14:tracePt t="34879" x="9144000" y="4267200"/>
          <p14:tracePt t="34895" x="9136063" y="4267200"/>
          <p14:tracePt t="34912" x="9121775" y="4267200"/>
          <p14:tracePt t="34945" x="9107488" y="4267200"/>
          <p14:tracePt t="34962" x="9101138" y="4267200"/>
          <p14:tracePt t="34978" x="9093200" y="4267200"/>
          <p14:tracePt t="34995" x="9085263" y="4267200"/>
          <p14:tracePt t="35012" x="9070975" y="4267200"/>
          <p14:tracePt t="35045" x="9064625" y="4267200"/>
          <p14:tracePt t="36292" x="9064625" y="4275138"/>
          <p14:tracePt t="36301" x="9064625" y="4332288"/>
          <p14:tracePt t="36312" x="9085263" y="4535488"/>
          <p14:tracePt t="36329" x="9115425" y="4702175"/>
          <p14:tracePt t="36346" x="9107488" y="4760913"/>
          <p14:tracePt t="36363" x="8963025" y="4767263"/>
          <p14:tracePt t="36380" x="8469313" y="4614863"/>
          <p14:tracePt t="36396" x="7910513" y="4391025"/>
          <p14:tracePt t="36413" x="7489825" y="4244975"/>
          <p14:tracePt t="36429" x="7191375" y="4122738"/>
          <p14:tracePt t="36447" x="6538913" y="3832225"/>
          <p14:tracePt t="36463" x="6088063" y="3716338"/>
          <p14:tracePt t="36479" x="5689600" y="3643313"/>
          <p14:tracePt t="36495" x="5449888" y="3635375"/>
          <p14:tracePt t="36512" x="5240338" y="3635375"/>
          <p14:tracePt t="36529" x="5057775" y="3635375"/>
          <p14:tracePt t="36546" x="4876800" y="3635375"/>
          <p14:tracePt t="36562" x="4673600" y="3635375"/>
          <p14:tracePt t="36579" x="4462463" y="3635375"/>
          <p14:tracePt t="36585" x="4303713" y="3635375"/>
          <p14:tracePt t="36595" x="4027488" y="3635375"/>
          <p14:tracePt t="36612" x="3462338" y="3570288"/>
          <p14:tracePt t="36631" x="2982913" y="3556000"/>
          <p14:tracePt t="36645" x="2887663" y="3556000"/>
          <p14:tracePt t="36662" x="2751138" y="3556000"/>
          <p14:tracePt t="36679" x="2735263" y="3556000"/>
          <p14:tracePt t="36761" x="2728913" y="3556000"/>
          <p14:tracePt t="36777" x="2706688" y="3533775"/>
          <p14:tracePt t="36787" x="2670175" y="3482975"/>
          <p14:tracePt t="36796" x="2655888" y="3440113"/>
          <p14:tracePt t="36812" x="2590800" y="3338513"/>
          <p14:tracePt t="36829" x="2576513" y="3273425"/>
          <p14:tracePt t="36846" x="2562225" y="3208338"/>
          <p14:tracePt t="36862" x="2547938" y="3121025"/>
          <p14:tracePt t="36879" x="2517775" y="3055938"/>
          <p14:tracePt t="36897" x="2503488" y="2989263"/>
          <p14:tracePt t="36912" x="2474913" y="2903538"/>
          <p14:tracePt t="36929" x="2446338" y="2852738"/>
          <p14:tracePt t="36947" x="2430463" y="2822575"/>
          <p14:tracePt t="36962" x="2387600" y="2786063"/>
          <p14:tracePt t="36979" x="2328863" y="2765425"/>
          <p14:tracePt t="36997" x="2278063" y="2757488"/>
          <p14:tracePt t="37012" x="2198688" y="2743200"/>
          <p14:tracePt t="37029" x="2111375" y="2743200"/>
          <p14:tracePt t="37047" x="1952625" y="2743200"/>
          <p14:tracePt t="37063" x="1871663" y="2771775"/>
          <p14:tracePt t="37079" x="1778000" y="2816225"/>
          <p14:tracePt t="37096" x="1690688" y="2881313"/>
          <p14:tracePt t="37112" x="1597025" y="2946400"/>
          <p14:tracePt t="37129" x="1524000" y="3048000"/>
          <p14:tracePt t="37147" x="1465263" y="3149600"/>
          <p14:tracePt t="37162" x="1393825" y="3273425"/>
          <p14:tracePt t="37179" x="1335088" y="3395663"/>
          <p14:tracePt t="37196" x="1277938" y="3505200"/>
          <p14:tracePt t="37212" x="1255713" y="3592513"/>
          <p14:tracePt t="37229" x="1233488" y="3679825"/>
          <p14:tracePt t="37247" x="1233488" y="3795713"/>
          <p14:tracePt t="37262" x="1233488" y="3868738"/>
          <p14:tracePt t="37279" x="1233488" y="3933825"/>
          <p14:tracePt t="37296" x="1233488" y="3990975"/>
          <p14:tracePt t="37312" x="1284288" y="4137025"/>
          <p14:tracePt t="37329" x="1371600" y="4325938"/>
          <p14:tracePt t="37347" x="1414463" y="4419600"/>
          <p14:tracePt t="37362" x="1444625" y="4470400"/>
          <p14:tracePt t="37379" x="1473200" y="4498975"/>
          <p14:tracePt t="37397" x="1516063" y="4529138"/>
          <p14:tracePt t="37412" x="1566863" y="4564063"/>
          <p14:tracePt t="37414" x="1589088" y="4572000"/>
          <p14:tracePt t="37429" x="1625600" y="4594225"/>
          <p14:tracePt t="37446" x="1690688" y="4622800"/>
          <p14:tracePt t="37463" x="1865313" y="4681538"/>
          <p14:tracePt t="37479" x="2009775" y="4710113"/>
          <p14:tracePt t="37496" x="2147888" y="4746625"/>
          <p14:tracePt t="37513" x="2249488" y="4775200"/>
          <p14:tracePt t="37529" x="2322513" y="4789488"/>
          <p14:tracePt t="37546" x="2409825" y="4811713"/>
          <p14:tracePt t="37563" x="2489200" y="4818063"/>
          <p14:tracePt t="37579" x="2576513" y="4826000"/>
          <p14:tracePt t="37586" x="2633663" y="4826000"/>
          <p14:tracePt t="37596" x="2692400" y="4840288"/>
          <p14:tracePt t="37613" x="2836863" y="4840288"/>
          <p14:tracePt t="37630" x="3005138" y="4840288"/>
          <p14:tracePt t="37647" x="3273425" y="4840288"/>
          <p14:tracePt t="37662" x="3440113" y="4840288"/>
          <p14:tracePt t="37679" x="3563938" y="4840288"/>
          <p14:tracePt t="37696" x="3643313" y="4833938"/>
          <p14:tracePt t="37712" x="3694113" y="4803775"/>
          <p14:tracePt t="37729" x="3751263" y="4775200"/>
          <p14:tracePt t="37746" x="3810000" y="4710113"/>
          <p14:tracePt t="37763" x="3875088" y="4637088"/>
          <p14:tracePt t="37779" x="3970338" y="4521200"/>
          <p14:tracePt t="37796" x="4041775" y="4397375"/>
          <p14:tracePt t="37813" x="4064000" y="4289425"/>
          <p14:tracePt t="37829" x="4086225" y="4187825"/>
          <p14:tracePt t="37846" x="4086225" y="4100513"/>
          <p14:tracePt t="37862" x="4086225" y="3984625"/>
          <p14:tracePt t="37879" x="4064000" y="3868738"/>
          <p14:tracePt t="37896" x="3998913" y="3736975"/>
          <p14:tracePt t="37912" x="3948113" y="3614738"/>
          <p14:tracePt t="37929" x="3889375" y="3527425"/>
          <p14:tracePt t="37946" x="3852863" y="3468688"/>
          <p14:tracePt t="37962" x="3810000" y="3403600"/>
          <p14:tracePt t="37979" x="3744913" y="3330575"/>
          <p14:tracePt t="37996" x="3635375" y="3228975"/>
          <p14:tracePt t="38012" x="3505200" y="3135313"/>
          <p14:tracePt t="38029" x="3381375" y="3048000"/>
          <p14:tracePt t="38046" x="3265488" y="2997200"/>
          <p14:tracePt t="38062" x="3113088" y="2932113"/>
          <p14:tracePt t="38079" x="2982913" y="2895600"/>
          <p14:tracePt t="38096" x="2844800" y="2859088"/>
          <p14:tracePt t="38112" x="2678113" y="2836863"/>
          <p14:tracePt t="38129" x="2525713" y="2816225"/>
          <p14:tracePt t="38146" x="2373313" y="2801938"/>
          <p14:tracePt t="38162" x="2243138" y="2794000"/>
          <p14:tracePt t="38179" x="2082800" y="2794000"/>
          <p14:tracePt t="38196" x="1930400" y="2794000"/>
          <p14:tracePt t="38212" x="1785938" y="2794000"/>
          <p14:tracePt t="38229" x="1647825" y="2836863"/>
          <p14:tracePt t="38246" x="1531938" y="2881313"/>
          <p14:tracePt t="38262" x="1379538" y="2989263"/>
          <p14:tracePt t="38279" x="1298575" y="3062288"/>
          <p14:tracePt t="38296" x="1211263" y="3149600"/>
          <p14:tracePt t="38312" x="1131888" y="3259138"/>
          <p14:tracePt t="38329" x="1066800" y="3403600"/>
          <p14:tracePt t="38346" x="1023938" y="3541713"/>
          <p14:tracePt t="38362" x="993775" y="3679825"/>
          <p14:tracePt t="38379" x="979488" y="3787775"/>
          <p14:tracePt t="38396" x="973138" y="3897313"/>
          <p14:tracePt t="38412" x="950913" y="4005263"/>
          <p14:tracePt t="38429" x="950913" y="4122738"/>
          <p14:tracePt t="38446" x="957263" y="4252913"/>
          <p14:tracePt t="38463" x="1008063" y="4411663"/>
          <p14:tracePt t="38479" x="1038225" y="4478338"/>
          <p14:tracePt t="38496" x="1066800" y="4529138"/>
          <p14:tracePt t="38512" x="1089025" y="4572000"/>
          <p14:tracePt t="38529" x="1131888" y="4614863"/>
          <p14:tracePt t="38546" x="1196975" y="4681538"/>
          <p14:tracePt t="38563" x="1298575" y="4738688"/>
          <p14:tracePt t="38579" x="1363663" y="4775200"/>
          <p14:tracePt t="38596" x="1436688" y="4789488"/>
          <p14:tracePt t="38613" x="1495425" y="4811713"/>
          <p14:tracePt t="38629" x="1574800" y="4826000"/>
          <p14:tracePt t="38646" x="1676400" y="4854575"/>
          <p14:tracePt t="38646" x="1735138" y="4876800"/>
          <p14:tracePt t="38663" x="1871663" y="4913313"/>
          <p14:tracePt t="38679" x="1981200" y="4919663"/>
          <p14:tracePt t="38696" x="2090738" y="4935538"/>
          <p14:tracePt t="38713" x="2184400" y="4949825"/>
          <p14:tracePt t="38729" x="2263775" y="4949825"/>
          <p14:tracePt t="38746" x="2387600" y="4949825"/>
          <p14:tracePt t="38763" x="2511425" y="4949825"/>
          <p14:tracePt t="38779" x="2670175" y="4949825"/>
          <p14:tracePt t="38796" x="2794000" y="4949825"/>
          <p14:tracePt t="38813" x="2887663" y="4949825"/>
          <p14:tracePt t="38829" x="2997200" y="4913313"/>
          <p14:tracePt t="38846" x="3186113" y="4826000"/>
          <p14:tracePt t="38863" x="3338513" y="4746625"/>
          <p14:tracePt t="38879" x="3476625" y="4665663"/>
          <p14:tracePt t="38896" x="3570288" y="4594225"/>
          <p14:tracePt t="38913" x="3614738" y="4557713"/>
          <p14:tracePt t="38929" x="3629025" y="4543425"/>
          <p14:tracePt t="38946" x="3643313" y="4529138"/>
          <p14:tracePt t="38979" x="3643313" y="4506913"/>
          <p14:tracePt t="38996" x="3643313" y="4484688"/>
          <p14:tracePt t="39013" x="3629025" y="4441825"/>
        </p14:tracePtLst>
      </p14:laserTraceLst>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Data</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348951998"/>
              </p:ext>
            </p:extLst>
          </p:nvPr>
        </p:nvGraphicFramePr>
        <p:xfrm>
          <a:off x="987828" y="1825625"/>
          <a:ext cx="3501045" cy="2595880"/>
        </p:xfrm>
        <a:graphic>
          <a:graphicData uri="http://schemas.openxmlformats.org/drawingml/2006/table">
            <a:tbl>
              <a:tblPr firstRow="1" bandRow="1">
                <a:tableStyleId>{5C22544A-7EE6-4342-B048-85BDC9FD1C3A}</a:tableStyleId>
              </a:tblPr>
              <a:tblGrid>
                <a:gridCol w="990602">
                  <a:extLst>
                    <a:ext uri="{9D8B030D-6E8A-4147-A177-3AD203B41FA5}">
                      <a16:colId xmlns:a16="http://schemas.microsoft.com/office/drawing/2014/main" val="3940437375"/>
                    </a:ext>
                  </a:extLst>
                </a:gridCol>
                <a:gridCol w="1014153">
                  <a:extLst>
                    <a:ext uri="{9D8B030D-6E8A-4147-A177-3AD203B41FA5}">
                      <a16:colId xmlns:a16="http://schemas.microsoft.com/office/drawing/2014/main" val="970656254"/>
                    </a:ext>
                  </a:extLst>
                </a:gridCol>
                <a:gridCol w="1496290">
                  <a:extLst>
                    <a:ext uri="{9D8B030D-6E8A-4147-A177-3AD203B41FA5}">
                      <a16:colId xmlns:a16="http://schemas.microsoft.com/office/drawing/2014/main" val="1054431322"/>
                    </a:ext>
                  </a:extLst>
                </a:gridCol>
              </a:tblGrid>
              <a:tr h="370840">
                <a:tc>
                  <a:txBody>
                    <a:bodyPr/>
                    <a:lstStyle/>
                    <a:p>
                      <a:r>
                        <a:rPr lang="en-US" dirty="0" smtClean="0"/>
                        <a:t>Point</a:t>
                      </a:r>
                      <a:endParaRPr lang="en-US" dirty="0"/>
                    </a:p>
                  </a:txBody>
                  <a:tcPr/>
                </a:tc>
                <a:tc>
                  <a:txBody>
                    <a:bodyPr/>
                    <a:lstStyle/>
                    <a:p>
                      <a:r>
                        <a:rPr lang="en-US" dirty="0" smtClean="0"/>
                        <a:t>[A,</a:t>
                      </a:r>
                      <a:r>
                        <a:rPr lang="en-US" baseline="0" dirty="0" smtClean="0"/>
                        <a:t> B]</a:t>
                      </a:r>
                      <a:endParaRPr lang="en-US" dirty="0"/>
                    </a:p>
                  </a:txBody>
                  <a:tcPr/>
                </a:tc>
                <a:tc>
                  <a:txBody>
                    <a:bodyPr/>
                    <a:lstStyle/>
                    <a:p>
                      <a:r>
                        <a:rPr lang="en-US" dirty="0" smtClean="0"/>
                        <a:t>class</a:t>
                      </a:r>
                      <a:endParaRPr lang="en-US" dirty="0"/>
                    </a:p>
                  </a:txBody>
                  <a:tcPr/>
                </a:tc>
                <a:extLst>
                  <a:ext uri="{0D108BD9-81ED-4DB2-BD59-A6C34878D82A}">
                    <a16:rowId xmlns:a16="http://schemas.microsoft.com/office/drawing/2014/main" val="3057384239"/>
                  </a:ext>
                </a:extLst>
              </a:tr>
              <a:tr h="370840">
                <a:tc>
                  <a:txBody>
                    <a:bodyPr/>
                    <a:lstStyle/>
                    <a:p>
                      <a:r>
                        <a:rPr lang="en-US" dirty="0" smtClean="0"/>
                        <a:t>X</a:t>
                      </a:r>
                      <a:r>
                        <a:rPr lang="en-US" baseline="-25000" dirty="0" smtClean="0"/>
                        <a:t>1</a:t>
                      </a:r>
                      <a:endParaRPr lang="en-US" baseline="-25000" dirty="0"/>
                    </a:p>
                  </a:txBody>
                  <a:tcPr/>
                </a:tc>
                <a:tc>
                  <a:txBody>
                    <a:bodyPr/>
                    <a:lstStyle/>
                    <a:p>
                      <a:r>
                        <a:rPr lang="en-US" dirty="0" smtClean="0"/>
                        <a:t>[1, 1]</a:t>
                      </a:r>
                      <a:endParaRPr lang="en-US" dirty="0"/>
                    </a:p>
                  </a:txBody>
                  <a:tcPr/>
                </a:tc>
                <a:tc>
                  <a:txBody>
                    <a:bodyPr/>
                    <a:lstStyle/>
                    <a:p>
                      <a:r>
                        <a:rPr lang="en-US" dirty="0" smtClean="0"/>
                        <a:t>Negative</a:t>
                      </a:r>
                      <a:endParaRPr lang="en-US" dirty="0"/>
                    </a:p>
                  </a:txBody>
                  <a:tcPr/>
                </a:tc>
                <a:extLst>
                  <a:ext uri="{0D108BD9-81ED-4DB2-BD59-A6C34878D82A}">
                    <a16:rowId xmlns:a16="http://schemas.microsoft.com/office/drawing/2014/main" val="404031881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black"/>
                          </a:solidFill>
                          <a:effectLst/>
                          <a:uLnTx/>
                          <a:uFillTx/>
                          <a:latin typeface="Franklin Gothic Book" panose="020B0503020102020204"/>
                          <a:ea typeface="+mn-ea"/>
                          <a:cs typeface="+mn-cs"/>
                        </a:rPr>
                        <a:t>X</a:t>
                      </a:r>
                      <a:r>
                        <a:rPr kumimoji="0" lang="en-US" sz="1800" b="0" i="0" u="none" strike="noStrike" kern="1200" cap="none" spc="0" normalizeH="0" baseline="-25000" noProof="0" dirty="0" smtClean="0">
                          <a:ln>
                            <a:noFill/>
                          </a:ln>
                          <a:solidFill>
                            <a:prstClr val="black"/>
                          </a:solidFill>
                          <a:effectLst/>
                          <a:uLnTx/>
                          <a:uFillTx/>
                          <a:latin typeface="Franklin Gothic Book" panose="020B0503020102020204"/>
                          <a:ea typeface="+mn-ea"/>
                          <a:cs typeface="+mn-cs"/>
                        </a:rPr>
                        <a:t>2</a:t>
                      </a:r>
                      <a:endParaRPr kumimoji="0" lang="en-US" sz="1800" b="0" i="0" u="none" strike="noStrike" kern="1200" cap="none" spc="0" normalizeH="0" baseline="-25000" noProof="0" dirty="0">
                        <a:ln>
                          <a:noFill/>
                        </a:ln>
                        <a:solidFill>
                          <a:prstClr val="black"/>
                        </a:solidFill>
                        <a:effectLst/>
                        <a:uLnTx/>
                        <a:uFillTx/>
                        <a:latin typeface="Franklin Gothic Book" panose="020B0503020102020204"/>
                        <a:ea typeface="+mn-ea"/>
                        <a:cs typeface="+mn-cs"/>
                      </a:endParaRPr>
                    </a:p>
                  </a:txBody>
                  <a:tcPr/>
                </a:tc>
                <a:tc>
                  <a:txBody>
                    <a:bodyPr/>
                    <a:lstStyle/>
                    <a:p>
                      <a:r>
                        <a:rPr lang="en-US" dirty="0" smtClean="0"/>
                        <a:t>[1, 0]</a:t>
                      </a:r>
                    </a:p>
                  </a:txBody>
                  <a:tcPr/>
                </a:tc>
                <a:tc>
                  <a:txBody>
                    <a:bodyPr/>
                    <a:lstStyle/>
                    <a:p>
                      <a:r>
                        <a:rPr lang="en-US" dirty="0" smtClean="0"/>
                        <a:t>Negative</a:t>
                      </a:r>
                      <a:endParaRPr lang="en-US" dirty="0"/>
                    </a:p>
                  </a:txBody>
                  <a:tcPr/>
                </a:tc>
                <a:extLst>
                  <a:ext uri="{0D108BD9-81ED-4DB2-BD59-A6C34878D82A}">
                    <a16:rowId xmlns:a16="http://schemas.microsoft.com/office/drawing/2014/main" val="252571522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black"/>
                          </a:solidFill>
                          <a:effectLst/>
                          <a:uLnTx/>
                          <a:uFillTx/>
                          <a:latin typeface="Franklin Gothic Book" panose="020B0503020102020204"/>
                          <a:ea typeface="+mn-ea"/>
                          <a:cs typeface="+mn-cs"/>
                        </a:rPr>
                        <a:t>X</a:t>
                      </a:r>
                      <a:r>
                        <a:rPr kumimoji="0" lang="en-US" sz="1800" b="0" i="0" u="none" strike="noStrike" kern="1200" cap="none" spc="0" normalizeH="0" baseline="-25000" noProof="0" dirty="0" smtClean="0">
                          <a:ln>
                            <a:noFill/>
                          </a:ln>
                          <a:solidFill>
                            <a:prstClr val="black"/>
                          </a:solidFill>
                          <a:effectLst/>
                          <a:uLnTx/>
                          <a:uFillTx/>
                          <a:latin typeface="Franklin Gothic Book" panose="020B0503020102020204"/>
                          <a:ea typeface="+mn-ea"/>
                          <a:cs typeface="+mn-cs"/>
                        </a:rPr>
                        <a:t>3</a:t>
                      </a:r>
                      <a:endParaRPr kumimoji="0" lang="en-US" sz="1800" b="0" i="0" u="none" strike="noStrike" kern="1200" cap="none" spc="0" normalizeH="0" baseline="-25000" noProof="0" dirty="0">
                        <a:ln>
                          <a:noFill/>
                        </a:ln>
                        <a:solidFill>
                          <a:prstClr val="black"/>
                        </a:solidFill>
                        <a:effectLst/>
                        <a:uLnTx/>
                        <a:uFillTx/>
                        <a:latin typeface="Franklin Gothic Book" panose="020B0503020102020204"/>
                        <a:ea typeface="+mn-ea"/>
                        <a:cs typeface="+mn-cs"/>
                      </a:endParaRPr>
                    </a:p>
                  </a:txBody>
                  <a:tcPr/>
                </a:tc>
                <a:tc>
                  <a:txBody>
                    <a:bodyPr/>
                    <a:lstStyle/>
                    <a:p>
                      <a:r>
                        <a:rPr lang="en-US" dirty="0" smtClean="0"/>
                        <a:t>[0, 2]</a:t>
                      </a:r>
                      <a:endParaRPr lang="en-US" dirty="0"/>
                    </a:p>
                  </a:txBody>
                  <a:tcPr/>
                </a:tc>
                <a:tc>
                  <a:txBody>
                    <a:bodyPr/>
                    <a:lstStyle/>
                    <a:p>
                      <a:r>
                        <a:rPr lang="en-US" dirty="0" smtClean="0"/>
                        <a:t>Negative</a:t>
                      </a:r>
                      <a:endParaRPr lang="en-US" dirty="0"/>
                    </a:p>
                  </a:txBody>
                  <a:tcPr/>
                </a:tc>
                <a:extLst>
                  <a:ext uri="{0D108BD9-81ED-4DB2-BD59-A6C34878D82A}">
                    <a16:rowId xmlns:a16="http://schemas.microsoft.com/office/drawing/2014/main" val="386187955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black"/>
                          </a:solidFill>
                          <a:effectLst/>
                          <a:uLnTx/>
                          <a:uFillTx/>
                          <a:latin typeface="Franklin Gothic Book" panose="020B0503020102020204"/>
                          <a:ea typeface="+mn-ea"/>
                          <a:cs typeface="+mn-cs"/>
                        </a:rPr>
                        <a:t>X</a:t>
                      </a:r>
                      <a:r>
                        <a:rPr kumimoji="0" lang="en-US" sz="1800" b="0" i="0" u="none" strike="noStrike" kern="1200" cap="none" spc="0" normalizeH="0" baseline="-25000" noProof="0" dirty="0" smtClean="0">
                          <a:ln>
                            <a:noFill/>
                          </a:ln>
                          <a:solidFill>
                            <a:prstClr val="black"/>
                          </a:solidFill>
                          <a:effectLst/>
                          <a:uLnTx/>
                          <a:uFillTx/>
                          <a:latin typeface="Franklin Gothic Book" panose="020B0503020102020204"/>
                          <a:ea typeface="+mn-ea"/>
                          <a:cs typeface="+mn-cs"/>
                        </a:rPr>
                        <a:t>4</a:t>
                      </a:r>
                      <a:endParaRPr kumimoji="0" lang="en-US" sz="1800" b="0" i="0" u="none" strike="noStrike" kern="1200" cap="none" spc="0" normalizeH="0" baseline="-25000" noProof="0" dirty="0">
                        <a:ln>
                          <a:noFill/>
                        </a:ln>
                        <a:solidFill>
                          <a:prstClr val="black"/>
                        </a:solidFill>
                        <a:effectLst/>
                        <a:uLnTx/>
                        <a:uFillTx/>
                        <a:latin typeface="Franklin Gothic Book" panose="020B0503020102020204"/>
                        <a:ea typeface="+mn-ea"/>
                        <a:cs typeface="+mn-cs"/>
                      </a:endParaRPr>
                    </a:p>
                  </a:txBody>
                  <a:tcPr/>
                </a:tc>
                <a:tc>
                  <a:txBody>
                    <a:bodyPr/>
                    <a:lstStyle/>
                    <a:p>
                      <a:r>
                        <a:rPr lang="en-US" dirty="0" smtClean="0"/>
                        <a:t>[2, 4]</a:t>
                      </a:r>
                      <a:endParaRPr lang="en-US" dirty="0"/>
                    </a:p>
                  </a:txBody>
                  <a:tcPr/>
                </a:tc>
                <a:tc>
                  <a:txBody>
                    <a:bodyPr/>
                    <a:lstStyle/>
                    <a:p>
                      <a:r>
                        <a:rPr lang="en-US" dirty="0" smtClean="0"/>
                        <a:t>Positive</a:t>
                      </a:r>
                      <a:endParaRPr lang="en-US" dirty="0"/>
                    </a:p>
                  </a:txBody>
                  <a:tcPr/>
                </a:tc>
                <a:extLst>
                  <a:ext uri="{0D108BD9-81ED-4DB2-BD59-A6C34878D82A}">
                    <a16:rowId xmlns:a16="http://schemas.microsoft.com/office/drawing/2014/main" val="123361759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black"/>
                          </a:solidFill>
                          <a:effectLst/>
                          <a:uLnTx/>
                          <a:uFillTx/>
                          <a:latin typeface="Franklin Gothic Book" panose="020B0503020102020204"/>
                          <a:ea typeface="+mn-ea"/>
                          <a:cs typeface="+mn-cs"/>
                        </a:rPr>
                        <a:t>X</a:t>
                      </a:r>
                      <a:r>
                        <a:rPr kumimoji="0" lang="en-US" sz="1800" b="0" i="0" u="none" strike="noStrike" kern="1200" cap="none" spc="0" normalizeH="0" baseline="-25000" noProof="0" dirty="0" smtClean="0">
                          <a:ln>
                            <a:noFill/>
                          </a:ln>
                          <a:solidFill>
                            <a:prstClr val="black"/>
                          </a:solidFill>
                          <a:effectLst/>
                          <a:uLnTx/>
                          <a:uFillTx/>
                          <a:latin typeface="Franklin Gothic Book" panose="020B0503020102020204"/>
                          <a:ea typeface="+mn-ea"/>
                          <a:cs typeface="+mn-cs"/>
                        </a:rPr>
                        <a:t>5</a:t>
                      </a:r>
                      <a:endParaRPr kumimoji="0" lang="en-US" sz="1800" b="0" i="0" u="none" strike="noStrike" kern="1200" cap="none" spc="0" normalizeH="0" baseline="-25000" noProof="0" dirty="0">
                        <a:ln>
                          <a:noFill/>
                        </a:ln>
                        <a:solidFill>
                          <a:prstClr val="black"/>
                        </a:solidFill>
                        <a:effectLst/>
                        <a:uLnTx/>
                        <a:uFillTx/>
                        <a:latin typeface="Franklin Gothic Book" panose="020B0503020102020204"/>
                        <a:ea typeface="+mn-ea"/>
                        <a:cs typeface="+mn-cs"/>
                      </a:endParaRPr>
                    </a:p>
                  </a:txBody>
                  <a:tcPr/>
                </a:tc>
                <a:tc>
                  <a:txBody>
                    <a:bodyPr/>
                    <a:lstStyle/>
                    <a:p>
                      <a:r>
                        <a:rPr lang="en-US" dirty="0" smtClean="0"/>
                        <a:t>[3, 5]</a:t>
                      </a:r>
                      <a:endParaRPr lang="en-US" dirty="0"/>
                    </a:p>
                  </a:txBody>
                  <a:tcPr/>
                </a:tc>
                <a:tc>
                  <a:txBody>
                    <a:bodyPr/>
                    <a:lstStyle/>
                    <a:p>
                      <a:r>
                        <a:rPr lang="en-US" dirty="0" smtClean="0"/>
                        <a:t>Positive</a:t>
                      </a:r>
                      <a:endParaRPr lang="en-US" dirty="0"/>
                    </a:p>
                  </a:txBody>
                  <a:tcPr/>
                </a:tc>
                <a:extLst>
                  <a:ext uri="{0D108BD9-81ED-4DB2-BD59-A6C34878D82A}">
                    <a16:rowId xmlns:a16="http://schemas.microsoft.com/office/drawing/2014/main" val="167036987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black"/>
                          </a:solidFill>
                          <a:effectLst/>
                          <a:uLnTx/>
                          <a:uFillTx/>
                          <a:latin typeface="Franklin Gothic Book" panose="020B0503020102020204"/>
                          <a:ea typeface="+mn-ea"/>
                          <a:cs typeface="+mn-cs"/>
                        </a:rPr>
                        <a:t>X</a:t>
                      </a:r>
                      <a:r>
                        <a:rPr kumimoji="0" lang="en-US" sz="1800" b="0" i="0" u="none" strike="noStrike" kern="1200" cap="none" spc="0" normalizeH="0" baseline="-25000" noProof="0" dirty="0" smtClean="0">
                          <a:ln>
                            <a:noFill/>
                          </a:ln>
                          <a:solidFill>
                            <a:prstClr val="black"/>
                          </a:solidFill>
                          <a:effectLst/>
                          <a:uLnTx/>
                          <a:uFillTx/>
                          <a:latin typeface="Franklin Gothic Book" panose="020B0503020102020204"/>
                          <a:ea typeface="+mn-ea"/>
                          <a:cs typeface="+mn-cs"/>
                        </a:rPr>
                        <a:t>6</a:t>
                      </a:r>
                      <a:endParaRPr kumimoji="0" lang="en-US" sz="1800" b="0" i="0" u="none" strike="noStrike" kern="1200" cap="none" spc="0" normalizeH="0" baseline="-25000" noProof="0" dirty="0">
                        <a:ln>
                          <a:noFill/>
                        </a:ln>
                        <a:solidFill>
                          <a:prstClr val="black"/>
                        </a:solidFill>
                        <a:effectLst/>
                        <a:uLnTx/>
                        <a:uFillTx/>
                        <a:latin typeface="Franklin Gothic Book" panose="020B0503020102020204"/>
                        <a:ea typeface="+mn-ea"/>
                        <a:cs typeface="+mn-cs"/>
                      </a:endParaRPr>
                    </a:p>
                  </a:txBody>
                  <a:tcPr/>
                </a:tc>
                <a:tc>
                  <a:txBody>
                    <a:bodyPr/>
                    <a:lstStyle/>
                    <a:p>
                      <a:r>
                        <a:rPr lang="en-US" dirty="0" smtClean="0"/>
                        <a:t>[3, 4]</a:t>
                      </a:r>
                      <a:endParaRPr lang="en-US" dirty="0"/>
                    </a:p>
                  </a:txBody>
                  <a:tcPr/>
                </a:tc>
                <a:tc>
                  <a:txBody>
                    <a:bodyPr/>
                    <a:lstStyle/>
                    <a:p>
                      <a:r>
                        <a:rPr lang="en-US" dirty="0" smtClean="0"/>
                        <a:t>Positive</a:t>
                      </a:r>
                      <a:r>
                        <a:rPr lang="en-US" baseline="0" dirty="0" smtClean="0"/>
                        <a:t> </a:t>
                      </a:r>
                      <a:endParaRPr lang="en-US" dirty="0"/>
                    </a:p>
                  </a:txBody>
                  <a:tcPr/>
                </a:tc>
                <a:extLst>
                  <a:ext uri="{0D108BD9-81ED-4DB2-BD59-A6C34878D82A}">
                    <a16:rowId xmlns:a16="http://schemas.microsoft.com/office/drawing/2014/main" val="635438136"/>
                  </a:ext>
                </a:extLst>
              </a:tr>
            </a:tbl>
          </a:graphicData>
        </a:graphic>
      </p:graphicFrame>
      <p:pic>
        <p:nvPicPr>
          <p:cNvPr id="7" name="Picture 6"/>
          <p:cNvPicPr>
            <a:picLocks noChangeAspect="1"/>
          </p:cNvPicPr>
          <p:nvPr/>
        </p:nvPicPr>
        <p:blipFill>
          <a:blip r:embed="rId4"/>
          <a:stretch>
            <a:fillRect/>
          </a:stretch>
        </p:blipFill>
        <p:spPr>
          <a:xfrm>
            <a:off x="6580141" y="1825625"/>
            <a:ext cx="5172669" cy="4674625"/>
          </a:xfrm>
          <a:prstGeom prst="rect">
            <a:avLst/>
          </a:prstGeom>
        </p:spPr>
      </p:pic>
      <p:sp>
        <p:nvSpPr>
          <p:cNvPr id="8" name="Oval 7"/>
          <p:cNvSpPr/>
          <p:nvPr/>
        </p:nvSpPr>
        <p:spPr>
          <a:xfrm>
            <a:off x="8169810" y="3079337"/>
            <a:ext cx="2068745" cy="1342168"/>
          </a:xfrm>
          <a:prstGeom prst="ellipse">
            <a:avLst/>
          </a:prstGeom>
          <a:solidFill>
            <a:srgbClr val="92D050">
              <a:alpha val="16000"/>
            </a:srgbClr>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rot="2188045">
            <a:off x="6728402" y="4809625"/>
            <a:ext cx="2068745" cy="1342168"/>
          </a:xfrm>
          <a:prstGeom prst="ellipse">
            <a:avLst/>
          </a:prstGeom>
          <a:solidFill>
            <a:srgbClr val="92D050">
              <a:alpha val="16000"/>
            </a:srgbClr>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6722057" y="2694967"/>
            <a:ext cx="324128" cy="369332"/>
          </a:xfrm>
          <a:prstGeom prst="rect">
            <a:avLst/>
          </a:prstGeom>
          <a:noFill/>
        </p:spPr>
        <p:txBody>
          <a:bodyPr wrap="none" rtlCol="0">
            <a:spAutoFit/>
          </a:bodyPr>
          <a:lstStyle/>
          <a:p>
            <a:r>
              <a:rPr lang="en-US" dirty="0" smtClean="0"/>
              <a:t>B</a:t>
            </a:r>
            <a:endParaRPr lang="en-US" baseline="-25000" dirty="0"/>
          </a:p>
        </p:txBody>
      </p:sp>
      <p:sp>
        <p:nvSpPr>
          <p:cNvPr id="13" name="TextBox 12"/>
          <p:cNvSpPr txBox="1"/>
          <p:nvPr/>
        </p:nvSpPr>
        <p:spPr>
          <a:xfrm>
            <a:off x="10918614" y="6130918"/>
            <a:ext cx="308098" cy="369332"/>
          </a:xfrm>
          <a:prstGeom prst="rect">
            <a:avLst/>
          </a:prstGeom>
          <a:noFill/>
        </p:spPr>
        <p:txBody>
          <a:bodyPr wrap="none" rtlCol="0">
            <a:spAutoFit/>
          </a:bodyPr>
          <a:lstStyle/>
          <a:p>
            <a:r>
              <a:rPr lang="en-US" dirty="0" smtClean="0"/>
              <a:t>A</a:t>
            </a:r>
            <a:endParaRPr lang="en-US" baseline="-25000" dirty="0"/>
          </a:p>
        </p:txBody>
      </p:sp>
      <p:sp>
        <p:nvSpPr>
          <p:cNvPr id="14" name="TextBox 13"/>
          <p:cNvSpPr txBox="1"/>
          <p:nvPr/>
        </p:nvSpPr>
        <p:spPr>
          <a:xfrm>
            <a:off x="9895601" y="2969676"/>
            <a:ext cx="1123256" cy="307777"/>
          </a:xfrm>
          <a:prstGeom prst="rect">
            <a:avLst/>
          </a:prstGeom>
          <a:noFill/>
        </p:spPr>
        <p:txBody>
          <a:bodyPr wrap="none" rtlCol="0">
            <a:spAutoFit/>
          </a:bodyPr>
          <a:lstStyle/>
          <a:p>
            <a:r>
              <a:rPr lang="en-US" sz="1400" dirty="0" smtClean="0"/>
              <a:t>positive data</a:t>
            </a:r>
            <a:endParaRPr lang="en-US" sz="1400" baseline="-25000" dirty="0"/>
          </a:p>
        </p:txBody>
      </p:sp>
      <p:sp>
        <p:nvSpPr>
          <p:cNvPr id="15" name="TextBox 14"/>
          <p:cNvSpPr txBox="1"/>
          <p:nvPr/>
        </p:nvSpPr>
        <p:spPr>
          <a:xfrm>
            <a:off x="8687249" y="5585388"/>
            <a:ext cx="1172757" cy="307777"/>
          </a:xfrm>
          <a:prstGeom prst="rect">
            <a:avLst/>
          </a:prstGeom>
          <a:noFill/>
        </p:spPr>
        <p:txBody>
          <a:bodyPr wrap="none" rtlCol="0">
            <a:spAutoFit/>
          </a:bodyPr>
          <a:lstStyle/>
          <a:p>
            <a:r>
              <a:rPr lang="en-US" sz="1400" dirty="0" smtClean="0"/>
              <a:t>negative data</a:t>
            </a:r>
            <a:endParaRPr lang="en-US" sz="1400" baseline="-25000" dirty="0"/>
          </a:p>
        </p:txBody>
      </p:sp>
      <p:sp>
        <p:nvSpPr>
          <p:cNvPr id="3" name="Rectangle 2"/>
          <p:cNvSpPr/>
          <p:nvPr/>
        </p:nvSpPr>
        <p:spPr>
          <a:xfrm>
            <a:off x="7972480" y="5276211"/>
            <a:ext cx="394660" cy="369332"/>
          </a:xfrm>
          <a:prstGeom prst="rect">
            <a:avLst/>
          </a:prstGeom>
        </p:spPr>
        <p:txBody>
          <a:bodyPr wrap="none">
            <a:spAutoFit/>
          </a:bodyPr>
          <a:lstStyle/>
          <a:p>
            <a:r>
              <a:rPr lang="en-US"/>
              <a:t>X</a:t>
            </a:r>
            <a:r>
              <a:rPr lang="en-US" baseline="-25000"/>
              <a:t>1</a:t>
            </a:r>
            <a:endParaRPr lang="en-US" baseline="-25000" dirty="0"/>
          </a:p>
        </p:txBody>
      </p:sp>
      <p:sp>
        <p:nvSpPr>
          <p:cNvPr id="4" name="Rectangle 3"/>
          <p:cNvSpPr/>
          <p:nvPr/>
        </p:nvSpPr>
        <p:spPr>
          <a:xfrm>
            <a:off x="7972480" y="5761586"/>
            <a:ext cx="394660" cy="369332"/>
          </a:xfrm>
          <a:prstGeom prst="rect">
            <a:avLst/>
          </a:prstGeom>
        </p:spPr>
        <p:txBody>
          <a:bodyPr wrap="none">
            <a:spAutoFit/>
          </a:bodyPr>
          <a:lstStyle/>
          <a:p>
            <a:r>
              <a:rPr lang="en-US" dirty="0" smtClean="0"/>
              <a:t>X</a:t>
            </a:r>
            <a:r>
              <a:rPr lang="en-US" baseline="-25000" dirty="0" smtClean="0"/>
              <a:t>2</a:t>
            </a:r>
            <a:endParaRPr lang="en-US" baseline="-25000" dirty="0"/>
          </a:p>
        </p:txBody>
      </p:sp>
      <p:sp>
        <p:nvSpPr>
          <p:cNvPr id="5" name="Rectangle 4"/>
          <p:cNvSpPr/>
          <p:nvPr/>
        </p:nvSpPr>
        <p:spPr>
          <a:xfrm>
            <a:off x="7282301" y="4784376"/>
            <a:ext cx="394660" cy="369332"/>
          </a:xfrm>
          <a:prstGeom prst="rect">
            <a:avLst/>
          </a:prstGeom>
        </p:spPr>
        <p:txBody>
          <a:bodyPr wrap="none">
            <a:spAutoFit/>
          </a:bodyPr>
          <a:lstStyle/>
          <a:p>
            <a:r>
              <a:rPr lang="en-US" dirty="0" smtClean="0"/>
              <a:t>X</a:t>
            </a:r>
            <a:r>
              <a:rPr lang="en-US" baseline="-25000" dirty="0" smtClean="0"/>
              <a:t>3</a:t>
            </a:r>
            <a:endParaRPr lang="en-US" baseline="-25000" dirty="0"/>
          </a:p>
        </p:txBody>
      </p:sp>
      <p:sp>
        <p:nvSpPr>
          <p:cNvPr id="10" name="Rectangle 9"/>
          <p:cNvSpPr/>
          <p:nvPr/>
        </p:nvSpPr>
        <p:spPr>
          <a:xfrm>
            <a:off x="8598821" y="3687747"/>
            <a:ext cx="394660" cy="369332"/>
          </a:xfrm>
          <a:prstGeom prst="rect">
            <a:avLst/>
          </a:prstGeom>
        </p:spPr>
        <p:txBody>
          <a:bodyPr wrap="none">
            <a:spAutoFit/>
          </a:bodyPr>
          <a:lstStyle/>
          <a:p>
            <a:r>
              <a:rPr lang="en-US" dirty="0" smtClean="0"/>
              <a:t>X</a:t>
            </a:r>
            <a:r>
              <a:rPr lang="en-US" baseline="-25000" dirty="0" smtClean="0"/>
              <a:t>4</a:t>
            </a:r>
            <a:endParaRPr lang="en-US" baseline="-25000" dirty="0"/>
          </a:p>
        </p:txBody>
      </p:sp>
      <p:sp>
        <p:nvSpPr>
          <p:cNvPr id="11" name="Rectangle 10"/>
          <p:cNvSpPr/>
          <p:nvPr/>
        </p:nvSpPr>
        <p:spPr>
          <a:xfrm>
            <a:off x="9319715" y="3111936"/>
            <a:ext cx="394660" cy="369332"/>
          </a:xfrm>
          <a:prstGeom prst="rect">
            <a:avLst/>
          </a:prstGeom>
        </p:spPr>
        <p:txBody>
          <a:bodyPr wrap="none">
            <a:spAutoFit/>
          </a:bodyPr>
          <a:lstStyle/>
          <a:p>
            <a:r>
              <a:rPr lang="en-US" dirty="0" smtClean="0"/>
              <a:t>X</a:t>
            </a:r>
            <a:r>
              <a:rPr lang="en-US" baseline="-25000" dirty="0" smtClean="0"/>
              <a:t>5</a:t>
            </a:r>
            <a:endParaRPr lang="en-US" baseline="-25000" dirty="0"/>
          </a:p>
        </p:txBody>
      </p:sp>
      <p:sp>
        <p:nvSpPr>
          <p:cNvPr id="16" name="Rectangle 15"/>
          <p:cNvSpPr/>
          <p:nvPr/>
        </p:nvSpPr>
        <p:spPr>
          <a:xfrm>
            <a:off x="9319715" y="3687747"/>
            <a:ext cx="394660" cy="369332"/>
          </a:xfrm>
          <a:prstGeom prst="rect">
            <a:avLst/>
          </a:prstGeom>
        </p:spPr>
        <p:txBody>
          <a:bodyPr wrap="none">
            <a:spAutoFit/>
          </a:bodyPr>
          <a:lstStyle/>
          <a:p>
            <a:r>
              <a:rPr lang="en-US" dirty="0" smtClean="0"/>
              <a:t>X</a:t>
            </a:r>
            <a:r>
              <a:rPr lang="en-US" baseline="-25000" dirty="0" smtClean="0"/>
              <a:t>6</a:t>
            </a:r>
            <a:endParaRPr lang="en-US" baseline="-25000" dirty="0"/>
          </a:p>
        </p:txBody>
      </p:sp>
    </p:spTree>
    <p:custDataLst>
      <p:tags r:id="rId1"/>
    </p:custDataLst>
    <p:extLst>
      <p:ext uri="{BB962C8B-B14F-4D97-AF65-F5344CB8AC3E}">
        <p14:creationId xmlns:p14="http://schemas.microsoft.com/office/powerpoint/2010/main" val="2914274863"/>
      </p:ext>
    </p:extLst>
  </p:cSld>
  <p:clrMapOvr>
    <a:masterClrMapping/>
  </p:clrMapOvr>
  <mc:AlternateContent xmlns:mc="http://schemas.openxmlformats.org/markup-compatibility/2006" xmlns:p14="http://schemas.microsoft.com/office/powerpoint/2010/main">
    <mc:Choice Requires="p14">
      <p:transition spd="slow" p14:dur="2000" advTm="39424">
        <p:cut/>
      </p:transition>
    </mc:Choice>
    <mc:Fallback xmlns="">
      <p:transition spd="slow" advTm="39424">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randombar(horizontal)">
                                      <p:cBhvr>
                                        <p:cTn id="11" dur="5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500"/>
                                        <p:tgtEl>
                                          <p:spTgt spid="9"/>
                                        </p:tgtEl>
                                      </p:cBhvr>
                                    </p:animEffect>
                                  </p:childTnLst>
                                </p:cTn>
                              </p:par>
                            </p:childTnLst>
                          </p:cTn>
                        </p:par>
                        <p:par>
                          <p:cTn id="17" fill="hold">
                            <p:stCondLst>
                              <p:cond delay="500"/>
                            </p:stCondLst>
                            <p:childTnLst>
                              <p:par>
                                <p:cTn id="18" presetID="14" presetClass="entr" presetSubtype="10" fill="hold" grpId="0" nodeType="after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randombar(horizontal)">
                                      <p:cBhvr>
                                        <p:cTn id="2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4" grpId="0"/>
      <p:bldP spid="15" grpId="0"/>
    </p:bldLst>
  </p:timing>
  <p:extLst mod="1">
    <p:ext uri="{3A86A75C-4F4B-4683-9AE1-C65F6400EC91}">
      <p14:laserTraceLst xmlns:p14="http://schemas.microsoft.com/office/powerpoint/2010/main">
        <p14:tracePtLst>
          <p14:tracePt t="2258" x="835025" y="5370513"/>
          <p14:tracePt t="2370" x="835025" y="5356225"/>
          <p14:tracePt t="2379" x="835025" y="5341938"/>
          <p14:tracePt t="2386" x="841375" y="5334000"/>
          <p14:tracePt t="2400" x="892175" y="5305425"/>
          <p14:tracePt t="2417" x="1103313" y="5195888"/>
          <p14:tracePt t="2433" x="1247775" y="5138738"/>
          <p14:tracePt t="2450" x="1343025" y="5102225"/>
          <p14:tracePt t="2467" x="1444625" y="5051425"/>
          <p14:tracePt t="2483" x="1516063" y="5014913"/>
          <p14:tracePt t="2500" x="1662113" y="4964113"/>
          <p14:tracePt t="2517" x="1865313" y="4876800"/>
          <p14:tracePt t="2533" x="2141538" y="4767263"/>
          <p14:tracePt t="2550" x="2416175" y="4630738"/>
          <p14:tracePt t="2567" x="2613025" y="4564063"/>
          <p14:tracePt t="2583" x="2743200" y="4513263"/>
          <p14:tracePt t="2600" x="2836863" y="4478338"/>
          <p14:tracePt t="2617" x="2909888" y="4456113"/>
          <p14:tracePt t="2633" x="3005138" y="4411663"/>
          <p14:tracePt t="2650" x="3055938" y="4391025"/>
          <p14:tracePt t="2667" x="3106738" y="4376738"/>
          <p14:tracePt t="2683" x="3171825" y="4340225"/>
          <p14:tracePt t="2700" x="3259138" y="4318000"/>
          <p14:tracePt t="2717" x="3352800" y="4259263"/>
          <p14:tracePt t="2733" x="3454400" y="4202113"/>
          <p14:tracePt t="2750" x="3563938" y="4137025"/>
          <p14:tracePt t="2767" x="3635375" y="4092575"/>
          <p14:tracePt t="2783" x="3686175" y="4064000"/>
          <p14:tracePt t="2800" x="3722688" y="4049713"/>
          <p14:tracePt t="2817" x="3736975" y="4027488"/>
          <p14:tracePt t="2833" x="3795713" y="3998913"/>
          <p14:tracePt t="2850" x="3846513" y="3948113"/>
          <p14:tracePt t="2867" x="3897313" y="3911600"/>
          <p14:tracePt t="2883" x="3940175" y="3868738"/>
          <p14:tracePt t="2900" x="3976688" y="3838575"/>
          <p14:tracePt t="2917" x="3998913" y="3817938"/>
          <p14:tracePt t="2933" x="4005263" y="3810000"/>
          <p14:tracePt t="2950" x="4021138" y="3795713"/>
          <p14:tracePt t="2967" x="4035425" y="3787775"/>
          <p14:tracePt t="2983" x="4041775" y="3787775"/>
          <p14:tracePt t="3000" x="4049713" y="3781425"/>
          <p14:tracePt t="3474" x="4035425" y="3781425"/>
          <p14:tracePt t="3490" x="4021138" y="3781425"/>
          <p14:tracePt t="3506" x="3998913" y="3787775"/>
          <p14:tracePt t="3514" x="3984625" y="3795713"/>
          <p14:tracePt t="3522" x="3948113" y="3810000"/>
          <p14:tracePt t="3534" x="3925888" y="3817938"/>
          <p14:tracePt t="3550" x="3838575" y="3838575"/>
          <p14:tracePt t="3567" x="3744913" y="3868738"/>
          <p14:tracePt t="3584" x="3643313" y="3875088"/>
          <p14:tracePt t="3600" x="3533775" y="3883025"/>
          <p14:tracePt t="3617" x="3395663" y="3889375"/>
          <p14:tracePt t="3634" x="3294063" y="3889375"/>
          <p14:tracePt t="3650" x="3157538" y="3889375"/>
          <p14:tracePt t="3667" x="3019425" y="3889375"/>
          <p14:tracePt t="3684" x="2873375" y="3889375"/>
          <p14:tracePt t="3700" x="2728913" y="3889375"/>
          <p14:tracePt t="3717" x="2576513" y="3852863"/>
          <p14:tracePt t="3734" x="2373313" y="3824288"/>
          <p14:tracePt t="3750" x="2198688" y="3810000"/>
          <p14:tracePt t="3767" x="2024063" y="3767138"/>
          <p14:tracePt t="3784" x="1857375" y="3736975"/>
          <p14:tracePt t="3801" x="1668463" y="3671888"/>
          <p14:tracePt t="3817" x="1582738" y="3629025"/>
          <p14:tracePt t="3834" x="1487488" y="3592513"/>
          <p14:tracePt t="3851" x="1422400" y="3556000"/>
          <p14:tracePt t="3868" x="1363663" y="3505200"/>
          <p14:tracePt t="3884" x="1306513" y="3446463"/>
          <p14:tracePt t="3902" x="1255713" y="3360738"/>
          <p14:tracePt t="3917" x="1204913" y="3273425"/>
          <p14:tracePt t="3934" x="1190625" y="3228975"/>
          <p14:tracePt t="3951" x="1168400" y="3186113"/>
          <p14:tracePt t="3967" x="1160463" y="3135313"/>
          <p14:tracePt t="3984" x="1139825" y="3070225"/>
          <p14:tracePt t="4002" x="1125538" y="2968625"/>
          <p14:tracePt t="4017" x="1125538" y="2917825"/>
          <p14:tracePt t="4035" x="1125538" y="2867025"/>
          <p14:tracePt t="4052" x="1125538" y="2830513"/>
          <p14:tracePt t="4067" x="1139825" y="2765425"/>
          <p14:tracePt t="4084" x="1160463" y="2700338"/>
          <p14:tracePt t="4101" x="1190625" y="2633663"/>
          <p14:tracePt t="4117" x="1241425" y="2525713"/>
          <p14:tracePt t="4134" x="1292225" y="2466975"/>
          <p14:tracePt t="4151" x="1357313" y="2379663"/>
          <p14:tracePt t="4167" x="1444625" y="2293938"/>
          <p14:tracePt t="4184" x="1546225" y="2198688"/>
          <p14:tracePt t="4202" x="1719263" y="2082800"/>
          <p14:tracePt t="4218" x="1828800" y="2003425"/>
          <p14:tracePt t="4234" x="1879600" y="1981200"/>
          <p14:tracePt t="4252" x="1930400" y="1966913"/>
          <p14:tracePt t="4267" x="1973263" y="1944688"/>
          <p14:tracePt t="4284" x="2046288" y="1922463"/>
          <p14:tracePt t="4301" x="2105025" y="1916113"/>
          <p14:tracePt t="4318" x="2176463" y="1908175"/>
          <p14:tracePt t="4335" x="2249488" y="1908175"/>
          <p14:tracePt t="4351" x="2328863" y="1908175"/>
          <p14:tracePt t="4368" x="2424113" y="1908175"/>
          <p14:tracePt t="4384" x="2517775" y="1908175"/>
          <p14:tracePt t="4403" x="2641600" y="1908175"/>
          <p14:tracePt t="4418" x="2720975" y="1916113"/>
          <p14:tracePt t="4435" x="2786063" y="1930400"/>
          <p14:tracePt t="4451" x="2836863" y="1944688"/>
          <p14:tracePt t="4468" x="2895600" y="1966913"/>
          <p14:tracePt t="4484" x="2938463" y="1981200"/>
          <p14:tracePt t="4501" x="3019425" y="2017713"/>
          <p14:tracePt t="4519" x="3098800" y="2046288"/>
          <p14:tracePt t="4534" x="3163888" y="2054225"/>
          <p14:tracePt t="4551" x="3208338" y="2082800"/>
          <p14:tracePt t="4555" x="3243263" y="2090738"/>
          <p14:tracePt t="4568" x="3265488" y="2097088"/>
          <p14:tracePt t="4584" x="3294063" y="2111375"/>
          <p14:tracePt t="4601" x="3324225" y="2133600"/>
          <p14:tracePt t="4618" x="3344863" y="2147888"/>
          <p14:tracePt t="4634" x="3375025" y="2170113"/>
          <p14:tracePt t="4651" x="3411538" y="2198688"/>
          <p14:tracePt t="4668" x="3446463" y="2235200"/>
          <p14:tracePt t="4684" x="3482975" y="2278063"/>
          <p14:tracePt t="4701" x="3505200" y="2300288"/>
          <p14:tracePt t="4718" x="3533775" y="2344738"/>
          <p14:tracePt t="4735" x="3556000" y="2379663"/>
          <p14:tracePt t="4751" x="3592513" y="2424113"/>
          <p14:tracePt t="4770" x="3606800" y="2452688"/>
          <p14:tracePt t="4785" x="3635375" y="2497138"/>
          <p14:tracePt t="4802" x="3679825" y="2554288"/>
          <p14:tracePt t="4818" x="3694113" y="2590800"/>
          <p14:tracePt t="4834" x="3716338" y="2627313"/>
          <p14:tracePt t="4851" x="3736975" y="2670175"/>
          <p14:tracePt t="4868" x="3744913" y="2700338"/>
          <p14:tracePt t="4884" x="3759200" y="2720975"/>
          <p14:tracePt t="4903" x="3767138" y="2728913"/>
          <p14:tracePt t="4935" x="3767138" y="2743200"/>
          <p14:tracePt t="5183" x="3767138" y="2751138"/>
          <p14:tracePt t="5195" x="3767138" y="2765425"/>
          <p14:tracePt t="5205" x="3767138" y="2771775"/>
          <p14:tracePt t="5219" x="3736975" y="2779713"/>
          <p14:tracePt t="5234" x="3722688" y="2801938"/>
          <p14:tracePt t="5251" x="3694113" y="2816225"/>
          <p14:tracePt t="5268" x="3657600" y="2830513"/>
          <p14:tracePt t="5285" x="3598863" y="2859088"/>
          <p14:tracePt t="5302" x="3513138" y="2895600"/>
          <p14:tracePt t="5318" x="3417888" y="2932113"/>
          <p14:tracePt t="5334" x="3330575" y="2968625"/>
          <p14:tracePt t="5351" x="3251200" y="2989263"/>
          <p14:tracePt t="5368" x="3171825" y="3019425"/>
          <p14:tracePt t="5384" x="3070225" y="3040063"/>
          <p14:tracePt t="5402" x="2887663" y="3090863"/>
          <p14:tracePt t="5418" x="2751138" y="3106738"/>
          <p14:tracePt t="5434" x="2605088" y="3127375"/>
          <p14:tracePt t="5451" x="2466975" y="3141663"/>
          <p14:tracePt t="5468" x="2351088" y="3141663"/>
          <p14:tracePt t="5484" x="2235200" y="3141663"/>
          <p14:tracePt t="5501" x="2105025" y="3141663"/>
          <p14:tracePt t="5518" x="1958975" y="3113088"/>
          <p14:tracePt t="5534" x="1820863" y="3076575"/>
          <p14:tracePt t="5552" x="1704975" y="3048000"/>
          <p14:tracePt t="5556" x="1654175" y="3025775"/>
          <p14:tracePt t="5568" x="1625600" y="3019425"/>
          <p14:tracePt t="5584" x="1589088" y="3005138"/>
          <p14:tracePt t="5601" x="1574800" y="2989263"/>
          <p14:tracePt t="5618" x="1552575" y="2982913"/>
          <p14:tracePt t="5634" x="1531938" y="2968625"/>
          <p14:tracePt t="5651" x="1524000" y="2968625"/>
          <p14:tracePt t="5668" x="1524000" y="2960688"/>
          <p14:tracePt t="5685" x="1501775" y="2946400"/>
          <p14:tracePt t="5701" x="1501775" y="2938463"/>
          <p14:tracePt t="5718" x="1495425" y="2938463"/>
          <p14:tracePt t="5735" x="1487488" y="2938463"/>
          <p14:tracePt t="5751" x="1473200" y="2924175"/>
          <p14:tracePt t="5768" x="1465263" y="2924175"/>
          <p14:tracePt t="5785" x="1436688" y="2917825"/>
          <p14:tracePt t="5818" x="1422400" y="2917825"/>
          <p14:tracePt t="5834" x="1414463" y="2917825"/>
          <p14:tracePt t="5851" x="1408113" y="2917825"/>
          <p14:tracePt t="5868" x="1400175" y="2909888"/>
          <p14:tracePt t="5892" x="1393825" y="2909888"/>
          <p14:tracePt t="5907" x="1379538" y="2909888"/>
          <p14:tracePt t="5923" x="1371600" y="2909888"/>
          <p14:tracePt t="5939" x="1357313" y="2909888"/>
          <p14:tracePt t="5951" x="1349375" y="2903538"/>
          <p14:tracePt t="5970" x="1343025" y="2903538"/>
          <p14:tracePt t="5987" x="1335088" y="2903538"/>
          <p14:tracePt t="6019" x="1335088" y="2895600"/>
          <p14:tracePt t="6059" x="1328738" y="2895600"/>
          <p14:tracePt t="6067" x="1320800" y="2895600"/>
          <p14:tracePt t="6083" x="1312863" y="2895600"/>
          <p14:tracePt t="6090" x="1306513" y="2887663"/>
          <p14:tracePt t="6101" x="1298575" y="2881313"/>
          <p14:tracePt t="6122" x="1292225" y="2873375"/>
          <p14:tracePt t="6134" x="1292225" y="2867025"/>
          <p14:tracePt t="6151" x="1284288" y="2852738"/>
          <p14:tracePt t="6168" x="1277938" y="2836863"/>
          <p14:tracePt t="6184" x="1270000" y="2801938"/>
          <p14:tracePt t="6201" x="1255713" y="2765425"/>
          <p14:tracePt t="6218" x="1255713" y="2751138"/>
          <p14:tracePt t="6235" x="1255713" y="2743200"/>
          <p14:tracePt t="6251" x="1247775" y="2728913"/>
          <p14:tracePt t="6268" x="1247775" y="2714625"/>
          <p14:tracePt t="6285" x="1241425" y="2706688"/>
          <p14:tracePt t="6301" x="1241425" y="2678113"/>
          <p14:tracePt t="6318" x="1241425" y="2663825"/>
          <p14:tracePt t="6334" x="1233488" y="2649538"/>
          <p14:tracePt t="6351" x="1233488" y="2641600"/>
          <p14:tracePt t="6385" x="1233488" y="2633663"/>
          <p14:tracePt t="6401" x="1233488" y="2627313"/>
          <p14:tracePt t="6427" x="1233488" y="2619375"/>
          <p14:tracePt t="6723" x="1233488" y="2613025"/>
          <p14:tracePt t="6746" x="1233488" y="2605088"/>
          <p14:tracePt t="6762" x="1233488" y="2598738"/>
          <p14:tracePt t="6819" x="1233488" y="2590800"/>
          <p14:tracePt t="6835" x="1241425" y="2590800"/>
          <p14:tracePt t="6842" x="1241425" y="2582863"/>
          <p14:tracePt t="6851" x="1241425" y="2576513"/>
          <p14:tracePt t="6868" x="1241425" y="2568575"/>
          <p14:tracePt t="6915" x="1241425" y="2562225"/>
          <p14:tracePt t="6939" x="1241425" y="2554288"/>
          <p14:tracePt t="6954" x="1247775" y="2554288"/>
          <p14:tracePt t="7627" x="1247775" y="2547938"/>
          <p14:tracePt t="7634" x="1262063" y="2547938"/>
          <p14:tracePt t="7642" x="1270000" y="2532063"/>
          <p14:tracePt t="7651" x="1277938" y="2532063"/>
          <p14:tracePt t="7668" x="1343025" y="2517775"/>
          <p14:tracePt t="7685" x="1450975" y="2481263"/>
          <p14:tracePt t="7702" x="1574800" y="2460625"/>
          <p14:tracePt t="7718" x="1719263" y="2446338"/>
          <p14:tracePt t="7735" x="1865313" y="2438400"/>
          <p14:tracePt t="7752" x="2024063" y="2438400"/>
          <p14:tracePt t="7768" x="2141538" y="2438400"/>
          <p14:tracePt t="7785" x="2206625" y="2438400"/>
          <p14:tracePt t="7802" x="2220913" y="2438400"/>
          <p14:tracePt t="7818" x="2263775" y="2438400"/>
          <p14:tracePt t="7835" x="2314575" y="2438400"/>
          <p14:tracePt t="7852" x="2359025" y="2438400"/>
          <p14:tracePt t="7868" x="2395538" y="2438400"/>
          <p14:tracePt t="7885" x="2401888" y="2438400"/>
          <p14:tracePt t="7902" x="2409825" y="2438400"/>
          <p14:tracePt t="7987" x="2395538" y="2438400"/>
          <p14:tracePt t="8003" x="2379663" y="2438400"/>
          <p14:tracePt t="8011" x="2373313" y="2438400"/>
          <p14:tracePt t="8027" x="2365375" y="2438400"/>
          <p14:tracePt t="8035" x="2359025" y="2438400"/>
          <p14:tracePt t="8052" x="2336800" y="2409825"/>
          <p14:tracePt t="8068" x="2336800" y="2365375"/>
          <p14:tracePt t="8085" x="2336800" y="2344738"/>
          <p14:tracePt t="8102" x="2336800" y="2314575"/>
          <p14:tracePt t="8118" x="2336800" y="2278063"/>
          <p14:tracePt t="8135" x="2351088" y="2263775"/>
          <p14:tracePt t="8152" x="2379663" y="2235200"/>
          <p14:tracePt t="8169" x="2409825" y="2206625"/>
          <p14:tracePt t="8185" x="2452688" y="2176463"/>
          <p14:tracePt t="8202" x="2489200" y="2155825"/>
          <p14:tracePt t="8218" x="2517775" y="2147888"/>
          <p14:tracePt t="8235" x="2554288" y="2125663"/>
          <p14:tracePt t="8252" x="2582863" y="2119313"/>
          <p14:tracePt t="8268" x="2633663" y="2111375"/>
          <p14:tracePt t="8286" x="2678113" y="2111375"/>
          <p14:tracePt t="8302" x="2720975" y="2111375"/>
          <p14:tracePt t="8318" x="2751138" y="2111375"/>
          <p14:tracePt t="8335" x="2779713" y="2111375"/>
          <p14:tracePt t="8352" x="2830513" y="2111375"/>
          <p14:tracePt t="8368" x="2859088" y="2125663"/>
          <p14:tracePt t="8385" x="2938463" y="2170113"/>
          <p14:tracePt t="8402" x="2982913" y="2198688"/>
          <p14:tracePt t="8418" x="3019425" y="2227263"/>
          <p14:tracePt t="8435" x="3055938" y="2257425"/>
          <p14:tracePt t="8452" x="3090863" y="2278063"/>
          <p14:tracePt t="8469" x="3098800" y="2286000"/>
          <p14:tracePt t="8485" x="3113088" y="2308225"/>
          <p14:tracePt t="8502" x="3127375" y="2322513"/>
          <p14:tracePt t="8519" x="3141663" y="2359025"/>
          <p14:tracePt t="8536" x="3141663" y="2373313"/>
          <p14:tracePt t="8552" x="3171825" y="2424113"/>
          <p14:tracePt t="8554" x="3178175" y="2438400"/>
          <p14:tracePt t="8569" x="3178175" y="2466975"/>
          <p14:tracePt t="8585" x="3208338" y="2547938"/>
          <p14:tracePt t="8602" x="3208338" y="2582863"/>
          <p14:tracePt t="8619" x="3228975" y="2619375"/>
          <p14:tracePt t="8635" x="3236913" y="2649538"/>
          <p14:tracePt t="8652" x="3236913" y="2678113"/>
          <p14:tracePt t="8669" x="3251200" y="2720975"/>
          <p14:tracePt t="8685" x="3259138" y="2765425"/>
          <p14:tracePt t="8702" x="3259138" y="2822575"/>
          <p14:tracePt t="8719" x="3259138" y="2867025"/>
          <p14:tracePt t="8735" x="3259138" y="2909888"/>
          <p14:tracePt t="8752" x="3259138" y="2946400"/>
          <p14:tracePt t="8769" x="3259138" y="2997200"/>
          <p14:tracePt t="8785" x="3259138" y="3040063"/>
          <p14:tracePt t="8802" x="3251200" y="3084513"/>
          <p14:tracePt t="8819" x="3243263" y="3127375"/>
          <p14:tracePt t="8835" x="3228975" y="3186113"/>
          <p14:tracePt t="8852" x="3222625" y="3222625"/>
          <p14:tracePt t="8869" x="3208338" y="3273425"/>
          <p14:tracePt t="8885" x="3192463" y="3302000"/>
          <p14:tracePt t="8902" x="3186113" y="3330575"/>
          <p14:tracePt t="8919" x="3163888" y="3381375"/>
          <p14:tracePt t="8936" x="3135313" y="3440113"/>
          <p14:tracePt t="8952" x="3098800" y="3476625"/>
          <p14:tracePt t="8969" x="3019425" y="3556000"/>
          <p14:tracePt t="8985" x="2960688" y="3614738"/>
          <p14:tracePt t="9002" x="2909888" y="3643313"/>
          <p14:tracePt t="9019" x="2859088" y="3665538"/>
          <p14:tracePt t="9035" x="2816225" y="3679825"/>
          <p14:tracePt t="9052" x="2771775" y="3686175"/>
          <p14:tracePt t="9069" x="2720975" y="3694113"/>
          <p14:tracePt t="9085" x="2678113" y="3694113"/>
          <p14:tracePt t="9102" x="2627313" y="3686175"/>
          <p14:tracePt t="9119" x="2568575" y="3629025"/>
          <p14:tracePt t="9136" x="2489200" y="3541713"/>
          <p14:tracePt t="9152" x="2416175" y="3432175"/>
          <p14:tracePt t="9169" x="2351088" y="3309938"/>
          <p14:tracePt t="9185" x="2286000" y="3135313"/>
          <p14:tracePt t="9202" x="2263775" y="3062288"/>
          <p14:tracePt t="9219" x="2249488" y="2974975"/>
          <p14:tracePt t="9235" x="2249488" y="2903538"/>
          <p14:tracePt t="9252" x="2249488" y="2836863"/>
          <p14:tracePt t="9269" x="2249488" y="2779713"/>
          <p14:tracePt t="9286" x="2271713" y="2692400"/>
          <p14:tracePt t="9302" x="2308225" y="2619375"/>
          <p14:tracePt t="9319" x="2336800" y="2540000"/>
          <p14:tracePt t="9336" x="2365375" y="2460625"/>
          <p14:tracePt t="9352" x="2365375" y="2387600"/>
          <p14:tracePt t="9369" x="2373313" y="2286000"/>
          <p14:tracePt t="9386" x="2328863" y="2198688"/>
          <p14:tracePt t="9402" x="2249488" y="2105025"/>
          <p14:tracePt t="9419" x="2184400" y="2017713"/>
          <p14:tracePt t="9436" x="2141538" y="1958975"/>
          <p14:tracePt t="9452" x="2125663" y="1952625"/>
          <p14:tracePt t="9469" x="2119313" y="1938338"/>
          <p14:tracePt t="9502" x="2119313" y="1922463"/>
          <p14:tracePt t="9519" x="2119313" y="1916113"/>
          <p14:tracePt t="9536" x="2119313" y="1901825"/>
          <p14:tracePt t="9552" x="2119313" y="1893888"/>
          <p14:tracePt t="9779" x="2119313" y="1887538"/>
          <p14:tracePt t="9795" x="2133600" y="1887538"/>
          <p14:tracePt t="9803" x="2141538" y="1893888"/>
          <p14:tracePt t="9810" x="2147888" y="1901825"/>
          <p14:tracePt t="9819" x="2170113" y="1908175"/>
          <p14:tracePt t="9836" x="2206625" y="1916113"/>
          <p14:tracePt t="9852" x="2257425" y="1922463"/>
          <p14:tracePt t="9869" x="2308225" y="1930400"/>
          <p14:tracePt t="9886" x="2359025" y="1930400"/>
          <p14:tracePt t="9902" x="2395538" y="1930400"/>
          <p14:tracePt t="9919" x="2424113" y="1930400"/>
          <p14:tracePt t="9936" x="2466975" y="1930400"/>
          <p14:tracePt t="9952" x="2503488" y="1930400"/>
          <p14:tracePt t="9969" x="2547938" y="1930400"/>
          <p14:tracePt t="9986" x="2554288" y="1930400"/>
          <p14:tracePt t="10002" x="2562225" y="1930400"/>
          <p14:tracePt t="10019" x="2568575" y="1930400"/>
          <p14:tracePt t="10052" x="2576513" y="1930400"/>
          <p14:tracePt t="10069" x="2582863" y="1930400"/>
          <p14:tracePt t="10086" x="2590800" y="1930400"/>
          <p14:tracePt t="10299" x="2582863" y="1930400"/>
          <p14:tracePt t="10306" x="2576513" y="1930400"/>
          <p14:tracePt t="10322" x="2568575" y="1938338"/>
          <p14:tracePt t="10395" x="2554288" y="1944688"/>
          <p14:tracePt t="10523" x="2576513" y="1952625"/>
          <p14:tracePt t="10530" x="2582863" y="1952625"/>
          <p14:tracePt t="10538" x="2598738" y="1952625"/>
          <p14:tracePt t="10552" x="2613025" y="1952625"/>
          <p14:tracePt t="10569" x="2649538" y="1973263"/>
          <p14:tracePt t="10586" x="2655888" y="1981200"/>
          <p14:tracePt t="10603" x="2670175" y="1981200"/>
          <p14:tracePt t="10620" x="2670175" y="1995488"/>
          <p14:tracePt t="10636" x="2678113" y="1995488"/>
          <p14:tracePt t="10653" x="2684463" y="2009775"/>
          <p14:tracePt t="10670" x="2692400" y="2024063"/>
          <p14:tracePt t="10686" x="2692400" y="2032000"/>
          <p14:tracePt t="10703" x="2692400" y="2039938"/>
          <p14:tracePt t="10720" x="2700338" y="2060575"/>
          <p14:tracePt t="10739" x="2700338" y="2068513"/>
          <p14:tracePt t="10754" x="2706688" y="2074863"/>
          <p14:tracePt t="10787" x="2706688" y="2082800"/>
          <p14:tracePt t="10803" x="2706688" y="2090738"/>
          <p14:tracePt t="10822" x="2714625" y="2097088"/>
          <p14:tracePt t="10836" x="2720975" y="2105025"/>
          <p14:tracePt t="10885" x="2720975" y="2111375"/>
          <p14:tracePt t="10932" x="2728913" y="2111375"/>
          <p14:tracePt t="10941" x="2728913" y="2119313"/>
          <p14:tracePt t="10956" x="2728913" y="2125663"/>
          <p14:tracePt t="10974" x="2735263" y="2133600"/>
          <p14:tracePt t="10989" x="2743200" y="2133600"/>
          <p14:tracePt t="11005" x="2743200" y="2141538"/>
          <p14:tracePt t="11020" x="2743200" y="2147888"/>
          <p14:tracePt t="11036" x="2751138" y="2162175"/>
          <p14:tracePt t="11053" x="2751138" y="2170113"/>
          <p14:tracePt t="11057" x="2751138" y="2176463"/>
          <p14:tracePt t="11069" x="2751138" y="2184400"/>
          <p14:tracePt t="11086" x="2751138" y="2198688"/>
          <p14:tracePt t="11103" x="2757488" y="2206625"/>
          <p14:tracePt t="11140" x="2757488" y="2212975"/>
          <p14:tracePt t="11188" x="2757488" y="2227263"/>
          <p14:tracePt t="11221" x="2757488" y="2235200"/>
          <p14:tracePt t="11244" x="2757488" y="2243138"/>
          <p14:tracePt t="11317" x="2751138" y="2243138"/>
          <p14:tracePt t="11578" x="2743200" y="2249488"/>
          <p14:tracePt t="11586" x="2743200" y="2257425"/>
          <p14:tracePt t="11594" x="2728913" y="2278063"/>
          <p14:tracePt t="11610" x="2720975" y="2293938"/>
          <p14:tracePt t="11619" x="2706688" y="2300288"/>
          <p14:tracePt t="11636" x="2700338" y="2314575"/>
          <p14:tracePt t="11653" x="2684463" y="2328863"/>
          <p14:tracePt t="11670" x="2663825" y="2336800"/>
          <p14:tracePt t="11686" x="2633663" y="2359025"/>
          <p14:tracePt t="11703" x="2598738" y="2365375"/>
          <p14:tracePt t="11719" x="2562225" y="2379663"/>
          <p14:tracePt t="11736" x="2525713" y="2387600"/>
          <p14:tracePt t="11753" x="2497138" y="2395538"/>
          <p14:tracePt t="11770" x="2452688" y="2395538"/>
          <p14:tracePt t="11786" x="2416175" y="2395538"/>
          <p14:tracePt t="11803" x="2379663" y="2395538"/>
          <p14:tracePt t="11820" x="2351088" y="2395538"/>
          <p14:tracePt t="11836" x="2328863" y="2395538"/>
          <p14:tracePt t="11853" x="2300288" y="2395538"/>
          <p14:tracePt t="11869" x="2286000" y="2373313"/>
          <p14:tracePt t="11886" x="2249488" y="2344738"/>
          <p14:tracePt t="11903" x="2212975" y="2314575"/>
          <p14:tracePt t="11919" x="2192338" y="2278063"/>
          <p14:tracePt t="11936" x="2176463" y="2257425"/>
          <p14:tracePt t="11953" x="2162175" y="2235200"/>
          <p14:tracePt t="11969" x="2155825" y="2227263"/>
          <p14:tracePt t="11986" x="2155825" y="2220913"/>
          <p14:tracePt t="12003" x="2147888" y="2220913"/>
          <p14:tracePt t="12162" x="2147888" y="2212975"/>
          <p14:tracePt t="12170" x="2147888" y="2198688"/>
          <p14:tracePt t="12177" x="2155825" y="2184400"/>
          <p14:tracePt t="12186" x="2170113" y="2170113"/>
          <p14:tracePt t="12203" x="2184400" y="2141538"/>
          <p14:tracePt t="12220" x="2206625" y="2097088"/>
          <p14:tracePt t="12236" x="2235200" y="2039938"/>
          <p14:tracePt t="12253" x="2243138" y="2003425"/>
          <p14:tracePt t="12270" x="2257425" y="1952625"/>
          <p14:tracePt t="12286" x="2263775" y="1930400"/>
          <p14:tracePt t="12303" x="2271713" y="1916113"/>
          <p14:tracePt t="12320" x="2278063" y="1893888"/>
          <p14:tracePt t="12336" x="2286000" y="1879600"/>
          <p14:tracePt t="12353" x="2300288" y="1865313"/>
          <p14:tracePt t="12370" x="2308225" y="1857375"/>
          <p14:tracePt t="12386" x="2328863" y="1843088"/>
          <p14:tracePt t="12403" x="2344738" y="1843088"/>
          <p14:tracePt t="12420" x="2359025" y="1843088"/>
          <p14:tracePt t="12436" x="2373313" y="1843088"/>
          <p14:tracePt t="12453" x="2379663" y="1843088"/>
          <p14:tracePt t="12470" x="2401888" y="1843088"/>
          <p14:tracePt t="12487" x="2424113" y="1843088"/>
          <p14:tracePt t="12503" x="2460625" y="1857375"/>
          <p14:tracePt t="12520" x="2489200" y="1865313"/>
          <p14:tracePt t="12536" x="2517775" y="1887538"/>
          <p14:tracePt t="12553" x="2554288" y="1908175"/>
          <p14:tracePt t="12570" x="2562225" y="1922463"/>
          <p14:tracePt t="12586" x="2568575" y="1930400"/>
          <p14:tracePt t="12603" x="2576513" y="1952625"/>
          <p14:tracePt t="12620" x="2582863" y="1973263"/>
          <p14:tracePt t="12637" x="2582863" y="2003425"/>
          <p14:tracePt t="12653" x="2582863" y="2032000"/>
          <p14:tracePt t="12670" x="2582863" y="2046288"/>
          <p14:tracePt t="12686" x="2576513" y="2060575"/>
          <p14:tracePt t="12703" x="2576513" y="2074863"/>
          <p14:tracePt t="12720" x="2568575" y="2082800"/>
          <p14:tracePt t="12737" x="2554288" y="2090738"/>
          <p14:tracePt t="12753" x="2547938" y="2105025"/>
          <p14:tracePt t="12787" x="2532063" y="2111375"/>
          <p14:tracePt t="12803" x="2532063" y="2119313"/>
          <p14:tracePt t="13058" x="2547938" y="2119313"/>
          <p14:tracePt t="13074" x="2554288" y="2111375"/>
          <p14:tracePt t="13082" x="2576513" y="2111375"/>
          <p14:tracePt t="13090" x="2582863" y="2111375"/>
          <p14:tracePt t="13103" x="2605088" y="2111375"/>
          <p14:tracePt t="13120" x="2633663" y="2090738"/>
          <p14:tracePt t="13137" x="2692400" y="2082800"/>
          <p14:tracePt t="13153" x="2786063" y="2060575"/>
          <p14:tracePt t="13170" x="2830513" y="2054225"/>
          <p14:tracePt t="13187" x="2903538" y="2032000"/>
          <p14:tracePt t="13203" x="2968625" y="2017713"/>
          <p14:tracePt t="13221" x="3011488" y="2009775"/>
          <p14:tracePt t="13237" x="3062288" y="2003425"/>
          <p14:tracePt t="13253" x="3106738" y="2003425"/>
          <p14:tracePt t="13270" x="3141663" y="1995488"/>
          <p14:tracePt t="13287" x="3208338" y="1989138"/>
          <p14:tracePt t="13303" x="3259138" y="1966913"/>
          <p14:tracePt t="13320" x="3309938" y="1922463"/>
          <p14:tracePt t="13337" x="3352800" y="1887538"/>
          <p14:tracePt t="13353" x="3381375" y="1851025"/>
          <p14:tracePt t="13370" x="3411538" y="1828800"/>
          <p14:tracePt t="13387" x="3425825" y="1800225"/>
          <p14:tracePt t="13403" x="3440113" y="1778000"/>
          <p14:tracePt t="13420" x="3454400" y="1755775"/>
          <p14:tracePt t="13437" x="3476625" y="1741488"/>
          <p14:tracePt t="13453" x="3482975" y="1727200"/>
          <p14:tracePt t="13470" x="3497263" y="1719263"/>
          <p14:tracePt t="13487" x="3519488" y="1719263"/>
          <p14:tracePt t="13504" x="3548063" y="1712913"/>
          <p14:tracePt t="13520" x="3598863" y="1712913"/>
          <p14:tracePt t="13537" x="3716338" y="1712913"/>
          <p14:tracePt t="13553" x="3911600" y="1727200"/>
          <p14:tracePt t="13570" x="4071938" y="1778000"/>
          <p14:tracePt t="13587" x="4173538" y="1806575"/>
          <p14:tracePt t="13603" x="4259263" y="1851025"/>
          <p14:tracePt t="13620" x="4303713" y="1879600"/>
          <p14:tracePt t="13637" x="4340225" y="1908175"/>
          <p14:tracePt t="13653" x="4383088" y="1958975"/>
          <p14:tracePt t="13670" x="4484688" y="2039938"/>
          <p14:tracePt t="13687" x="4572000" y="2111375"/>
          <p14:tracePt t="13703" x="4673600" y="2212975"/>
          <p14:tracePt t="13720" x="4746625" y="2300288"/>
          <p14:tracePt t="13737" x="4811713" y="2401888"/>
          <p14:tracePt t="13753" x="4868863" y="2511425"/>
          <p14:tracePt t="13770" x="4905375" y="2590800"/>
          <p14:tracePt t="13787" x="4927600" y="2655888"/>
          <p14:tracePt t="13804" x="4935538" y="2751138"/>
          <p14:tracePt t="13820" x="4935538" y="2808288"/>
          <p14:tracePt t="13837" x="4935538" y="2867025"/>
          <p14:tracePt t="13853" x="4935538" y="2938463"/>
          <p14:tracePt t="13870" x="4935538" y="3048000"/>
          <p14:tracePt t="13887" x="4935538" y="3127375"/>
          <p14:tracePt t="13903" x="4905375" y="3236913"/>
          <p14:tracePt t="13920" x="4868863" y="3338513"/>
          <p14:tracePt t="13937" x="4840288" y="3403600"/>
          <p14:tracePt t="13954" x="4775200" y="3513138"/>
          <p14:tracePt t="13970" x="4732338" y="3584575"/>
          <p14:tracePt t="13987" x="4681538" y="3665538"/>
          <p14:tracePt t="14004" x="4622800" y="3722688"/>
          <p14:tracePt t="14020" x="4557713" y="3787775"/>
          <p14:tracePt t="14037" x="4484688" y="3852863"/>
          <p14:tracePt t="14054" x="4405313" y="3889375"/>
          <p14:tracePt t="14070" x="4354513" y="3919538"/>
          <p14:tracePt t="14087" x="4289425" y="3933825"/>
          <p14:tracePt t="14104" x="4252913" y="3948113"/>
          <p14:tracePt t="14120" x="4208463" y="3962400"/>
          <p14:tracePt t="14137" x="4157663" y="3962400"/>
          <p14:tracePt t="14154" x="4092575" y="3962400"/>
          <p14:tracePt t="14170" x="4049713" y="3962400"/>
          <p14:tracePt t="14187" x="4021138" y="3962400"/>
          <p14:tracePt t="14204" x="3990975" y="3962400"/>
          <p14:tracePt t="14220" x="3954463" y="3962400"/>
          <p14:tracePt t="14237" x="3911600" y="3940175"/>
          <p14:tracePt t="14254" x="3852863" y="3897313"/>
          <p14:tracePt t="14270" x="3802063" y="3810000"/>
          <p14:tracePt t="14287" x="3736975" y="3716338"/>
          <p14:tracePt t="14304" x="3700463" y="3643313"/>
          <p14:tracePt t="14320" x="3679825" y="3570288"/>
          <p14:tracePt t="14337" x="3635375" y="3482975"/>
          <p14:tracePt t="14354" x="3606800" y="3432175"/>
          <p14:tracePt t="14370" x="3584575" y="3367088"/>
          <p14:tracePt t="14387" x="3570288" y="3273425"/>
          <p14:tracePt t="14404" x="3541713" y="3200400"/>
          <p14:tracePt t="14420" x="3527425" y="3127375"/>
          <p14:tracePt t="14437" x="3505200" y="3040063"/>
          <p14:tracePt t="14454" x="3497263" y="2960688"/>
          <p14:tracePt t="14470" x="3490913" y="2859088"/>
          <p14:tracePt t="14487" x="3476625" y="2757488"/>
          <p14:tracePt t="14504" x="3476625" y="2663825"/>
          <p14:tracePt t="14521" x="3476625" y="2554288"/>
          <p14:tracePt t="14537" x="3476625" y="2497138"/>
          <p14:tracePt t="14554" x="3476625" y="2430463"/>
          <p14:tracePt t="14570" x="3476625" y="2373313"/>
          <p14:tracePt t="14587" x="3490913" y="2314575"/>
          <p14:tracePt t="14604" x="3497263" y="2278063"/>
          <p14:tracePt t="14620" x="3513138" y="2243138"/>
          <p14:tracePt t="14637" x="3513138" y="2227263"/>
          <p14:tracePt t="14654" x="3527425" y="2206625"/>
          <p14:tracePt t="14670" x="3533775" y="2176463"/>
          <p14:tracePt t="14687" x="3548063" y="2141538"/>
          <p14:tracePt t="14704" x="3563938" y="2125663"/>
          <p14:tracePt t="14721" x="3584575" y="2090738"/>
          <p14:tracePt t="14737" x="3592513" y="2082800"/>
          <p14:tracePt t="14754" x="3598863" y="2068513"/>
          <p14:tracePt t="14787" x="3614738" y="2060575"/>
          <p14:tracePt t="14804" x="3621088" y="2054225"/>
          <p14:tracePt t="14820" x="3629025" y="2054225"/>
          <p14:tracePt t="14837" x="3643313" y="2046288"/>
          <p14:tracePt t="14858" x="3649663" y="2046288"/>
          <p14:tracePt t="14874" x="3657600" y="2046288"/>
          <p14:tracePt t="14898" x="3665538" y="2032000"/>
          <p14:tracePt t="14994" x="3679825" y="2032000"/>
          <p14:tracePt t="15002" x="3686175" y="2032000"/>
          <p14:tracePt t="15010" x="3694113" y="2032000"/>
          <p14:tracePt t="15066" x="3700463" y="2032000"/>
          <p14:tracePt t="15098" x="3708400" y="2032000"/>
          <p14:tracePt t="15114" x="3716338" y="2032000"/>
          <p14:tracePt t="15122" x="3716338" y="2024063"/>
          <p14:tracePt t="15130" x="3722688" y="2024063"/>
          <p14:tracePt t="15146" x="3730625" y="2024063"/>
          <p14:tracePt t="15162" x="3736975" y="2024063"/>
          <p14:tracePt t="15194" x="3744913" y="2024063"/>
          <p14:tracePt t="15210" x="3751263" y="2024063"/>
          <p14:tracePt t="15234" x="3759200" y="2024063"/>
          <p14:tracePt t="15258" x="3767138" y="2024063"/>
          <p14:tracePt t="15273" x="3773488" y="2024063"/>
          <p14:tracePt t="15322" x="3781425" y="2024063"/>
          <p14:tracePt t="15338" x="3787775" y="2024063"/>
          <p14:tracePt t="15354" x="3795713" y="2024063"/>
          <p14:tracePt t="15418" x="3802063" y="2024063"/>
          <p14:tracePt t="15434" x="3817938" y="2009775"/>
          <p14:tracePt t="15458" x="3824288" y="2009775"/>
          <p14:tracePt t="15474" x="3838575" y="2009775"/>
          <p14:tracePt t="15490" x="3846513" y="2009775"/>
          <p14:tracePt t="15522" x="3852863" y="2009775"/>
          <p14:tracePt t="15562" x="3860800" y="2009775"/>
          <p14:tracePt t="15642" x="3868738" y="2009775"/>
          <p14:tracePt t="15666" x="3875088" y="2009775"/>
          <p14:tracePt t="15690" x="3883025" y="2009775"/>
          <p14:tracePt t="15765" x="3889375" y="2009775"/>
          <p14:tracePt t="15789" x="3903663" y="2009775"/>
          <p14:tracePt t="15796" x="3919538" y="2009775"/>
          <p14:tracePt t="15805" x="3925888" y="2009775"/>
          <p14:tracePt t="15821" x="3940175" y="2009775"/>
          <p14:tracePt t="15837" x="3954463" y="2017713"/>
          <p14:tracePt t="15854" x="3970338" y="2017713"/>
          <p14:tracePt t="15871" x="3984625" y="2032000"/>
          <p14:tracePt t="15888" x="4005263" y="2039938"/>
          <p14:tracePt t="15904" x="4027488" y="2060575"/>
          <p14:tracePt t="15921" x="4035425" y="2068513"/>
          <p14:tracePt t="15937" x="4064000" y="2097088"/>
          <p14:tracePt t="15954" x="4086225" y="2119313"/>
          <p14:tracePt t="15971" x="4100513" y="2133600"/>
          <p14:tracePt t="15988" x="4106863" y="2170113"/>
          <p14:tracePt t="16005" x="4114800" y="2206625"/>
          <p14:tracePt t="16021" x="4122738" y="2235200"/>
          <p14:tracePt t="16038" x="4129088" y="2278063"/>
          <p14:tracePt t="16054" x="4143375" y="2314575"/>
          <p14:tracePt t="16071" x="4151313" y="2336800"/>
          <p14:tracePt t="16087" x="4157663" y="2359025"/>
          <p14:tracePt t="16104" x="4157663" y="2365375"/>
          <p14:tracePt t="16121" x="4157663" y="2379663"/>
          <p14:tracePt t="16137" x="4157663" y="2395538"/>
          <p14:tracePt t="16154" x="4157663" y="2401888"/>
          <p14:tracePt t="16210" x="4157663" y="2409825"/>
          <p14:tracePt t="16507" x="4157663" y="2416175"/>
          <p14:tracePt t="16514" x="4157663" y="2424113"/>
          <p14:tracePt t="16523" x="4157663" y="2430463"/>
          <p14:tracePt t="16538" x="4157663" y="2446338"/>
          <p14:tracePt t="16554" x="4157663" y="2466975"/>
          <p14:tracePt t="16571" x="4157663" y="2497138"/>
          <p14:tracePt t="16588" x="4151313" y="2517775"/>
          <p14:tracePt t="16604" x="4151313" y="2554288"/>
          <p14:tracePt t="16621" x="4143375" y="2568575"/>
          <p14:tracePt t="16638" x="4143375" y="2598738"/>
          <p14:tracePt t="16655" x="4137025" y="2613025"/>
          <p14:tracePt t="16671" x="4137025" y="2619375"/>
          <p14:tracePt t="16688" x="4129088" y="2649538"/>
          <p14:tracePt t="16706" x="4122738" y="2663825"/>
          <p14:tracePt t="16721" x="4106863" y="2692400"/>
          <p14:tracePt t="16738" x="4100513" y="2700338"/>
          <p14:tracePt t="16754" x="4100513" y="2720975"/>
          <p14:tracePt t="16771" x="4086225" y="2751138"/>
          <p14:tracePt t="16788" x="4064000" y="2786063"/>
          <p14:tracePt t="16804" x="4049713" y="2822575"/>
          <p14:tracePt t="16821" x="4027488" y="2867025"/>
          <p14:tracePt t="16838" x="4013200" y="2887663"/>
          <p14:tracePt t="16854" x="3990975" y="2909888"/>
          <p14:tracePt t="16871" x="3984625" y="2924175"/>
          <p14:tracePt t="16888" x="3970338" y="2938463"/>
          <p14:tracePt t="16904" x="3954463" y="2954338"/>
          <p14:tracePt t="16921" x="3919538" y="2982913"/>
          <p14:tracePt t="16938" x="3911600" y="2989263"/>
          <p14:tracePt t="16954" x="3889375" y="3005138"/>
          <p14:tracePt t="16971" x="3868738" y="3011488"/>
          <p14:tracePt t="16988" x="3860800" y="3019425"/>
          <p14:tracePt t="17004" x="3838575" y="3033713"/>
          <p14:tracePt t="17021" x="3832225" y="3033713"/>
          <p14:tracePt t="17038" x="3824288" y="3040063"/>
          <p14:tracePt t="17071" x="3810000" y="3048000"/>
          <p14:tracePt t="17090" x="3802063" y="3048000"/>
          <p14:tracePt t="17106" x="3802063" y="3055938"/>
          <p14:tracePt t="17130" x="3795713" y="3062288"/>
          <p14:tracePt t="17138" x="3787775" y="3062288"/>
          <p14:tracePt t="17162" x="3781425" y="3070225"/>
          <p14:tracePt t="17179" x="3781425" y="3076575"/>
          <p14:tracePt t="17188" x="3781425" y="3090863"/>
          <p14:tracePt t="17205" x="3773488" y="3098800"/>
          <p14:tracePt t="17221" x="3767138" y="3113088"/>
          <p14:tracePt t="17238" x="3767138" y="3141663"/>
          <p14:tracePt t="17255" x="3759200" y="3178175"/>
          <p14:tracePt t="17271" x="3759200" y="3236913"/>
          <p14:tracePt t="17288" x="3759200" y="3287713"/>
          <p14:tracePt t="17305" x="3759200" y="3338513"/>
          <p14:tracePt t="17321" x="3759200" y="3395663"/>
          <p14:tracePt t="17338" x="3759200" y="3468688"/>
          <p14:tracePt t="17355" x="3773488" y="3527425"/>
          <p14:tracePt t="17371" x="3795713" y="3592513"/>
          <p14:tracePt t="17388" x="3802063" y="3643313"/>
          <p14:tracePt t="17405" x="3817938" y="3671888"/>
          <p14:tracePt t="17421" x="3832225" y="3716338"/>
          <p14:tracePt t="17438" x="3846513" y="3767138"/>
          <p14:tracePt t="17455" x="3860800" y="3802063"/>
          <p14:tracePt t="17471" x="3883025" y="3838575"/>
          <p14:tracePt t="17488" x="3911600" y="3875088"/>
          <p14:tracePt t="17505" x="3933825" y="3903663"/>
          <p14:tracePt t="17521" x="3948113" y="3919538"/>
          <p14:tracePt t="17538" x="3962400" y="3933825"/>
          <p14:tracePt t="17555" x="3984625" y="3954463"/>
          <p14:tracePt t="17571" x="4005263" y="3976688"/>
          <p14:tracePt t="17588" x="4035425" y="3990975"/>
          <p14:tracePt t="17605" x="4041775" y="3998913"/>
          <p14:tracePt t="17621" x="4071938" y="4021138"/>
          <p14:tracePt t="17638" x="4106863" y="4049713"/>
          <p14:tracePt t="17655" x="4157663" y="4086225"/>
          <p14:tracePt t="17671" x="4216400" y="4129088"/>
          <p14:tracePt t="17688" x="4259263" y="4165600"/>
          <p14:tracePt t="17706" x="4303713" y="4208463"/>
          <p14:tracePt t="17722" x="4310063" y="4224338"/>
          <p14:tracePt t="17738" x="4318000" y="4259263"/>
          <p14:tracePt t="17755" x="4325938" y="4303713"/>
          <p14:tracePt t="17772" x="4332288" y="4340225"/>
          <p14:tracePt t="17788" x="4332288" y="4383088"/>
          <p14:tracePt t="17805" x="4332288" y="4405313"/>
          <p14:tracePt t="17822" x="4332288" y="4419600"/>
          <p14:tracePt t="17838" x="4332288" y="4427538"/>
          <p14:tracePt t="17855" x="4325938" y="4441825"/>
          <p14:tracePt t="18754" x="4318000" y="4441825"/>
          <p14:tracePt t="18802" x="4318000" y="4433888"/>
          <p14:tracePt t="18810" x="4318000" y="4427538"/>
          <p14:tracePt t="18818" x="4325938" y="4427538"/>
          <p14:tracePt t="18826" x="4332288" y="4411663"/>
          <p14:tracePt t="18842" x="4340225" y="4397375"/>
          <p14:tracePt t="18855" x="4346575" y="4391025"/>
          <p14:tracePt t="18872" x="4354513" y="4376738"/>
          <p14:tracePt t="18888" x="4383088" y="4340225"/>
          <p14:tracePt t="18905" x="4397375" y="4310063"/>
          <p14:tracePt t="18922" x="4405313" y="4289425"/>
          <p14:tracePt t="18938" x="4427538" y="4259263"/>
          <p14:tracePt t="18955" x="4433888" y="4244975"/>
          <p14:tracePt t="18972" x="4433888" y="4238625"/>
          <p14:tracePt t="19747" x="4456113" y="4230688"/>
          <p14:tracePt t="19759" x="4470400" y="4244975"/>
          <p14:tracePt t="19772" x="4535488" y="4281488"/>
          <p14:tracePt t="19789" x="4543425" y="4281488"/>
          <p14:tracePt t="20055" x="4579938" y="4289425"/>
          <p14:tracePt t="20063" x="4630738" y="4289425"/>
          <p14:tracePt t="20072" x="4681538" y="4289425"/>
          <p14:tracePt t="20090" x="4833938" y="4303713"/>
          <p14:tracePt t="20106" x="4884738" y="4310063"/>
          <p14:tracePt t="20123" x="4905375" y="4310063"/>
          <p14:tracePt t="20158" x="4913313" y="4310063"/>
          <p14:tracePt t="20263" x="4913313" y="4318000"/>
          <p14:tracePt t="20276" x="4913313" y="4332288"/>
          <p14:tracePt t="20284" x="4913313" y="4340225"/>
          <p14:tracePt t="20293" x="4913313" y="4346575"/>
          <p14:tracePt t="20306" x="4891088" y="4360863"/>
          <p14:tracePt t="20323" x="4848225" y="4383088"/>
          <p14:tracePt t="20339" x="4775200" y="4405313"/>
          <p14:tracePt t="20356" x="4659313" y="4419600"/>
          <p14:tracePt t="20373" x="4513263" y="4427538"/>
          <p14:tracePt t="20389" x="4325938" y="4448175"/>
          <p14:tracePt t="20406" x="4137025" y="4456113"/>
          <p14:tracePt t="20422" x="3919538" y="4462463"/>
          <p14:tracePt t="20439" x="3716338" y="4462463"/>
          <p14:tracePt t="20456" x="3513138" y="4462463"/>
          <p14:tracePt t="20472" x="3338513" y="4462463"/>
          <p14:tracePt t="20489" x="3186113" y="4462463"/>
          <p14:tracePt t="20506" x="2997200" y="4462463"/>
          <p14:tracePt t="20522" x="2867025" y="4462463"/>
          <p14:tracePt t="20539" x="2714625" y="4462463"/>
          <p14:tracePt t="20556" x="2576513" y="4462463"/>
          <p14:tracePt t="20572" x="2430463" y="4462463"/>
          <p14:tracePt t="20589" x="2278063" y="4462463"/>
          <p14:tracePt t="20606" x="2133600" y="4462463"/>
          <p14:tracePt t="20622" x="1989138" y="4462463"/>
          <p14:tracePt t="20639" x="1828800" y="4427538"/>
          <p14:tracePt t="20656" x="1676400" y="4354513"/>
          <p14:tracePt t="20672" x="1546225" y="4275138"/>
          <p14:tracePt t="20689" x="1371600" y="4129088"/>
          <p14:tracePt t="20706" x="1255713" y="3984625"/>
          <p14:tracePt t="20722" x="1139825" y="3817938"/>
          <p14:tracePt t="20739" x="1052513" y="3671888"/>
          <p14:tracePt t="20756" x="987425" y="3556000"/>
          <p14:tracePt t="20772" x="942975" y="3497263"/>
          <p14:tracePt t="20789" x="936625" y="3462338"/>
          <p14:tracePt t="20806" x="922338" y="3375025"/>
          <p14:tracePt t="20822" x="906463" y="3279775"/>
          <p14:tracePt t="20839" x="906463" y="3163888"/>
          <p14:tracePt t="20856" x="906463" y="3062288"/>
          <p14:tracePt t="20872" x="906463" y="2974975"/>
          <p14:tracePt t="20889" x="914400" y="2873375"/>
          <p14:tracePt t="20906" x="965200" y="2720975"/>
          <p14:tracePt t="20922" x="1023938" y="2590800"/>
          <p14:tracePt t="20939" x="1074738" y="2466975"/>
          <p14:tracePt t="20956" x="1125538" y="2387600"/>
          <p14:tracePt t="20972" x="1182688" y="2300288"/>
          <p14:tracePt t="20989" x="1233488" y="2235200"/>
          <p14:tracePt t="21006" x="1298575" y="2162175"/>
          <p14:tracePt t="21023" x="1414463" y="2074863"/>
          <p14:tracePt t="21040" x="1501775" y="2009775"/>
          <p14:tracePt t="21056" x="1589088" y="1952625"/>
          <p14:tracePt t="21059" x="1647825" y="1938338"/>
          <p14:tracePt t="21072" x="1684338" y="1922463"/>
          <p14:tracePt t="21089" x="1836738" y="1865313"/>
          <p14:tracePt t="21106" x="1958975" y="1836738"/>
          <p14:tracePt t="21122" x="2046288" y="1828800"/>
          <p14:tracePt t="21139" x="2133600" y="1806575"/>
          <p14:tracePt t="21156" x="2235200" y="1792288"/>
          <p14:tracePt t="21172" x="2314575" y="1770063"/>
          <p14:tracePt t="21189" x="2401888" y="1763713"/>
          <p14:tracePt t="21206" x="2511425" y="1741488"/>
          <p14:tracePt t="21223" x="2613025" y="1735138"/>
          <p14:tracePt t="21239" x="2720975" y="1735138"/>
          <p14:tracePt t="21256" x="2801938" y="1735138"/>
          <p14:tracePt t="21272" x="2960688" y="1735138"/>
          <p14:tracePt t="21289" x="3228975" y="1800225"/>
          <p14:tracePt t="21306" x="3389313" y="1857375"/>
          <p14:tracePt t="21323" x="3541713" y="1944688"/>
          <p14:tracePt t="21339" x="3694113" y="2046288"/>
          <p14:tracePt t="21356" x="3860800" y="2147888"/>
          <p14:tracePt t="21373" x="3984625" y="2235200"/>
          <p14:tracePt t="21389" x="4086225" y="2314575"/>
          <p14:tracePt t="21406" x="4157663" y="2373313"/>
          <p14:tracePt t="21423" x="4244975" y="2452688"/>
          <p14:tracePt t="21439" x="4354513" y="2540000"/>
          <p14:tracePt t="21456" x="4456113" y="2613025"/>
          <p14:tracePt t="21473" x="4535488" y="2663825"/>
          <p14:tracePt t="21490" x="4549775" y="2670175"/>
          <p14:tracePt t="21506" x="4564063" y="2678113"/>
          <p14:tracePt t="21523" x="4579938" y="2684463"/>
          <p14:tracePt t="21539" x="4600575" y="2700338"/>
          <p14:tracePt t="21556" x="4622800" y="2714625"/>
          <p14:tracePt t="21573" x="4665663" y="2743200"/>
          <p14:tracePt t="21589" x="4710113" y="2751138"/>
          <p14:tracePt t="21606" x="4732338" y="2751138"/>
          <p14:tracePt t="21943" x="4732338" y="2743200"/>
          <p14:tracePt t="21947" x="4746625" y="2743200"/>
          <p14:tracePt t="21956" x="4767263" y="2743200"/>
          <p14:tracePt t="21973" x="4818063" y="2743200"/>
          <p14:tracePt t="21991" x="4833938" y="2743200"/>
          <p14:tracePt t="22007" x="4833938" y="2765425"/>
          <p14:tracePt t="22023" x="4833938" y="2822575"/>
          <p14:tracePt t="22040" x="4833938" y="2895600"/>
          <p14:tracePt t="22056" x="4833938" y="2982913"/>
          <p14:tracePt t="22061" x="4833938" y="3025775"/>
          <p14:tracePt t="22073" x="4833938" y="3121025"/>
          <p14:tracePt t="22090" x="4833938" y="3178175"/>
          <p14:tracePt t="22106" x="4833938" y="3236913"/>
          <p14:tracePt t="22123" x="4826000" y="3294063"/>
          <p14:tracePt t="22140" x="4789488" y="3367088"/>
          <p14:tracePt t="22156" x="4752975" y="3432175"/>
          <p14:tracePt t="22173" x="4716463" y="3519488"/>
          <p14:tracePt t="22190" x="4651375" y="3621088"/>
          <p14:tracePt t="22207" x="4586288" y="3708400"/>
          <p14:tracePt t="22223" x="4543425" y="3773488"/>
          <p14:tracePt t="22240" x="4484688" y="3846513"/>
          <p14:tracePt t="22256" x="4448175" y="3897313"/>
          <p14:tracePt t="22274" x="4391025" y="3954463"/>
          <p14:tracePt t="22290" x="4354513" y="3990975"/>
          <p14:tracePt t="22306" x="4303713" y="4021138"/>
          <p14:tracePt t="22323" x="4275138" y="4041775"/>
          <p14:tracePt t="22340" x="4238625" y="4056063"/>
          <p14:tracePt t="22356" x="4216400" y="4071938"/>
          <p14:tracePt t="22373" x="4173538" y="4086225"/>
          <p14:tracePt t="22390" x="4143375" y="4092575"/>
          <p14:tracePt t="22407" x="4106863" y="4106863"/>
          <p14:tracePt t="22423" x="4064000" y="4114800"/>
          <p14:tracePt t="22440" x="4035425" y="4122738"/>
          <p14:tracePt t="22456" x="4021138" y="4129088"/>
          <p14:tracePt t="22473" x="3998913" y="4129088"/>
          <p14:tracePt t="22489" x="3990975" y="4129088"/>
          <p14:tracePt t="22506" x="3984625" y="4129088"/>
          <p14:tracePt t="22523" x="3976688" y="4129088"/>
          <p14:tracePt t="22540" x="3970338" y="4129088"/>
          <p14:tracePt t="22573" x="3962400" y="4129088"/>
          <p14:tracePt t="22930" x="3970338" y="4129088"/>
          <p14:tracePt t="22938" x="3990975" y="4129088"/>
          <p14:tracePt t="22946" x="3998913" y="4129088"/>
          <p14:tracePt t="22956" x="4013200" y="4122738"/>
          <p14:tracePt t="22973" x="4078288" y="4114800"/>
          <p14:tracePt t="22990" x="4216400" y="4086225"/>
          <p14:tracePt t="23006" x="4492625" y="4086225"/>
          <p14:tracePt t="23023" x="4811713" y="4086225"/>
          <p14:tracePt t="23040" x="5116513" y="4086225"/>
          <p14:tracePt t="23057" x="5319713" y="4114800"/>
          <p14:tracePt t="23059" x="5413375" y="4129088"/>
          <p14:tracePt t="23073" x="5522913" y="4143375"/>
          <p14:tracePt t="23090" x="5602288" y="4165600"/>
          <p14:tracePt t="23106" x="5653088" y="4187825"/>
          <p14:tracePt t="23123" x="5697538" y="4208463"/>
          <p14:tracePt t="23140" x="5711825" y="4216400"/>
          <p14:tracePt t="23236" x="5703888" y="4216400"/>
          <p14:tracePt t="23243" x="5675313" y="4194175"/>
          <p14:tracePt t="23251" x="5661025" y="4165600"/>
          <p14:tracePt t="23259" x="5624513" y="4100513"/>
          <p14:tracePt t="23273" x="5559425" y="3984625"/>
          <p14:tracePt t="23291" x="5486400" y="3832225"/>
          <p14:tracePt t="23307" x="5435600" y="3657600"/>
          <p14:tracePt t="23324" x="5435600" y="3482975"/>
          <p14:tracePt t="23340" x="5435600" y="3302000"/>
          <p14:tracePt t="23357" x="5522913" y="3127375"/>
          <p14:tracePt t="23373" x="5616575" y="2968625"/>
          <p14:tracePt t="23390" x="5740400" y="2816225"/>
          <p14:tracePt t="23407" x="5864225" y="2684463"/>
          <p14:tracePt t="23424" x="5986463" y="2568575"/>
          <p14:tracePt t="23441" x="6110288" y="2481263"/>
          <p14:tracePt t="23457" x="6443663" y="2257425"/>
          <p14:tracePt t="23473" x="6705600" y="2125663"/>
          <p14:tracePt t="23491" x="6865938" y="2068513"/>
          <p14:tracePt t="23507" x="7024688" y="2024063"/>
          <p14:tracePt t="23523" x="7134225" y="1995488"/>
          <p14:tracePt t="23540" x="7235825" y="1989138"/>
          <p14:tracePt t="23557" x="7351713" y="1981200"/>
          <p14:tracePt t="23574" x="7481888" y="1981200"/>
          <p14:tracePt t="23590" x="7648575" y="1981200"/>
          <p14:tracePt t="23607" x="7823200" y="1981200"/>
          <p14:tracePt t="23623" x="8004175" y="2039938"/>
          <p14:tracePt t="23640" x="8201025" y="2097088"/>
          <p14:tracePt t="23657" x="8491538" y="2192338"/>
          <p14:tracePt t="23673" x="8672513" y="2243138"/>
          <p14:tracePt t="23690" x="8824913" y="2293938"/>
          <p14:tracePt t="23707" x="8969375" y="2359025"/>
          <p14:tracePt t="23724" x="9070975" y="2416175"/>
          <p14:tracePt t="23740" x="9166225" y="2474913"/>
          <p14:tracePt t="23757" x="9217025" y="2517775"/>
          <p14:tracePt t="23774" x="9245600" y="2576513"/>
          <p14:tracePt t="23790" x="9288463" y="2678113"/>
          <p14:tracePt t="23807" x="9332913" y="2801938"/>
          <p14:tracePt t="23824" x="9390063" y="2917825"/>
          <p14:tracePt t="23840" x="9434513" y="3019425"/>
          <p14:tracePt t="23857" x="9507538" y="3157538"/>
          <p14:tracePt t="23874" x="9536113" y="3228975"/>
          <p14:tracePt t="23890" x="9558338" y="3324225"/>
          <p14:tracePt t="23907" x="9586913" y="3417888"/>
          <p14:tracePt t="23924" x="9586913" y="3519488"/>
          <p14:tracePt t="23941" x="9609138" y="3614738"/>
          <p14:tracePt t="23957" x="9615488" y="3694113"/>
          <p14:tracePt t="23973" x="9629775" y="3810000"/>
          <p14:tracePt t="23990" x="9644063" y="3919538"/>
          <p14:tracePt t="24007" x="9659938" y="4027488"/>
          <p14:tracePt t="24023" x="9680575" y="4137025"/>
          <p14:tracePt t="24040" x="9680575" y="4230688"/>
          <p14:tracePt t="24057" x="9680575" y="4376738"/>
          <p14:tracePt t="24074" x="9674225" y="4478338"/>
          <p14:tracePt t="24090" x="9629775" y="4586288"/>
          <p14:tracePt t="24107" x="9586913" y="4695825"/>
          <p14:tracePt t="24124" x="9536113" y="4789488"/>
          <p14:tracePt t="24140" x="9485313" y="4868863"/>
          <p14:tracePt t="24157" x="9434513" y="4941888"/>
          <p14:tracePt t="24174" x="9375775" y="5014913"/>
          <p14:tracePt t="24191" x="9304338" y="5087938"/>
          <p14:tracePt t="24209" x="9245600" y="5138738"/>
          <p14:tracePt t="24224" x="9144000" y="5210175"/>
          <p14:tracePt t="24241" x="9028113" y="5275263"/>
          <p14:tracePt t="24257" x="8932863" y="5305425"/>
          <p14:tracePt t="24274" x="8853488" y="5341938"/>
          <p14:tracePt t="24291" x="8774113" y="5376863"/>
          <p14:tracePt t="24307" x="8678863" y="5392738"/>
          <p14:tracePt t="24324" x="8599488" y="5421313"/>
          <p14:tracePt t="24341" x="8505825" y="5449888"/>
          <p14:tracePt t="24357" x="8404225" y="5464175"/>
          <p14:tracePt t="24374" x="8294688" y="5478463"/>
          <p14:tracePt t="24391" x="8186738" y="5478463"/>
          <p14:tracePt t="24407" x="8091488" y="5478463"/>
          <p14:tracePt t="24424" x="8004175" y="5478463"/>
          <p14:tracePt t="24440" x="7916863" y="5478463"/>
          <p14:tracePt t="24458" x="7823200" y="5478463"/>
          <p14:tracePt t="24474" x="7758113" y="5478463"/>
          <p14:tracePt t="24490" x="7685088" y="5478463"/>
          <p14:tracePt t="24507" x="7627938" y="5478463"/>
          <p14:tracePt t="24524" x="7583488" y="5464175"/>
          <p14:tracePt t="24541" x="7540625" y="5449888"/>
          <p14:tracePt t="24557" x="7489825" y="5427663"/>
          <p14:tracePt t="24562" x="7459663" y="5421313"/>
          <p14:tracePt t="24574" x="7431088" y="5407025"/>
          <p14:tracePt t="24591" x="7307263" y="5341938"/>
          <p14:tracePt t="24607" x="7162800" y="5275263"/>
          <p14:tracePt t="24624" x="7075488" y="5224463"/>
          <p14:tracePt t="24641" x="7002463" y="5181600"/>
          <p14:tracePt t="24657" x="6937375" y="5130800"/>
          <p14:tracePt t="24674" x="6916738" y="5108575"/>
          <p14:tracePt t="24691" x="6886575" y="5080000"/>
          <p14:tracePt t="24707" x="6843713" y="4992688"/>
          <p14:tracePt t="24724" x="6799263" y="4884738"/>
          <p14:tracePt t="24740" x="6756400" y="4775200"/>
          <p14:tracePt t="24757" x="6734175" y="4716463"/>
          <p14:tracePt t="24775" x="6719888" y="4651375"/>
          <p14:tracePt t="24791" x="6713538" y="4579938"/>
          <p14:tracePt t="24807" x="6713538" y="4498975"/>
          <p14:tracePt t="24824" x="6713538" y="4411663"/>
          <p14:tracePt t="24841" x="6713538" y="4318000"/>
          <p14:tracePt t="24857" x="6719888" y="4194175"/>
          <p14:tracePt t="24874" x="6734175" y="4137025"/>
          <p14:tracePt t="24891" x="6756400" y="4100513"/>
          <p14:tracePt t="24907" x="6778625" y="4035425"/>
          <p14:tracePt t="24924" x="6815138" y="3970338"/>
          <p14:tracePt t="24942" x="6858000" y="3883025"/>
          <p14:tracePt t="24957" x="6894513" y="3802063"/>
          <p14:tracePt t="24974" x="6923088" y="3767138"/>
          <p14:tracePt t="24990" x="6967538" y="3700463"/>
          <p14:tracePt t="25008" x="6996113" y="3657600"/>
          <p14:tracePt t="25024" x="7018338" y="3629025"/>
          <p14:tracePt t="25040" x="7061200" y="3584575"/>
          <p14:tracePt t="25057" x="7104063" y="3533775"/>
          <p14:tracePt t="25074" x="7140575" y="3513138"/>
          <p14:tracePt t="25092" x="7170738" y="3490913"/>
          <p14:tracePt t="25107" x="7199313" y="3468688"/>
          <p14:tracePt t="25124" x="7235825" y="3440113"/>
          <p14:tracePt t="25141" x="7278688" y="3411538"/>
          <p14:tracePt t="25157" x="7307263" y="3389313"/>
          <p14:tracePt t="25174" x="7358063" y="3352800"/>
          <p14:tracePt t="25191" x="7394575" y="3344863"/>
          <p14:tracePt t="25208" x="7445375" y="3316288"/>
          <p14:tracePt t="25224" x="7489825" y="3294063"/>
          <p14:tracePt t="25242" x="7561263" y="3265488"/>
          <p14:tracePt t="25257" x="7620000" y="3243263"/>
          <p14:tracePt t="25275" x="7662863" y="3228975"/>
          <p14:tracePt t="25291" x="7729538" y="3214688"/>
          <p14:tracePt t="25307" x="7800975" y="3208338"/>
          <p14:tracePt t="25324" x="7866063" y="3200400"/>
          <p14:tracePt t="25341" x="7932738" y="3200400"/>
          <p14:tracePt t="25357" x="7997825" y="3200400"/>
          <p14:tracePt t="25374" x="8077200" y="3200400"/>
          <p14:tracePt t="25392" x="8142288" y="3200400"/>
          <p14:tracePt t="25407" x="8215313" y="3200400"/>
          <p14:tracePt t="25424" x="8266113" y="3200400"/>
          <p14:tracePt t="25441" x="8316913" y="3200400"/>
          <p14:tracePt t="25459" x="8345488" y="3200400"/>
          <p14:tracePt t="25474" x="8353425" y="3200400"/>
          <p14:tracePt t="25491" x="8367713" y="3200400"/>
          <p14:tracePt t="25508" x="8396288" y="3200400"/>
          <p14:tracePt t="25524" x="8404225" y="3208338"/>
          <p14:tracePt t="25541" x="8418513" y="3208338"/>
          <p14:tracePt t="25557" x="8418513" y="3214688"/>
          <p14:tracePt t="25562" x="8432800" y="3222625"/>
          <p14:tracePt t="25587" x="8432800" y="3228975"/>
          <p14:tracePt t="25595" x="8440738" y="3228975"/>
          <p14:tracePt t="25612" x="8440738" y="3236913"/>
          <p14:tracePt t="25908" x="8447088" y="3243263"/>
          <p14:tracePt t="25915" x="8447088" y="3251200"/>
          <p14:tracePt t="25932" x="8447088" y="3265488"/>
          <p14:tracePt t="25941" x="8447088" y="3279775"/>
          <p14:tracePt t="25958" x="8447088" y="3352800"/>
          <p14:tracePt t="25974" x="8447088" y="3440113"/>
          <p14:tracePt t="25991" x="8447088" y="3527425"/>
          <p14:tracePt t="26008" x="8455025" y="3578225"/>
          <p14:tracePt t="26024" x="8461375" y="3606800"/>
          <p14:tracePt t="26041" x="8461375" y="3629025"/>
          <p14:tracePt t="26057" x="8461375" y="3643313"/>
          <p14:tracePt t="26074" x="8461375" y="3649663"/>
          <p14:tracePt t="26092" x="8461375" y="3657600"/>
          <p14:tracePt t="26108" x="8461375" y="3665538"/>
          <p14:tracePt t="26124" x="8455025" y="3665538"/>
          <p14:tracePt t="26141" x="8455025" y="3671888"/>
          <p14:tracePt t="26197" x="8447088" y="3679825"/>
          <p14:tracePt t="26229" x="8447088" y="3694113"/>
          <p14:tracePt t="26246" x="8447088" y="3700463"/>
          <p14:tracePt t="26273" x="8447088" y="3716338"/>
          <p14:tracePt t="26288" x="8440738" y="3722688"/>
          <p14:tracePt t="26399" x="8432800" y="3722688"/>
          <p14:tracePt t="26457" x="8424863" y="3730625"/>
          <p14:tracePt t="26465" x="8410575" y="3736975"/>
          <p14:tracePt t="26477" x="8396288" y="3744913"/>
          <p14:tracePt t="26492" x="8382000" y="3751263"/>
          <p14:tracePt t="26508" x="8339138" y="3795713"/>
          <p14:tracePt t="26525" x="8316913" y="3832225"/>
          <p14:tracePt t="26541" x="8302625" y="3868738"/>
          <p14:tracePt t="26558" x="8280400" y="3925888"/>
          <p14:tracePt t="26566" x="8280400" y="3962400"/>
          <p14:tracePt t="26575" x="8280400" y="3984625"/>
          <p14:tracePt t="26591" x="8280400" y="4035425"/>
          <p14:tracePt t="26608" x="8280400" y="4086225"/>
          <p14:tracePt t="26625" x="8280400" y="4143375"/>
          <p14:tracePt t="26642" x="8323263" y="4216400"/>
          <p14:tracePt t="26658" x="8374063" y="4281488"/>
          <p14:tracePt t="26675" x="8455025" y="4340225"/>
          <p14:tracePt t="26691" x="8548688" y="4391025"/>
          <p14:tracePt t="26709" x="8664575" y="4433888"/>
          <p14:tracePt t="26725" x="8788400" y="4470400"/>
          <p14:tracePt t="26742" x="8932863" y="4513263"/>
          <p14:tracePt t="26758" x="9070975" y="4549775"/>
          <p14:tracePt t="26775" x="9237663" y="4579938"/>
          <p14:tracePt t="26792" x="9398000" y="4608513"/>
          <p14:tracePt t="26809" x="9499600" y="4622800"/>
          <p14:tracePt t="26825" x="9601200" y="4622800"/>
          <p14:tracePt t="26842" x="9731375" y="4622800"/>
          <p14:tracePt t="26858" x="9790113" y="4622800"/>
          <p14:tracePt t="26875" x="9863138" y="4600575"/>
          <p14:tracePt t="26892" x="9934575" y="4564063"/>
          <p14:tracePt t="26908" x="10007600" y="4529138"/>
          <p14:tracePt t="26925" x="10050463" y="4484688"/>
          <p14:tracePt t="26941" x="10101263" y="4427538"/>
          <p14:tracePt t="26958" x="10137775" y="4376738"/>
          <p14:tracePt t="26975" x="10160000" y="4295775"/>
          <p14:tracePt t="26992" x="10196513" y="4224338"/>
          <p14:tracePt t="27008" x="10202863" y="4173538"/>
          <p14:tracePt t="27026" x="10218738" y="4092575"/>
          <p14:tracePt t="27042" x="10218738" y="4064000"/>
          <p14:tracePt t="27058" x="10218738" y="3984625"/>
          <p14:tracePt t="27067" x="10225088" y="3954463"/>
          <p14:tracePt t="27076" x="10225088" y="3925888"/>
          <p14:tracePt t="27092" x="10225088" y="3883025"/>
          <p14:tracePt t="27108" x="10225088" y="3838575"/>
          <p14:tracePt t="27125" x="10225088" y="3810000"/>
          <p14:tracePt t="27142" x="10225088" y="3767138"/>
          <p14:tracePt t="27159" x="10210800" y="3736975"/>
          <p14:tracePt t="27176" x="10196513" y="3700463"/>
          <p14:tracePt t="27192" x="10174288" y="3657600"/>
          <p14:tracePt t="27209" x="10160000" y="3629025"/>
          <p14:tracePt t="27226" x="10123488" y="3570288"/>
          <p14:tracePt t="27242" x="10094913" y="3541713"/>
          <p14:tracePt t="27258" x="10050463" y="3497263"/>
          <p14:tracePt t="27275" x="10015538" y="3462338"/>
          <p14:tracePt t="27292" x="9979025" y="3440113"/>
          <p14:tracePt t="27308" x="9956800" y="3417888"/>
          <p14:tracePt t="27325" x="9913938" y="3395663"/>
          <p14:tracePt t="27342" x="9891713" y="3375025"/>
          <p14:tracePt t="27359" x="9855200" y="3360738"/>
          <p14:tracePt t="27375" x="9826625" y="3338513"/>
          <p14:tracePt t="27393" x="9796463" y="3330575"/>
          <p14:tracePt t="27410" x="9753600" y="3309938"/>
          <p14:tracePt t="27426" x="9725025" y="3287713"/>
          <p14:tracePt t="27443" x="9717088" y="3287713"/>
          <p14:tracePt t="27460" x="9694863" y="3287713"/>
          <p14:tracePt t="27475" x="9674225" y="3287713"/>
          <p14:tracePt t="27492" x="9666288" y="3279775"/>
          <p14:tracePt t="27509" x="9629775" y="3273425"/>
          <p14:tracePt t="27525" x="9609138" y="3273425"/>
          <p14:tracePt t="27542" x="9578975" y="3273425"/>
          <p14:tracePt t="27558" x="9550400" y="3265488"/>
          <p14:tracePt t="27568" x="9542463" y="3265488"/>
          <p14:tracePt t="27577" x="9528175" y="3259138"/>
          <p14:tracePt t="27591" x="9499600" y="3259138"/>
          <p14:tracePt t="27608" x="9485313" y="3259138"/>
          <p14:tracePt t="27624" x="9456738" y="3259138"/>
          <p14:tracePt t="27641" x="9426575" y="3259138"/>
          <p14:tracePt t="27658" x="9398000" y="3259138"/>
          <p14:tracePt t="27675" x="9375775" y="3259138"/>
          <p14:tracePt t="27691" x="9355138" y="3259138"/>
          <p14:tracePt t="27708" x="9339263" y="3259138"/>
          <p14:tracePt t="27725" x="9304338" y="3265488"/>
          <p14:tracePt t="27741" x="9296400" y="3273425"/>
          <p14:tracePt t="27758" x="9267825" y="3287713"/>
          <p14:tracePt t="27775" x="9245600" y="3294063"/>
          <p14:tracePt t="27791" x="9223375" y="3302000"/>
          <p14:tracePt t="27808" x="9202738" y="3324225"/>
          <p14:tracePt t="27825" x="9172575" y="3344863"/>
          <p14:tracePt t="27841" x="9158288" y="3367088"/>
          <p14:tracePt t="27858" x="9144000" y="3389313"/>
          <p14:tracePt t="27875" x="9121775" y="3411538"/>
          <p14:tracePt t="27891" x="9107488" y="3432175"/>
          <p14:tracePt t="27908" x="9101138" y="3446463"/>
          <p14:tracePt t="27925" x="9093200" y="3462338"/>
          <p14:tracePt t="27941" x="9078913" y="3482975"/>
          <p14:tracePt t="27975" x="9070975" y="3505200"/>
          <p14:tracePt t="27991" x="9070975" y="3519488"/>
          <p14:tracePt t="28008" x="9064625" y="3527425"/>
          <p14:tracePt t="28025" x="9056688" y="3533775"/>
          <p14:tracePt t="28041" x="9056688" y="3548063"/>
          <p14:tracePt t="28058" x="9056688" y="3556000"/>
          <p14:tracePt t="28075" x="9056688" y="3570288"/>
          <p14:tracePt t="28108" x="9056688" y="3584575"/>
          <p14:tracePt t="28125" x="9056688" y="3598863"/>
          <p14:tracePt t="28141" x="9056688" y="3606800"/>
          <p14:tracePt t="28158" x="9056688" y="3614738"/>
          <p14:tracePt t="28175" x="9056688" y="3629025"/>
          <p14:tracePt t="28191" x="9056688" y="3635375"/>
          <p14:tracePt t="28208" x="9056688" y="3643313"/>
          <p14:tracePt t="28225" x="9056688" y="3657600"/>
          <p14:tracePt t="28242" x="9056688" y="3665538"/>
          <p14:tracePt t="28258" x="9056688" y="3679825"/>
          <p14:tracePt t="28275" x="9056688" y="3686175"/>
          <p14:tracePt t="28291" x="9056688" y="3700463"/>
          <p14:tracePt t="28308" x="9064625" y="3716338"/>
          <p14:tracePt t="28325" x="9078913" y="3736975"/>
          <p14:tracePt t="28342" x="9107488" y="3759200"/>
          <p14:tracePt t="28358" x="9129713" y="3773488"/>
          <p14:tracePt t="28375" x="9151938" y="3781425"/>
          <p14:tracePt t="28391" x="9186863" y="3795713"/>
          <p14:tracePt t="28408" x="9209088" y="3795713"/>
          <p14:tracePt t="28426" x="9274175" y="3802063"/>
          <p14:tracePt t="28442" x="9324975" y="3802063"/>
          <p14:tracePt t="28458" x="9375775" y="3802063"/>
          <p14:tracePt t="28475" x="9426575" y="3802063"/>
          <p14:tracePt t="28491" x="9471025" y="3802063"/>
          <p14:tracePt t="28508" x="9507538" y="3795713"/>
          <p14:tracePt t="28525" x="9528175" y="3795713"/>
          <p14:tracePt t="28542" x="9536113" y="3795713"/>
          <p14:tracePt t="28558" x="9558338" y="3795713"/>
          <p14:tracePt t="28562" x="9572625" y="3787775"/>
          <p14:tracePt t="28575" x="9578975" y="3787775"/>
          <p14:tracePt t="28591" x="9593263" y="3781425"/>
          <p14:tracePt t="28608" x="9601200" y="3781425"/>
          <p14:tracePt t="28626" x="9615488" y="3773488"/>
          <p14:tracePt t="28642" x="9623425" y="3773488"/>
          <p14:tracePt t="28658" x="9637713" y="3773488"/>
          <p14:tracePt t="28675" x="9644063" y="3773488"/>
          <p14:tracePt t="28692" x="9659938" y="3773488"/>
          <p14:tracePt t="28709" x="9666288" y="3773488"/>
          <p14:tracePt t="28725" x="9680575" y="3773488"/>
          <p14:tracePt t="28742" x="9688513" y="3773488"/>
          <p14:tracePt t="28775" x="9694863" y="3773488"/>
          <p14:tracePt t="28792" x="9710738" y="3773488"/>
          <p14:tracePt t="28808" x="9725025" y="3773488"/>
          <p14:tracePt t="28825" x="9731375" y="3773488"/>
          <p14:tracePt t="28842" x="9739313" y="3773488"/>
          <p14:tracePt t="28858" x="9753600" y="3773488"/>
          <p14:tracePt t="28875" x="9761538" y="3773488"/>
          <p14:tracePt t="28892" x="9775825" y="3773488"/>
          <p14:tracePt t="28908" x="9804400" y="3773488"/>
          <p14:tracePt t="28925" x="9812338" y="3781425"/>
          <p14:tracePt t="28942" x="9832975" y="3802063"/>
          <p14:tracePt t="28958" x="9847263" y="3810000"/>
          <p14:tracePt t="28975" x="9869488" y="3824288"/>
          <p14:tracePt t="28992" x="9883775" y="3832225"/>
          <p14:tracePt t="29008" x="9891713" y="3838575"/>
          <p14:tracePt t="29025" x="9913938" y="3860800"/>
          <p14:tracePt t="29042" x="9928225" y="3875088"/>
          <p14:tracePt t="29058" x="9942513" y="3889375"/>
          <p14:tracePt t="29075" x="9956800" y="3911600"/>
          <p14:tracePt t="29092" x="9971088" y="3933825"/>
          <p14:tracePt t="29108" x="9985375" y="3948113"/>
          <p14:tracePt t="29125" x="9985375" y="3970338"/>
          <p14:tracePt t="29142" x="9999663" y="3990975"/>
          <p14:tracePt t="29158" x="10007600" y="4013200"/>
          <p14:tracePt t="29175" x="10007600" y="4041775"/>
          <p14:tracePt t="29192" x="10007600" y="4056063"/>
          <p14:tracePt t="29208" x="10007600" y="4086225"/>
          <p14:tracePt t="29225" x="9999663" y="4129088"/>
          <p14:tracePt t="29242" x="9979025" y="4179888"/>
          <p14:tracePt t="29258" x="9934575" y="4224338"/>
          <p14:tracePt t="29275" x="9906000" y="4252913"/>
          <p14:tracePt t="29292" x="9863138" y="4289425"/>
          <p14:tracePt t="29308" x="9796463" y="4325938"/>
          <p14:tracePt t="29325" x="9725025" y="4340225"/>
          <p14:tracePt t="29342" x="9629775" y="4368800"/>
          <p14:tracePt t="29358" x="9586913" y="4368800"/>
          <p14:tracePt t="29375" x="9550400" y="4368800"/>
          <p14:tracePt t="29392" x="9513888" y="4383088"/>
          <p14:tracePt t="29408" x="9499600" y="4383088"/>
          <p14:tracePt t="29425" x="9463088" y="4383088"/>
          <p14:tracePt t="29442" x="9405938" y="4360863"/>
          <p14:tracePt t="29459" x="9375775" y="4354513"/>
          <p14:tracePt t="29475" x="9361488" y="4354513"/>
          <p14:tracePt t="29492" x="9355138" y="4354513"/>
          <p14:tracePt t="29554" x="9347200" y="4354513"/>
          <p14:tracePt t="29579" x="9339263" y="4354513"/>
          <p14:tracePt t="29595" x="9324975" y="4354513"/>
          <p14:tracePt t="29603" x="9324975" y="4391025"/>
          <p14:tracePt t="29611" x="9296400" y="4448175"/>
          <p14:tracePt t="29625" x="9282113" y="4614863"/>
          <p14:tracePt t="29642" x="9245600" y="4811713"/>
          <p14:tracePt t="29658" x="9217025" y="4949825"/>
          <p14:tracePt t="29675" x="9166225" y="5080000"/>
          <p14:tracePt t="29692" x="9115425" y="5173663"/>
          <p14:tracePt t="29710" x="9034463" y="5268913"/>
          <p14:tracePt t="29725" x="8940800" y="5356225"/>
          <p14:tracePt t="29742" x="8853488" y="5449888"/>
          <p14:tracePt t="29759" x="8774113" y="5514975"/>
          <p14:tracePt t="29775" x="8686800" y="5559425"/>
          <p14:tracePt t="29792" x="8593138" y="5624513"/>
          <p14:tracePt t="29809" x="8440738" y="5703888"/>
          <p14:tracePt t="29825" x="8339138" y="5762625"/>
          <p14:tracePt t="29842" x="8229600" y="5842000"/>
          <p14:tracePt t="29859" x="8105775" y="5921375"/>
          <p14:tracePt t="29876" x="7961313" y="6002338"/>
          <p14:tracePt t="29893" x="7837488" y="6045200"/>
          <p14:tracePt t="29909" x="7729538" y="6081713"/>
          <p14:tracePt t="29925" x="7620000" y="6110288"/>
          <p14:tracePt t="29942" x="7496175" y="6124575"/>
          <p14:tracePt t="29959" x="7394575" y="6124575"/>
          <p14:tracePt t="29976" x="7286625" y="6124575"/>
          <p14:tracePt t="29993" x="7177088" y="6124575"/>
          <p14:tracePt t="30009" x="7018338" y="6124575"/>
          <p14:tracePt t="30026" x="6908800" y="6088063"/>
          <p14:tracePt t="30042" x="6821488" y="6053138"/>
          <p14:tracePt t="30059" x="6756400" y="5994400"/>
          <p14:tracePt t="30075" x="6691313" y="5935663"/>
          <p14:tracePt t="30092" x="6626225" y="5849938"/>
          <p14:tracePt t="30109" x="6561138" y="5732463"/>
          <p14:tracePt t="30126" x="6494463" y="5616575"/>
          <p14:tracePt t="30142" x="6437313" y="5508625"/>
          <p14:tracePt t="30159" x="6408738" y="5435600"/>
          <p14:tracePt t="30176" x="6378575" y="5356225"/>
          <p14:tracePt t="30192" x="6378575" y="5268913"/>
          <p14:tracePt t="30210" x="6372225" y="5153025"/>
          <p14:tracePt t="30227" x="6372225" y="5065713"/>
          <p14:tracePt t="30242" x="6378575" y="4964113"/>
          <p14:tracePt t="30259" x="6408738" y="4884738"/>
          <p14:tracePt t="30276" x="6451600" y="4818063"/>
          <p14:tracePt t="30292" x="6480175" y="4775200"/>
          <p14:tracePt t="30309" x="6510338" y="4732338"/>
          <p14:tracePt t="30326" x="6545263" y="4695825"/>
          <p14:tracePt t="30343" x="6589713" y="4651375"/>
          <p14:tracePt t="30360" x="6640513" y="4608513"/>
          <p14:tracePt t="30376" x="6683375" y="4572000"/>
          <p14:tracePt t="30392" x="6756400" y="4529138"/>
          <p14:tracePt t="30410" x="6829425" y="4498975"/>
          <p14:tracePt t="30426" x="6886575" y="4478338"/>
          <p14:tracePt t="30443" x="6937375" y="4462463"/>
          <p14:tracePt t="30459" x="6981825" y="4448175"/>
          <p14:tracePt t="30476" x="7038975" y="4427538"/>
          <p14:tracePt t="30493" x="7119938" y="4427538"/>
          <p14:tracePt t="30509" x="7199313" y="4405313"/>
          <p14:tracePt t="30526" x="7272338" y="4405313"/>
          <p14:tracePt t="30543" x="7351713" y="4405313"/>
          <p14:tracePt t="30559" x="7424738" y="4405313"/>
          <p14:tracePt t="30565" x="7467600" y="4405313"/>
          <p14:tracePt t="30576" x="7518400" y="4405313"/>
          <p14:tracePt t="30592" x="7583488" y="4405313"/>
          <p14:tracePt t="30610" x="7678738" y="4411663"/>
          <p14:tracePt t="30626" x="7735888" y="4441825"/>
          <p14:tracePt t="30643" x="7786688" y="4470400"/>
          <p14:tracePt t="30659" x="7831138" y="4498975"/>
          <p14:tracePt t="30676" x="7888288" y="4543425"/>
          <p14:tracePt t="30693" x="7932738" y="4586288"/>
          <p14:tracePt t="30710" x="7967663" y="4614863"/>
          <p14:tracePt t="30726" x="8004175" y="4659313"/>
          <p14:tracePt t="30743" x="8040688" y="4710113"/>
          <p14:tracePt t="30760" x="8099425" y="4775200"/>
          <p14:tracePt t="30776" x="8142288" y="4826000"/>
          <p14:tracePt t="30792" x="8193088" y="4891088"/>
          <p14:tracePt t="30809" x="8229600" y="4949825"/>
          <p14:tracePt t="30826" x="8251825" y="5021263"/>
          <p14:tracePt t="30842" x="8280400" y="5087938"/>
          <p14:tracePt t="30860" x="8294688" y="5145088"/>
          <p14:tracePt t="30876" x="8316913" y="5218113"/>
          <p14:tracePt t="30894" x="8323263" y="5283200"/>
          <p14:tracePt t="30910" x="8331200" y="5356225"/>
          <p14:tracePt t="30926" x="8331200" y="5421313"/>
          <p14:tracePt t="30943" x="8345488" y="5486400"/>
          <p14:tracePt t="30959" x="8345488" y="5537200"/>
          <p14:tracePt t="30976" x="8345488" y="5580063"/>
          <p14:tracePt t="30992" x="8345488" y="5624513"/>
          <p14:tracePt t="31011" x="8345488" y="5675313"/>
          <p14:tracePt t="31026" x="8345488" y="5726113"/>
          <p14:tracePt t="31043" x="8345488" y="5762625"/>
          <p14:tracePt t="31059" x="8339138" y="5805488"/>
          <p14:tracePt t="31076" x="8316913" y="5849938"/>
          <p14:tracePt t="31093" x="8294688" y="5878513"/>
          <p14:tracePt t="31109" x="8266113" y="5929313"/>
          <p14:tracePt t="31126" x="8243888" y="5951538"/>
          <p14:tracePt t="31144" x="8207375" y="5972175"/>
          <p14:tracePt t="31160" x="8178800" y="5994400"/>
          <p14:tracePt t="31176" x="8142288" y="6016625"/>
          <p14:tracePt t="31193" x="8120063" y="6016625"/>
          <p14:tracePt t="31211" x="8048625" y="6045200"/>
          <p14:tracePt t="31226" x="8004175" y="6045200"/>
          <p14:tracePt t="31243" x="7953375" y="6059488"/>
          <p14:tracePt t="31259" x="7902575" y="6059488"/>
          <p14:tracePt t="31276" x="7874000" y="6059488"/>
          <p14:tracePt t="31293" x="7845425" y="6059488"/>
          <p14:tracePt t="31309" x="7823200" y="6059488"/>
          <p14:tracePt t="31326" x="7800975" y="6059488"/>
          <p14:tracePt t="31343" x="7764463" y="6030913"/>
          <p14:tracePt t="31359" x="7707313" y="5972175"/>
          <p14:tracePt t="31376" x="7656513" y="5915025"/>
          <p14:tracePt t="31393" x="7612063" y="5864225"/>
          <p14:tracePt t="31409" x="7577138" y="5819775"/>
          <p14:tracePt t="31426" x="7569200" y="5813425"/>
          <p14:tracePt t="31443" x="7554913" y="5799138"/>
          <p14:tracePt t="31459" x="7546975" y="5783263"/>
          <p14:tracePt t="31476" x="7540625" y="5768975"/>
          <p14:tracePt t="36749" x="7526338" y="5748338"/>
          <p14:tracePt t="36756" x="7504113" y="5697538"/>
          <p14:tracePt t="36764" x="7489825" y="5681663"/>
          <p14:tracePt t="36778" x="7459663" y="5646738"/>
          <p14:tracePt t="36794" x="7459663" y="5638800"/>
          <p14:tracePt t="37228" x="7459663" y="5624513"/>
          <p14:tracePt t="37235" x="7459663" y="5610225"/>
          <p14:tracePt t="37245" x="7467600" y="5610225"/>
          <p14:tracePt t="37261" x="7489825" y="5580063"/>
          <p14:tracePt t="37278" x="7518400" y="5559425"/>
          <p14:tracePt t="37294" x="7583488" y="5514975"/>
          <p14:tracePt t="37312" x="7656513" y="5457825"/>
          <p14:tracePt t="37328" x="7721600" y="5413375"/>
          <p14:tracePt t="37345" x="7780338" y="5384800"/>
          <p14:tracePt t="37362" x="7794625" y="5348288"/>
          <p14:tracePt t="37378" x="7831138" y="5326063"/>
          <p14:tracePt t="37396" x="7859713" y="5311775"/>
          <p14:tracePt t="37413" x="7896225" y="5311775"/>
          <p14:tracePt t="37428" x="7953375" y="5291138"/>
          <p14:tracePt t="37444" x="8012113" y="5283200"/>
          <p14:tracePt t="37461" x="8062913" y="5268913"/>
          <p14:tracePt t="37478" x="8128000" y="5254625"/>
          <p14:tracePt t="37494" x="8207375" y="5240338"/>
          <p14:tracePt t="37511" x="8316913" y="5203825"/>
          <p14:tracePt t="37528" x="8404225" y="5173663"/>
          <p14:tracePt t="37544" x="8424863" y="5159375"/>
          <p14:tracePt t="37561" x="8469313" y="5145088"/>
          <p14:tracePt t="37577" x="8491538" y="5145088"/>
          <p14:tracePt t="37594" x="8542338" y="5130800"/>
          <p14:tracePt t="37611" x="8613775" y="5122863"/>
          <p14:tracePt t="37628" x="8709025" y="5122863"/>
          <p14:tracePt t="37644" x="8766175" y="5122863"/>
          <p14:tracePt t="37661" x="8810625" y="5122863"/>
          <p14:tracePt t="37678" x="8816975" y="5122863"/>
          <p14:tracePt t="37694" x="8831263" y="5122863"/>
          <p14:tracePt t="37711" x="8839200" y="5122863"/>
          <p14:tracePt t="37728" x="8847138" y="5122863"/>
        </p14:tracePtLst>
      </p14:laserTraceLst>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SVM</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4"/>
                <a:ext cx="5545975" cy="4809563"/>
              </a:xfrm>
            </p:spPr>
            <p:txBody>
              <a:bodyPr>
                <a:normAutofit fontScale="92500" lnSpcReduction="20000"/>
              </a:bodyPr>
              <a:lstStyle/>
              <a:p>
                <a:pPr marL="344488" indent="-344488">
                  <a:buFont typeface="Wingdings" panose="05000000000000000000" pitchFamily="2" charset="2"/>
                  <a:buChar char="§"/>
                </a:pPr>
                <a:r>
                  <a:rPr lang="en-US" dirty="0" smtClean="0"/>
                  <a:t>Finding </a:t>
                </a:r>
                <a:r>
                  <a:rPr lang="en-US" dirty="0"/>
                  <a:t>a hyperplane that best divides a dataset into two </a:t>
                </a:r>
                <a:r>
                  <a:rPr lang="en-US" dirty="0" smtClean="0"/>
                  <a:t>classes (for example : class positive, class negative)</a:t>
                </a:r>
              </a:p>
              <a:p>
                <a:pPr marL="344488" indent="-344488">
                  <a:buFont typeface="Wingdings" panose="05000000000000000000" pitchFamily="2" charset="2"/>
                  <a:buChar char="§"/>
                </a:pPr>
                <a:r>
                  <a:rPr lang="en-US" dirty="0" smtClean="0"/>
                  <a:t>Linear equation</a:t>
                </a:r>
              </a:p>
              <a:p>
                <a:pPr marL="287338" indent="0">
                  <a:buNone/>
                </a:pPr>
                <a:r>
                  <a:rPr lang="en-US" dirty="0" smtClean="0"/>
                  <a:t>- One feature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𝑎𝑥</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=0</m:t>
                      </m:r>
                    </m:oMath>
                  </m:oMathPara>
                </a14:m>
                <a:endParaRPr lang="en-US" dirty="0" smtClean="0"/>
              </a:p>
              <a:p>
                <a:pPr marL="287338" indent="0">
                  <a:buNone/>
                </a:pPr>
                <a:r>
                  <a:rPr lang="en-US" dirty="0" smtClean="0"/>
                  <a:t>- Two features</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𝑎𝑥</m:t>
                      </m:r>
                      <m:r>
                        <a:rPr lang="en-US" i="1">
                          <a:latin typeface="Cambria Math" panose="02040503050406030204" pitchFamily="18" charset="0"/>
                        </a:rPr>
                        <m:t>+</m:t>
                      </m:r>
                      <m:r>
                        <a:rPr lang="en-US" i="1">
                          <a:latin typeface="Cambria Math" panose="02040503050406030204" pitchFamily="18" charset="0"/>
                        </a:rPr>
                        <m:t>𝑏𝑦</m:t>
                      </m:r>
                      <m:r>
                        <a:rPr lang="en-US" b="0" i="1" smtClean="0">
                          <a:latin typeface="Cambria Math" panose="02040503050406030204" pitchFamily="18" charset="0"/>
                        </a:rPr>
                        <m:t>+</m:t>
                      </m:r>
                      <m:r>
                        <a:rPr lang="en-US" b="0" i="1" smtClean="0">
                          <a:latin typeface="Cambria Math" panose="02040503050406030204" pitchFamily="18" charset="0"/>
                        </a:rPr>
                        <m:t>𝑐</m:t>
                      </m:r>
                      <m:r>
                        <a:rPr lang="en-US" i="1">
                          <a:latin typeface="Cambria Math" panose="02040503050406030204" pitchFamily="18" charset="0"/>
                        </a:rPr>
                        <m:t>=0</m:t>
                      </m:r>
                    </m:oMath>
                  </m:oMathPara>
                </a14:m>
                <a:endParaRPr lang="en-US" dirty="0" smtClean="0"/>
              </a:p>
              <a:p>
                <a:pPr marL="0" indent="0">
                  <a:buNone/>
                </a:pPr>
                <a:endParaRPr lang="en-US" dirty="0" smtClean="0"/>
              </a:p>
              <a:p>
                <a:pPr marL="344488" indent="-344488">
                  <a:buFont typeface="Wingdings" panose="05000000000000000000" pitchFamily="2" charset="2"/>
                  <a:buChar char="§"/>
                </a:pPr>
                <a:r>
                  <a:rPr lang="en-US" dirty="0" smtClean="0"/>
                  <a:t>Hyperplane equation: </a:t>
                </a:r>
              </a:p>
              <a:p>
                <a:pPr marL="344488" indent="-344488">
                  <a:buFont typeface="Wingdings" panose="05000000000000000000" pitchFamily="2" charset="2"/>
                  <a:buChar char="§"/>
                </a:pPr>
                <a:endParaRPr lang="en-US" dirty="0"/>
              </a:p>
              <a:p>
                <a:pPr marL="344488" indent="-344488">
                  <a:buFont typeface="Wingdings" panose="05000000000000000000" pitchFamily="2" charset="2"/>
                  <a:buChar char="§"/>
                </a:pPr>
                <a:endParaRPr lang="en-US" dirty="0" smtClean="0"/>
              </a:p>
              <a:p>
                <a:pPr marL="0" indent="0">
                  <a:spcBef>
                    <a:spcPts val="0"/>
                  </a:spcBef>
                  <a:buNone/>
                  <a:tabLst>
                    <a:tab pos="227013" algn="l"/>
                  </a:tabLst>
                </a:pPr>
                <a:r>
                  <a:rPr lang="en-US" sz="1600" b="1" dirty="0" smtClean="0"/>
                  <a:t>w</a:t>
                </a:r>
                <a:r>
                  <a:rPr lang="en-US" sz="1600" dirty="0" smtClean="0"/>
                  <a:t> is a weight vector</a:t>
                </a:r>
              </a:p>
              <a:p>
                <a:pPr marL="0" indent="0">
                  <a:spcBef>
                    <a:spcPts val="0"/>
                  </a:spcBef>
                  <a:buNone/>
                  <a:tabLst>
                    <a:tab pos="227013" algn="l"/>
                  </a:tabLst>
                </a:pPr>
                <a:r>
                  <a:rPr lang="en-US" sz="1600" b="1" dirty="0" smtClean="0"/>
                  <a:t>x</a:t>
                </a:r>
                <a:r>
                  <a:rPr lang="en-US" sz="1600" dirty="0" smtClean="0"/>
                  <a:t> is input vector</a:t>
                </a:r>
              </a:p>
              <a:p>
                <a:pPr marL="0" indent="0">
                  <a:spcBef>
                    <a:spcPts val="0"/>
                  </a:spcBef>
                  <a:buNone/>
                  <a:tabLst>
                    <a:tab pos="227013" algn="l"/>
                  </a:tabLst>
                </a:pPr>
                <a:r>
                  <a:rPr lang="en-US" sz="1600" dirty="0" smtClean="0"/>
                  <a:t>b is bias</a:t>
                </a:r>
              </a:p>
              <a:p>
                <a:pPr marL="0" indent="0">
                  <a:buNone/>
                </a:pPr>
                <a:endParaRPr lang="en-US" dirty="0" smtClean="0"/>
              </a:p>
              <a:p>
                <a:endParaRPr lang="en-US" dirty="0"/>
              </a:p>
              <a:p>
                <a:endParaRPr lang="en-US" dirty="0" smtClean="0"/>
              </a:p>
              <a:p>
                <a:pPr marL="0" indent="0">
                  <a:buNone/>
                </a:pPr>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4"/>
                <a:ext cx="5545975" cy="4809563"/>
              </a:xfrm>
              <a:blipFill>
                <a:blip r:embed="rId5"/>
                <a:stretch>
                  <a:fillRect l="-880" t="-2281"/>
                </a:stretch>
              </a:blipFill>
            </p:spPr>
            <p:txBody>
              <a:bodyPr/>
              <a:lstStyle/>
              <a:p>
                <a:r>
                  <a:rPr lang="en-US">
                    <a:noFill/>
                  </a:rPr>
                  <a:t> </a:t>
                </a:r>
              </a:p>
            </p:txBody>
          </p:sp>
        </mc:Fallback>
      </mc:AlternateContent>
      <p:pic>
        <p:nvPicPr>
          <p:cNvPr id="5" name="Picture 4"/>
          <p:cNvPicPr>
            <a:picLocks noChangeAspect="1"/>
          </p:cNvPicPr>
          <p:nvPr/>
        </p:nvPicPr>
        <p:blipFill>
          <a:blip r:embed="rId6"/>
          <a:stretch>
            <a:fillRect/>
          </a:stretch>
        </p:blipFill>
        <p:spPr>
          <a:xfrm>
            <a:off x="6580141" y="1825625"/>
            <a:ext cx="5172669" cy="4674625"/>
          </a:xfrm>
          <a:prstGeom prst="rect">
            <a:avLst/>
          </a:prstGeom>
        </p:spPr>
      </p:pic>
      <p:sp>
        <p:nvSpPr>
          <p:cNvPr id="6" name="Oval 5"/>
          <p:cNvSpPr/>
          <p:nvPr/>
        </p:nvSpPr>
        <p:spPr>
          <a:xfrm>
            <a:off x="8132102" y="3079337"/>
            <a:ext cx="2068745" cy="1342168"/>
          </a:xfrm>
          <a:prstGeom prst="ellipse">
            <a:avLst/>
          </a:prstGeom>
          <a:solidFill>
            <a:srgbClr val="92D050">
              <a:alpha val="16000"/>
            </a:srgbClr>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rot="2188045">
            <a:off x="6728402" y="4809625"/>
            <a:ext cx="2068745" cy="1342168"/>
          </a:xfrm>
          <a:prstGeom prst="ellipse">
            <a:avLst/>
          </a:prstGeom>
          <a:solidFill>
            <a:srgbClr val="92D050">
              <a:alpha val="16000"/>
            </a:srgbClr>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p:nvPr/>
        </p:nvCxnSpPr>
        <p:spPr>
          <a:xfrm>
            <a:off x="6909847" y="3252247"/>
            <a:ext cx="3016578" cy="301657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5386115" y="3875536"/>
            <a:ext cx="1523732" cy="4385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Hyperplane</a:t>
            </a:r>
            <a:endParaRPr lang="en-US" dirty="0"/>
          </a:p>
        </p:txBody>
      </p:sp>
      <p:cxnSp>
        <p:nvCxnSpPr>
          <p:cNvPr id="12" name="Straight Arrow Connector 11"/>
          <p:cNvCxnSpPr>
            <a:stCxn id="4" idx="3"/>
          </p:cNvCxnSpPr>
          <p:nvPr/>
        </p:nvCxnSpPr>
        <p:spPr>
          <a:xfrm flipV="1">
            <a:off x="6909847" y="4094805"/>
            <a:ext cx="81359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Rectangle 13"/>
              <p:cNvSpPr/>
              <p:nvPr/>
            </p:nvSpPr>
            <p:spPr>
              <a:xfrm>
                <a:off x="2827176" y="5337110"/>
                <a:ext cx="2929812" cy="57849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2800" b="1" i="1" smtClean="0">
                              <a:solidFill>
                                <a:schemeClr val="tx1"/>
                              </a:solidFill>
                              <a:latin typeface="Cambria Math" panose="02040503050406030204" pitchFamily="18" charset="0"/>
                            </a:rPr>
                          </m:ctrlPr>
                        </m:sSupPr>
                        <m:e>
                          <m:r>
                            <a:rPr lang="en-US" sz="2800" b="1" i="1">
                              <a:solidFill>
                                <a:schemeClr val="tx1"/>
                              </a:solidFill>
                              <a:latin typeface="Cambria Math" panose="02040503050406030204" pitchFamily="18" charset="0"/>
                            </a:rPr>
                            <m:t>𝒘</m:t>
                          </m:r>
                        </m:e>
                        <m:sup>
                          <m:r>
                            <a:rPr lang="en-US" sz="2800" b="1" i="1">
                              <a:solidFill>
                                <a:schemeClr val="tx1"/>
                              </a:solidFill>
                              <a:latin typeface="Cambria Math" panose="02040503050406030204" pitchFamily="18" charset="0"/>
                            </a:rPr>
                            <m:t>𝑻</m:t>
                          </m:r>
                        </m:sup>
                      </m:sSup>
                      <m:r>
                        <a:rPr lang="en-US" sz="2800" b="1" i="1">
                          <a:solidFill>
                            <a:schemeClr val="tx1"/>
                          </a:solidFill>
                          <a:latin typeface="Cambria Math" panose="02040503050406030204" pitchFamily="18" charset="0"/>
                        </a:rPr>
                        <m:t>𝒙</m:t>
                      </m:r>
                      <m:r>
                        <a:rPr lang="en-US" sz="2800" i="1">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𝑏</m:t>
                      </m:r>
                      <m:r>
                        <a:rPr lang="en-US" sz="2800" i="1">
                          <a:solidFill>
                            <a:schemeClr val="tx1"/>
                          </a:solidFill>
                          <a:latin typeface="Cambria Math" panose="02040503050406030204" pitchFamily="18" charset="0"/>
                        </a:rPr>
                        <m:t>=0</m:t>
                      </m:r>
                    </m:oMath>
                  </m:oMathPara>
                </a14:m>
                <a:endParaRPr lang="en-US" sz="2800" dirty="0">
                  <a:solidFill>
                    <a:schemeClr val="tx1"/>
                  </a:solidFill>
                </a:endParaRPr>
              </a:p>
            </p:txBody>
          </p:sp>
        </mc:Choice>
        <mc:Fallback xmlns="">
          <p:sp>
            <p:nvSpPr>
              <p:cNvPr id="14" name="Rectangle 13"/>
              <p:cNvSpPr>
                <a:spLocks noRot="1" noChangeAspect="1" noMove="1" noResize="1" noEditPoints="1" noAdjustHandles="1" noChangeArrowheads="1" noChangeShapeType="1" noTextEdit="1"/>
              </p:cNvSpPr>
              <p:nvPr/>
            </p:nvSpPr>
            <p:spPr>
              <a:xfrm>
                <a:off x="2827176" y="5337110"/>
                <a:ext cx="2929812" cy="578498"/>
              </a:xfrm>
              <a:prstGeom prst="rect">
                <a:avLst/>
              </a:prstGeom>
              <a:blipFill>
                <a:blip r:embed="rId7"/>
                <a:stretch>
                  <a:fillRect/>
                </a:stretch>
              </a:blipFill>
              <a:ln>
                <a:solidFill>
                  <a:schemeClr val="tx1"/>
                </a:solidFill>
              </a:ln>
            </p:spPr>
            <p:txBody>
              <a:bodyPr/>
              <a:lstStyle/>
              <a:p>
                <a:r>
                  <a:rPr lang="en-US">
                    <a:noFill/>
                  </a:rPr>
                  <a:t> </a:t>
                </a:r>
              </a:p>
            </p:txBody>
          </p:sp>
        </mc:Fallback>
      </mc:AlternateContent>
      <p:sp>
        <p:nvSpPr>
          <p:cNvPr id="13" name="TextBox 12"/>
          <p:cNvSpPr txBox="1"/>
          <p:nvPr/>
        </p:nvSpPr>
        <p:spPr>
          <a:xfrm>
            <a:off x="9895601" y="2969676"/>
            <a:ext cx="1123256" cy="307777"/>
          </a:xfrm>
          <a:prstGeom prst="rect">
            <a:avLst/>
          </a:prstGeom>
          <a:noFill/>
        </p:spPr>
        <p:txBody>
          <a:bodyPr wrap="none" rtlCol="0">
            <a:spAutoFit/>
          </a:bodyPr>
          <a:lstStyle/>
          <a:p>
            <a:r>
              <a:rPr lang="en-US" sz="1400" dirty="0" smtClean="0"/>
              <a:t>positive data</a:t>
            </a:r>
            <a:endParaRPr lang="en-US" sz="1400" baseline="-25000" dirty="0"/>
          </a:p>
        </p:txBody>
      </p:sp>
      <p:sp>
        <p:nvSpPr>
          <p:cNvPr id="15" name="TextBox 14"/>
          <p:cNvSpPr txBox="1"/>
          <p:nvPr/>
        </p:nvSpPr>
        <p:spPr>
          <a:xfrm>
            <a:off x="8687249" y="5585388"/>
            <a:ext cx="1172757" cy="307777"/>
          </a:xfrm>
          <a:prstGeom prst="rect">
            <a:avLst/>
          </a:prstGeom>
          <a:noFill/>
        </p:spPr>
        <p:txBody>
          <a:bodyPr wrap="none" rtlCol="0">
            <a:spAutoFit/>
          </a:bodyPr>
          <a:lstStyle/>
          <a:p>
            <a:r>
              <a:rPr lang="en-US" sz="1400" dirty="0" smtClean="0"/>
              <a:t>negative data</a:t>
            </a:r>
            <a:endParaRPr lang="en-US" sz="1400" baseline="-25000" dirty="0"/>
          </a:p>
        </p:txBody>
      </p:sp>
      <p:sp>
        <p:nvSpPr>
          <p:cNvPr id="18" name="TextBox 17"/>
          <p:cNvSpPr txBox="1"/>
          <p:nvPr/>
        </p:nvSpPr>
        <p:spPr>
          <a:xfrm>
            <a:off x="6722057" y="2694967"/>
            <a:ext cx="324128" cy="369332"/>
          </a:xfrm>
          <a:prstGeom prst="rect">
            <a:avLst/>
          </a:prstGeom>
          <a:noFill/>
        </p:spPr>
        <p:txBody>
          <a:bodyPr wrap="none" rtlCol="0">
            <a:spAutoFit/>
          </a:bodyPr>
          <a:lstStyle/>
          <a:p>
            <a:r>
              <a:rPr lang="en-US" dirty="0" smtClean="0"/>
              <a:t>B</a:t>
            </a:r>
            <a:endParaRPr lang="en-US" baseline="-25000" dirty="0"/>
          </a:p>
        </p:txBody>
      </p:sp>
      <p:sp>
        <p:nvSpPr>
          <p:cNvPr id="19" name="TextBox 18"/>
          <p:cNvSpPr txBox="1"/>
          <p:nvPr/>
        </p:nvSpPr>
        <p:spPr>
          <a:xfrm>
            <a:off x="10918614" y="6130918"/>
            <a:ext cx="308098" cy="369332"/>
          </a:xfrm>
          <a:prstGeom prst="rect">
            <a:avLst/>
          </a:prstGeom>
          <a:noFill/>
        </p:spPr>
        <p:txBody>
          <a:bodyPr wrap="none" rtlCol="0">
            <a:spAutoFit/>
          </a:bodyPr>
          <a:lstStyle/>
          <a:p>
            <a:r>
              <a:rPr lang="en-US" dirty="0" smtClean="0"/>
              <a:t>A</a:t>
            </a:r>
            <a:endParaRPr lang="en-US" baseline="-25000" dirty="0"/>
          </a:p>
        </p:txBody>
      </p:sp>
    </p:spTree>
    <p:custDataLst>
      <p:tags r:id="rId1"/>
    </p:custDataLst>
    <p:extLst>
      <p:ext uri="{BB962C8B-B14F-4D97-AF65-F5344CB8AC3E}">
        <p14:creationId xmlns:p14="http://schemas.microsoft.com/office/powerpoint/2010/main" val="3303490604"/>
      </p:ext>
    </p:extLst>
  </p:cSld>
  <p:clrMapOvr>
    <a:masterClrMapping/>
  </p:clrMapOvr>
  <mc:AlternateContent xmlns:mc="http://schemas.openxmlformats.org/markup-compatibility/2006" xmlns:p14="http://schemas.microsoft.com/office/powerpoint/2010/main">
    <mc:Choice Requires="p14">
      <p:transition spd="slow" p14:dur="2000" advTm="135200">
        <p:cut/>
      </p:transition>
    </mc:Choice>
    <mc:Fallback xmlns="">
      <p:transition spd="slow" advTm="135200">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2000"/>
                                        <p:tgtEl>
                                          <p:spTgt spid="9"/>
                                        </p:tgtEl>
                                      </p:cBhvr>
                                    </p:animEffect>
                                  </p:childTnLst>
                                </p:cTn>
                              </p:par>
                            </p:childTnLst>
                          </p:cTn>
                        </p:par>
                        <p:par>
                          <p:cTn id="8" fill="hold">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2500"/>
                            </p:stCondLst>
                            <p:childTnLst>
                              <p:par>
                                <p:cTn id="13" presetID="2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1000"/>
                                        <p:tgtEl>
                                          <p:spTgt spid="3">
                                            <p:txEl>
                                              <p:pRg st="2" end="2"/>
                                            </p:txEl>
                                          </p:spTgt>
                                        </p:tgtEl>
                                      </p:cBhvr>
                                    </p:animEffect>
                                    <p:anim calcmode="lin" valueType="num">
                                      <p:cBhvr>
                                        <p:cTn id="26"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fade">
                                      <p:cBhvr>
                                        <p:cTn id="30" dur="1000"/>
                                        <p:tgtEl>
                                          <p:spTgt spid="3">
                                            <p:txEl>
                                              <p:pRg st="3" end="3"/>
                                            </p:txEl>
                                          </p:spTgt>
                                        </p:tgtEl>
                                      </p:cBhvr>
                                    </p:animEffect>
                                    <p:anim calcmode="lin" valueType="num">
                                      <p:cBhvr>
                                        <p:cTn id="31"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2"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3">
                                            <p:txEl>
                                              <p:pRg st="4" end="4"/>
                                            </p:txEl>
                                          </p:spTgt>
                                        </p:tgtEl>
                                        <p:attrNameLst>
                                          <p:attrName>style.visibility</p:attrName>
                                        </p:attrNameLst>
                                      </p:cBhvr>
                                      <p:to>
                                        <p:strVal val="visible"/>
                                      </p:to>
                                    </p:set>
                                    <p:animEffect transition="in" filter="fade">
                                      <p:cBhvr>
                                        <p:cTn id="40" dur="1000"/>
                                        <p:tgtEl>
                                          <p:spTgt spid="3">
                                            <p:txEl>
                                              <p:pRg st="4" end="4"/>
                                            </p:txEl>
                                          </p:spTgt>
                                        </p:tgtEl>
                                      </p:cBhvr>
                                    </p:animEffect>
                                    <p:anim calcmode="lin" valueType="num">
                                      <p:cBhvr>
                                        <p:cTn id="4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1000"/>
                                        <p:tgtEl>
                                          <p:spTgt spid="3">
                                            <p:txEl>
                                              <p:pRg st="7" end="7"/>
                                            </p:txEl>
                                          </p:spTgt>
                                        </p:tgtEl>
                                      </p:cBhvr>
                                    </p:animEffect>
                                    <p:anim calcmode="lin" valueType="num">
                                      <p:cBhvr>
                                        <p:cTn id="4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7" end="7"/>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1000"/>
                                        <p:tgtEl>
                                          <p:spTgt spid="3">
                                            <p:txEl>
                                              <p:pRg st="10" end="10"/>
                                            </p:txEl>
                                          </p:spTgt>
                                        </p:tgtEl>
                                      </p:cBhvr>
                                    </p:animEffect>
                                    <p:anim calcmode="lin" valueType="num">
                                      <p:cBhvr>
                                        <p:cTn id="53"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54"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fade">
                                      <p:cBhvr>
                                        <p:cTn id="57" dur="1000"/>
                                        <p:tgtEl>
                                          <p:spTgt spid="3">
                                            <p:txEl>
                                              <p:pRg st="11" end="11"/>
                                            </p:txEl>
                                          </p:spTgt>
                                        </p:tgtEl>
                                      </p:cBhvr>
                                    </p:animEffect>
                                    <p:anim calcmode="lin" valueType="num">
                                      <p:cBhvr>
                                        <p:cTn id="58"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9"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3">
                                            <p:txEl>
                                              <p:pRg st="12" end="12"/>
                                            </p:txEl>
                                          </p:spTgt>
                                        </p:tgtEl>
                                        <p:attrNameLst>
                                          <p:attrName>style.visibility</p:attrName>
                                        </p:attrNameLst>
                                      </p:cBhvr>
                                      <p:to>
                                        <p:strVal val="visible"/>
                                      </p:to>
                                    </p:set>
                                    <p:animEffect transition="in" filter="fade">
                                      <p:cBhvr>
                                        <p:cTn id="62" dur="1000"/>
                                        <p:tgtEl>
                                          <p:spTgt spid="3">
                                            <p:txEl>
                                              <p:pRg st="12" end="12"/>
                                            </p:txEl>
                                          </p:spTgt>
                                        </p:tgtEl>
                                      </p:cBhvr>
                                    </p:animEffect>
                                    <p:anim calcmode="lin" valueType="num">
                                      <p:cBhvr>
                                        <p:cTn id="63"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64" dur="1000" fill="hold"/>
                                        <p:tgtEl>
                                          <p:spTgt spid="3">
                                            <p:txEl>
                                              <p:pRg st="12" end="12"/>
                                            </p:txEl>
                                          </p:spTgt>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1000"/>
                                        <p:tgtEl>
                                          <p:spTgt spid="14"/>
                                        </p:tgtEl>
                                      </p:cBhvr>
                                    </p:animEffect>
                                    <p:anim calcmode="lin" valueType="num">
                                      <p:cBhvr>
                                        <p:cTn id="68" dur="1000" fill="hold"/>
                                        <p:tgtEl>
                                          <p:spTgt spid="14"/>
                                        </p:tgtEl>
                                        <p:attrNameLst>
                                          <p:attrName>ppt_x</p:attrName>
                                        </p:attrNameLst>
                                      </p:cBhvr>
                                      <p:tavLst>
                                        <p:tav tm="0">
                                          <p:val>
                                            <p:strVal val="#ppt_x"/>
                                          </p:val>
                                        </p:tav>
                                        <p:tav tm="100000">
                                          <p:val>
                                            <p:strVal val="#ppt_x"/>
                                          </p:val>
                                        </p:tav>
                                      </p:tavLst>
                                    </p:anim>
                                    <p:anim calcmode="lin" valueType="num">
                                      <p:cBhvr>
                                        <p:cTn id="6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4" grpId="0" animBg="1"/>
    </p:bldLst>
  </p:timing>
  <p:extLst mod="1">
    <p:ext uri="{3A86A75C-4F4B-4683-9AE1-C65F6400EC91}">
      <p14:laserTraceLst xmlns:p14="http://schemas.microsoft.com/office/powerpoint/2010/main">
        <p14:tracePtLst>
          <p14:tracePt t="12589" x="855663" y="5348288"/>
          <p14:tracePt t="13731" x="855663" y="5341938"/>
          <p14:tracePt t="13745" x="855663" y="5334000"/>
          <p14:tracePt t="13761" x="863600" y="5326063"/>
          <p14:tracePt t="13810" x="871538" y="5326063"/>
          <p14:tracePt t="13875" x="877888" y="5319713"/>
          <p14:tracePt t="14026" x="885825" y="5305425"/>
          <p14:tracePt t="14041" x="900113" y="5305425"/>
          <p14:tracePt t="14057" x="906463" y="5297488"/>
          <p14:tracePt t="14155" x="914400" y="5297488"/>
          <p14:tracePt t="14209" x="922338" y="5297488"/>
          <p14:tracePt t="14290" x="928688" y="5297488"/>
          <p14:tracePt t="14314" x="936625" y="5297488"/>
          <p14:tracePt t="14347" x="942975" y="5297488"/>
          <p14:tracePt t="14427" x="950913" y="5297488"/>
          <p14:tracePt t="14489" x="957263" y="5297488"/>
          <p14:tracePt t="14546" x="965200" y="5297488"/>
          <p14:tracePt t="14788" x="973138" y="5297488"/>
          <p14:tracePt t="14890" x="979488" y="5297488"/>
          <p14:tracePt t="14961" x="987425" y="5297488"/>
          <p14:tracePt t="16866" x="1016000" y="5297488"/>
          <p14:tracePt t="16875" x="1081088" y="5297488"/>
          <p14:tracePt t="16881" x="1227138" y="5297488"/>
          <p14:tracePt t="16889" x="1385888" y="5297488"/>
          <p14:tracePt t="16906" x="1662113" y="5297488"/>
          <p14:tracePt t="16923" x="1836738" y="5297488"/>
          <p14:tracePt t="16939" x="1922463" y="5268913"/>
          <p14:tracePt t="16947" x="1966913" y="5254625"/>
          <p14:tracePt t="16956" x="2017713" y="5232400"/>
          <p14:tracePt t="16974" x="2097088" y="5181600"/>
          <p14:tracePt t="16989" x="2170113" y="5130800"/>
          <p14:tracePt t="17006" x="2220913" y="5087938"/>
          <p14:tracePt t="17023" x="2293938" y="5021263"/>
          <p14:tracePt t="17039" x="2336800" y="4986338"/>
          <p14:tracePt t="17056" x="2395538" y="4935538"/>
          <p14:tracePt t="17074" x="2438400" y="4899025"/>
          <p14:tracePt t="17090" x="2474913" y="4876800"/>
          <p14:tracePt t="17106" x="2511425" y="4840288"/>
          <p14:tracePt t="17123" x="2582863" y="4783138"/>
          <p14:tracePt t="17139" x="2670175" y="4702175"/>
          <p14:tracePt t="17156" x="2757488" y="4600575"/>
          <p14:tracePt t="17173" x="2852738" y="4433888"/>
          <p14:tracePt t="17189" x="2895600" y="4354513"/>
          <p14:tracePt t="17206" x="2932113" y="4289425"/>
          <p14:tracePt t="17223" x="2954338" y="4224338"/>
          <p14:tracePt t="17239" x="2989263" y="4157663"/>
          <p14:tracePt t="17256" x="3005138" y="4100513"/>
          <p14:tracePt t="17272" x="3011488" y="4056063"/>
          <p14:tracePt t="17289" x="3011488" y="4027488"/>
          <p14:tracePt t="17306" x="3019425" y="4005263"/>
          <p14:tracePt t="17322" x="3019425" y="3990975"/>
          <p14:tracePt t="17340" x="3019425" y="3976688"/>
          <p14:tracePt t="17356" x="3019425" y="3954463"/>
          <p14:tracePt t="17373" x="3040063" y="3897313"/>
          <p14:tracePt t="17389" x="3048000" y="3875088"/>
          <p14:tracePt t="17406" x="3062288" y="3846513"/>
          <p14:tracePt t="17425" x="3076575" y="3824288"/>
          <p14:tracePt t="17439" x="3090863" y="3802063"/>
          <p14:tracePt t="17446" x="3090863" y="3787775"/>
          <p14:tracePt t="17456" x="3113088" y="3767138"/>
          <p14:tracePt t="17473" x="3135313" y="3708400"/>
          <p14:tracePt t="17490" x="3157538" y="3679825"/>
          <p14:tracePt t="17506" x="3178175" y="3629025"/>
          <p14:tracePt t="17523" x="3186113" y="3592513"/>
          <p14:tracePt t="17539" x="3208338" y="3556000"/>
          <p14:tracePt t="17556" x="3214688" y="3519488"/>
          <p14:tracePt t="17575" x="3236913" y="3462338"/>
          <p14:tracePt t="17590" x="3259138" y="3417888"/>
          <p14:tracePt t="17606" x="3259138" y="3375025"/>
          <p14:tracePt t="17624" x="3273425" y="3338513"/>
          <p14:tracePt t="17640" x="3279775" y="3309938"/>
          <p14:tracePt t="17656" x="3287713" y="3273425"/>
          <p14:tracePt t="17675" x="3309938" y="3222625"/>
          <p14:tracePt t="17690" x="3324225" y="3171825"/>
          <p14:tracePt t="17706" x="3338513" y="3106738"/>
          <p14:tracePt t="17725" x="3344863" y="3090863"/>
          <p14:tracePt t="17740" x="3352800" y="3076575"/>
          <p14:tracePt t="17761" x="3352800" y="3062288"/>
          <p14:tracePt t="18157" x="3344863" y="3055938"/>
          <p14:tracePt t="18168" x="3344863" y="3040063"/>
          <p14:tracePt t="18177" x="3344863" y="3033713"/>
          <p14:tracePt t="18190" x="3344863" y="3005138"/>
          <p14:tracePt t="18207" x="3344863" y="2982913"/>
          <p14:tracePt t="18226" x="3344863" y="2960688"/>
          <p14:tracePt t="18240" x="3344863" y="2954338"/>
          <p14:tracePt t="18256" x="3344863" y="2938463"/>
          <p14:tracePt t="18273" x="3344863" y="2917825"/>
          <p14:tracePt t="18290" x="3344863" y="2903538"/>
          <p14:tracePt t="18306" x="3344863" y="2881313"/>
          <p14:tracePt t="18323" x="3344863" y="2867025"/>
          <p14:tracePt t="18340" x="3344863" y="2852738"/>
          <p14:tracePt t="18357" x="3344863" y="2830513"/>
          <p14:tracePt t="18374" x="3344863" y="2816225"/>
          <p14:tracePt t="18390" x="3344863" y="2808288"/>
          <p14:tracePt t="18407" x="3352800" y="2786063"/>
          <p14:tracePt t="18424" x="3352800" y="2779713"/>
          <p14:tracePt t="18440" x="3360738" y="2765425"/>
          <p14:tracePt t="18446" x="3367088" y="2751138"/>
          <p14:tracePt t="18457" x="3367088" y="2735263"/>
          <p14:tracePt t="18474" x="3381375" y="2706688"/>
          <p14:tracePt t="18490" x="3381375" y="2684463"/>
          <p14:tracePt t="18507" x="3395663" y="2649538"/>
          <p14:tracePt t="18524" x="3403600" y="2613025"/>
          <p14:tracePt t="18540" x="3432175" y="2568575"/>
          <p14:tracePt t="18558" x="3468688" y="2503488"/>
          <p14:tracePt t="18573" x="3497263" y="2466975"/>
          <p14:tracePt t="18591" x="3533775" y="2416175"/>
          <p14:tracePt t="18607" x="3556000" y="2379663"/>
          <p14:tracePt t="18625" x="3578225" y="2351088"/>
          <p14:tracePt t="18640" x="3584575" y="2328863"/>
          <p14:tracePt t="18657" x="3598863" y="2308225"/>
          <p14:tracePt t="18673" x="3614738" y="2293938"/>
          <p14:tracePt t="18690" x="3629025" y="2278063"/>
          <p14:tracePt t="18707" x="3635375" y="2271713"/>
          <p14:tracePt t="18723" x="3649663" y="2257425"/>
          <p14:tracePt t="18740" x="3657600" y="2249488"/>
          <p14:tracePt t="18757" x="3665538" y="2243138"/>
          <p14:tracePt t="18773" x="3671888" y="2235200"/>
          <p14:tracePt t="18790" x="3679825" y="2227263"/>
          <p14:tracePt t="18807" x="3694113" y="2220913"/>
          <p14:tracePt t="20082" x="3716338" y="2220913"/>
          <p14:tracePt t="20092" x="3736975" y="2220913"/>
          <p14:tracePt t="20107" x="3802063" y="2243138"/>
          <p14:tracePt t="20123" x="3919538" y="2249488"/>
          <p14:tracePt t="20143" x="4165600" y="2314575"/>
          <p14:tracePt t="20157" x="4405313" y="2401888"/>
          <p14:tracePt t="20174" x="4622800" y="2466975"/>
          <p14:tracePt t="20190" x="4884738" y="2540000"/>
          <p14:tracePt t="20207" x="5122863" y="2605088"/>
          <p14:tracePt t="20224" x="5291138" y="2655888"/>
          <p14:tracePt t="20241" x="5449888" y="2714625"/>
          <p14:tracePt t="20257" x="5610225" y="2771775"/>
          <p14:tracePt t="20274" x="5762625" y="2830513"/>
          <p14:tracePt t="20290" x="5878513" y="2867025"/>
          <p14:tracePt t="20307" x="5943600" y="2887663"/>
          <p14:tracePt t="20326" x="5957888" y="2887663"/>
          <p14:tracePt t="20489" x="5951538" y="2887663"/>
          <p14:tracePt t="20497" x="5915025" y="2887663"/>
          <p14:tracePt t="20507" x="5864225" y="2867025"/>
          <p14:tracePt t="20524" x="5754688" y="2836863"/>
          <p14:tracePt t="20541" x="5559425" y="2779713"/>
          <p14:tracePt t="20558" x="5427663" y="2743200"/>
          <p14:tracePt t="20574" x="5311775" y="2706688"/>
          <p14:tracePt t="20590" x="5189538" y="2670175"/>
          <p14:tracePt t="20607" x="5102225" y="2633663"/>
          <p14:tracePt t="20625" x="5057775" y="2605088"/>
          <p14:tracePt t="20641" x="5037138" y="2605088"/>
          <p14:tracePt t="20657" x="5021263" y="2590800"/>
          <p14:tracePt t="20674" x="5014913" y="2582863"/>
          <p14:tracePt t="20690" x="4992688" y="2562225"/>
          <p14:tracePt t="20708" x="4970463" y="2532063"/>
          <p14:tracePt t="20724" x="4949825" y="2511425"/>
          <p14:tracePt t="20741" x="4919663" y="2481263"/>
          <p14:tracePt t="20757" x="4891088" y="2460625"/>
          <p14:tracePt t="20774" x="4848225" y="2438400"/>
          <p14:tracePt t="20791" x="4818063" y="2416175"/>
          <p14:tracePt t="20807" x="4797425" y="2395538"/>
          <p14:tracePt t="20824" x="4783138" y="2387600"/>
          <p14:tracePt t="21597" x="4811713" y="2379663"/>
          <p14:tracePt t="21611" x="4826000" y="2379663"/>
          <p14:tracePt t="21624" x="4868863" y="2373313"/>
          <p14:tracePt t="21643" x="4899025" y="2365375"/>
          <p14:tracePt t="21657" x="4941888" y="2365375"/>
          <p14:tracePt t="21674" x="4970463" y="2365375"/>
          <p14:tracePt t="21691" x="4978400" y="2365375"/>
          <p14:tracePt t="21707" x="5000625" y="2351088"/>
          <p14:tracePt t="21724" x="5006975" y="2351088"/>
          <p14:tracePt t="21815" x="5000625" y="2351088"/>
          <p14:tracePt t="21822" x="4978400" y="2351088"/>
          <p14:tracePt t="21830" x="4949825" y="2359025"/>
          <p14:tracePt t="21840" x="4905375" y="2387600"/>
          <p14:tracePt t="21857" x="4775200" y="2416175"/>
          <p14:tracePt t="21874" x="4637088" y="2452688"/>
          <p14:tracePt t="21890" x="4478338" y="2474913"/>
          <p14:tracePt t="21907" x="4310063" y="2503488"/>
          <p14:tracePt t="21924" x="4137025" y="2517775"/>
          <p14:tracePt t="21941" x="3984625" y="2547938"/>
          <p14:tracePt t="21943" x="3911600" y="2547938"/>
          <p14:tracePt t="21957" x="3736975" y="2582863"/>
          <p14:tracePt t="21974" x="3592513" y="2582863"/>
          <p14:tracePt t="21990" x="3454400" y="2582863"/>
          <p14:tracePt t="22007" x="3330575" y="2582863"/>
          <p14:tracePt t="22024" x="3222625" y="2582863"/>
          <p14:tracePt t="22040" x="3106738" y="2582863"/>
          <p14:tracePt t="22057" x="2989263" y="2582863"/>
          <p14:tracePt t="22074" x="2887663" y="2582863"/>
          <p14:tracePt t="22090" x="2786063" y="2582863"/>
          <p14:tracePt t="22107" x="2706688" y="2582863"/>
          <p14:tracePt t="22124" x="2655888" y="2582863"/>
          <p14:tracePt t="22141" x="2633663" y="2582863"/>
          <p14:tracePt t="22157" x="2613025" y="2582863"/>
          <p14:tracePt t="22215" x="2605088" y="2582863"/>
          <p14:tracePt t="22230" x="2605088" y="2576513"/>
          <p14:tracePt t="22263" x="2605088" y="2568575"/>
          <p14:tracePt t="22270" x="2605088" y="2562225"/>
          <p14:tracePt t="22278" x="2605088" y="2554288"/>
          <p14:tracePt t="22290" x="2605088" y="2540000"/>
          <p14:tracePt t="22307" x="2605088" y="2503488"/>
          <p14:tracePt t="22324" x="2649538" y="2438400"/>
          <p14:tracePt t="22341" x="2714625" y="2373313"/>
          <p14:tracePt t="22357" x="2765425" y="2344738"/>
          <p14:tracePt t="22374" x="2822575" y="2286000"/>
          <p14:tracePt t="22391" x="2867025" y="2257425"/>
          <p14:tracePt t="22407" x="2924175" y="2212975"/>
          <p14:tracePt t="22424" x="3005138" y="2170113"/>
          <p14:tracePt t="22441" x="3076575" y="2141538"/>
          <p14:tracePt t="22457" x="3178175" y="2105025"/>
          <p14:tracePt t="22474" x="3236913" y="2074863"/>
          <p14:tracePt t="22491" x="3324225" y="2046288"/>
          <p14:tracePt t="22507" x="3395663" y="2032000"/>
          <p14:tracePt t="22524" x="3490913" y="2017713"/>
          <p14:tracePt t="22541" x="3598863" y="2003425"/>
          <p14:tracePt t="22558" x="3781425" y="1995488"/>
          <p14:tracePt t="22574" x="3925888" y="1995488"/>
          <p14:tracePt t="22591" x="4049713" y="1995488"/>
          <p14:tracePt t="22607" x="4165600" y="2009775"/>
          <p14:tracePt t="22624" x="4259263" y="2024063"/>
          <p14:tracePt t="22641" x="4318000" y="2032000"/>
          <p14:tracePt t="22657" x="4405313" y="2046288"/>
          <p14:tracePt t="22674" x="4484688" y="2060575"/>
          <p14:tracePt t="22691" x="4564063" y="2090738"/>
          <p14:tracePt t="22707" x="4665663" y="2119313"/>
          <p14:tracePt t="22724" x="4738688" y="2125663"/>
          <p14:tracePt t="22741" x="4840288" y="2162175"/>
          <p14:tracePt t="22757" x="4884738" y="2176463"/>
          <p14:tracePt t="22774" x="4919663" y="2192338"/>
          <p14:tracePt t="22791" x="4970463" y="2212975"/>
          <p14:tracePt t="22808" x="5014913" y="2235200"/>
          <p14:tracePt t="22824" x="5029200" y="2249488"/>
          <p14:tracePt t="22841" x="5043488" y="2263775"/>
          <p14:tracePt t="22857" x="5065713" y="2293938"/>
          <p14:tracePt t="22874" x="5094288" y="2344738"/>
          <p14:tracePt t="22891" x="5130800" y="2387600"/>
          <p14:tracePt t="22907" x="5159375" y="2438400"/>
          <p14:tracePt t="22924" x="5181600" y="2466975"/>
          <p14:tracePt t="22941" x="5189538" y="2474913"/>
          <p14:tracePt t="22957" x="5195888" y="2489200"/>
          <p14:tracePt t="22990" x="5195888" y="2497138"/>
          <p14:tracePt t="23014" x="5195888" y="2503488"/>
          <p14:tracePt t="23175" x="5203825" y="2503488"/>
          <p14:tracePt t="23190" x="5218113" y="2503488"/>
          <p14:tracePt t="23198" x="5232400" y="2489200"/>
          <p14:tracePt t="23207" x="5240338" y="2489200"/>
          <p14:tracePt t="23224" x="5275263" y="2474913"/>
          <p14:tracePt t="23241" x="5305425" y="2460625"/>
          <p14:tracePt t="23257" x="5326063" y="2452688"/>
          <p14:tracePt t="23274" x="5356225" y="2438400"/>
          <p14:tracePt t="23291" x="5376863" y="2430463"/>
          <p14:tracePt t="23308" x="5413375" y="2424113"/>
          <p14:tracePt t="23325" x="5478463" y="2395538"/>
          <p14:tracePt t="23341" x="5514975" y="2379663"/>
          <p14:tracePt t="23358" x="5537200" y="2373313"/>
          <p14:tracePt t="23374" x="5559425" y="2359025"/>
          <p14:tracePt t="23391" x="5573713" y="2351088"/>
          <p14:tracePt t="23408" x="5595938" y="2344738"/>
          <p14:tracePt t="23424" x="5616575" y="2336800"/>
          <p14:tracePt t="23441" x="5638800" y="2322513"/>
          <p14:tracePt t="23458" x="5661025" y="2322513"/>
          <p14:tracePt t="23474" x="5689600" y="2308225"/>
          <p14:tracePt t="23491" x="5703888" y="2300288"/>
          <p14:tracePt t="23508" x="5740400" y="2293938"/>
          <p14:tracePt t="23524" x="5776913" y="2278063"/>
          <p14:tracePt t="23541" x="5870575" y="2249488"/>
          <p14:tracePt t="23558" x="5935663" y="2249488"/>
          <p14:tracePt t="23574" x="5980113" y="2243138"/>
          <p14:tracePt t="23608" x="5986463" y="2243138"/>
          <p14:tracePt t="23624" x="6002338" y="2243138"/>
          <p14:tracePt t="23641" x="6008688" y="2235200"/>
          <p14:tracePt t="23658" x="6022975" y="2235200"/>
          <p14:tracePt t="23674" x="6045200" y="2235200"/>
          <p14:tracePt t="23708" x="6067425" y="2235200"/>
          <p14:tracePt t="23724" x="6088063" y="2235200"/>
          <p14:tracePt t="23741" x="6183313" y="2235200"/>
          <p14:tracePt t="23758" x="6240463" y="2235200"/>
          <p14:tracePt t="23774" x="6291263" y="2235200"/>
          <p14:tracePt t="23791" x="6327775" y="2235200"/>
          <p14:tracePt t="23808" x="6364288" y="2235200"/>
          <p14:tracePt t="23824" x="6408738" y="2235200"/>
          <p14:tracePt t="23841" x="6459538" y="2235200"/>
          <p14:tracePt t="23858" x="6516688" y="2235200"/>
          <p14:tracePt t="23874" x="6567488" y="2235200"/>
          <p14:tracePt t="23891" x="6611938" y="2235200"/>
          <p14:tracePt t="23908" x="6640513" y="2235200"/>
          <p14:tracePt t="23925" x="6713538" y="2235200"/>
          <p14:tracePt t="23941" x="6778625" y="2235200"/>
          <p14:tracePt t="23958" x="6850063" y="2235200"/>
          <p14:tracePt t="23974" x="6937375" y="2235200"/>
          <p14:tracePt t="23991" x="6996113" y="2235200"/>
          <p14:tracePt t="24008" x="7075488" y="2235200"/>
          <p14:tracePt t="24025" x="7162800" y="2235200"/>
          <p14:tracePt t="24041" x="7242175" y="2235200"/>
          <p14:tracePt t="24058" x="7343775" y="2235200"/>
          <p14:tracePt t="24075" x="7431088" y="2235200"/>
          <p14:tracePt t="24091" x="7518400" y="2235200"/>
          <p14:tracePt t="24108" x="7627938" y="2235200"/>
          <p14:tracePt t="24125" x="7808913" y="2235200"/>
          <p14:tracePt t="24141" x="7953375" y="2243138"/>
          <p14:tracePt t="24158" x="8113713" y="2263775"/>
          <p14:tracePt t="24174" x="8288338" y="2293938"/>
          <p14:tracePt t="24191" x="8475663" y="2300288"/>
          <p14:tracePt t="24208" x="8686800" y="2328863"/>
          <p14:tracePt t="24225" x="8897938" y="2359025"/>
          <p14:tracePt t="24241" x="9093200" y="2387600"/>
          <p14:tracePt t="24258" x="9288463" y="2424113"/>
          <p14:tracePt t="24275" x="9477375" y="2452688"/>
          <p14:tracePt t="24291" x="9666288" y="2481263"/>
          <p14:tracePt t="24309" x="9863138" y="2540000"/>
          <p14:tracePt t="24325" x="10152063" y="2627313"/>
          <p14:tracePt t="24344" x="10340975" y="2678113"/>
          <p14:tracePt t="24358" x="10479088" y="2743200"/>
          <p14:tracePt t="24375" x="10617200" y="2816225"/>
          <p14:tracePt t="24392" x="10747375" y="2903538"/>
          <p14:tracePt t="24408" x="10914063" y="3019425"/>
          <p14:tracePt t="24425" x="11066463" y="3135313"/>
          <p14:tracePt t="24442" x="11212513" y="3236913"/>
          <p14:tracePt t="24449" x="11277600" y="3294063"/>
          <p14:tracePt t="24459" x="11328400" y="3338513"/>
          <p14:tracePt t="24475" x="11422063" y="3446463"/>
          <p14:tracePt t="24491" x="11480800" y="3541713"/>
          <p14:tracePt t="24508" x="11545888" y="3665538"/>
          <p14:tracePt t="24525" x="11596688" y="3810000"/>
          <p14:tracePt t="24542" x="11698288" y="4049713"/>
          <p14:tracePt t="24558" x="11742738" y="4187825"/>
          <p14:tracePt t="24575" x="11777663" y="4325938"/>
          <p14:tracePt t="24592" x="11814175" y="4513263"/>
          <p14:tracePt t="24608" x="11828463" y="4687888"/>
          <p14:tracePt t="24625" x="11828463" y="4840288"/>
          <p14:tracePt t="24642" x="11828463" y="4986338"/>
          <p14:tracePt t="24658" x="11807825" y="5122863"/>
          <p14:tracePt t="24675" x="11757025" y="5283200"/>
          <p14:tracePt t="24692" x="11684000" y="5427663"/>
          <p14:tracePt t="24708" x="11604625" y="5551488"/>
          <p14:tracePt t="24725" x="11517313" y="5681663"/>
          <p14:tracePt t="24742" x="11458575" y="5740400"/>
          <p14:tracePt t="24758" x="11379200" y="5827713"/>
          <p14:tracePt t="24775" x="11255375" y="5892800"/>
          <p14:tracePt t="24792" x="11082338" y="5972175"/>
          <p14:tracePt t="24808" x="10879138" y="6037263"/>
          <p14:tracePt t="24825" x="10639425" y="6096000"/>
          <p14:tracePt t="24842" x="10399713" y="6138863"/>
          <p14:tracePt t="24858" x="10188575" y="6175375"/>
          <p14:tracePt t="24875" x="9985375" y="6248400"/>
          <p14:tracePt t="24892" x="9847263" y="6284913"/>
          <p14:tracePt t="24908" x="9644063" y="6335713"/>
          <p14:tracePt t="24925" x="9332913" y="6386513"/>
          <p14:tracePt t="24942" x="9078913" y="6423025"/>
          <p14:tracePt t="24958" x="8882063" y="6443663"/>
          <p14:tracePt t="24975" x="8759825" y="6465888"/>
          <p14:tracePt t="24991" x="8672513" y="6480175"/>
          <p14:tracePt t="25008" x="8621713" y="6480175"/>
          <p14:tracePt t="25025" x="8542338" y="6488113"/>
          <p14:tracePt t="25042" x="8396288" y="6488113"/>
          <p14:tracePt t="25058" x="8243888" y="6488113"/>
          <p14:tracePt t="25075" x="8120063" y="6488113"/>
          <p14:tracePt t="25092" x="7997825" y="6480175"/>
          <p14:tracePt t="25109" x="7859713" y="6451600"/>
          <p14:tracePt t="25125" x="7713663" y="6429375"/>
          <p14:tracePt t="25142" x="7510463" y="6400800"/>
          <p14:tracePt t="25158" x="7337425" y="6364288"/>
          <p14:tracePt t="25175" x="7154863" y="6350000"/>
          <p14:tracePt t="25192" x="7010400" y="6313488"/>
          <p14:tracePt t="25208" x="6908800" y="6284913"/>
          <p14:tracePt t="25225" x="6858000" y="6276975"/>
          <p14:tracePt t="25242" x="6792913" y="6234113"/>
          <p14:tracePt t="25258" x="6719888" y="6169025"/>
          <p14:tracePt t="25275" x="6669088" y="6110288"/>
          <p14:tracePt t="25293" x="6611938" y="6002338"/>
          <p14:tracePt t="25309" x="6545263" y="5842000"/>
          <p14:tracePt t="25325" x="6516688" y="5689600"/>
          <p14:tracePt t="25343" x="6465888" y="5514975"/>
          <p14:tracePt t="25359" x="6408738" y="5326063"/>
          <p14:tracePt t="25375" x="6357938" y="5138738"/>
          <p14:tracePt t="25392" x="6335713" y="5021263"/>
          <p14:tracePt t="25408" x="6335713" y="4913313"/>
          <p14:tracePt t="25425" x="6364288" y="4789488"/>
          <p14:tracePt t="25442" x="6423025" y="4681538"/>
          <p14:tracePt t="25446" x="6451600" y="4622800"/>
          <p14:tracePt t="25458" x="6494463" y="4564063"/>
          <p14:tracePt t="25475" x="6575425" y="4441825"/>
          <p14:tracePt t="25492" x="6632575" y="4332288"/>
          <p14:tracePt t="25509" x="6705600" y="4151313"/>
          <p14:tracePt t="25525" x="6734175" y="4041775"/>
          <p14:tracePt t="25542" x="6756400" y="3903663"/>
          <p14:tracePt t="25558" x="6778625" y="3767138"/>
          <p14:tracePt t="25575" x="6799263" y="3629025"/>
          <p14:tracePt t="25593" x="6843713" y="3505200"/>
          <p14:tracePt t="25609" x="6886575" y="3389313"/>
          <p14:tracePt t="25625" x="6967538" y="3259138"/>
          <p14:tracePt t="25642" x="7075488" y="3127375"/>
          <p14:tracePt t="25658" x="7185025" y="3033713"/>
          <p14:tracePt t="25675" x="7300913" y="2946400"/>
          <p14:tracePt t="25693" x="7380288" y="2873375"/>
          <p14:tracePt t="25709" x="7518400" y="2765425"/>
          <p14:tracePt t="25725" x="7612063" y="2684463"/>
          <p14:tracePt t="25742" x="7721600" y="2619375"/>
          <p14:tracePt t="25758" x="7845425" y="2547938"/>
          <p14:tracePt t="25775" x="7961313" y="2497138"/>
          <p14:tracePt t="25793" x="8069263" y="2430463"/>
          <p14:tracePt t="25809" x="8186738" y="2387600"/>
          <p14:tracePt t="25825" x="8294688" y="2351088"/>
          <p14:tracePt t="25843" x="8432800" y="2314575"/>
          <p14:tracePt t="25858" x="8585200" y="2271713"/>
          <p14:tracePt t="25875" x="8723313" y="2243138"/>
          <p14:tracePt t="25892" x="8861425" y="2235200"/>
          <p14:tracePt t="25909" x="9085263" y="2206625"/>
          <p14:tracePt t="25925" x="9245600" y="2206625"/>
          <p14:tracePt t="25942" x="9412288" y="2206625"/>
          <p14:tracePt t="25959" x="9558338" y="2206625"/>
          <p14:tracePt t="25975" x="9680575" y="2206625"/>
          <p14:tracePt t="25992" x="9790113" y="2206625"/>
          <p14:tracePt t="26009" x="9906000" y="2206625"/>
          <p14:tracePt t="26026" x="10021888" y="2212975"/>
          <p14:tracePt t="26042" x="10167938" y="2243138"/>
          <p14:tracePt t="26059" x="10304463" y="2286000"/>
          <p14:tracePt t="26075" x="10436225" y="2336800"/>
          <p14:tracePt t="26094" x="10580688" y="2401888"/>
          <p14:tracePt t="26109" x="10625138" y="2430463"/>
          <p14:tracePt t="26125" x="10741025" y="2517775"/>
          <p14:tracePt t="26142" x="10842625" y="2619375"/>
          <p14:tracePt t="26159" x="10944225" y="2765425"/>
          <p14:tracePt t="26175" x="11037888" y="2909888"/>
          <p14:tracePt t="26192" x="11117263" y="3025775"/>
          <p14:tracePt t="26209" x="11198225" y="3178175"/>
          <p14:tracePt t="26225" x="11299825" y="3367088"/>
          <p14:tracePt t="26242" x="11415713" y="3548063"/>
          <p14:tracePt t="26259" x="11503025" y="3700463"/>
          <p14:tracePt t="26276" x="11539538" y="3817938"/>
          <p14:tracePt t="26293" x="11560175" y="4035425"/>
          <p14:tracePt t="26309" x="11560175" y="4224338"/>
          <p14:tracePt t="26326" x="11503025" y="4419600"/>
          <p14:tracePt t="26342" x="11452225" y="4586288"/>
          <p14:tracePt t="26359" x="11379200" y="4752975"/>
          <p14:tracePt t="26375" x="11306175" y="4899025"/>
          <p14:tracePt t="26392" x="11234738" y="5021263"/>
          <p14:tracePt t="26409" x="11161713" y="5159375"/>
          <p14:tracePt t="26425" x="11052175" y="5275263"/>
          <p14:tracePt t="26442" x="10929938" y="5399088"/>
          <p14:tracePt t="26446" x="10863263" y="5464175"/>
          <p14:tracePt t="26459" x="10783888" y="5522913"/>
          <p14:tracePt t="26475" x="10617200" y="5638800"/>
          <p14:tracePt t="26492" x="10442575" y="5762625"/>
          <p14:tracePt t="26509" x="10290175" y="5870575"/>
          <p14:tracePt t="26526" x="10036175" y="6067425"/>
          <p14:tracePt t="26542" x="9869488" y="6189663"/>
          <p14:tracePt t="26559" x="9717088" y="6313488"/>
          <p14:tracePt t="26576" x="9572625" y="6415088"/>
          <p14:tracePt t="26592" x="9477375" y="6459538"/>
          <p14:tracePt t="26609" x="9390063" y="6502400"/>
          <p14:tracePt t="26625" x="9318625" y="6530975"/>
          <p14:tracePt t="26642" x="9267825" y="6538913"/>
          <p14:tracePt t="26659" x="9186863" y="6553200"/>
          <p14:tracePt t="26675" x="9107488" y="6561138"/>
          <p14:tracePt t="26693" x="8983663" y="6567488"/>
          <p14:tracePt t="26709" x="8948738" y="6567488"/>
          <p14:tracePt t="26725" x="8847138" y="6581775"/>
          <p14:tracePt t="26742" x="8788400" y="6589713"/>
          <p14:tracePt t="26759" x="8774113" y="6596063"/>
          <p14:tracePt t="31158" x="8816975" y="6581775"/>
          <p14:tracePt t="31166" x="8853488" y="6561138"/>
          <p14:tracePt t="31177" x="8882063" y="6545263"/>
          <p14:tracePt t="31194" x="8955088" y="6502400"/>
          <p14:tracePt t="31211" x="9020175" y="6451600"/>
          <p14:tracePt t="31227" x="9093200" y="6386513"/>
          <p14:tracePt t="31244" x="9136063" y="6342063"/>
          <p14:tracePt t="31261" x="9209088" y="6248400"/>
          <p14:tracePt t="31279" x="9253538" y="6197600"/>
          <p14:tracePt t="31294" x="9304338" y="6138863"/>
          <p14:tracePt t="31310" x="9318625" y="6103938"/>
          <p14:tracePt t="31328" x="9332913" y="6081713"/>
          <p14:tracePt t="31344" x="9347200" y="6053138"/>
          <p14:tracePt t="31361" x="9355138" y="6037263"/>
          <p14:tracePt t="31378" x="9361488" y="6016625"/>
          <p14:tracePt t="31394" x="9375775" y="5994400"/>
          <p14:tracePt t="31411" x="9383713" y="5972175"/>
          <p14:tracePt t="31428" x="9383713" y="5957888"/>
          <p14:tracePt t="31444" x="9398000" y="5943600"/>
          <p14:tracePt t="31468" x="9398000" y="5935663"/>
          <p14:tracePt t="31477" x="9398000" y="5929313"/>
          <p14:tracePt t="31505" x="9398000" y="5921375"/>
          <p14:tracePt t="31521" x="9398000" y="5915025"/>
          <p14:tracePt t="31546" x="9398000" y="5907088"/>
          <p14:tracePt t="31555" x="9398000" y="5900738"/>
          <p14:tracePt t="31569" x="9398000" y="5892800"/>
          <p14:tracePt t="31584" x="9405938" y="5884863"/>
          <p14:tracePt t="31596" x="9405938" y="5878513"/>
          <p14:tracePt t="31610" x="9405938" y="5870575"/>
          <p14:tracePt t="31632" x="9412288" y="5856288"/>
          <p14:tracePt t="31666" x="9412288" y="5842000"/>
          <p14:tracePt t="32003" x="9420225" y="5842000"/>
          <p14:tracePt t="32240" x="9426575" y="5842000"/>
          <p14:tracePt t="32255" x="9434513" y="5842000"/>
          <p14:tracePt t="32264" x="9440863" y="5842000"/>
          <p14:tracePt t="32287" x="9448800" y="5842000"/>
          <p14:tracePt t="32303" x="9463088" y="5842000"/>
          <p14:tracePt t="32329" x="9471025" y="5842000"/>
          <p14:tracePt t="32335" x="9477375" y="5842000"/>
          <p14:tracePt t="32344" x="9485313" y="5842000"/>
          <p14:tracePt t="32360" x="9491663" y="5842000"/>
          <p14:tracePt t="32377" x="9507538" y="5842000"/>
          <p14:tracePt t="32394" x="9521825" y="5842000"/>
          <p14:tracePt t="32411" x="9542463" y="5842000"/>
          <p14:tracePt t="32427" x="9558338" y="5842000"/>
          <p14:tracePt t="32444" x="9586913" y="5842000"/>
          <p14:tracePt t="32447" x="9601200" y="5842000"/>
          <p14:tracePt t="32464" x="9615488" y="5842000"/>
          <p14:tracePt t="32477" x="9644063" y="5842000"/>
          <p14:tracePt t="32494" x="9652000" y="5842000"/>
          <p14:tracePt t="32511" x="9674225" y="5842000"/>
          <p14:tracePt t="32527" x="9694863" y="5842000"/>
          <p14:tracePt t="32544" x="9717088" y="5842000"/>
          <p14:tracePt t="32561" x="9745663" y="5842000"/>
          <p14:tracePt t="32577" x="9775825" y="5842000"/>
          <p14:tracePt t="32594" x="9818688" y="5842000"/>
          <p14:tracePt t="32611" x="9863138" y="5842000"/>
          <p14:tracePt t="32627" x="9913938" y="5842000"/>
          <p14:tracePt t="32644" x="9971088" y="5849938"/>
          <p14:tracePt t="32661" x="10044113" y="5884863"/>
          <p14:tracePt t="32677" x="10094913" y="5929313"/>
          <p14:tracePt t="32694" x="10131425" y="5986463"/>
          <p14:tracePt t="32711" x="10167938" y="6073775"/>
          <p14:tracePt t="32727" x="10196513" y="6175375"/>
          <p14:tracePt t="32744" x="10210800" y="6248400"/>
          <p14:tracePt t="32761" x="10210800" y="6307138"/>
          <p14:tracePt t="32778" x="10210800" y="6350000"/>
          <p14:tracePt t="32794" x="10182225" y="6400800"/>
          <p14:tracePt t="32811" x="10131425" y="6451600"/>
          <p14:tracePt t="32828" x="10080625" y="6494463"/>
          <p14:tracePt t="32845" x="9964738" y="6561138"/>
          <p14:tracePt t="32861" x="9883775" y="6567488"/>
          <p14:tracePt t="32877" x="9804400" y="6589713"/>
          <p14:tracePt t="32894" x="9739313" y="6589713"/>
          <p14:tracePt t="32911" x="9688513" y="6589713"/>
          <p14:tracePt t="32927" x="9652000" y="6589713"/>
          <p14:tracePt t="32945" x="9615488" y="6589713"/>
          <p14:tracePt t="32961" x="9601200" y="6589713"/>
          <p14:tracePt t="32978" x="9593263" y="6581775"/>
          <p14:tracePt t="32995" x="9593263" y="6575425"/>
          <p14:tracePt t="33011" x="9578975" y="6561138"/>
          <p14:tracePt t="33030" x="9578975" y="6524625"/>
          <p14:tracePt t="33044" x="9578975" y="6516688"/>
          <p14:tracePt t="33062" x="9578975" y="6502400"/>
          <p14:tracePt t="33078" x="9578975" y="6494463"/>
          <p14:tracePt t="33094" x="9586913" y="6488113"/>
          <p14:tracePt t="33111" x="9586913" y="6480175"/>
          <p14:tracePt t="33284" x="9593263" y="6465888"/>
          <p14:tracePt t="33290" x="9609138" y="6451600"/>
          <p14:tracePt t="33297" x="9644063" y="6408738"/>
          <p14:tracePt t="33311" x="9739313" y="6335713"/>
          <p14:tracePt t="33328" x="9840913" y="6256338"/>
          <p14:tracePt t="33345" x="9934575" y="6211888"/>
          <p14:tracePt t="33361" x="10029825" y="6169025"/>
          <p14:tracePt t="33378" x="10117138" y="6124575"/>
          <p14:tracePt t="33394" x="10196513" y="6096000"/>
          <p14:tracePt t="33411" x="10253663" y="6073775"/>
          <p14:tracePt t="33428" x="10340975" y="6037263"/>
          <p14:tracePt t="33445" x="10442575" y="6008688"/>
          <p14:tracePt t="33461" x="10523538" y="5986463"/>
          <p14:tracePt t="33478" x="10574338" y="5972175"/>
          <p14:tracePt t="33495" x="10639425" y="5951538"/>
          <p14:tracePt t="33511" x="10710863" y="5943600"/>
          <p14:tracePt t="33528" x="10783888" y="5929313"/>
          <p14:tracePt t="33545" x="10828338" y="5915025"/>
          <p14:tracePt t="33562" x="10899775" y="5892800"/>
          <p14:tracePt t="33578" x="10958513" y="5878513"/>
          <p14:tracePt t="33595" x="11015663" y="5870575"/>
          <p14:tracePt t="33612" x="11060113" y="5856288"/>
          <p14:tracePt t="33628" x="11096625" y="5849938"/>
          <p14:tracePt t="33645" x="11125200" y="5849938"/>
          <p14:tracePt t="33661" x="11133138" y="5849938"/>
          <p14:tracePt t="33678" x="11147425" y="5849938"/>
          <p14:tracePt t="34070" x="11153775" y="5842000"/>
          <p14:tracePt t="34102" x="11147425" y="5827713"/>
          <p14:tracePt t="34127" x="11139488" y="5819775"/>
          <p14:tracePt t="34143" x="11125200" y="5813425"/>
          <p14:tracePt t="34150" x="11117263" y="5805488"/>
          <p14:tracePt t="34161" x="11110913" y="5805488"/>
          <p14:tracePt t="34178" x="11082338" y="5783263"/>
          <p14:tracePt t="34194" x="11066463" y="5768975"/>
          <p14:tracePt t="34211" x="11060113" y="5762625"/>
          <p14:tracePt t="34228" x="11045825" y="5754688"/>
          <p14:tracePt t="34244" x="11031538" y="5732463"/>
          <p14:tracePt t="34261" x="10995025" y="5697538"/>
          <p14:tracePt t="34278" x="10972800" y="5675313"/>
          <p14:tracePt t="34295" x="10958513" y="5646738"/>
          <p14:tracePt t="34311" x="10950575" y="5624513"/>
          <p14:tracePt t="34328" x="10922000" y="5573713"/>
          <p14:tracePt t="34345" x="10922000" y="5537200"/>
          <p14:tracePt t="34361" x="10907713" y="5508625"/>
          <p14:tracePt t="34378" x="10899775" y="5472113"/>
          <p14:tracePt t="34395" x="10899775" y="5449888"/>
          <p14:tracePt t="34412" x="10893425" y="5427663"/>
          <p14:tracePt t="34428" x="10893425" y="5413375"/>
          <p14:tracePt t="34445" x="10893425" y="5362575"/>
          <p14:tracePt t="34468" x="10893425" y="5348288"/>
          <p14:tracePt t="34478" x="10893425" y="5326063"/>
          <p14:tracePt t="34495" x="10899775" y="5319713"/>
          <p14:tracePt t="34512" x="10907713" y="5305425"/>
          <p14:tracePt t="34528" x="10907713" y="5297488"/>
          <p14:tracePt t="34545" x="10914063" y="5291138"/>
          <p14:tracePt t="34578" x="10922000" y="5283200"/>
          <p14:tracePt t="35752" x="10922000" y="5297488"/>
          <p14:tracePt t="35767" x="10907713" y="5305425"/>
          <p14:tracePt t="35776" x="10879138" y="5341938"/>
          <p14:tracePt t="35783" x="10848975" y="5362575"/>
          <p14:tracePt t="35795" x="10820400" y="5376863"/>
          <p14:tracePt t="35812" x="10733088" y="5427663"/>
          <p14:tracePt t="35829" x="10653713" y="5457825"/>
          <p14:tracePt t="35845" x="10602913" y="5478463"/>
          <p14:tracePt t="35862" x="10558463" y="5494338"/>
          <p14:tracePt t="35878" x="10537825" y="5508625"/>
          <p14:tracePt t="35895" x="10507663" y="5508625"/>
          <p14:tracePt t="35912" x="10487025" y="5514975"/>
          <p14:tracePt t="35928" x="10464800" y="5514975"/>
          <p14:tracePt t="35945" x="10436225" y="5514975"/>
          <p14:tracePt t="35949" x="10414000" y="5514975"/>
          <p14:tracePt t="35962" x="10385425" y="5514975"/>
          <p14:tracePt t="35978" x="10320338" y="5514975"/>
          <p14:tracePt t="35995" x="10225088" y="5514975"/>
          <p14:tracePt t="36012" x="10152063" y="5514975"/>
          <p14:tracePt t="36029" x="9964738" y="5478463"/>
          <p14:tracePt t="36045" x="9883775" y="5472113"/>
          <p14:tracePt t="36062" x="9832975" y="5449888"/>
          <p14:tracePt t="36078" x="9796463" y="5443538"/>
          <p14:tracePt t="36095" x="9753600" y="5427663"/>
          <p14:tracePt t="36111" x="9710738" y="5407025"/>
          <p14:tracePt t="36128" x="9609138" y="5362575"/>
          <p14:tracePt t="36145" x="9499600" y="5311775"/>
          <p14:tracePt t="36162" x="9440863" y="5283200"/>
          <p14:tracePt t="36179" x="9412288" y="5260975"/>
          <p14:tracePt t="36195" x="9383713" y="5224463"/>
          <p14:tracePt t="36212" x="9361488" y="5173663"/>
          <p14:tracePt t="36229" x="9332913" y="5116513"/>
          <p14:tracePt t="36246" x="9259888" y="5014913"/>
          <p14:tracePt t="36262" x="9172575" y="4927600"/>
          <p14:tracePt t="36279" x="9050338" y="4818063"/>
          <p14:tracePt t="36295" x="8932863" y="4695825"/>
          <p14:tracePt t="36314" x="8810625" y="4600575"/>
          <p14:tracePt t="36329" x="8658225" y="4529138"/>
          <p14:tracePt t="36345" x="8512175" y="4456113"/>
          <p14:tracePt t="36363" x="8396288" y="4383088"/>
          <p14:tracePt t="36378" x="8280400" y="4289425"/>
          <p14:tracePt t="36395" x="8170863" y="4202113"/>
          <p14:tracePt t="36412" x="8054975" y="4122738"/>
          <p14:tracePt t="36429" x="7932738" y="4041775"/>
          <p14:tracePt t="36445" x="7764463" y="3933825"/>
          <p14:tracePt t="36462" x="7678738" y="3868738"/>
          <p14:tracePt t="36479" x="7605713" y="3802063"/>
          <p14:tracePt t="36495" x="7540625" y="3767138"/>
          <p14:tracePt t="36513" x="7467600" y="3716338"/>
          <p14:tracePt t="36529" x="7380288" y="3665538"/>
          <p14:tracePt t="36545" x="7286625" y="3629025"/>
          <p14:tracePt t="36562" x="7199313" y="3598863"/>
          <p14:tracePt t="36579" x="7104063" y="3563938"/>
          <p14:tracePt t="36595" x="7038975" y="3548063"/>
          <p14:tracePt t="36613" x="6937375" y="3527425"/>
          <p14:tracePt t="36629" x="6843713" y="3513138"/>
          <p14:tracePt t="36645" x="6734175" y="3505200"/>
          <p14:tracePt t="36662" x="6646863" y="3505200"/>
          <p14:tracePt t="36679" x="6581775" y="3505200"/>
          <p14:tracePt t="36695" x="6516688" y="3527425"/>
          <p14:tracePt t="36712" x="6480175" y="3548063"/>
          <p14:tracePt t="36729" x="6429375" y="3584575"/>
          <p14:tracePt t="36745" x="6392863" y="3621088"/>
          <p14:tracePt t="36762" x="6378575" y="3679825"/>
          <p14:tracePt t="36779" x="6364288" y="3781425"/>
          <p14:tracePt t="36795" x="6364288" y="3889375"/>
          <p14:tracePt t="36813" x="6400800" y="4078288"/>
          <p14:tracePt t="36829" x="6465888" y="4194175"/>
          <p14:tracePt t="36845" x="6545263" y="4295775"/>
          <p14:tracePt t="36862" x="6677025" y="4419600"/>
          <p14:tracePt t="36879" x="6835775" y="4506913"/>
          <p14:tracePt t="36895" x="7061200" y="4600575"/>
          <p14:tracePt t="36912" x="7329488" y="4695825"/>
          <p14:tracePt t="36929" x="7532688" y="4760913"/>
          <p14:tracePt t="36945" x="7693025" y="4811713"/>
          <p14:tracePt t="36949" x="7750175" y="4826000"/>
          <p14:tracePt t="36962" x="7800975" y="4848225"/>
          <p14:tracePt t="36979" x="7924800" y="4891088"/>
          <p14:tracePt t="36995" x="8012113" y="4927600"/>
          <p14:tracePt t="37012" x="8113713" y="4986338"/>
          <p14:tracePt t="37030" x="8272463" y="5080000"/>
          <p14:tracePt t="37045" x="8389938" y="5167313"/>
          <p14:tracePt t="37062" x="8542338" y="5260975"/>
          <p14:tracePt t="37079" x="8658225" y="5356225"/>
          <p14:tracePt t="37095" x="8774113" y="5435600"/>
          <p14:tracePt t="37112" x="8867775" y="5508625"/>
          <p14:tracePt t="37129" x="8948738" y="5580063"/>
          <p14:tracePt t="37145" x="8999538" y="5653088"/>
          <p14:tracePt t="37162" x="9064625" y="5748338"/>
          <p14:tracePt t="37179" x="9121775" y="5842000"/>
          <p14:tracePt t="37195" x="9166225" y="5943600"/>
          <p14:tracePt t="37212" x="9209088" y="6037263"/>
          <p14:tracePt t="37229" x="9259888" y="6169025"/>
          <p14:tracePt t="37246" x="9296400" y="6234113"/>
          <p14:tracePt t="37262" x="9355138" y="6307138"/>
          <p14:tracePt t="37279" x="9426575" y="6357938"/>
          <p14:tracePt t="37295" x="9485313" y="6408738"/>
          <p14:tracePt t="37313" x="9572625" y="6443663"/>
          <p14:tracePt t="37329" x="9674225" y="6473825"/>
          <p14:tracePt t="37346" x="9739313" y="6488113"/>
          <p14:tracePt t="37362" x="9818688" y="6488113"/>
          <p14:tracePt t="37379" x="9883775" y="6488113"/>
          <p14:tracePt t="37395" x="9928225" y="6488113"/>
          <p14:tracePt t="37412" x="9971088" y="6459538"/>
          <p14:tracePt t="37429" x="9999663" y="6437313"/>
          <p14:tracePt t="37446" x="10066338" y="6342063"/>
          <p14:tracePt t="37463" x="10101263" y="6276975"/>
          <p14:tracePt t="37479" x="10123488" y="6175375"/>
          <p14:tracePt t="37496" x="10137775" y="6067425"/>
          <p14:tracePt t="37513" x="10145713" y="5935663"/>
          <p14:tracePt t="37530" x="10145713" y="5842000"/>
          <p14:tracePt t="37546" x="10080625" y="5689600"/>
          <p14:tracePt t="37562" x="9948863" y="5478463"/>
          <p14:tracePt t="37579" x="9804400" y="5275263"/>
          <p14:tracePt t="37596" x="9694863" y="5138738"/>
          <p14:tracePt t="37613" x="9593263" y="5037138"/>
          <p14:tracePt t="37629" x="9536113" y="4964113"/>
          <p14:tracePt t="37646" x="9491663" y="4913313"/>
          <p14:tracePt t="37662" x="9440863" y="4826000"/>
          <p14:tracePt t="37679" x="9369425" y="4746625"/>
          <p14:tracePt t="37696" x="9274175" y="4645025"/>
          <p14:tracePt t="37712" x="9186863" y="4557713"/>
          <p14:tracePt t="37729" x="9056688" y="4462463"/>
          <p14:tracePt t="37746" x="8932863" y="4383088"/>
          <p14:tracePt t="37762" x="8802688" y="4303713"/>
          <p14:tracePt t="37779" x="8678863" y="4252913"/>
          <p14:tracePt t="37796" x="8585200" y="4216400"/>
          <p14:tracePt t="37813" x="8542338" y="4202113"/>
          <p14:tracePt t="37829" x="8526463" y="4202113"/>
          <p14:tracePt t="37846" x="8520113" y="4194175"/>
          <p14:tracePt t="37864" x="8512175" y="4194175"/>
          <p14:tracePt t="37879" x="8505825" y="4194175"/>
          <p14:tracePt t="41386" x="8491538" y="4194175"/>
          <p14:tracePt t="41394" x="8483600" y="4202113"/>
          <p14:tracePt t="41409" x="8483600" y="4208463"/>
          <p14:tracePt t="41417" x="8483600" y="4224338"/>
          <p14:tracePt t="41430" x="8475663" y="4252913"/>
          <p14:tracePt t="41447" x="8475663" y="4267200"/>
          <p14:tracePt t="41454" x="8475663" y="4275138"/>
          <p14:tracePt t="41464" x="8475663" y="4289425"/>
          <p14:tracePt t="41480" x="8461375" y="4310063"/>
          <p14:tracePt t="41498" x="8461375" y="4332288"/>
          <p14:tracePt t="41514" x="8432800" y="4368800"/>
          <p14:tracePt t="41531" x="8424863" y="4391025"/>
          <p14:tracePt t="41547" x="8404225" y="4427538"/>
          <p14:tracePt t="41563" x="8389938" y="4441825"/>
          <p14:tracePt t="41580" x="8359775" y="4470400"/>
          <p14:tracePt t="41596" x="8323263" y="4498975"/>
          <p14:tracePt t="41613" x="8280400" y="4535488"/>
          <p14:tracePt t="41630" x="8251825" y="4543425"/>
          <p14:tracePt t="41647" x="8221663" y="4564063"/>
          <p14:tracePt t="41663" x="8193088" y="4572000"/>
          <p14:tracePt t="41680" x="8156575" y="4594225"/>
          <p14:tracePt t="41697" x="8113713" y="4608513"/>
          <p14:tracePt t="41716" x="8085138" y="4622800"/>
          <p14:tracePt t="41731" x="8054975" y="4630738"/>
          <p14:tracePt t="41749" x="8040688" y="4637088"/>
          <p14:tracePt t="41766" x="8034338" y="4645025"/>
          <p14:tracePt t="41782" x="8018463" y="4651375"/>
          <p14:tracePt t="41797" x="7997825" y="4659313"/>
          <p14:tracePt t="41814" x="7975600" y="4665663"/>
          <p14:tracePt t="41831" x="7947025" y="4673600"/>
          <p14:tracePt t="41847" x="7939088" y="4673600"/>
          <p14:tracePt t="41864" x="7924800" y="4687888"/>
          <p14:tracePt t="41899" x="7916863" y="4687888"/>
          <p14:tracePt t="47720" x="7924800" y="4687888"/>
          <p14:tracePt t="47731" x="7939088" y="4702175"/>
          <p14:tracePt t="47738" x="7953375" y="4716463"/>
          <p14:tracePt t="47749" x="8034338" y="4760913"/>
          <p14:tracePt t="47766" x="8113713" y="4797425"/>
          <p14:tracePt t="48057" x="8105775" y="4797425"/>
          <p14:tracePt t="48065" x="8069263" y="4797425"/>
          <p14:tracePt t="48074" x="8018463" y="4797425"/>
          <p14:tracePt t="48082" x="7983538" y="4789488"/>
          <p14:tracePt t="48099" x="7902575" y="4752975"/>
          <p14:tracePt t="48116" x="7780338" y="4702175"/>
          <p14:tracePt t="48133" x="7300913" y="4529138"/>
          <p14:tracePt t="48149" x="7061200" y="4470400"/>
          <p14:tracePt t="48166" x="6662738" y="4354513"/>
          <p14:tracePt t="48184" x="6502400" y="4295775"/>
          <p14:tracePt t="48200" x="6372225" y="4230688"/>
          <p14:tracePt t="48216" x="6240463" y="4165600"/>
          <p14:tracePt t="48233" x="6118225" y="4078288"/>
          <p14:tracePt t="48249" x="6002338" y="3990975"/>
          <p14:tracePt t="48265" x="5834063" y="3911600"/>
          <p14:tracePt t="48283" x="5689600" y="3846513"/>
          <p14:tracePt t="48299" x="5573713" y="3802063"/>
          <p14:tracePt t="48315" x="5427663" y="3767138"/>
          <p14:tracePt t="48332" x="5268913" y="3716338"/>
          <p14:tracePt t="48349" x="4899025" y="3665538"/>
          <p14:tracePt t="48365" x="4614863" y="3614738"/>
          <p14:tracePt t="48382" x="4340225" y="3578225"/>
          <p14:tracePt t="48399" x="4078288" y="3513138"/>
          <p14:tracePt t="48415" x="3802063" y="3417888"/>
          <p14:tracePt t="48432" x="3519488" y="3338513"/>
          <p14:tracePt t="48449" x="3338513" y="3287713"/>
          <p14:tracePt t="48466" x="3186113" y="3243263"/>
          <p14:tracePt t="48483" x="3076575" y="3214688"/>
          <p14:tracePt t="48500" x="2982913" y="3192463"/>
          <p14:tracePt t="48516" x="2909888" y="3163888"/>
          <p14:tracePt t="48535" x="2786063" y="3141663"/>
          <p14:tracePt t="48549" x="2700338" y="3135313"/>
          <p14:tracePt t="48566" x="2627313" y="3121025"/>
          <p14:tracePt t="48583" x="2554288" y="3113088"/>
          <p14:tracePt t="48599" x="2517775" y="3106738"/>
          <p14:tracePt t="48616" x="2481263" y="3106738"/>
          <p14:tracePt t="48633" x="2474913" y="3098800"/>
          <p14:tracePt t="48650" x="2460625" y="3098800"/>
          <p14:tracePt t="49427" x="2452688" y="3098800"/>
          <p14:tracePt t="49436" x="2438400" y="3098800"/>
          <p14:tracePt t="49448" x="2424113" y="3098800"/>
          <p14:tracePt t="49457" x="2409825" y="3076575"/>
          <p14:tracePt t="49802" x="2409825" y="3070225"/>
          <p14:tracePt t="50019" x="2409825" y="3062288"/>
          <p14:tracePt t="50037" x="2409825" y="3048000"/>
          <p14:tracePt t="50045" x="2409825" y="3040063"/>
          <p14:tracePt t="50067" x="2409825" y="3011488"/>
          <p14:tracePt t="50084" x="2409825" y="2997200"/>
          <p14:tracePt t="50100" x="2409825" y="2982913"/>
          <p14:tracePt t="50117" x="2409825" y="2968625"/>
          <p14:tracePt t="50133" x="2409825" y="2954338"/>
          <p14:tracePt t="50150" x="2409825" y="2938463"/>
          <p14:tracePt t="50167" x="2409825" y="2924175"/>
          <p14:tracePt t="50185" x="2401888" y="2909888"/>
          <p14:tracePt t="50201" x="2401888" y="2903538"/>
          <p14:tracePt t="50386" x="2409825" y="2903538"/>
          <p14:tracePt t="50393" x="2416175" y="2909888"/>
          <p14:tracePt t="50401" x="2430463" y="2917825"/>
          <p14:tracePt t="50417" x="2446338" y="2954338"/>
          <p14:tracePt t="50434" x="2446338" y="2974975"/>
          <p14:tracePt t="50441" x="2446338" y="2989263"/>
          <p14:tracePt t="50450" x="2446338" y="3019425"/>
          <p14:tracePt t="50467" x="2446338" y="3084513"/>
          <p14:tracePt t="50483" x="2409825" y="3163888"/>
          <p14:tracePt t="50500" x="2351088" y="3236913"/>
          <p14:tracePt t="50518" x="2257425" y="3324225"/>
          <p14:tracePt t="50534" x="2141538" y="3389313"/>
          <p14:tracePt t="50550" x="2039938" y="3425825"/>
          <p14:tracePt t="50567" x="1944688" y="3440113"/>
          <p14:tracePt t="50583" x="1865313" y="3446463"/>
          <p14:tracePt t="50600" x="1806575" y="3462338"/>
          <p14:tracePt t="50617" x="1770063" y="3462338"/>
          <p14:tracePt t="50633" x="1735138" y="3462338"/>
          <p14:tracePt t="50650" x="1712913" y="3462338"/>
          <p14:tracePt t="50667" x="1684338" y="3462338"/>
          <p14:tracePt t="50684" x="1676400" y="3462338"/>
          <p14:tracePt t="50700" x="1668463" y="3462338"/>
          <p14:tracePt t="50865" x="1662113" y="3462338"/>
          <p14:tracePt t="50874" x="1654175" y="3462338"/>
          <p14:tracePt t="50897" x="1639888" y="3462338"/>
          <p14:tracePt t="50907" x="1633538" y="3462338"/>
          <p14:tracePt t="50929" x="1625600" y="3468688"/>
          <p14:tracePt t="50945" x="1617663" y="3468688"/>
          <p14:tracePt t="50969" x="1611313" y="3468688"/>
          <p14:tracePt t="50986" x="1597025" y="3468688"/>
          <p14:tracePt t="51003" x="1589088" y="3468688"/>
          <p14:tracePt t="51010" x="1582738" y="3468688"/>
          <p14:tracePt t="51019" x="1566863" y="3468688"/>
          <p14:tracePt t="51033" x="1538288" y="3468688"/>
          <p14:tracePt t="51050" x="1509713" y="3468688"/>
          <p14:tracePt t="51067" x="1473200" y="3468688"/>
          <p14:tracePt t="51084" x="1436688" y="3468688"/>
          <p14:tracePt t="51100" x="1414463" y="3454400"/>
          <p14:tracePt t="51117" x="1400175" y="3454400"/>
          <p14:tracePt t="51134" x="1379538" y="3446463"/>
          <p14:tracePt t="51150" x="1371600" y="3446463"/>
          <p14:tracePt t="51167" x="1363663" y="3446463"/>
          <p14:tracePt t="51183" x="1357313" y="3432175"/>
          <p14:tracePt t="51200" x="1343025" y="3432175"/>
          <p14:tracePt t="51216" x="1335088" y="3425825"/>
          <p14:tracePt t="51251" x="1320800" y="3425825"/>
          <p14:tracePt t="51267" x="1306513" y="3417888"/>
          <p14:tracePt t="51285" x="1292225" y="3411538"/>
          <p14:tracePt t="51300" x="1262063" y="3403600"/>
          <p14:tracePt t="51317" x="1233488" y="3395663"/>
          <p14:tracePt t="51333" x="1219200" y="3389313"/>
          <p14:tracePt t="51350" x="1190625" y="3381375"/>
          <p14:tracePt t="51367" x="1160463" y="3367088"/>
          <p14:tracePt t="51383" x="1139825" y="3360738"/>
          <p14:tracePt t="51400" x="1131888" y="3344863"/>
          <p14:tracePt t="51417" x="1125538" y="3344863"/>
          <p14:tracePt t="51434" x="1125538" y="3338513"/>
          <p14:tracePt t="51442" x="1117600" y="3338513"/>
          <p14:tracePt t="51450" x="1117600" y="3330575"/>
          <p14:tracePt t="51467" x="1109663" y="3324225"/>
          <p14:tracePt t="51484" x="1103313" y="3309938"/>
          <p14:tracePt t="51501" x="1089025" y="3287713"/>
          <p14:tracePt t="51517" x="1081088" y="3265488"/>
          <p14:tracePt t="51536" x="1066800" y="3236913"/>
          <p14:tracePt t="51550" x="1058863" y="3214688"/>
          <p14:tracePt t="51567" x="1052513" y="3186113"/>
          <p14:tracePt t="51584" x="1044575" y="3163888"/>
          <p14:tracePt t="51601" x="1044575" y="3141663"/>
          <p14:tracePt t="51617" x="1044575" y="3127375"/>
          <p14:tracePt t="51633" x="1044575" y="3121025"/>
          <p14:tracePt t="51651" x="1044575" y="3098800"/>
          <p14:tracePt t="51667" x="1044575" y="3084513"/>
          <p14:tracePt t="51684" x="1044575" y="3062288"/>
          <p14:tracePt t="51701" x="1052513" y="3048000"/>
          <p14:tracePt t="51718" x="1058863" y="3011488"/>
          <p14:tracePt t="51734" x="1074738" y="2997200"/>
          <p14:tracePt t="51750" x="1095375" y="2974975"/>
          <p14:tracePt t="51767" x="1117600" y="2960688"/>
          <p14:tracePt t="51784" x="1125538" y="2946400"/>
          <p14:tracePt t="51800" x="1146175" y="2932113"/>
          <p14:tracePt t="51817" x="1176338" y="2917825"/>
          <p14:tracePt t="51834" x="1190625" y="2895600"/>
          <p14:tracePt t="51850" x="1211263" y="2881313"/>
          <p14:tracePt t="51867" x="1241425" y="2873375"/>
          <p14:tracePt t="51884" x="1262063" y="2867025"/>
          <p14:tracePt t="51901" x="1292225" y="2844800"/>
          <p14:tracePt t="51918" x="1343025" y="2822575"/>
          <p14:tracePt t="51934" x="1363663" y="2822575"/>
          <p14:tracePt t="51950" x="1400175" y="2808288"/>
          <p14:tracePt t="51967" x="1422400" y="2801938"/>
          <p14:tracePt t="51984" x="1436688" y="2801938"/>
          <p14:tracePt t="52001" x="1450975" y="2801938"/>
          <p14:tracePt t="52017" x="1487488" y="2794000"/>
          <p14:tracePt t="52034" x="1516063" y="2794000"/>
          <p14:tracePt t="52050" x="1546225" y="2779713"/>
          <p14:tracePt t="52067" x="1574800" y="2779713"/>
          <p14:tracePt t="52084" x="1603375" y="2779713"/>
          <p14:tracePt t="52101" x="1633538" y="2771775"/>
          <p14:tracePt t="52118" x="1704975" y="2771775"/>
          <p14:tracePt t="52134" x="1763713" y="2771775"/>
          <p14:tracePt t="52151" x="1820863" y="2771775"/>
          <p14:tracePt t="52168" x="1893888" y="2771775"/>
          <p14:tracePt t="52184" x="1958975" y="2771775"/>
          <p14:tracePt t="52200" x="2039938" y="2771775"/>
          <p14:tracePt t="52217" x="2147888" y="2771775"/>
          <p14:tracePt t="52234" x="2235200" y="2771775"/>
          <p14:tracePt t="52251" x="2322513" y="2771775"/>
          <p14:tracePt t="52267" x="2387600" y="2771775"/>
          <p14:tracePt t="52284" x="2424113" y="2779713"/>
          <p14:tracePt t="52301" x="2517775" y="2801938"/>
          <p14:tracePt t="52318" x="2576513" y="2822575"/>
          <p14:tracePt t="52334" x="2641600" y="2844800"/>
          <p14:tracePt t="52351" x="2706688" y="2881313"/>
          <p14:tracePt t="52368" x="2779713" y="2924175"/>
          <p14:tracePt t="52384" x="2830513" y="2960688"/>
          <p14:tracePt t="52401" x="2903538" y="3011488"/>
          <p14:tracePt t="52417" x="2946400" y="3055938"/>
          <p14:tracePt t="52435" x="2968625" y="3098800"/>
          <p14:tracePt t="52442" x="2974975" y="3121025"/>
          <p14:tracePt t="52450" x="2982913" y="3135313"/>
          <p14:tracePt t="52467" x="2982913" y="3163888"/>
          <p14:tracePt t="52484" x="2982913" y="3186113"/>
          <p14:tracePt t="52501" x="2982913" y="3228975"/>
          <p14:tracePt t="52517" x="2968625" y="3243263"/>
          <p14:tracePt t="52534" x="2946400" y="3287713"/>
          <p14:tracePt t="52551" x="2917825" y="3324225"/>
          <p14:tracePt t="52567" x="2895600" y="3338513"/>
          <p14:tracePt t="52584" x="2867025" y="3375025"/>
          <p14:tracePt t="52601" x="2830513" y="3403600"/>
          <p14:tracePt t="52617" x="2794000" y="3425825"/>
          <p14:tracePt t="52634" x="2757488" y="3440113"/>
          <p14:tracePt t="52651" x="2728913" y="3446463"/>
          <p14:tracePt t="52667" x="2670175" y="3462338"/>
          <p14:tracePt t="52686" x="2598738" y="3476625"/>
          <p14:tracePt t="52702" x="2540000" y="3490913"/>
          <p14:tracePt t="52718" x="2511425" y="3490913"/>
          <p14:tracePt t="52734" x="2438400" y="3505200"/>
          <p14:tracePt t="52751" x="2387600" y="3505200"/>
          <p14:tracePt t="52767" x="2328863" y="3505200"/>
          <p14:tracePt t="52784" x="2271713" y="3505200"/>
          <p14:tracePt t="52801" x="2227263" y="3505200"/>
          <p14:tracePt t="52817" x="2192338" y="3505200"/>
          <p14:tracePt t="52834" x="2147888" y="3505200"/>
          <p14:tracePt t="52851" x="2111375" y="3505200"/>
          <p14:tracePt t="52868" x="2060575" y="3505200"/>
          <p14:tracePt t="52884" x="2009775" y="3505200"/>
          <p14:tracePt t="52902" x="1930400" y="3505200"/>
          <p14:tracePt t="52917" x="1887538" y="3505200"/>
          <p14:tracePt t="52935" x="1820863" y="3505200"/>
          <p14:tracePt t="52941" x="1800225" y="3505200"/>
          <p14:tracePt t="52951" x="1763713" y="3497263"/>
          <p14:tracePt t="52969" x="1668463" y="3476625"/>
          <p14:tracePt t="52984" x="1589088" y="3462338"/>
          <p14:tracePt t="53001" x="1495425" y="3432175"/>
          <p14:tracePt t="53017" x="1422400" y="3411538"/>
          <p14:tracePt t="53034" x="1349375" y="3395663"/>
          <p14:tracePt t="53050" x="1270000" y="3367088"/>
          <p14:tracePt t="53067" x="1219200" y="3344863"/>
          <p14:tracePt t="53084" x="1176338" y="3330575"/>
          <p14:tracePt t="53101" x="1131888" y="3302000"/>
          <p14:tracePt t="53118" x="1117600" y="3287713"/>
          <p14:tracePt t="53134" x="1089025" y="3259138"/>
          <p14:tracePt t="53151" x="1066800" y="3222625"/>
          <p14:tracePt t="53168" x="1052513" y="3186113"/>
          <p14:tracePt t="53185" x="1044575" y="3149600"/>
          <p14:tracePt t="53201" x="1038225" y="3127375"/>
          <p14:tracePt t="53217" x="1038225" y="3106738"/>
          <p14:tracePt t="53234" x="1038225" y="3076575"/>
          <p14:tracePt t="53251" x="1038225" y="3048000"/>
          <p14:tracePt t="53267" x="1058863" y="3011488"/>
          <p14:tracePt t="53284" x="1089025" y="2974975"/>
          <p14:tracePt t="53301" x="1160463" y="2932113"/>
          <p14:tracePt t="53317" x="1247775" y="2895600"/>
          <p14:tracePt t="53334" x="1371600" y="2873375"/>
          <p14:tracePt t="53351" x="1509713" y="2859088"/>
          <p14:tracePt t="53368" x="1647825" y="2852738"/>
          <p14:tracePt t="53384" x="1800225" y="2852738"/>
          <p14:tracePt t="53401" x="1952625" y="2852738"/>
          <p14:tracePt t="53418" x="2125663" y="2852738"/>
          <p14:tracePt t="53434" x="2308225" y="2852738"/>
          <p14:tracePt t="53441" x="2387600" y="2852738"/>
          <p14:tracePt t="53451" x="2460625" y="2852738"/>
          <p14:tracePt t="53470" x="2633663" y="2852738"/>
          <p14:tracePt t="53485" x="2700338" y="2852738"/>
          <p14:tracePt t="53501" x="2808288" y="2867025"/>
          <p14:tracePt t="53517" x="2895600" y="2887663"/>
          <p14:tracePt t="53534" x="2974975" y="2924175"/>
          <p14:tracePt t="53551" x="3055938" y="2974975"/>
          <p14:tracePt t="53568" x="3113088" y="3011488"/>
          <p14:tracePt t="53584" x="3163888" y="3040063"/>
          <p14:tracePt t="53601" x="3178175" y="3055938"/>
          <p14:tracePt t="53618" x="3192463" y="3084513"/>
          <p14:tracePt t="53634" x="3200400" y="3113088"/>
          <p14:tracePt t="53651" x="3200400" y="3127375"/>
          <p14:tracePt t="53668" x="3200400" y="3157538"/>
          <p14:tracePt t="53685" x="3192463" y="3208338"/>
          <p14:tracePt t="53701" x="3178175" y="3243263"/>
          <p14:tracePt t="53718" x="3171825" y="3265488"/>
          <p14:tracePt t="53735" x="3163888" y="3294063"/>
          <p14:tracePt t="53751" x="3157538" y="3294063"/>
          <p14:tracePt t="53768" x="3149600" y="3302000"/>
          <p14:tracePt t="53784" x="3149600" y="3309938"/>
          <p14:tracePt t="53801" x="3149600" y="3324225"/>
          <p14:tracePt t="53818" x="3149600" y="3338513"/>
          <p14:tracePt t="53834" x="3149600" y="3352800"/>
          <p14:tracePt t="53868" x="3149600" y="3367088"/>
          <p14:tracePt t="53884" x="3149600" y="3375025"/>
          <p14:tracePt t="53902" x="3141663" y="3389313"/>
          <p14:tracePt t="53918" x="3127375" y="3395663"/>
          <p14:tracePt t="53934" x="3098800" y="3411538"/>
          <p14:tracePt t="53952" x="3055938" y="3425825"/>
          <p14:tracePt t="53968" x="3011488" y="3440113"/>
          <p14:tracePt t="53984" x="2982913" y="3440113"/>
          <p14:tracePt t="54001" x="2968625" y="3454400"/>
          <p14:tracePt t="54018" x="2954338" y="3462338"/>
          <p14:tracePt t="54034" x="2946400" y="3468688"/>
          <p14:tracePt t="54051" x="2932113" y="3476625"/>
          <p14:tracePt t="54068" x="2924175" y="3482975"/>
          <p14:tracePt t="54085" x="2917825" y="3497263"/>
          <p14:tracePt t="54102" x="2917825" y="3527425"/>
          <p14:tracePt t="54118" x="2917825" y="3548063"/>
          <p14:tracePt t="54134" x="2917825" y="3570288"/>
          <p14:tracePt t="54151" x="2924175" y="3598863"/>
          <p14:tracePt t="54168" x="2960688" y="3629025"/>
          <p14:tracePt t="54184" x="3019425" y="3657600"/>
          <p14:tracePt t="54201" x="3098800" y="3679825"/>
          <p14:tracePt t="54218" x="3208338" y="3700463"/>
          <p14:tracePt t="54234" x="3344863" y="3722688"/>
          <p14:tracePt t="54251" x="3482975" y="3736975"/>
          <p14:tracePt t="54268" x="3629025" y="3736975"/>
          <p14:tracePt t="54285" x="3767138" y="3736975"/>
          <p14:tracePt t="54302" x="3911600" y="3736975"/>
          <p14:tracePt t="54318" x="3998913" y="3736975"/>
          <p14:tracePt t="54334" x="4078288" y="3736975"/>
          <p14:tracePt t="54351" x="4129088" y="3722688"/>
          <p14:tracePt t="54368" x="4165600" y="3700463"/>
          <p14:tracePt t="54385" x="4208463" y="3679825"/>
          <p14:tracePt t="54401" x="4224338" y="3665538"/>
          <p14:tracePt t="54418" x="4244975" y="3643313"/>
          <p14:tracePt t="54434" x="4259263" y="3621088"/>
          <p14:tracePt t="54438" x="4267200" y="3621088"/>
          <p14:tracePt t="54451" x="4281488" y="3606800"/>
          <p14:tracePt t="54468" x="4295775" y="3592513"/>
          <p14:tracePt t="54484" x="4325938" y="3570288"/>
          <p14:tracePt t="54501" x="4354513" y="3541713"/>
          <p14:tracePt t="54518" x="4368800" y="3527425"/>
          <p14:tracePt t="54536" x="4368800" y="3513138"/>
          <p14:tracePt t="54551" x="4368800" y="3476625"/>
          <p14:tracePt t="54568" x="4368800" y="3425825"/>
          <p14:tracePt t="54585" x="4368800" y="3360738"/>
          <p14:tracePt t="54601" x="4318000" y="3279775"/>
          <p14:tracePt t="54618" x="4267200" y="3222625"/>
          <p14:tracePt t="54634" x="4216400" y="3171825"/>
          <p14:tracePt t="54651" x="4151313" y="3135313"/>
          <p14:tracePt t="54668" x="4106863" y="3113088"/>
          <p14:tracePt t="54684" x="4056063" y="3106738"/>
          <p14:tracePt t="54701" x="3962400" y="3090863"/>
          <p14:tracePt t="54717" x="3883025" y="3090863"/>
          <p14:tracePt t="54734" x="3781425" y="3090863"/>
          <p14:tracePt t="54751" x="3679825" y="3084513"/>
          <p14:tracePt t="54767" x="3570288" y="3076575"/>
          <p14:tracePt t="54784" x="3446463" y="3070225"/>
          <p14:tracePt t="54801" x="3352800" y="3070225"/>
          <p14:tracePt t="54818" x="3259138" y="3070225"/>
          <p14:tracePt t="54834" x="3157538" y="3070225"/>
          <p14:tracePt t="54851" x="3076575" y="3070225"/>
          <p14:tracePt t="54868" x="2989263" y="3070225"/>
          <p14:tracePt t="54885" x="2881313" y="3070225"/>
          <p14:tracePt t="54902" x="2816225" y="3084513"/>
          <p14:tracePt t="54918" x="2765425" y="3090863"/>
          <p14:tracePt t="54935" x="2728913" y="3098800"/>
          <p14:tracePt t="54941" x="2714625" y="3098800"/>
          <p14:tracePt t="54951" x="2700338" y="3098800"/>
          <p14:tracePt t="54968" x="2678113" y="3121025"/>
          <p14:tracePt t="54985" x="2649538" y="3127375"/>
          <p14:tracePt t="55002" x="2619375" y="3141663"/>
          <p14:tracePt t="55018" x="2605088" y="3157538"/>
          <p14:tracePt t="55035" x="2582863" y="3171825"/>
          <p14:tracePt t="55052" x="2568575" y="3186113"/>
          <p14:tracePt t="55068" x="2554288" y="3208338"/>
          <p14:tracePt t="55085" x="2532063" y="3251200"/>
          <p14:tracePt t="55101" x="2525713" y="3287713"/>
          <p14:tracePt t="55118" x="2525713" y="3330575"/>
          <p14:tracePt t="55135" x="2525713" y="3367088"/>
          <p14:tracePt t="55151" x="2525713" y="3403600"/>
          <p14:tracePt t="55168" x="2525713" y="3425825"/>
          <p14:tracePt t="55185" x="2525713" y="3462338"/>
          <p14:tracePt t="55202" x="2532063" y="3476625"/>
          <p14:tracePt t="55218" x="2547938" y="3497263"/>
          <p14:tracePt t="55235" x="2576513" y="3519488"/>
          <p14:tracePt t="55252" x="2633663" y="3548063"/>
          <p14:tracePt t="55268" x="2692400" y="3578225"/>
          <p14:tracePt t="55286" x="2816225" y="3621088"/>
          <p14:tracePt t="55301" x="2887663" y="3629025"/>
          <p14:tracePt t="55318" x="2938463" y="3629025"/>
          <p14:tracePt t="55335" x="2989263" y="3629025"/>
          <p14:tracePt t="55351" x="3040063" y="3629025"/>
          <p14:tracePt t="55368" x="3084513" y="3629025"/>
          <p14:tracePt t="55385" x="3135313" y="3629025"/>
          <p14:tracePt t="55401" x="3171825" y="3606800"/>
          <p14:tracePt t="55418" x="3178175" y="3606800"/>
          <p14:tracePt t="55435" x="3186113" y="3598863"/>
          <p14:tracePt t="55442" x="3192463" y="3598863"/>
          <p14:tracePt t="55451" x="3200400" y="3598863"/>
          <p14:tracePt t="55469" x="3214688" y="3584575"/>
          <p14:tracePt t="55486" x="3228975" y="3570288"/>
          <p14:tracePt t="55501" x="3243263" y="3563938"/>
          <p14:tracePt t="55535" x="3259138" y="3563938"/>
          <p14:tracePt t="55595" x="3259138" y="3556000"/>
          <p14:tracePt t="55609" x="3265488" y="3556000"/>
          <p14:tracePt t="56042" x="3273425" y="3556000"/>
          <p14:tracePt t="56081" x="3279775" y="3556000"/>
          <p14:tracePt t="56099" x="3302000" y="3556000"/>
          <p14:tracePt t="56121" x="3302000" y="3563938"/>
          <p14:tracePt t="56129" x="3309938" y="3563938"/>
          <p14:tracePt t="56145" x="3316288" y="3570288"/>
          <p14:tracePt t="56194" x="3324225" y="3570288"/>
          <p14:tracePt t="56209" x="3324225" y="3578225"/>
          <p14:tracePt t="56241" x="3330575" y="3578225"/>
          <p14:tracePt t="56337" x="3338513" y="3578225"/>
          <p14:tracePt t="56346" x="3344863" y="3578225"/>
          <p14:tracePt t="56354" x="3360738" y="3578225"/>
          <p14:tracePt t="56368" x="3381375" y="3578225"/>
          <p14:tracePt t="56386" x="3403600" y="3578225"/>
          <p14:tracePt t="56402" x="3425825" y="3578225"/>
          <p14:tracePt t="56419" x="3440113" y="3570288"/>
          <p14:tracePt t="56452" x="3462338" y="3563938"/>
          <p14:tracePt t="56469" x="3476625" y="3556000"/>
          <p14:tracePt t="56486" x="3505200" y="3548063"/>
          <p14:tracePt t="56502" x="3519488" y="3548063"/>
          <p14:tracePt t="56518" x="3541713" y="3533775"/>
          <p14:tracePt t="56536" x="3563938" y="3533775"/>
          <p14:tracePt t="56552" x="3584575" y="3527425"/>
          <p14:tracePt t="56568" x="3598863" y="3519488"/>
          <p14:tracePt t="56585" x="3629025" y="3513138"/>
          <p14:tracePt t="56602" x="3649663" y="3505200"/>
          <p14:tracePt t="56619" x="3657600" y="3497263"/>
          <p14:tracePt t="56635" x="3671888" y="3497263"/>
          <p14:tracePt t="56652" x="3679825" y="3497263"/>
          <p14:tracePt t="56669" x="3700463" y="3497263"/>
          <p14:tracePt t="56685" x="3708400" y="3490913"/>
          <p14:tracePt t="56704" x="3716338" y="3490913"/>
          <p14:tracePt t="56755" x="3722688" y="3490913"/>
          <p14:tracePt t="56779" x="3736975" y="3490913"/>
          <p14:tracePt t="56809" x="3744913" y="3490913"/>
          <p14:tracePt t="56826" x="3751263" y="3490913"/>
          <p14:tracePt t="56833" x="3759200" y="3490913"/>
          <p14:tracePt t="56849" x="3767138" y="3490913"/>
          <p14:tracePt t="56857" x="3767138" y="3497263"/>
          <p14:tracePt t="56869" x="3781425" y="3505200"/>
          <p14:tracePt t="56885" x="3787775" y="3513138"/>
          <p14:tracePt t="56907" x="3795713" y="3513138"/>
          <p14:tracePt t="56922" x="3802063" y="3513138"/>
          <p14:tracePt t="56935" x="3810000" y="3513138"/>
          <p14:tracePt t="56953" x="3824288" y="3513138"/>
          <p14:tracePt t="56969" x="3832225" y="3513138"/>
          <p14:tracePt t="56986" x="3852863" y="3513138"/>
          <p14:tracePt t="57003" x="3883025" y="3513138"/>
          <p14:tracePt t="57018" x="3903663" y="3513138"/>
          <p14:tracePt t="57035" x="3925888" y="3513138"/>
          <p14:tracePt t="57052" x="3940175" y="3513138"/>
          <p14:tracePt t="57070" x="3970338" y="3513138"/>
          <p14:tracePt t="57085" x="4005263" y="3513138"/>
          <p14:tracePt t="57102" x="4027488" y="3513138"/>
          <p14:tracePt t="57118" x="4049713" y="3513138"/>
          <p14:tracePt t="57135" x="4071938" y="3513138"/>
          <p14:tracePt t="57152" x="4086225" y="3513138"/>
          <p14:tracePt t="57185" x="4092575" y="3513138"/>
          <p14:tracePt t="57202" x="4106863" y="3513138"/>
          <p14:tracePt t="57220" x="4114800" y="3513138"/>
          <p14:tracePt t="57236" x="4137025" y="3513138"/>
          <p14:tracePt t="57254" x="4143375" y="3505200"/>
          <p14:tracePt t="57270" x="4157663" y="3505200"/>
          <p14:tracePt t="57302" x="4173538" y="3497263"/>
          <p14:tracePt t="57319" x="4179888" y="3497263"/>
          <p14:tracePt t="57335" x="4187825" y="3497263"/>
          <p14:tracePt t="57369" x="4194175" y="3482975"/>
          <p14:tracePt t="57386" x="4202113" y="3482975"/>
          <p14:tracePt t="57409" x="4208463" y="3482975"/>
          <p14:tracePt t="57425" x="4216400" y="3482975"/>
          <p14:tracePt t="57441" x="4224338" y="3482975"/>
          <p14:tracePt t="57458" x="4230688" y="3490913"/>
          <p14:tracePt t="57469" x="4252913" y="3490913"/>
          <p14:tracePt t="57486" x="4259263" y="3497263"/>
          <p14:tracePt t="57503" x="4275138" y="3513138"/>
          <p14:tracePt t="57519" x="4289425" y="3513138"/>
          <p14:tracePt t="57536" x="4295775" y="3513138"/>
          <p14:tracePt t="57552" x="4295775" y="3519488"/>
          <p14:tracePt t="57569" x="4303713" y="3519488"/>
          <p14:tracePt t="57585" x="4310063" y="3519488"/>
          <p14:tracePt t="57603" x="4318000" y="3527425"/>
          <p14:tracePt t="57619" x="4325938" y="3527425"/>
          <p14:tracePt t="57641" x="4332288" y="3527425"/>
          <p14:tracePt t="57665" x="4340225" y="3527425"/>
          <p14:tracePt t="57697" x="4346575" y="3527425"/>
          <p14:tracePt t="58130" x="4318000" y="3533775"/>
          <p14:tracePt t="58138" x="4267200" y="3563938"/>
          <p14:tracePt t="58145" x="4194175" y="3592513"/>
          <p14:tracePt t="58156" x="4137025" y="3614738"/>
          <p14:tracePt t="58169" x="3954463" y="3679825"/>
          <p14:tracePt t="58186" x="3817938" y="3716338"/>
          <p14:tracePt t="58205" x="3657600" y="3759200"/>
          <p14:tracePt t="58219" x="3527425" y="3773488"/>
          <p14:tracePt t="58236" x="3440113" y="3795713"/>
          <p14:tracePt t="58253" x="3352800" y="3795713"/>
          <p14:tracePt t="58270" x="3259138" y="3795713"/>
          <p14:tracePt t="58286" x="3208338" y="3795713"/>
          <p14:tracePt t="58303" x="3171825" y="3787775"/>
          <p14:tracePt t="58319" x="3121025" y="3781425"/>
          <p14:tracePt t="58336" x="3076575" y="3759200"/>
          <p14:tracePt t="58352" x="3033713" y="3736975"/>
          <p14:tracePt t="58369" x="3005138" y="3722688"/>
          <p14:tracePt t="58386" x="2960688" y="3700463"/>
          <p14:tracePt t="58405" x="2932113" y="3686175"/>
          <p14:tracePt t="58419" x="2917825" y="3671888"/>
          <p14:tracePt t="58436" x="2909888" y="3657600"/>
          <p14:tracePt t="58442" x="2909888" y="3643313"/>
          <p14:tracePt t="58453" x="2895600" y="3598863"/>
          <p14:tracePt t="58470" x="2887663" y="3556000"/>
          <p14:tracePt t="58486" x="2887663" y="3527425"/>
          <p14:tracePt t="58502" x="2887663" y="3513138"/>
          <p14:tracePt t="58519" x="2887663" y="3497263"/>
          <p14:tracePt t="58536" x="2887663" y="3476625"/>
          <p14:tracePt t="58569" x="2895600" y="3454400"/>
          <p14:tracePt t="58586" x="2895600" y="3440113"/>
          <p14:tracePt t="58603" x="2895600" y="3411538"/>
          <p14:tracePt t="58619" x="2895600" y="3395663"/>
          <p14:tracePt t="58636" x="2895600" y="3389313"/>
          <p14:tracePt t="58655" x="2895600" y="3367088"/>
          <p14:tracePt t="58690" x="2895600" y="3360738"/>
          <p14:tracePt t="58833" x="2895600" y="3344863"/>
          <p14:tracePt t="58848" x="2895600" y="3338513"/>
          <p14:tracePt t="58858" x="2895600" y="3324225"/>
          <p14:tracePt t="58869" x="2903538" y="3316288"/>
          <p14:tracePt t="58886" x="2924175" y="3302000"/>
          <p14:tracePt t="58904" x="2938463" y="3294063"/>
          <p14:tracePt t="58920" x="2954338" y="3287713"/>
          <p14:tracePt t="58936" x="2968625" y="3279775"/>
          <p14:tracePt t="58942" x="2968625" y="3273425"/>
          <p14:tracePt t="58953" x="2974975" y="3273425"/>
          <p14:tracePt t="58969" x="2982913" y="3273425"/>
          <p14:tracePt t="58986" x="2997200" y="3265488"/>
          <p14:tracePt t="59002" x="3011488" y="3259138"/>
          <p14:tracePt t="59019" x="3025775" y="3251200"/>
          <p14:tracePt t="59058" x="3033713" y="3251200"/>
          <p14:tracePt t="59075" x="3040063" y="3251200"/>
          <p14:tracePt t="59106" x="3048000" y="3251200"/>
          <p14:tracePt t="59114" x="3055938" y="3251200"/>
          <p14:tracePt t="59123" x="3062288" y="3251200"/>
          <p14:tracePt t="59136" x="3070225" y="3251200"/>
          <p14:tracePt t="59153" x="3090863" y="3251200"/>
          <p14:tracePt t="59186" x="3106738" y="3251200"/>
          <p14:tracePt t="59219" x="3121025" y="3251200"/>
          <p14:tracePt t="59235" x="3127375" y="3251200"/>
          <p14:tracePt t="59253" x="3127375" y="3259138"/>
          <p14:tracePt t="59269" x="3135313" y="3265488"/>
          <p14:tracePt t="59286" x="3141663" y="3273425"/>
          <p14:tracePt t="59303" x="3157538" y="3302000"/>
          <p14:tracePt t="59320" x="3157538" y="3316288"/>
          <p14:tracePt t="59336" x="3171825" y="3338513"/>
          <p14:tracePt t="59354" x="3178175" y="3352800"/>
          <p14:tracePt t="59386" x="3186113" y="3375025"/>
          <p14:tracePt t="59404" x="3186113" y="3381375"/>
          <p14:tracePt t="59419" x="3192463" y="3389313"/>
          <p14:tracePt t="59436" x="3192463" y="3411538"/>
          <p14:tracePt t="59441" x="3200400" y="3417888"/>
          <p14:tracePt t="59458" x="3200400" y="3425825"/>
          <p14:tracePt t="59476" x="3208338" y="3432175"/>
          <p14:tracePt t="59489" x="3208338" y="3440113"/>
          <p14:tracePt t="59515" x="3208338" y="3446463"/>
          <p14:tracePt t="59521" x="3208338" y="3454400"/>
          <p14:tracePt t="59546" x="3208338" y="3468688"/>
          <p14:tracePt t="59579" x="3200400" y="3476625"/>
          <p14:tracePt t="59618" x="3200400" y="3482975"/>
          <p14:tracePt t="59634" x="3200400" y="3490913"/>
          <p14:tracePt t="59642" x="3192463" y="3497263"/>
          <p14:tracePt t="59690" x="3192463" y="3505200"/>
          <p14:tracePt t="59707" x="3186113" y="3513138"/>
          <p14:tracePt t="59745" x="3178175" y="3513138"/>
          <p14:tracePt t="59761" x="3178175" y="3519488"/>
          <p14:tracePt t="59795" x="3171825" y="3519488"/>
          <p14:tracePt t="59826" x="3171825" y="3527425"/>
          <p14:tracePt t="59844" x="3163888" y="3527425"/>
          <p14:tracePt t="59857" x="3157538" y="3541713"/>
          <p14:tracePt t="59875" x="3149600" y="3541713"/>
          <p14:tracePt t="59890" x="3141663" y="3541713"/>
          <p14:tracePt t="59907" x="3135313" y="3548063"/>
          <p14:tracePt t="59922" x="3121025" y="3556000"/>
          <p14:tracePt t="59940" x="3113088" y="3556000"/>
          <p14:tracePt t="59954" x="3106738" y="3556000"/>
          <p14:tracePt t="59960" x="3106738" y="3563938"/>
          <p14:tracePt t="59977" x="3098800" y="3563938"/>
          <p14:tracePt t="59993" x="3090863" y="3563938"/>
          <p14:tracePt t="60041" x="3084513" y="3563938"/>
          <p14:tracePt t="60050" x="3076575" y="3563938"/>
          <p14:tracePt t="60058" x="3070225" y="3563938"/>
          <p14:tracePt t="60081" x="3062288" y="3563938"/>
          <p14:tracePt t="60099" x="3055938" y="3563938"/>
          <p14:tracePt t="60130" x="3048000" y="3563938"/>
          <p14:tracePt t="60146" x="3040063" y="3563938"/>
          <p14:tracePt t="60157" x="3033713" y="3563938"/>
          <p14:tracePt t="60186" x="3025775" y="3563938"/>
          <p14:tracePt t="60209" x="3019425" y="3563938"/>
          <p14:tracePt t="60228" x="3011488" y="3563938"/>
          <p14:tracePt t="60241" x="3005138" y="3563938"/>
          <p14:tracePt t="60266" x="2997200" y="3556000"/>
          <p14:tracePt t="60273" x="2982913" y="3556000"/>
          <p14:tracePt t="60286" x="2982913" y="3548063"/>
          <p14:tracePt t="60303" x="2960688" y="3533775"/>
          <p14:tracePt t="60320" x="2954338" y="3513138"/>
          <p14:tracePt t="60336" x="2932113" y="3476625"/>
          <p14:tracePt t="60353" x="2932113" y="3440113"/>
          <p14:tracePt t="60370" x="2932113" y="3425825"/>
          <p14:tracePt t="60386" x="2932113" y="3395663"/>
          <p14:tracePt t="60405" x="2932113" y="3360738"/>
          <p14:tracePt t="60420" x="2932113" y="3344863"/>
          <p14:tracePt t="60436" x="2938463" y="3330575"/>
          <p14:tracePt t="60443" x="2938463" y="3316288"/>
          <p14:tracePt t="60455" x="2954338" y="3309938"/>
          <p14:tracePt t="60470" x="2968625" y="3287713"/>
          <p14:tracePt t="60487" x="2974975" y="3287713"/>
          <p14:tracePt t="60505" x="3005138" y="3273425"/>
          <p14:tracePt t="60520" x="3011488" y="3265488"/>
          <p14:tracePt t="60536" x="3048000" y="3259138"/>
          <p14:tracePt t="60553" x="3076575" y="3243263"/>
          <p14:tracePt t="60569" x="3113088" y="3228975"/>
          <p14:tracePt t="60586" x="3127375" y="3228975"/>
          <p14:tracePt t="60603" x="3135313" y="3228975"/>
          <p14:tracePt t="60620" x="3141663" y="3228975"/>
          <p14:tracePt t="60636" x="3157538" y="3228975"/>
          <p14:tracePt t="60654" x="3178175" y="3228975"/>
          <p14:tracePt t="60670" x="3208338" y="3228975"/>
          <p14:tracePt t="60686" x="3222625" y="3243263"/>
          <p14:tracePt t="60704" x="3259138" y="3265488"/>
          <p14:tracePt t="60720" x="3279775" y="3279775"/>
          <p14:tracePt t="60736" x="3302000" y="3302000"/>
          <p14:tracePt t="60753" x="3316288" y="3316288"/>
          <p14:tracePt t="60770" x="3338513" y="3330575"/>
          <p14:tracePt t="60786" x="3344863" y="3338513"/>
          <p14:tracePt t="60803" x="3352800" y="3344863"/>
          <p14:tracePt t="60820" x="3352800" y="3352800"/>
          <p14:tracePt t="60837" x="3360738" y="3367088"/>
          <p14:tracePt t="60854" x="3367088" y="3381375"/>
          <p14:tracePt t="60870" x="3375025" y="3389313"/>
          <p14:tracePt t="60886" x="3375025" y="3403600"/>
          <p14:tracePt t="60906" x="3375025" y="3411538"/>
          <p14:tracePt t="60920" x="3375025" y="3425825"/>
          <p14:tracePt t="60936" x="3375025" y="3454400"/>
          <p14:tracePt t="60955" x="3375025" y="3462338"/>
          <p14:tracePt t="60970" x="3375025" y="3476625"/>
          <p14:tracePt t="60987" x="3375025" y="3490913"/>
          <p14:tracePt t="61003" x="3375025" y="3505200"/>
          <p14:tracePt t="61020" x="3375025" y="3519488"/>
          <p14:tracePt t="61037" x="3352800" y="3533775"/>
          <p14:tracePt t="61053" x="3352800" y="3548063"/>
          <p14:tracePt t="61070" x="3338513" y="3556000"/>
          <p14:tracePt t="61087" x="3324225" y="3570288"/>
          <p14:tracePt t="61104" x="3309938" y="3578225"/>
          <p14:tracePt t="61120" x="3302000" y="3578225"/>
          <p14:tracePt t="61137" x="3287713" y="3592513"/>
          <p14:tracePt t="61156" x="3259138" y="3598863"/>
          <p14:tracePt t="61170" x="3251200" y="3598863"/>
          <p14:tracePt t="61187" x="3236913" y="3606800"/>
          <p14:tracePt t="61204" x="3214688" y="3606800"/>
          <p14:tracePt t="61222" x="3192463" y="3614738"/>
          <p14:tracePt t="61237" x="3186113" y="3614738"/>
          <p14:tracePt t="61255" x="3163888" y="3621088"/>
          <p14:tracePt t="61270" x="3141663" y="3621088"/>
          <p14:tracePt t="61303" x="3135313" y="3621088"/>
          <p14:tracePt t="61337" x="3127375" y="3621088"/>
          <p14:tracePt t="61345" x="3121025" y="3621088"/>
          <p14:tracePt t="61358" x="3113088" y="3621088"/>
          <p14:tracePt t="61576" x="3106738" y="3621088"/>
          <p14:tracePt t="61583" x="3090863" y="3614738"/>
          <p14:tracePt t="61592" x="3076575" y="3614738"/>
          <p14:tracePt t="61603" x="3070225" y="3614738"/>
          <p14:tracePt t="61620" x="3005138" y="3598863"/>
          <p14:tracePt t="61637" x="2954338" y="3578225"/>
          <p14:tracePt t="61653" x="2909888" y="3570288"/>
          <p14:tracePt t="61670" x="2903538" y="3563938"/>
          <p14:tracePt t="61711" x="2895600" y="3563938"/>
          <p14:tracePt t="61720" x="2895600" y="3556000"/>
          <p14:tracePt t="61736" x="2887663" y="3541713"/>
          <p14:tracePt t="61753" x="2881313" y="3513138"/>
          <p14:tracePt t="61770" x="2881313" y="3490913"/>
          <p14:tracePt t="61787" x="2881313" y="3468688"/>
          <p14:tracePt t="61803" x="2881313" y="3446463"/>
          <p14:tracePt t="61820" x="2881313" y="3425825"/>
          <p14:tracePt t="61837" x="2881313" y="3403600"/>
          <p14:tracePt t="61853" x="2881313" y="3389313"/>
          <p14:tracePt t="61870" x="2895600" y="3375025"/>
          <p14:tracePt t="61887" x="2909888" y="3360738"/>
          <p14:tracePt t="61904" x="2938463" y="3344863"/>
          <p14:tracePt t="61920" x="2960688" y="3338513"/>
          <p14:tracePt t="61937" x="2997200" y="3324225"/>
          <p14:tracePt t="61941" x="3005138" y="3316288"/>
          <p14:tracePt t="61953" x="3011488" y="3316288"/>
          <p14:tracePt t="61970" x="3025775" y="3316288"/>
          <p14:tracePt t="61987" x="3033713" y="3309938"/>
          <p14:tracePt t="62003" x="3040063" y="3309938"/>
          <p14:tracePt t="62020" x="3048000" y="3309938"/>
          <p14:tracePt t="62048" x="3055938" y="3309938"/>
          <p14:tracePt t="62055" x="3062288" y="3309938"/>
          <p14:tracePt t="62079" x="3070225" y="3309938"/>
          <p14:tracePt t="62088" x="3076575" y="3309938"/>
          <p14:tracePt t="62103" x="3090863" y="3316288"/>
          <p14:tracePt t="62120" x="3098800" y="3324225"/>
          <p14:tracePt t="62137" x="3113088" y="3338513"/>
          <p14:tracePt t="62154" x="3113088" y="3344863"/>
          <p14:tracePt t="62171" x="3121025" y="3360738"/>
          <p14:tracePt t="62187" x="3121025" y="3381375"/>
          <p14:tracePt t="62204" x="3127375" y="3395663"/>
          <p14:tracePt t="62221" x="3127375" y="3411538"/>
          <p14:tracePt t="62237" x="3127375" y="3440113"/>
          <p14:tracePt t="62254" x="3127375" y="3454400"/>
          <p14:tracePt t="62270" x="3127375" y="3468688"/>
          <p14:tracePt t="62287" x="3127375" y="3482975"/>
          <p14:tracePt t="62304" x="3127375" y="3497263"/>
          <p14:tracePt t="62320" x="3127375" y="3505200"/>
          <p14:tracePt t="62337" x="3127375" y="3519488"/>
          <p14:tracePt t="62371" x="3127375" y="3527425"/>
          <p14:tracePt t="62387" x="3135313" y="3541713"/>
          <p14:tracePt t="62417" x="3135313" y="3548063"/>
          <p14:tracePt t="62425" x="3135313" y="3556000"/>
          <p14:tracePt t="62437" x="3141663" y="3563938"/>
          <p14:tracePt t="62458" x="3149600" y="3570288"/>
          <p14:tracePt t="62481" x="3157538" y="3570288"/>
          <p14:tracePt t="62506" x="3163888" y="3570288"/>
          <p14:tracePt t="62515" x="3178175" y="3578225"/>
          <p14:tracePt t="62536" x="3178175" y="3584575"/>
          <p14:tracePt t="62661" x="3192463" y="3584575"/>
          <p14:tracePt t="62681" x="3200400" y="3584575"/>
          <p14:tracePt t="62697" x="3208338" y="3584575"/>
          <p14:tracePt t="62706" x="3222625" y="3584575"/>
          <p14:tracePt t="62722" x="3228975" y="3584575"/>
          <p14:tracePt t="62729" x="3243263" y="3584575"/>
          <p14:tracePt t="62745" x="3259138" y="3584575"/>
          <p14:tracePt t="62754" x="3273425" y="3584575"/>
          <p14:tracePt t="62770" x="3294063" y="3592513"/>
          <p14:tracePt t="62787" x="3316288" y="3592513"/>
          <p14:tracePt t="62804" x="3338513" y="3592513"/>
          <p14:tracePt t="62820" x="3344863" y="3592513"/>
          <p14:tracePt t="62865" x="3352800" y="3592513"/>
          <p14:tracePt t="62878" x="3360738" y="3592513"/>
          <p14:tracePt t="62886" x="3367088" y="3592513"/>
          <p14:tracePt t="62894" x="3375025" y="3592513"/>
          <p14:tracePt t="62903" x="3381375" y="3584575"/>
          <p14:tracePt t="62920" x="3389313" y="3570288"/>
          <p14:tracePt t="62937" x="3411538" y="3548063"/>
          <p14:tracePt t="62944" x="3411538" y="3541713"/>
          <p14:tracePt t="62954" x="3417888" y="3533775"/>
          <p14:tracePt t="62970" x="3425825" y="3505200"/>
          <p14:tracePt t="62987" x="3432175" y="3482975"/>
          <p14:tracePt t="63004" x="3440113" y="3454400"/>
          <p14:tracePt t="63021" x="3440113" y="3425825"/>
          <p14:tracePt t="63037" x="3446463" y="3411538"/>
          <p14:tracePt t="63054" x="3446463" y="3403600"/>
          <p14:tracePt t="63071" x="3446463" y="3389313"/>
          <p14:tracePt t="63087" x="3446463" y="3381375"/>
          <p14:tracePt t="63104" x="3446463" y="3352800"/>
          <p14:tracePt t="63121" x="3446463" y="3338513"/>
          <p14:tracePt t="63137" x="3440113" y="3324225"/>
          <p14:tracePt t="63156" x="3432175" y="3316288"/>
          <p14:tracePt t="63171" x="3425825" y="3302000"/>
          <p14:tracePt t="63200" x="3417888" y="3294063"/>
          <p14:tracePt t="63226" x="3403600" y="3287713"/>
          <p14:tracePt t="63233" x="3403600" y="3279775"/>
          <p14:tracePt t="63241" x="3395663" y="3279775"/>
          <p14:tracePt t="63254" x="3389313" y="3273425"/>
          <p14:tracePt t="63287" x="3367088" y="3259138"/>
          <p14:tracePt t="63304" x="3360738" y="3259138"/>
          <p14:tracePt t="63321" x="3352800" y="3259138"/>
          <p14:tracePt t="63338" x="3344863" y="3251200"/>
          <p14:tracePt t="63394" x="3330575" y="3251200"/>
          <p14:tracePt t="63434" x="3324225" y="3251200"/>
          <p14:tracePt t="63481" x="3309938" y="3251200"/>
          <p14:tracePt t="63546" x="3302000" y="3251200"/>
          <p14:tracePt t="63595" x="3287713" y="3251200"/>
          <p14:tracePt t="63643" x="3279775" y="3251200"/>
          <p14:tracePt t="63666" x="3273425" y="3259138"/>
          <p14:tracePt t="63681" x="3265488" y="3265488"/>
          <p14:tracePt t="63715" x="3259138" y="3265488"/>
          <p14:tracePt t="63729" x="3243263" y="3279775"/>
          <p14:tracePt t="63745" x="3236913" y="3279775"/>
          <p14:tracePt t="63761" x="3228975" y="3287713"/>
          <p14:tracePt t="63777" x="3214688" y="3294063"/>
          <p14:tracePt t="63810" x="3208338" y="3302000"/>
          <p14:tracePt t="63833" x="3200400" y="3309938"/>
          <p14:tracePt t="63848" x="3192463" y="3309938"/>
          <p14:tracePt t="63858" x="3186113" y="3324225"/>
          <p14:tracePt t="63907" x="3178175" y="3330575"/>
          <p14:tracePt t="63914" x="3171825" y="3330575"/>
          <p14:tracePt t="63940" x="3171825" y="3338513"/>
          <p14:tracePt t="63954" x="3163888" y="3344863"/>
          <p14:tracePt t="63969" x="3163888" y="3352800"/>
          <p14:tracePt t="64009" x="3157538" y="3367088"/>
          <p14:tracePt t="64026" x="3149600" y="3375025"/>
          <p14:tracePt t="64090" x="3149600" y="3381375"/>
          <p14:tracePt t="64098" x="3141663" y="3389313"/>
          <p14:tracePt t="64129" x="3141663" y="3395663"/>
          <p14:tracePt t="64157" x="3141663" y="3403600"/>
          <p14:tracePt t="64202" x="3127375" y="3417888"/>
          <p14:tracePt t="64259" x="3127375" y="3425825"/>
          <p14:tracePt t="64267" x="3127375" y="3432175"/>
          <p14:tracePt t="64338" x="3127375" y="3440113"/>
          <p14:tracePt t="64385" x="3127375" y="3446463"/>
          <p14:tracePt t="64401" x="3121025" y="3454400"/>
          <p14:tracePt t="64476" x="3121025" y="3462338"/>
          <p14:tracePt t="64496" x="3121025" y="3468688"/>
          <p14:tracePt t="64521" x="3121025" y="3476625"/>
          <p14:tracePt t="64570" x="3121025" y="3490913"/>
          <p14:tracePt t="64601" x="3121025" y="3497263"/>
          <p14:tracePt t="64638" x="3121025" y="3505200"/>
          <p14:tracePt t="64655" x="3121025" y="3513138"/>
          <p14:tracePt t="64662" x="3121025" y="3519488"/>
          <p14:tracePt t="64718" x="3121025" y="3527425"/>
          <p14:tracePt t="64726" x="3121025" y="3533775"/>
          <p14:tracePt t="64743" x="3121025" y="3541713"/>
          <p14:tracePt t="64766" x="3121025" y="3548063"/>
          <p14:tracePt t="64774" x="3121025" y="3556000"/>
          <p14:tracePt t="64815" x="3121025" y="3563938"/>
          <p14:tracePt t="64830" x="3121025" y="3570288"/>
          <p14:tracePt t="64907" x="3127375" y="3578225"/>
          <p14:tracePt t="64977" x="3135313" y="3584575"/>
          <p14:tracePt t="65009" x="3141663" y="3584575"/>
          <p14:tracePt t="65026" x="3141663" y="3592513"/>
          <p14:tracePt t="65050" x="3149600" y="3598863"/>
          <p14:tracePt t="65066" x="3157538" y="3598863"/>
          <p14:tracePt t="65074" x="3163888" y="3606800"/>
          <p14:tracePt t="65080" x="3178175" y="3614738"/>
          <p14:tracePt t="65099" x="3192463" y="3614738"/>
          <p14:tracePt t="65113" x="3200400" y="3614738"/>
          <p14:tracePt t="65129" x="3208338" y="3614738"/>
          <p14:tracePt t="65145" x="3214688" y="3614738"/>
          <p14:tracePt t="65163" x="3222625" y="3614738"/>
          <p14:tracePt t="65171" x="3236913" y="3614738"/>
          <p14:tracePt t="65188" x="3251200" y="3614738"/>
          <p14:tracePt t="65206" x="3265488" y="3614738"/>
          <p14:tracePt t="65222" x="3279775" y="3614738"/>
          <p14:tracePt t="65238" x="3287713" y="3614738"/>
          <p14:tracePt t="65255" x="3302000" y="3614738"/>
          <p14:tracePt t="65271" x="3324225" y="3614738"/>
          <p14:tracePt t="65288" x="3338513" y="3614738"/>
          <p14:tracePt t="65305" x="3360738" y="3598863"/>
          <p14:tracePt t="65321" x="3367088" y="3598863"/>
          <p14:tracePt t="65338" x="3381375" y="3592513"/>
          <p14:tracePt t="65355" x="3389313" y="3584575"/>
          <p14:tracePt t="65371" x="3395663" y="3563938"/>
          <p14:tracePt t="65388" x="3403600" y="3548063"/>
          <p14:tracePt t="65405" x="3417888" y="3505200"/>
          <p14:tracePt t="65423" x="3417888" y="3497263"/>
          <p14:tracePt t="65438" x="3425825" y="3468688"/>
          <p14:tracePt t="65455" x="3432175" y="3454400"/>
          <p14:tracePt t="65471" x="3432175" y="3440113"/>
          <p14:tracePt t="65488" x="3432175" y="3425825"/>
          <p14:tracePt t="65504" x="3432175" y="3411538"/>
          <p14:tracePt t="65521" x="3432175" y="3395663"/>
          <p14:tracePt t="65538" x="3432175" y="3381375"/>
          <p14:tracePt t="65554" x="3432175" y="3375025"/>
          <p14:tracePt t="65571" x="3432175" y="3352800"/>
          <p14:tracePt t="65588" x="3425825" y="3344863"/>
          <p14:tracePt t="65604" x="3417888" y="3338513"/>
          <p14:tracePt t="65621" x="3403600" y="3324225"/>
          <p14:tracePt t="65637" x="3403600" y="3316288"/>
          <p14:tracePt t="65654" x="3395663" y="3309938"/>
          <p14:tracePt t="65671" x="3381375" y="3302000"/>
          <p14:tracePt t="65688" x="3375025" y="3294063"/>
          <p14:tracePt t="65704" x="3360738" y="3287713"/>
          <p14:tracePt t="65721" x="3344863" y="3279775"/>
          <p14:tracePt t="65738" x="3330575" y="3279775"/>
          <p14:tracePt t="65831" x="3324225" y="3279775"/>
          <p14:tracePt t="65847" x="3309938" y="3279775"/>
          <p14:tracePt t="65863" x="3309938" y="3287713"/>
          <p14:tracePt t="65879" x="3294063" y="3287713"/>
          <p14:tracePt t="65887" x="3294063" y="3294063"/>
          <p14:tracePt t="65895" x="3287713" y="3294063"/>
          <p14:tracePt t="65904" x="3279775" y="3302000"/>
          <p14:tracePt t="65921" x="3273425" y="3309938"/>
          <p14:tracePt t="65937" x="3259138" y="3324225"/>
          <p14:tracePt t="65941" x="3251200" y="3330575"/>
          <p14:tracePt t="65971" x="3236913" y="3344863"/>
          <p14:tracePt t="65988" x="3222625" y="3360738"/>
          <p14:tracePt t="66005" x="3214688" y="3375025"/>
          <p14:tracePt t="66021" x="3200400" y="3389313"/>
          <p14:tracePt t="66038" x="3200400" y="3411538"/>
          <p14:tracePt t="66054" x="3192463" y="3425825"/>
          <p14:tracePt t="66071" x="3192463" y="3440113"/>
          <p14:tracePt t="66088" x="3192463" y="3446463"/>
          <p14:tracePt t="66105" x="3192463" y="3462338"/>
          <p14:tracePt t="66121" x="3192463" y="3468688"/>
          <p14:tracePt t="66138" x="3192463" y="3482975"/>
          <p14:tracePt t="66157" x="3192463" y="3490913"/>
          <p14:tracePt t="66172" x="3192463" y="3505200"/>
          <p14:tracePt t="66188" x="3192463" y="3519488"/>
          <p14:tracePt t="66206" x="3192463" y="3541713"/>
          <p14:tracePt t="66222" x="3192463" y="3548063"/>
          <p14:tracePt t="66238" x="3192463" y="3570288"/>
          <p14:tracePt t="66272" x="3192463" y="3578225"/>
          <p14:tracePt t="66288" x="3192463" y="3598863"/>
          <p14:tracePt t="66322" x="3208338" y="3606800"/>
          <p14:tracePt t="66355" x="3214688" y="3606800"/>
          <p14:tracePt t="66372" x="3222625" y="3614738"/>
          <p14:tracePt t="66410" x="3236913" y="3614738"/>
          <p14:tracePt t="66434" x="3243263" y="3614738"/>
          <p14:tracePt t="66442" x="3265488" y="3614738"/>
          <p14:tracePt t="66481" x="3273425" y="3614738"/>
          <p14:tracePt t="66490" x="3279775" y="3614738"/>
          <p14:tracePt t="66507" x="3287713" y="3614738"/>
          <p14:tracePt t="66528" x="3294063" y="3606800"/>
          <p14:tracePt t="66544" x="3302000" y="3606800"/>
          <p14:tracePt t="67067" x="3279775" y="3606800"/>
          <p14:tracePt t="67075" x="3243263" y="3629025"/>
          <p14:tracePt t="67088" x="3127375" y="3679825"/>
          <p14:tracePt t="67105" x="3033713" y="3736975"/>
          <p14:tracePt t="67123" x="2917825" y="3824288"/>
          <p14:tracePt t="67138" x="2822575" y="3889375"/>
          <p14:tracePt t="67156" x="2743200" y="3940175"/>
          <p14:tracePt t="67172" x="2678113" y="3976688"/>
          <p14:tracePt t="67189" x="2627313" y="4005263"/>
          <p14:tracePt t="67205" x="2547938" y="4035425"/>
          <p14:tracePt t="67224" x="2416175" y="4092575"/>
          <p14:tracePt t="67239" x="2314575" y="4100513"/>
          <p14:tracePt t="67255" x="2198688" y="4114800"/>
          <p14:tracePt t="67272" x="2060575" y="4137025"/>
          <p14:tracePt t="67288" x="1952625" y="4137025"/>
          <p14:tracePt t="67305" x="1879600" y="4137025"/>
          <p14:tracePt t="67322" x="1820863" y="4137025"/>
          <p14:tracePt t="67338" x="1778000" y="4137025"/>
          <p14:tracePt t="67356" x="1735138" y="4137025"/>
          <p14:tracePt t="67372" x="1676400" y="4137025"/>
          <p14:tracePt t="67389" x="1625600" y="4137025"/>
          <p14:tracePt t="67405" x="1531938" y="4122738"/>
          <p14:tracePt t="67422" x="1481138" y="4106863"/>
          <p14:tracePt t="67439" x="1436688" y="4092575"/>
          <p14:tracePt t="67445" x="1422400" y="4092575"/>
          <p14:tracePt t="67472" x="1385888" y="4078288"/>
          <p14:tracePt t="67489" x="1371600" y="4071938"/>
          <p14:tracePt t="67505" x="1349375" y="4064000"/>
          <p14:tracePt t="67522" x="1320800" y="4056063"/>
          <p14:tracePt t="67538" x="1306513" y="4049713"/>
          <p14:tracePt t="67555" x="1284288" y="4035425"/>
          <p14:tracePt t="67572" x="1262063" y="4013200"/>
          <p14:tracePt t="67589" x="1219200" y="3984625"/>
          <p14:tracePt t="67605" x="1204913" y="3970338"/>
          <p14:tracePt t="67622" x="1182688" y="3954463"/>
          <p14:tracePt t="67639" x="1176338" y="3940175"/>
          <p14:tracePt t="67656" x="1168400" y="3925888"/>
          <p14:tracePt t="67674" x="1154113" y="3911600"/>
          <p14:tracePt t="67688" x="1154113" y="3883025"/>
          <p14:tracePt t="67705" x="1154113" y="3860800"/>
          <p14:tracePt t="67722" x="1146175" y="3852863"/>
          <p14:tracePt t="67739" x="1146175" y="3832225"/>
          <p14:tracePt t="67755" x="1146175" y="3824288"/>
          <p14:tracePt t="67772" x="1154113" y="3802063"/>
          <p14:tracePt t="67789" x="1168400" y="3781425"/>
          <p14:tracePt t="67805" x="1176338" y="3767138"/>
          <p14:tracePt t="67822" x="1219200" y="3744913"/>
          <p14:tracePt t="67839" x="1270000" y="3716338"/>
          <p14:tracePt t="67856" x="1328738" y="3694113"/>
          <p14:tracePt t="67872" x="1408113" y="3657600"/>
          <p14:tracePt t="67889" x="1481138" y="3635375"/>
          <p14:tracePt t="67905" x="1574800" y="3598863"/>
          <p14:tracePt t="67922" x="1684338" y="3563938"/>
          <p14:tracePt t="67939" x="1800225" y="3533775"/>
          <p14:tracePt t="67946" x="1857375" y="3527425"/>
          <p14:tracePt t="67955" x="1908175" y="3519488"/>
          <p14:tracePt t="67972" x="2017713" y="3513138"/>
          <p14:tracePt t="67989" x="2192338" y="3482975"/>
          <p14:tracePt t="68005" x="2293938" y="3482975"/>
          <p14:tracePt t="68022" x="2395538" y="3482975"/>
          <p14:tracePt t="68039" x="2503488" y="3482975"/>
          <p14:tracePt t="68055" x="2613025" y="3482975"/>
          <p14:tracePt t="68072" x="2684463" y="3482975"/>
          <p14:tracePt t="68089" x="2751138" y="3490913"/>
          <p14:tracePt t="68106" x="2794000" y="3497263"/>
          <p14:tracePt t="68122" x="2830513" y="3519488"/>
          <p14:tracePt t="68139" x="2903538" y="3548063"/>
          <p14:tracePt t="68156" x="2974975" y="3584575"/>
          <p14:tracePt t="68174" x="3070225" y="3671888"/>
          <p14:tracePt t="68189" x="3106738" y="3708400"/>
          <p14:tracePt t="68205" x="3135313" y="3730625"/>
          <p14:tracePt t="68222" x="3135313" y="3744913"/>
          <p14:tracePt t="68239" x="3135313" y="3773488"/>
          <p14:tracePt t="68255" x="3135313" y="3802063"/>
          <p14:tracePt t="68272" x="3135313" y="3846513"/>
          <p14:tracePt t="68289" x="3127375" y="3875088"/>
          <p14:tracePt t="68305" x="3113088" y="3911600"/>
          <p14:tracePt t="68322" x="3098800" y="3933825"/>
          <p14:tracePt t="68341" x="3076575" y="3954463"/>
          <p14:tracePt t="68356" x="3076575" y="3962400"/>
          <p14:tracePt t="68372" x="3062288" y="3984625"/>
          <p14:tracePt t="68389" x="3040063" y="3998913"/>
          <p14:tracePt t="68406" x="2997200" y="4035425"/>
          <p14:tracePt t="68422" x="2968625" y="4056063"/>
          <p14:tracePt t="68439" x="2946400" y="4064000"/>
          <p14:tracePt t="68446" x="2924175" y="4078288"/>
          <p14:tracePt t="68455" x="2917825" y="4086225"/>
          <p14:tracePt t="68472" x="2887663" y="4100513"/>
          <p14:tracePt t="68489" x="2867025" y="4106863"/>
          <p14:tracePt t="68506" x="2844800" y="4114800"/>
          <p14:tracePt t="68522" x="2816225" y="4129088"/>
          <p14:tracePt t="68539" x="2794000" y="4137025"/>
          <p14:tracePt t="68556" x="2771775" y="4137025"/>
          <p14:tracePt t="68575" x="2735263" y="4137025"/>
          <p14:tracePt t="68590" x="2714625" y="4143375"/>
          <p14:tracePt t="68605" x="2692400" y="4143375"/>
          <p14:tracePt t="68622" x="2670175" y="4143375"/>
          <p14:tracePt t="68638" x="2641600" y="4151313"/>
          <p14:tracePt t="68655" x="2619375" y="4151313"/>
          <p14:tracePt t="68672" x="2598738" y="4151313"/>
          <p14:tracePt t="68688" x="2582863" y="4151313"/>
          <p14:tracePt t="68705" x="2568575" y="4151313"/>
          <p14:tracePt t="68722" x="2547938" y="4151313"/>
          <p14:tracePt t="68755" x="2532063" y="4151313"/>
          <p14:tracePt t="68772" x="2525713" y="4151313"/>
          <p14:tracePt t="68789" x="2511425" y="4151313"/>
          <p14:tracePt t="68805" x="2497138" y="4151313"/>
          <p14:tracePt t="68822" x="2489200" y="4151313"/>
          <p14:tracePt t="68839" x="2466975" y="4151313"/>
          <p14:tracePt t="68855" x="2460625" y="4151313"/>
          <p14:tracePt t="68872" x="2446338" y="4151313"/>
          <p14:tracePt t="68889" x="2430463" y="4151313"/>
          <p14:tracePt t="68905" x="2416175" y="4151313"/>
          <p14:tracePt t="68922" x="2395538" y="4151313"/>
          <p14:tracePt t="68939" x="2373313" y="4151313"/>
          <p14:tracePt t="68942" x="2351088" y="4151313"/>
          <p14:tracePt t="68955" x="2344738" y="4151313"/>
          <p14:tracePt t="68972" x="2300288" y="4151313"/>
          <p14:tracePt t="68989" x="2271713" y="4151313"/>
          <p14:tracePt t="69005" x="2257425" y="4151313"/>
          <p14:tracePt t="69022" x="2249488" y="4151313"/>
          <p14:tracePt t="69039" x="2243138" y="4151313"/>
          <p14:tracePt t="69055" x="2235200" y="4151313"/>
          <p14:tracePt t="69072" x="2227263" y="4157663"/>
          <p14:tracePt t="69105" x="2220913" y="4157663"/>
          <p14:tracePt t="69122" x="2206625" y="4165600"/>
          <p14:tracePt t="69139" x="2206625" y="4173538"/>
          <p14:tracePt t="69155" x="2192338" y="4194175"/>
          <p14:tracePt t="69172" x="2176463" y="4216400"/>
          <p14:tracePt t="69189" x="2176463" y="4230688"/>
          <p14:tracePt t="69205" x="2176463" y="4252913"/>
          <p14:tracePt t="69222" x="2184400" y="4267200"/>
          <p14:tracePt t="69239" x="2198688" y="4281488"/>
          <p14:tracePt t="69255" x="2212975" y="4295775"/>
          <p14:tracePt t="69272" x="2220913" y="4303713"/>
          <p14:tracePt t="69289" x="2249488" y="4310063"/>
          <p14:tracePt t="69305" x="2271713" y="4318000"/>
          <p14:tracePt t="69322" x="2308225" y="4332288"/>
          <p14:tracePt t="69338" x="2359025" y="4332288"/>
          <p14:tracePt t="69355" x="2409825" y="4332288"/>
          <p14:tracePt t="69372" x="2446338" y="4332288"/>
          <p14:tracePt t="69388" x="2481263" y="4332288"/>
          <p14:tracePt t="69405" x="2503488" y="4325938"/>
          <p14:tracePt t="69422" x="2525713" y="4310063"/>
          <p14:tracePt t="69438" x="2562225" y="4281488"/>
          <p14:tracePt t="69455" x="2590800" y="4259263"/>
          <p14:tracePt t="69472" x="2613025" y="4252913"/>
          <p14:tracePt t="69488" x="2627313" y="4238625"/>
          <p14:tracePt t="69505" x="2633663" y="4230688"/>
          <p14:tracePt t="69522" x="2649538" y="4208463"/>
          <p14:tracePt t="69539" x="2655888" y="4202113"/>
          <p14:tracePt t="69555" x="2670175" y="4187825"/>
          <p14:tracePt t="69572" x="2684463" y="4179888"/>
          <p14:tracePt t="69589" x="2700338" y="4165600"/>
          <p14:tracePt t="69622" x="2714625" y="4151313"/>
          <p14:tracePt t="69655" x="2720975" y="4151313"/>
          <p14:tracePt t="69672" x="2735263" y="4143375"/>
          <p14:tracePt t="69702" x="2743200" y="4137025"/>
          <p14:tracePt t="70031" x="2743200" y="4143375"/>
          <p14:tracePt t="70047" x="2743200" y="4151313"/>
          <p14:tracePt t="70055" x="2743200" y="4157663"/>
          <p14:tracePt t="70064" x="2743200" y="4165600"/>
          <p14:tracePt t="70072" x="2735263" y="4173538"/>
          <p14:tracePt t="70103" x="2735263" y="4187825"/>
          <p14:tracePt t="70143" x="2735263" y="4194175"/>
          <p14:tracePt t="70199" x="2735263" y="4208463"/>
          <p14:tracePt t="70279" x="2743200" y="4216400"/>
          <p14:tracePt t="70383" x="2751138" y="4216400"/>
          <p14:tracePt t="70415" x="2757488" y="4216400"/>
          <p14:tracePt t="70487" x="2765425" y="4216400"/>
          <p14:tracePt t="70519" x="2771775" y="4216400"/>
          <p14:tracePt t="70527" x="2779713" y="4216400"/>
          <p14:tracePt t="70560" x="2786063" y="4216400"/>
          <p14:tracePt t="70566" x="2801938" y="4216400"/>
          <p14:tracePt t="70599" x="2808288" y="4216400"/>
          <p14:tracePt t="70615" x="2816225" y="4216400"/>
          <p14:tracePt t="70631" x="2822575" y="4216400"/>
          <p14:tracePt t="70639" x="2822575" y="4208463"/>
          <p14:tracePt t="70646" x="2830513" y="4208463"/>
          <p14:tracePt t="70656" x="2836863" y="4202113"/>
          <p14:tracePt t="70672" x="2844800" y="4202113"/>
          <p14:tracePt t="70689" x="2859088" y="4194175"/>
          <p14:tracePt t="70722" x="2873375" y="4194175"/>
          <p14:tracePt t="70739" x="2881313" y="4187825"/>
          <p14:tracePt t="70756" x="2895600" y="4179888"/>
          <p14:tracePt t="70773" x="2895600" y="4173538"/>
          <p14:tracePt t="70789" x="2909888" y="4157663"/>
          <p14:tracePt t="70806" x="2917825" y="4151313"/>
          <p14:tracePt t="70823" x="2924175" y="4143375"/>
          <p14:tracePt t="70840" x="2924175" y="4137025"/>
          <p14:tracePt t="70856" x="2924175" y="4129088"/>
          <p14:tracePt t="70873" x="2932113" y="4106863"/>
          <p14:tracePt t="70889" x="2938463" y="4100513"/>
          <p14:tracePt t="70906" x="2938463" y="4078288"/>
          <p14:tracePt t="70923" x="2946400" y="4056063"/>
          <p14:tracePt t="70939" x="2946400" y="4049713"/>
          <p14:tracePt t="70943" x="2946400" y="4041775"/>
          <p14:tracePt t="70956" x="2946400" y="4035425"/>
          <p14:tracePt t="70973" x="2946400" y="4013200"/>
          <p14:tracePt t="70989" x="2946400" y="4005263"/>
          <p14:tracePt t="71006" x="2946400" y="3990975"/>
          <p14:tracePt t="71039" x="2946400" y="3984625"/>
          <p14:tracePt t="71056" x="2938463" y="3976688"/>
          <p14:tracePt t="71073" x="2938463" y="3970338"/>
          <p14:tracePt t="71095" x="2932113" y="3962400"/>
          <p14:tracePt t="71135" x="2924175" y="3962400"/>
          <p14:tracePt t="71151" x="2917825" y="3948113"/>
          <p14:tracePt t="71167" x="2909888" y="3948113"/>
          <p14:tracePt t="71191" x="2895600" y="3948113"/>
          <p14:tracePt t="71207" x="2895600" y="3940175"/>
          <p14:tracePt t="71223" x="2887663" y="3940175"/>
          <p14:tracePt t="71231" x="2881313" y="3940175"/>
          <p14:tracePt t="71239" x="2873375" y="3940175"/>
          <p14:tracePt t="71280" x="2867025" y="3940175"/>
          <p14:tracePt t="71287" x="2859088" y="3940175"/>
          <p14:tracePt t="71294" x="2852738" y="3940175"/>
          <p14:tracePt t="71319" x="2844800" y="3940175"/>
          <p14:tracePt t="71326" x="2836863" y="3940175"/>
          <p14:tracePt t="71339" x="2830513" y="3940175"/>
          <p14:tracePt t="71356" x="2822575" y="3940175"/>
          <p14:tracePt t="71373" x="2801938" y="3948113"/>
          <p14:tracePt t="71389" x="2794000" y="3948113"/>
          <p14:tracePt t="71406" x="2779713" y="3954463"/>
          <p14:tracePt t="71424" x="2771775" y="3962400"/>
          <p14:tracePt t="71439" x="2757488" y="3970338"/>
          <p14:tracePt t="71456" x="2743200" y="3976688"/>
          <p14:tracePt t="71473" x="2735263" y="3984625"/>
          <p14:tracePt t="71489" x="2728913" y="3990975"/>
          <p14:tracePt t="71506" x="2714625" y="4005263"/>
          <p14:tracePt t="71523" x="2700338" y="4021138"/>
          <p14:tracePt t="71539" x="2692400" y="4035425"/>
          <p14:tracePt t="71556" x="2670175" y="4049713"/>
          <p14:tracePt t="71574" x="2655888" y="4086225"/>
          <p14:tracePt t="71590" x="2655888" y="4106863"/>
          <p14:tracePt t="71606" x="2641600" y="4122738"/>
          <p14:tracePt t="71624" x="2633663" y="4143375"/>
          <p14:tracePt t="71640" x="2633663" y="4157663"/>
          <p14:tracePt t="71656" x="2619375" y="4187825"/>
          <p14:tracePt t="71673" x="2619375" y="4202113"/>
          <p14:tracePt t="71690" x="2619375" y="4208463"/>
          <p14:tracePt t="71706" x="2619375" y="4230688"/>
          <p14:tracePt t="71723" x="2619375" y="4238625"/>
          <p14:tracePt t="71740" x="2619375" y="4252913"/>
          <p14:tracePt t="71756" x="2627313" y="4275138"/>
          <p14:tracePt t="71773" x="2649538" y="4303713"/>
          <p14:tracePt t="71790" x="2678113" y="4332288"/>
          <p14:tracePt t="71806" x="2706688" y="4346575"/>
          <p14:tracePt t="71823" x="2735263" y="4360863"/>
          <p14:tracePt t="71840" x="2765425" y="4360863"/>
          <p14:tracePt t="71856" x="2779713" y="4360863"/>
          <p14:tracePt t="71874" x="2801938" y="4360863"/>
          <p14:tracePt t="71890" x="2822575" y="4360863"/>
          <p14:tracePt t="71906" x="2852738" y="4360863"/>
          <p14:tracePt t="71923" x="2887663" y="4360863"/>
          <p14:tracePt t="71940" x="2895600" y="4360863"/>
          <p14:tracePt t="71957" x="2917825" y="4360863"/>
          <p14:tracePt t="71974" x="2924175" y="4360863"/>
          <p14:tracePt t="71990" x="2932113" y="4360863"/>
          <p14:tracePt t="72006" x="2946400" y="4354513"/>
          <p14:tracePt t="72023" x="2954338" y="4354513"/>
          <p14:tracePt t="72040" x="2968625" y="4346575"/>
          <p14:tracePt t="72056" x="2982913" y="4340225"/>
          <p14:tracePt t="72073" x="2997200" y="4332288"/>
          <p14:tracePt t="72090" x="3011488" y="4325938"/>
          <p14:tracePt t="72106" x="3033713" y="4318000"/>
          <p14:tracePt t="72123" x="3048000" y="4310063"/>
          <p14:tracePt t="72140" x="3076575" y="4303713"/>
          <p14:tracePt t="72157" x="3106738" y="4281488"/>
          <p14:tracePt t="72174" x="3127375" y="4267200"/>
          <p14:tracePt t="72190" x="3135313" y="4259263"/>
          <p14:tracePt t="72206" x="3141663" y="4252913"/>
          <p14:tracePt t="72223" x="3157538" y="4244975"/>
          <p14:tracePt t="72240" x="3163888" y="4238625"/>
          <p14:tracePt t="72256" x="3163888" y="4230688"/>
          <p14:tracePt t="72273" x="3178175" y="4224338"/>
          <p14:tracePt t="72290" x="3186113" y="4216400"/>
          <p14:tracePt t="72323" x="3192463" y="4216400"/>
          <p14:tracePt t="72350" x="3200400" y="4216400"/>
          <p14:tracePt t="72358" x="3208338" y="4208463"/>
          <p14:tracePt t="72382" x="3214688" y="4208463"/>
          <p14:tracePt t="72399" x="3228975" y="4202113"/>
          <p14:tracePt t="72415" x="3236913" y="4202113"/>
          <p14:tracePt t="72431" x="3259138" y="4202113"/>
          <p14:tracePt t="72439" x="3273425" y="4202113"/>
          <p14:tracePt t="72456" x="3294063" y="4202113"/>
          <p14:tracePt t="72473" x="3330575" y="4202113"/>
          <p14:tracePt t="72490" x="3367088" y="4202113"/>
          <p14:tracePt t="72506" x="3381375" y="4202113"/>
          <p14:tracePt t="72523" x="3389313" y="4202113"/>
          <p14:tracePt t="72540" x="3395663" y="4202113"/>
          <p14:tracePt t="72557" x="3411538" y="4202113"/>
          <p14:tracePt t="72574" x="3432175" y="4202113"/>
          <p14:tracePt t="72590" x="3446463" y="4202113"/>
          <p14:tracePt t="72606" x="3462338" y="4202113"/>
          <p14:tracePt t="72640" x="3476625" y="4208463"/>
          <p14:tracePt t="72673" x="3490913" y="4208463"/>
          <p14:tracePt t="72690" x="3497263" y="4224338"/>
          <p14:tracePt t="72706" x="3505200" y="4224338"/>
          <p14:tracePt t="72723" x="3513138" y="4230688"/>
          <p14:tracePt t="72740" x="3527425" y="4230688"/>
          <p14:tracePt t="72756" x="3533775" y="4238625"/>
          <p14:tracePt t="72773" x="3548063" y="4244975"/>
          <p14:tracePt t="72790" x="3563938" y="4244975"/>
          <p14:tracePt t="72806" x="3570288" y="4252913"/>
          <p14:tracePt t="72840" x="3578225" y="4252913"/>
          <p14:tracePt t="72856" x="3584575" y="4252913"/>
          <p14:tracePt t="72873" x="3606800" y="4252913"/>
          <p14:tracePt t="72890" x="3614738" y="4252913"/>
          <p14:tracePt t="72907" x="3629025" y="4252913"/>
          <p14:tracePt t="72940" x="3643313" y="4252913"/>
          <p14:tracePt t="72943" x="3649663" y="4252913"/>
          <p14:tracePt t="72959" x="3657600" y="4252913"/>
          <p14:tracePt t="72975" x="3671888" y="4252913"/>
          <p14:tracePt t="72991" x="3679825" y="4252913"/>
          <p14:tracePt t="73007" x="3694113" y="4252913"/>
          <p14:tracePt t="73023" x="3700463" y="4252913"/>
          <p14:tracePt t="73040" x="3716338" y="4252913"/>
          <p14:tracePt t="73057" x="3730625" y="4252913"/>
          <p14:tracePt t="73073" x="3736975" y="4252913"/>
          <p14:tracePt t="73091" x="3759200" y="4252913"/>
          <p14:tracePt t="73106" x="3773488" y="4252913"/>
          <p14:tracePt t="73123" x="3787775" y="4244975"/>
          <p14:tracePt t="73140" x="3802063" y="4244975"/>
          <p14:tracePt t="73157" x="3810000" y="4244975"/>
          <p14:tracePt t="73173" x="3824288" y="4244975"/>
          <p14:tracePt t="73206" x="3852863" y="4244975"/>
          <p14:tracePt t="73223" x="3883025" y="4244975"/>
          <p14:tracePt t="73240" x="3903663" y="4244975"/>
          <p14:tracePt t="73257" x="3919538" y="4252913"/>
          <p14:tracePt t="73273" x="3933825" y="4259263"/>
          <p14:tracePt t="73290" x="3940175" y="4267200"/>
          <p14:tracePt t="73324" x="3948113" y="4267200"/>
          <p14:tracePt t="73391" x="3954463" y="4267200"/>
          <p14:tracePt t="73423" x="3962400" y="4267200"/>
          <p14:tracePt t="73528" x="3970338" y="4267200"/>
          <p14:tracePt t="73543" x="3984625" y="4267200"/>
          <p14:tracePt t="73551" x="3990975" y="4267200"/>
          <p14:tracePt t="73567" x="3998913" y="4267200"/>
          <p14:tracePt t="73576" x="4021138" y="4267200"/>
          <p14:tracePt t="73590" x="4041775" y="4259263"/>
          <p14:tracePt t="73607" x="4071938" y="4252913"/>
          <p14:tracePt t="73624" x="4092575" y="4252913"/>
          <p14:tracePt t="73640" x="4122738" y="4238625"/>
          <p14:tracePt t="73657" x="4137025" y="4238625"/>
          <p14:tracePt t="73674" x="4157663" y="4238625"/>
          <p14:tracePt t="73690" x="4179888" y="4230688"/>
          <p14:tracePt t="73707" x="4202113" y="4224338"/>
          <p14:tracePt t="73724" x="4208463" y="4224338"/>
          <p14:tracePt t="73740" x="4224338" y="4224338"/>
          <p14:tracePt t="73757" x="4230688" y="4224338"/>
          <p14:tracePt t="73774" x="4238625" y="4224338"/>
          <p14:tracePt t="73791" x="4252913" y="4224338"/>
          <p14:tracePt t="73807" x="4267200" y="4224338"/>
          <p14:tracePt t="73824" x="4289425" y="4224338"/>
          <p14:tracePt t="73840" x="4295775" y="4224338"/>
          <p14:tracePt t="73874" x="4310063" y="4224338"/>
          <p14:tracePt t="73897" x="4318000" y="4224338"/>
          <p14:tracePt t="73907" x="4332288" y="4224338"/>
          <p14:tracePt t="73924" x="4340225" y="4224338"/>
          <p14:tracePt t="73941" x="4383088" y="4224338"/>
          <p14:tracePt t="73957" x="4405313" y="4230688"/>
          <p14:tracePt t="73975" x="4419600" y="4238625"/>
          <p14:tracePt t="73990" x="4441825" y="4244975"/>
          <p14:tracePt t="74007" x="4456113" y="4244975"/>
          <p14:tracePt t="74024" x="4478338" y="4244975"/>
          <p14:tracePt t="74041" x="4484688" y="4244975"/>
          <p14:tracePt t="74057" x="4498975" y="4244975"/>
          <p14:tracePt t="74074" x="4506913" y="4244975"/>
          <p14:tracePt t="74091" x="4535488" y="4244975"/>
          <p14:tracePt t="74107" x="4557713" y="4244975"/>
          <p14:tracePt t="74125" x="4594225" y="4238625"/>
          <p14:tracePt t="74141" x="4608513" y="4202113"/>
          <p14:tracePt t="74158" x="4630738" y="4157663"/>
          <p14:tracePt t="74175" x="4630738" y="4143375"/>
          <p14:tracePt t="74191" x="4637088" y="4129088"/>
          <p14:tracePt t="74207" x="4637088" y="4114800"/>
          <p14:tracePt t="74224" x="4637088" y="4106863"/>
          <p14:tracePt t="74241" x="4630738" y="4086225"/>
          <p14:tracePt t="74274" x="4622800" y="4056063"/>
          <p14:tracePt t="74291" x="4608513" y="4049713"/>
          <p14:tracePt t="74307" x="4600575" y="4035425"/>
          <p14:tracePt t="74326" x="4572000" y="4005263"/>
          <p14:tracePt t="74341" x="4557713" y="3984625"/>
          <p14:tracePt t="74358" x="4535488" y="3976688"/>
          <p14:tracePt t="74376" x="4529138" y="3970338"/>
          <p14:tracePt t="74391" x="4513263" y="3962400"/>
          <p14:tracePt t="74407" x="4506913" y="3962400"/>
          <p14:tracePt t="74425" x="4492625" y="3954463"/>
          <p14:tracePt t="74441" x="4478338" y="3954463"/>
          <p14:tracePt t="74449" x="4470400" y="3954463"/>
          <p14:tracePt t="74457" x="4456113" y="3954463"/>
          <p14:tracePt t="74474" x="4441825" y="3954463"/>
          <p14:tracePt t="74490" x="4427538" y="3954463"/>
          <p14:tracePt t="74507" x="4419600" y="3954463"/>
          <p14:tracePt t="74523" x="4411663" y="3954463"/>
          <p14:tracePt t="74540" x="4397375" y="3954463"/>
          <p14:tracePt t="74557" x="4383088" y="3970338"/>
          <p14:tracePt t="74574" x="4360863" y="3990975"/>
          <p14:tracePt t="74591" x="4354513" y="4013200"/>
          <p14:tracePt t="74608" x="4340225" y="4041775"/>
          <p14:tracePt t="74626" x="4325938" y="4064000"/>
          <p14:tracePt t="74641" x="4325938" y="4078288"/>
          <p14:tracePt t="74658" x="4325938" y="4100513"/>
          <p14:tracePt t="74674" x="4325938" y="4114800"/>
          <p14:tracePt t="74691" x="4325938" y="4143375"/>
          <p14:tracePt t="74708" x="4325938" y="4157663"/>
          <p14:tracePt t="74725" x="4325938" y="4173538"/>
          <p14:tracePt t="74741" x="4325938" y="4187825"/>
          <p14:tracePt t="74757" x="4360863" y="4230688"/>
          <p14:tracePt t="74774" x="4383088" y="4244975"/>
          <p14:tracePt t="74791" x="4427538" y="4267200"/>
          <p14:tracePt t="74808" x="4448175" y="4267200"/>
          <p14:tracePt t="74824" x="4478338" y="4289425"/>
          <p14:tracePt t="74858" x="4492625" y="4289425"/>
          <p14:tracePt t="74874" x="4498975" y="4289425"/>
          <p14:tracePt t="74891" x="4513263" y="4289425"/>
          <p14:tracePt t="74908" x="4535488" y="4281488"/>
          <p14:tracePt t="74924" x="4549775" y="4267200"/>
          <p14:tracePt t="74942" x="4564063" y="4194175"/>
          <p14:tracePt t="74958" x="4564063" y="4137025"/>
          <p14:tracePt t="74974" x="4564063" y="4100513"/>
          <p14:tracePt t="74991" x="4549775" y="4071938"/>
          <p14:tracePt t="75008" x="4543425" y="4056063"/>
          <p14:tracePt t="75024" x="4529138" y="4049713"/>
          <p14:tracePt t="75041" x="4521200" y="4041775"/>
          <p14:tracePt t="75058" x="4498975" y="4035425"/>
          <p14:tracePt t="75075" x="4456113" y="4035425"/>
          <p14:tracePt t="75091" x="4405313" y="4035425"/>
          <p14:tracePt t="75108" x="4354513" y="4035425"/>
          <p14:tracePt t="75126" x="4275138" y="4041775"/>
          <p14:tracePt t="75142" x="4208463" y="4056063"/>
          <p14:tracePt t="75158" x="4165600" y="4078288"/>
          <p14:tracePt t="75175" x="4078288" y="4122738"/>
          <p14:tracePt t="75191" x="3970338" y="4165600"/>
          <p14:tracePt t="75208" x="3860800" y="4202113"/>
          <p14:tracePt t="75224" x="3759200" y="4252913"/>
          <p14:tracePt t="75241" x="3665538" y="4275138"/>
          <p14:tracePt t="75258" x="3578225" y="4303713"/>
          <p14:tracePt t="75274" x="3490913" y="4332288"/>
          <p14:tracePt t="75291" x="3440113" y="4340225"/>
          <p14:tracePt t="75308" x="3395663" y="4354513"/>
          <p14:tracePt t="75325" x="3367088" y="4354513"/>
          <p14:tracePt t="75342" x="3316288" y="4360863"/>
          <p14:tracePt t="75358" x="3287713" y="4360863"/>
          <p14:tracePt t="75375" x="3251200" y="4360863"/>
          <p14:tracePt t="75392" x="3208338" y="4360863"/>
          <p14:tracePt t="75408" x="3171825" y="4360863"/>
          <p14:tracePt t="75424" x="3149600" y="4360863"/>
          <p14:tracePt t="75463" x="3141663" y="4360863"/>
          <p14:tracePt t="75730" x="3127375" y="4346575"/>
          <p14:tracePt t="75737" x="3127375" y="4340225"/>
          <p14:tracePt t="75746" x="3127375" y="4332288"/>
          <p14:tracePt t="75757" x="3127375" y="4318000"/>
          <p14:tracePt t="75791" x="3127375" y="4303713"/>
          <p14:tracePt t="75825" x="3127375" y="4295775"/>
          <p14:tracePt t="75888" x="3127375" y="4289425"/>
          <p14:tracePt t="75920" x="3135313" y="4275138"/>
          <p14:tracePt t="75927" x="3141663" y="4275138"/>
          <p14:tracePt t="75944" x="3157538" y="4267200"/>
          <p14:tracePt t="75951" x="3163888" y="4267200"/>
          <p14:tracePt t="75959" x="3171825" y="4259263"/>
          <p14:tracePt t="75976" x="3186113" y="4252913"/>
          <p14:tracePt t="75992" x="3192463" y="4244975"/>
          <p14:tracePt t="76008" x="3214688" y="4238625"/>
          <p14:tracePt t="76024" x="3228975" y="4224338"/>
          <p14:tracePt t="76041" x="3236913" y="4216400"/>
          <p14:tracePt t="76058" x="3243263" y="4216400"/>
          <p14:tracePt t="76074" x="3251200" y="4202113"/>
          <p14:tracePt t="76091" x="3259138" y="4194175"/>
          <p14:tracePt t="76119" x="3265488" y="4187825"/>
          <p14:tracePt t="76362" x="3273425" y="4194175"/>
          <p14:tracePt t="76369" x="3273425" y="4202113"/>
          <p14:tracePt t="76385" x="3287713" y="4208463"/>
          <p14:tracePt t="76394" x="3287713" y="4216400"/>
          <p14:tracePt t="76408" x="3287713" y="4224338"/>
          <p14:tracePt t="76425" x="3294063" y="4224338"/>
          <p14:tracePt t="76441" x="3302000" y="4230688"/>
          <p14:tracePt t="76472" x="3316288" y="4244975"/>
          <p14:tracePt t="76497" x="3324225" y="4244975"/>
          <p14:tracePt t="76514" x="3330575" y="4244975"/>
          <p14:tracePt t="76531" x="3338513" y="4244975"/>
          <p14:tracePt t="76538" x="3344863" y="4252913"/>
          <p14:tracePt t="76546" x="3352800" y="4252913"/>
          <p14:tracePt t="76558" x="3375025" y="4252913"/>
          <p14:tracePt t="76574" x="3395663" y="4252913"/>
          <p14:tracePt t="76591" x="3417888" y="4275138"/>
          <p14:tracePt t="76608" x="3446463" y="4275138"/>
          <p14:tracePt t="76624" x="3482975" y="4275138"/>
          <p14:tracePt t="76641" x="3513138" y="4275138"/>
          <p14:tracePt t="76658" x="3541713" y="4275138"/>
          <p14:tracePt t="76674" x="3556000" y="4275138"/>
          <p14:tracePt t="76691" x="3570288" y="4275138"/>
          <p14:tracePt t="76708" x="3578225" y="4275138"/>
          <p14:tracePt t="76724" x="3606800" y="4267200"/>
          <p14:tracePt t="76741" x="3635375" y="4230688"/>
          <p14:tracePt t="76758" x="3635375" y="4194175"/>
          <p14:tracePt t="76774" x="3643313" y="4165600"/>
          <p14:tracePt t="76791" x="3643313" y="4137025"/>
          <p14:tracePt t="76808" x="3649663" y="4114800"/>
          <p14:tracePt t="76824" x="3657600" y="4092575"/>
          <p14:tracePt t="76841" x="3657600" y="4064000"/>
          <p14:tracePt t="76858" x="3657600" y="4035425"/>
          <p14:tracePt t="76874" x="3657600" y="4005263"/>
          <p14:tracePt t="76891" x="3649663" y="3984625"/>
          <p14:tracePt t="76908" x="3643313" y="3954463"/>
          <p14:tracePt t="76925" x="3629025" y="3940175"/>
          <p14:tracePt t="76941" x="3621088" y="3933825"/>
          <p14:tracePt t="76958" x="3621088" y="3925888"/>
          <p14:tracePt t="76975" x="3614738" y="3919538"/>
          <p14:tracePt t="77008" x="3614738" y="3911600"/>
          <p14:tracePt t="77047" x="3606800" y="3911600"/>
          <p14:tracePt t="77063" x="3592513" y="3911600"/>
          <p14:tracePt t="77070" x="3578225" y="3911600"/>
          <p14:tracePt t="77078" x="3570288" y="3911600"/>
          <p14:tracePt t="77091" x="3563938" y="3911600"/>
          <p14:tracePt t="77108" x="3541713" y="3911600"/>
          <p14:tracePt t="77125" x="3505200" y="3911600"/>
          <p14:tracePt t="77141" x="3490913" y="3911600"/>
          <p14:tracePt t="77158" x="3462338" y="3911600"/>
          <p14:tracePt t="77174" x="3417888" y="3911600"/>
          <p14:tracePt t="77191" x="3389313" y="3911600"/>
          <p14:tracePt t="77208" x="3367088" y="3911600"/>
          <p14:tracePt t="77225" x="3344863" y="3911600"/>
          <p14:tracePt t="77241" x="3330575" y="3911600"/>
          <p14:tracePt t="77258" x="3324225" y="3919538"/>
          <p14:tracePt t="77275" x="3309938" y="3925888"/>
          <p14:tracePt t="77291" x="3294063" y="3940175"/>
          <p14:tracePt t="77308" x="3279775" y="3948113"/>
          <p14:tracePt t="77325" x="3251200" y="3970338"/>
          <p14:tracePt t="77341" x="3236913" y="3984625"/>
          <p14:tracePt t="77358" x="3222625" y="4013200"/>
          <p14:tracePt t="77375" x="3214688" y="4027488"/>
          <p14:tracePt t="77391" x="3200400" y="4049713"/>
          <p14:tracePt t="77408" x="3192463" y="4064000"/>
          <p14:tracePt t="77425" x="3192463" y="4078288"/>
          <p14:tracePt t="77441" x="3192463" y="4100513"/>
          <p14:tracePt t="77458" x="3192463" y="4122738"/>
          <p14:tracePt t="77474" x="3192463" y="4137025"/>
          <p14:tracePt t="77491" x="3192463" y="4165600"/>
          <p14:tracePt t="77508" x="3192463" y="4179888"/>
          <p14:tracePt t="77525" x="3192463" y="4208463"/>
          <p14:tracePt t="77542" x="3200400" y="4216400"/>
          <p14:tracePt t="77558" x="3208338" y="4230688"/>
          <p14:tracePt t="77575" x="3214688" y="4238625"/>
          <p14:tracePt t="77591" x="3222625" y="4252913"/>
          <p14:tracePt t="77608" x="3228975" y="4267200"/>
          <p14:tracePt t="77625" x="3236913" y="4267200"/>
          <p14:tracePt t="77641" x="3251200" y="4281488"/>
          <p14:tracePt t="77658" x="3279775" y="4295775"/>
          <p14:tracePt t="77675" x="3294063" y="4295775"/>
          <p14:tracePt t="77691" x="3316288" y="4303713"/>
          <p14:tracePt t="77708" x="3338513" y="4310063"/>
          <p14:tracePt t="77741" x="3344863" y="4318000"/>
          <p14:tracePt t="78049" x="3352800" y="4318000"/>
          <p14:tracePt t="78080" x="3360738" y="4318000"/>
          <p14:tracePt t="78104" x="3375025" y="4318000"/>
          <p14:tracePt t="78120" x="3381375" y="4310063"/>
          <p14:tracePt t="78160" x="3389313" y="4310063"/>
          <p14:tracePt t="78208" x="3395663" y="4310063"/>
          <p14:tracePt t="78240" x="3403600" y="4310063"/>
          <p14:tracePt t="78256" x="3411538" y="4295775"/>
          <p14:tracePt t="78271" x="3417888" y="4295775"/>
          <p14:tracePt t="78279" x="3417888" y="4289425"/>
          <p14:tracePt t="78292" x="3425825" y="4289425"/>
          <p14:tracePt t="78310" x="3440113" y="4259263"/>
          <p14:tracePt t="78325" x="3446463" y="4252913"/>
          <p14:tracePt t="78342" x="3446463" y="4244975"/>
          <p14:tracePt t="78358" x="3454400" y="4224338"/>
          <p14:tracePt t="78375" x="3476625" y="4202113"/>
          <p14:tracePt t="78392" x="3476625" y="4187825"/>
          <p14:tracePt t="78408" x="3476625" y="4179888"/>
          <p14:tracePt t="78425" x="3476625" y="4151313"/>
          <p14:tracePt t="78442" x="3476625" y="4143375"/>
          <p14:tracePt t="78447" x="3476625" y="4137025"/>
          <p14:tracePt t="78458" x="3476625" y="4129088"/>
          <p14:tracePt t="78475" x="3476625" y="4106863"/>
          <p14:tracePt t="78492" x="3476625" y="4092575"/>
          <p14:tracePt t="78508" x="3476625" y="4071938"/>
          <p14:tracePt t="78525" x="3476625" y="4064000"/>
          <p14:tracePt t="78542" x="3476625" y="4041775"/>
          <p14:tracePt t="78558" x="3476625" y="4035425"/>
          <p14:tracePt t="78575" x="3476625" y="4027488"/>
          <p14:tracePt t="78592" x="3476625" y="4021138"/>
          <p14:tracePt t="78608" x="3476625" y="4005263"/>
          <p14:tracePt t="78625" x="3476625" y="3998913"/>
          <p14:tracePt t="78658" x="3476625" y="3984625"/>
          <p14:tracePt t="78675" x="3476625" y="3976688"/>
          <p14:tracePt t="78728" x="3468688" y="3962400"/>
          <p14:tracePt t="78744" x="3462338" y="3962400"/>
          <p14:tracePt t="78760" x="3462338" y="3954463"/>
          <p14:tracePt t="78776" x="3454400" y="3954463"/>
          <p14:tracePt t="78799" x="3446463" y="3948113"/>
          <p14:tracePt t="78825" x="3440113" y="3948113"/>
          <p14:tracePt t="78839" x="3432175" y="3948113"/>
          <p14:tracePt t="78873" x="3425825" y="3948113"/>
          <p14:tracePt t="78888" x="3417888" y="3948113"/>
          <p14:tracePt t="78920" x="3411538" y="3948113"/>
          <p14:tracePt t="78938" x="3403600" y="3948113"/>
          <p14:tracePt t="78952" x="3395663" y="3948113"/>
          <p14:tracePt t="79000" x="3389313" y="3948113"/>
          <p14:tracePt t="79024" x="3381375" y="3948113"/>
          <p14:tracePt t="79039" x="3375025" y="3948113"/>
          <p14:tracePt t="79056" x="3367088" y="3954463"/>
          <p14:tracePt t="79079" x="3360738" y="3962400"/>
          <p14:tracePt t="79096" x="3352800" y="3962400"/>
          <p14:tracePt t="79120" x="3344863" y="3976688"/>
          <p14:tracePt t="79145" x="3338513" y="3984625"/>
          <p14:tracePt t="79160" x="3330575" y="3990975"/>
          <p14:tracePt t="79167" x="3324225" y="3998913"/>
          <p14:tracePt t="79208" x="3316288" y="4005263"/>
          <p14:tracePt t="79224" x="3316288" y="4013200"/>
          <p14:tracePt t="79240" x="3309938" y="4027488"/>
          <p14:tracePt t="79296" x="3302000" y="4041775"/>
          <p14:tracePt t="79319" x="3302000" y="4049713"/>
          <p14:tracePt t="79327" x="3294063" y="4056063"/>
          <p14:tracePt t="79336" x="3294063" y="4064000"/>
          <p14:tracePt t="79344" x="3294063" y="4071938"/>
          <p14:tracePt t="79360" x="3294063" y="4086225"/>
          <p14:tracePt t="79375" x="3294063" y="4092575"/>
          <p14:tracePt t="79408" x="3294063" y="4106863"/>
          <p14:tracePt t="79432" x="3294063" y="4114800"/>
          <p14:tracePt t="79447" x="3279775" y="4122738"/>
          <p14:tracePt t="79455" x="3279775" y="4129088"/>
          <p14:tracePt t="79488" x="3279775" y="4137025"/>
          <p14:tracePt t="79513" x="3279775" y="4143375"/>
          <p14:tracePt t="79519" x="3279775" y="4151313"/>
          <p14:tracePt t="79536" x="3279775" y="4157663"/>
          <p14:tracePt t="79552" x="3279775" y="4165600"/>
          <p14:tracePt t="79560" x="3279775" y="4173538"/>
          <p14:tracePt t="79575" x="3279775" y="4179888"/>
          <p14:tracePt t="79593" x="3279775" y="4187825"/>
          <p14:tracePt t="79609" x="3279775" y="4194175"/>
          <p14:tracePt t="79626" x="3279775" y="4208463"/>
          <p14:tracePt t="79642" x="3279775" y="4216400"/>
          <p14:tracePt t="79659" x="3279775" y="4224338"/>
          <p14:tracePt t="79675" x="3279775" y="4230688"/>
          <p14:tracePt t="79693" x="3279775" y="4238625"/>
          <p14:tracePt t="79712" x="3287713" y="4244975"/>
          <p14:tracePt t="79744" x="3287713" y="4252913"/>
          <p14:tracePt t="79760" x="3287713" y="4259263"/>
          <p14:tracePt t="79786" x="3294063" y="4267200"/>
          <p14:tracePt t="79824" x="3302000" y="4267200"/>
          <p14:tracePt t="79848" x="3309938" y="4275138"/>
          <p14:tracePt t="79855" x="3309938" y="4281488"/>
          <p14:tracePt t="79888" x="3316288" y="4289425"/>
          <p14:tracePt t="79928" x="3324225" y="4289425"/>
          <p14:tracePt t="79967" x="3338513" y="4303713"/>
          <p14:tracePt t="79992" x="3344863" y="4303713"/>
          <p14:tracePt t="79999" x="3352800" y="4303713"/>
          <p14:tracePt t="80015" x="3360738" y="4303713"/>
          <p14:tracePt t="80057" x="3367088" y="4303713"/>
          <p14:tracePt t="80071" x="3375025" y="4303713"/>
          <p14:tracePt t="80088" x="3381375" y="4303713"/>
          <p14:tracePt t="80119" x="3389313" y="4303713"/>
          <p14:tracePt t="80177" x="3403600" y="4303713"/>
          <p14:tracePt t="80336" x="3411538" y="4303713"/>
          <p14:tracePt t="80379" x="3417888" y="4303713"/>
          <p14:tracePt t="80386" x="3425825" y="4303713"/>
          <p14:tracePt t="80449" x="3432175" y="4295775"/>
          <p14:tracePt t="80722" x="3440113" y="4289425"/>
          <p14:tracePt t="80747" x="3446463" y="4281488"/>
          <p14:tracePt t="80754" x="3454400" y="4275138"/>
          <p14:tracePt t="80778" x="3462338" y="4267200"/>
          <p14:tracePt t="80795" x="3468688" y="4259263"/>
          <p14:tracePt t="80802" x="3468688" y="4252913"/>
          <p14:tracePt t="80817" x="3476625" y="4252913"/>
          <p14:tracePt t="80833" x="3476625" y="4244975"/>
          <p14:tracePt t="80845" x="3490913" y="4230688"/>
          <p14:tracePt t="80859" x="3497263" y="4224338"/>
          <p14:tracePt t="80876" x="3505200" y="4216400"/>
          <p14:tracePt t="80895" x="3519488" y="4194175"/>
          <p14:tracePt t="80909" x="3519488" y="4187825"/>
          <p14:tracePt t="80926" x="3527425" y="4179888"/>
          <p14:tracePt t="80943" x="3527425" y="4173538"/>
          <p14:tracePt t="80950" x="3527425" y="4165600"/>
          <p14:tracePt t="80959" x="3527425" y="4157663"/>
          <p14:tracePt t="80976" x="3527425" y="4143375"/>
          <p14:tracePt t="80994" x="3527425" y="4129088"/>
          <p14:tracePt t="81010" x="3527425" y="4114800"/>
          <p14:tracePt t="81026" x="3527425" y="4086225"/>
          <p14:tracePt t="81045" x="3527425" y="4078288"/>
          <p14:tracePt t="81060" x="3527425" y="4064000"/>
          <p14:tracePt t="81121" x="3527425" y="4056063"/>
          <p14:tracePt t="81156" x="3527425" y="4049713"/>
          <p14:tracePt t="81163" x="3533775" y="4035425"/>
          <p14:tracePt t="81176" x="3541713" y="4035425"/>
          <p14:tracePt t="81194" x="3541713" y="4021138"/>
          <p14:tracePt t="81209" x="3548063" y="4013200"/>
          <p14:tracePt t="81226" x="3548063" y="3998913"/>
          <p14:tracePt t="81244" x="3548063" y="3990975"/>
          <p14:tracePt t="81276" x="3556000" y="3976688"/>
          <p14:tracePt t="81294" x="3563938" y="3970338"/>
          <p14:tracePt t="81362" x="3570288" y="3962400"/>
          <p14:tracePt t="81409" x="3570288" y="3954463"/>
          <p14:tracePt t="81426" x="3578225" y="3948113"/>
          <p14:tracePt t="81467" x="3584575" y="3948113"/>
          <p14:tracePt t="81537" x="3592513" y="3948113"/>
          <p14:tracePt t="81553" x="3598863" y="3948113"/>
          <p14:tracePt t="81580" x="3606800" y="3948113"/>
          <p14:tracePt t="81595" x="3614738" y="3954463"/>
          <p14:tracePt t="81614" x="3621088" y="3970338"/>
          <p14:tracePt t="81630" x="3629025" y="3976688"/>
          <p14:tracePt t="81647" x="3635375" y="3976688"/>
          <p14:tracePt t="81665" x="3635375" y="3990975"/>
          <p14:tracePt t="81673" x="3635375" y="3998913"/>
          <p14:tracePt t="81680" x="3649663" y="4005263"/>
          <p14:tracePt t="81693" x="3649663" y="4013200"/>
          <p14:tracePt t="81709" x="3657600" y="4035425"/>
          <p14:tracePt t="81726" x="3657600" y="4041775"/>
          <p14:tracePt t="81743" x="3657600" y="4064000"/>
          <p14:tracePt t="81759" x="3657600" y="4071938"/>
          <p14:tracePt t="81776" x="3657600" y="4086225"/>
          <p14:tracePt t="81794" x="3657600" y="4100513"/>
          <p14:tracePt t="81810" x="3657600" y="4114800"/>
          <p14:tracePt t="81826" x="3657600" y="4129088"/>
          <p14:tracePt t="81844" x="3657600" y="4151313"/>
          <p14:tracePt t="81859" x="3657600" y="4157663"/>
          <p14:tracePt t="81876" x="3657600" y="4165600"/>
          <p14:tracePt t="81894" x="3657600" y="4173538"/>
          <p14:tracePt t="81909" x="3657600" y="4187825"/>
          <p14:tracePt t="81926" x="3649663" y="4194175"/>
          <p14:tracePt t="81943" x="3649663" y="4208463"/>
          <p14:tracePt t="81959" x="3643313" y="4224338"/>
          <p14:tracePt t="81976" x="3629025" y="4238625"/>
          <p14:tracePt t="81993" x="3621088" y="4244975"/>
          <p14:tracePt t="82010" x="3621088" y="4252913"/>
          <p14:tracePt t="82026" x="3606800" y="4259263"/>
          <p14:tracePt t="82060" x="3598863" y="4275138"/>
          <p14:tracePt t="82076" x="3584575" y="4289425"/>
          <p14:tracePt t="82094" x="3578225" y="4289425"/>
          <p14:tracePt t="82110" x="3563938" y="4295775"/>
          <p14:tracePt t="82126" x="3556000" y="4295775"/>
          <p14:tracePt t="82144" x="3541713" y="4295775"/>
          <p14:tracePt t="82176" x="3527425" y="4310063"/>
          <p14:tracePt t="82193" x="3519488" y="4310063"/>
          <p14:tracePt t="82231" x="3513138" y="4310063"/>
          <p14:tracePt t="82263" x="3505200" y="4310063"/>
          <p14:tracePt t="82287" x="3497263" y="4310063"/>
          <p14:tracePt t="82319" x="3490913" y="4310063"/>
          <p14:tracePt t="82345" x="3482975" y="4310063"/>
          <p14:tracePt t="82350" x="3476625" y="4310063"/>
          <p14:tracePt t="82367" x="3468688" y="4303713"/>
          <p14:tracePt t="82392" x="3454400" y="4303713"/>
          <p14:tracePt t="82398" x="3446463" y="4303713"/>
          <p14:tracePt t="82415" x="3440113" y="4303713"/>
          <p14:tracePt t="82426" x="3432175" y="4303713"/>
          <p14:tracePt t="82443" x="3425825" y="4295775"/>
          <p14:tracePt t="82459" x="3417888" y="4289425"/>
          <p14:tracePt t="82477" x="3417888" y="4281488"/>
          <p14:tracePt t="82493" x="3403600" y="4275138"/>
          <p14:tracePt t="82510" x="3403600" y="4267200"/>
          <p14:tracePt t="82527" x="3389313" y="4259263"/>
          <p14:tracePt t="82567" x="3389313" y="4252913"/>
          <p14:tracePt t="82576" x="3389313" y="4244975"/>
          <p14:tracePt t="82616" x="3389313" y="4238625"/>
          <p14:tracePt t="82624" x="3389313" y="4230688"/>
          <p14:tracePt t="82631" x="3389313" y="4224338"/>
          <p14:tracePt t="82656" x="3389313" y="4216400"/>
          <p14:tracePt t="82663" x="3389313" y="4208463"/>
          <p14:tracePt t="82679" x="3389313" y="4202113"/>
          <p14:tracePt t="82693" x="3389313" y="4194175"/>
          <p14:tracePt t="82710" x="3389313" y="4187825"/>
          <p14:tracePt t="82728" x="3389313" y="4179888"/>
          <p14:tracePt t="82743" x="3395663" y="4165600"/>
          <p14:tracePt t="82777" x="3403600" y="4151313"/>
          <p14:tracePt t="82794" x="3411538" y="4143375"/>
          <p14:tracePt t="82810" x="3411538" y="4137025"/>
          <p14:tracePt t="82826" x="3417888" y="4122738"/>
          <p14:tracePt t="82845" x="3417888" y="4114800"/>
          <p14:tracePt t="82860" x="3425825" y="4106863"/>
          <p14:tracePt t="82876" x="3432175" y="4092575"/>
          <p14:tracePt t="82893" x="3440113" y="4078288"/>
          <p14:tracePt t="82927" x="3446463" y="4071938"/>
          <p14:tracePt t="82943" x="3454400" y="4071938"/>
          <p14:tracePt t="82960" x="3454400" y="4064000"/>
          <p14:tracePt t="82976" x="3462338" y="4064000"/>
          <p14:tracePt t="82993" x="3462338" y="4049713"/>
          <p14:tracePt t="83010" x="3476625" y="4049713"/>
          <p14:tracePt t="83027" x="3482975" y="4041775"/>
          <p14:tracePt t="83060" x="3482975" y="4035425"/>
          <p14:tracePt t="83076" x="3497263" y="4027488"/>
          <p14:tracePt t="83095" x="3497263" y="4021138"/>
          <p14:tracePt t="83112" x="3505200" y="4021138"/>
          <p14:tracePt t="83128" x="3513138" y="4013200"/>
          <p14:tracePt t="83151" x="3519488" y="4013200"/>
          <p14:tracePt t="83160" x="3519488" y="4005263"/>
          <p14:tracePt t="83184" x="3527425" y="4005263"/>
          <p14:tracePt t="83199" x="3533775" y="4005263"/>
          <p14:tracePt t="83210" x="3541713" y="4005263"/>
          <p14:tracePt t="83240" x="3548063" y="4005263"/>
          <p14:tracePt t="83271" x="3556000" y="4005263"/>
          <p14:tracePt t="83353" x="3563938" y="4005263"/>
          <p14:tracePt t="83362" x="3570288" y="4013200"/>
          <p14:tracePt t="83385" x="3578225" y="4021138"/>
          <p14:tracePt t="83394" x="3578225" y="4027488"/>
          <p14:tracePt t="83401" x="3584575" y="4027488"/>
          <p14:tracePt t="83410" x="3584575" y="4035425"/>
          <p14:tracePt t="83427" x="3592513" y="4041775"/>
          <p14:tracePt t="83443" x="3592513" y="4049713"/>
          <p14:tracePt t="83460" x="3592513" y="4071938"/>
          <p14:tracePt t="83477" x="3598863" y="4092575"/>
          <p14:tracePt t="83494" x="3606800" y="4106863"/>
          <p14:tracePt t="83510" x="3606800" y="4122738"/>
          <p14:tracePt t="83527" x="3614738" y="4129088"/>
          <p14:tracePt t="83545" x="3614738" y="4143375"/>
          <p14:tracePt t="83560" x="3614738" y="4157663"/>
          <p14:tracePt t="83577" x="3614738" y="4165600"/>
          <p14:tracePt t="83594" x="3614738" y="4173538"/>
          <p14:tracePt t="83610" x="3614738" y="4187825"/>
          <p14:tracePt t="83643" x="3614738" y="4202113"/>
          <p14:tracePt t="83677" x="3614738" y="4216400"/>
          <p14:tracePt t="83694" x="3614738" y="4224338"/>
          <p14:tracePt t="83711" x="3614738" y="4230688"/>
          <p14:tracePt t="83727" x="3614738" y="4238625"/>
          <p14:tracePt t="83761" x="3614738" y="4244975"/>
          <p14:tracePt t="83791" x="3614738" y="4252913"/>
          <p14:tracePt t="83849" x="3606800" y="4259263"/>
          <p14:tracePt t="84339" x="3606800" y="4267200"/>
          <p14:tracePt t="84353" x="3598863" y="4267200"/>
          <p14:tracePt t="84361" x="3592513" y="4267200"/>
          <p14:tracePt t="84368" x="3584575" y="4267200"/>
          <p14:tracePt t="84378" x="3578225" y="4275138"/>
          <p14:tracePt t="84394" x="3563938" y="4275138"/>
          <p14:tracePt t="84427" x="3548063" y="4275138"/>
          <p14:tracePt t="84650" x="3541713" y="4275138"/>
          <p14:tracePt t="84698" x="3533775" y="4275138"/>
          <p14:tracePt t="84723" x="3527425" y="4281488"/>
          <p14:tracePt t="84745" x="3519488" y="4281488"/>
          <p14:tracePt t="84767" x="3513138" y="4281488"/>
          <p14:tracePt t="84783" x="3505200" y="4281488"/>
          <p14:tracePt t="84806" x="3497263" y="4281488"/>
          <p14:tracePt t="84855" x="3490913" y="4281488"/>
          <p14:tracePt t="84886" x="3482975" y="4281488"/>
          <p14:tracePt t="84903" x="3476625" y="4281488"/>
          <p14:tracePt t="85283" x="3468688" y="4281488"/>
          <p14:tracePt t="85330" x="3462338" y="4281488"/>
          <p14:tracePt t="85348" x="3454400" y="4281488"/>
          <p14:tracePt t="85370" x="3454400" y="4275138"/>
          <p14:tracePt t="85386" x="3446463" y="4267200"/>
          <p14:tracePt t="85464" x="3446463" y="4259263"/>
          <p14:tracePt t="85495" x="3446463" y="4252913"/>
          <p14:tracePt t="85519" x="3446463" y="4244975"/>
          <p14:tracePt t="85599" x="3446463" y="4238625"/>
          <p14:tracePt t="85625" x="3446463" y="4230688"/>
          <p14:tracePt t="85703" x="3446463" y="4224338"/>
          <p14:tracePt t="85815" x="3446463" y="4216400"/>
          <p14:tracePt t="85831" x="3446463" y="4208463"/>
          <p14:tracePt t="85864" x="3446463" y="4202113"/>
          <p14:tracePt t="85879" x="3446463" y="4194175"/>
          <p14:tracePt t="85887" x="3446463" y="4187825"/>
          <p14:tracePt t="85912" x="3446463" y="4173538"/>
          <p14:tracePt t="85919" x="3446463" y="4165600"/>
          <p14:tracePt t="85936" x="3446463" y="4157663"/>
          <p14:tracePt t="85952" x="3446463" y="4151313"/>
          <p14:tracePt t="85961" x="3446463" y="4143375"/>
          <p14:tracePt t="85991" x="3446463" y="4137025"/>
          <p14:tracePt t="86007" x="3446463" y="4129088"/>
          <p14:tracePt t="86017" x="3446463" y="4122738"/>
          <p14:tracePt t="86051" x="3446463" y="4114800"/>
          <p14:tracePt t="86058" x="3446463" y="4106863"/>
          <p14:tracePt t="86081" x="3446463" y="4100513"/>
          <p14:tracePt t="86100" x="3446463" y="4092575"/>
          <p14:tracePt t="86121" x="3446463" y="4086225"/>
          <p14:tracePt t="86129" x="3446463" y="4078288"/>
          <p14:tracePt t="86154" x="3454400" y="4071938"/>
          <p14:tracePt t="86209" x="3462338" y="4056063"/>
          <p14:tracePt t="86273" x="3468688" y="4056063"/>
          <p14:tracePt t="86306" x="3468688" y="4041775"/>
          <p14:tracePt t="86314" x="3476625" y="4041775"/>
          <p14:tracePt t="86321" x="3476625" y="4035425"/>
          <p14:tracePt t="86338" x="3482975" y="4035425"/>
          <p14:tracePt t="86346" x="3490913" y="4027488"/>
          <p14:tracePt t="86362" x="3497263" y="4013200"/>
          <p14:tracePt t="86378" x="3505200" y="4013200"/>
          <p14:tracePt t="86394" x="3513138" y="4005263"/>
          <p14:tracePt t="86417" x="3519488" y="3998913"/>
          <p14:tracePt t="86428" x="3533775" y="3998913"/>
          <p14:tracePt t="86445" x="3541713" y="3998913"/>
          <p14:tracePt t="86461" x="3548063" y="3990975"/>
          <p14:tracePt t="86553" x="3556000" y="3990975"/>
          <p14:tracePt t="86569" x="3563938" y="3990975"/>
          <p14:tracePt t="86585" x="3570288" y="3990975"/>
          <p14:tracePt t="86610" x="3578225" y="3990975"/>
          <p14:tracePt t="86628" x="3584575" y="3990975"/>
          <p14:tracePt t="86635" x="3584575" y="3998913"/>
          <p14:tracePt t="86644" x="3592513" y="4005263"/>
          <p14:tracePt t="86661" x="3598863" y="4013200"/>
          <p14:tracePt t="86678" x="3606800" y="4027488"/>
          <p14:tracePt t="86694" x="3614738" y="4056063"/>
          <p14:tracePt t="86711" x="3621088" y="4071938"/>
          <p14:tracePt t="86727" x="3629025" y="4086225"/>
          <p14:tracePt t="86745" x="3629025" y="4100513"/>
          <p14:tracePt t="86761" x="3635375" y="4106863"/>
          <p14:tracePt t="86778" x="3635375" y="4122738"/>
          <p14:tracePt t="86795" x="3635375" y="4129088"/>
          <p14:tracePt t="86811" x="3635375" y="4143375"/>
          <p14:tracePt t="86828" x="3635375" y="4157663"/>
          <p14:tracePt t="86846" x="3635375" y="4173538"/>
          <p14:tracePt t="86861" x="3635375" y="4187825"/>
          <p14:tracePt t="86898" x="3635375" y="4194175"/>
          <p14:tracePt t="86911" x="3629025" y="4202113"/>
          <p14:tracePt t="86945" x="3629025" y="4208463"/>
          <p14:tracePt t="86969" x="3629025" y="4216400"/>
          <p14:tracePt t="87001" x="3629025" y="4224338"/>
          <p14:tracePt t="87057" x="3629025" y="4230688"/>
          <p14:tracePt t="88220" x="3629025" y="4238625"/>
          <p14:tracePt t="88226" x="3621088" y="4244975"/>
          <p14:tracePt t="88250" x="3621088" y="4252913"/>
          <p14:tracePt t="88267" x="3614738" y="4252913"/>
          <p14:tracePt t="88418" x="3606800" y="4252913"/>
          <p14:tracePt t="88434" x="3598863" y="4259263"/>
          <p14:tracePt t="88450" x="3592513" y="4259263"/>
          <p14:tracePt t="88468" x="3584575" y="4259263"/>
          <p14:tracePt t="88474" x="3570288" y="4259263"/>
          <p14:tracePt t="88489" x="3556000" y="4259263"/>
          <p14:tracePt t="88499" x="3548063" y="4259263"/>
          <p14:tracePt t="88512" x="3533775" y="4259263"/>
          <p14:tracePt t="88529" x="3519488" y="4259263"/>
          <p14:tracePt t="88545" x="3505200" y="4259263"/>
          <p14:tracePt t="88562" x="3497263" y="4259263"/>
          <p14:tracePt t="88579" x="3482975" y="4259263"/>
          <p14:tracePt t="88595" x="3476625" y="4259263"/>
          <p14:tracePt t="88612" x="3462338" y="4259263"/>
          <p14:tracePt t="88628" x="3454400" y="4259263"/>
          <p14:tracePt t="88645" x="3446463" y="4259263"/>
          <p14:tracePt t="88705" x="3440113" y="4259263"/>
          <p14:tracePt t="88970" x="3440113" y="4252913"/>
          <p14:tracePt t="88985" x="3440113" y="4238625"/>
          <p14:tracePt t="88993" x="3440113" y="4230688"/>
          <p14:tracePt t="89001" x="3440113" y="4224338"/>
          <p14:tracePt t="89012" x="3440113" y="4216400"/>
          <p14:tracePt t="89029" x="3440113" y="4202113"/>
          <p14:tracePt t="89046" x="3440113" y="4187825"/>
          <p14:tracePt t="89062" x="3440113" y="4173538"/>
          <p14:tracePt t="89079" x="3440113" y="4165600"/>
          <p14:tracePt t="89095" x="3440113" y="4151313"/>
          <p14:tracePt t="89112" x="3440113" y="4143375"/>
          <p14:tracePt t="89145" x="3440113" y="4129088"/>
          <p14:tracePt t="89162" x="3440113" y="4122738"/>
          <p14:tracePt t="89179" x="3440113" y="4114800"/>
          <p14:tracePt t="89195" x="3440113" y="4106863"/>
          <p14:tracePt t="89212" x="3454400" y="4086225"/>
          <p14:tracePt t="89230" x="3454400" y="4071938"/>
          <p14:tracePt t="89246" x="3462338" y="4056063"/>
          <p14:tracePt t="89262" x="3468688" y="4049713"/>
          <p14:tracePt t="89279" x="3468688" y="4035425"/>
          <p14:tracePt t="89295" x="3476625" y="4027488"/>
          <p14:tracePt t="89312" x="3482975" y="4021138"/>
          <p14:tracePt t="89345" x="3482975" y="4013200"/>
          <p14:tracePt t="89362" x="3497263" y="4013200"/>
          <p14:tracePt t="89379" x="3505200" y="4005263"/>
          <p14:tracePt t="89395" x="3505200" y="3998913"/>
          <p14:tracePt t="89412" x="3513138" y="3998913"/>
          <p14:tracePt t="89429" x="3527425" y="3998913"/>
          <p14:tracePt t="89446" x="3533775" y="3998913"/>
          <p14:tracePt t="89462" x="3541713" y="3998913"/>
          <p14:tracePt t="89490" x="3548063" y="3998913"/>
          <p14:tracePt t="89498" x="3556000" y="3998913"/>
          <p14:tracePt t="89515" x="3563938" y="3998913"/>
          <p14:tracePt t="89531" x="3570288" y="3998913"/>
          <p14:tracePt t="89545" x="3578225" y="3998913"/>
          <p14:tracePt t="89563" x="3584575" y="3998913"/>
          <p14:tracePt t="89601" x="3592513" y="3998913"/>
          <p14:tracePt t="89611" x="3592513" y="4005263"/>
          <p14:tracePt t="89626" x="3598863" y="4013200"/>
          <p14:tracePt t="89642" x="3606800" y="4013200"/>
          <p14:tracePt t="89666" x="3606800" y="4021138"/>
          <p14:tracePt t="89706" x="3606800" y="4027488"/>
          <p14:tracePt t="89721" x="3606800" y="4035425"/>
          <p14:tracePt t="89735" x="3606800" y="4041775"/>
          <p14:tracePt t="89743" x="3606800" y="4049713"/>
          <p14:tracePt t="89758" x="3606800" y="4064000"/>
          <p14:tracePt t="89765" x="3606800" y="4078288"/>
          <p14:tracePt t="89782" x="3606800" y="4092575"/>
          <p14:tracePt t="89795" x="3606800" y="4100513"/>
          <p14:tracePt t="89812" x="3606800" y="4122738"/>
          <p14:tracePt t="89828" x="3606800" y="4151313"/>
          <p14:tracePt t="89845" x="3606800" y="4202113"/>
          <p14:tracePt t="89862" x="3598863" y="4216400"/>
          <p14:tracePt t="89878" x="3598863" y="4224338"/>
          <p14:tracePt t="89912" x="3592513" y="4238625"/>
          <p14:tracePt t="93139" x="3621088" y="4244975"/>
          <p14:tracePt t="93146" x="3679825" y="4259263"/>
          <p14:tracePt t="93155" x="3686175" y="4259263"/>
          <p14:tracePt t="93274" x="3679825" y="4259263"/>
          <p14:tracePt t="93284" x="3665538" y="4259263"/>
          <p14:tracePt t="93290" x="3657600" y="4259263"/>
          <p14:tracePt t="93305" x="3643313" y="4259263"/>
          <p14:tracePt t="93314" x="3635375" y="4259263"/>
          <p14:tracePt t="93330" x="3606800" y="4259263"/>
          <p14:tracePt t="93347" x="3556000" y="4252913"/>
          <p14:tracePt t="93364" x="3490913" y="4244975"/>
          <p14:tracePt t="93380" x="3395663" y="4230688"/>
          <p14:tracePt t="93398" x="3287713" y="4216400"/>
          <p14:tracePt t="93414" x="3222625" y="4202113"/>
          <p14:tracePt t="93430" x="3178175" y="4202113"/>
          <p14:tracePt t="93447" x="3127375" y="4187825"/>
          <p14:tracePt t="93455" x="3106738" y="4179888"/>
          <p14:tracePt t="93464" x="3070225" y="4173538"/>
          <p14:tracePt t="93480" x="3025775" y="4157663"/>
          <p14:tracePt t="93497" x="2989263" y="4143375"/>
          <p14:tracePt t="93514" x="2968625" y="4129088"/>
          <p14:tracePt t="93530" x="2946400" y="4122738"/>
          <p14:tracePt t="93547" x="2924175" y="4106863"/>
          <p14:tracePt t="93563" x="2903538" y="4092575"/>
          <p14:tracePt t="93580" x="2873375" y="4071938"/>
          <p14:tracePt t="93597" x="2852738" y="4049713"/>
          <p14:tracePt t="93614" x="2844800" y="4041775"/>
          <p14:tracePt t="93660" x="2836863" y="4041775"/>
          <p14:tracePt t="93666" x="2836863" y="4035425"/>
          <p14:tracePt t="93680" x="2830513" y="4035425"/>
          <p14:tracePt t="93697" x="2822575" y="4027488"/>
          <p14:tracePt t="93721" x="2816225" y="4027488"/>
          <p14:tracePt t="93745" x="2801938" y="4021138"/>
          <p14:tracePt t="93753" x="2801938" y="4013200"/>
          <p14:tracePt t="93763" x="2794000" y="4013200"/>
          <p14:tracePt t="93781" x="2786063" y="4005263"/>
          <p14:tracePt t="93797" x="2771775" y="4005263"/>
          <p14:tracePt t="93970" x="2765425" y="3998913"/>
          <p14:tracePt t="93978" x="2765425" y="3990975"/>
          <p14:tracePt t="93985" x="2765425" y="3984625"/>
          <p14:tracePt t="93997" x="2765425" y="3962400"/>
          <p14:tracePt t="94015" x="2765425" y="3919538"/>
          <p14:tracePt t="94031" x="2765425" y="3883025"/>
          <p14:tracePt t="94047" x="2765425" y="3832225"/>
          <p14:tracePt t="94065" x="2765425" y="3773488"/>
          <p14:tracePt t="94080" x="2779713" y="3686175"/>
          <p14:tracePt t="94097" x="2808288" y="3598863"/>
          <p14:tracePt t="94113" x="2822575" y="3533775"/>
          <p14:tracePt t="94130" x="2836863" y="3490913"/>
          <p14:tracePt t="94147" x="2859088" y="3446463"/>
          <p14:tracePt t="94163" x="2881313" y="3403600"/>
          <p14:tracePt t="94180" x="2924175" y="3344863"/>
          <p14:tracePt t="94197" x="2982913" y="3265488"/>
          <p14:tracePt t="94214" x="3048000" y="3222625"/>
          <p14:tracePt t="94230" x="3098800" y="3178175"/>
          <p14:tracePt t="94247" x="3163888" y="3135313"/>
          <p14:tracePt t="94263" x="3222625" y="3098800"/>
          <p14:tracePt t="94281" x="3259138" y="3070225"/>
          <p14:tracePt t="94297" x="3302000" y="3040063"/>
          <p14:tracePt t="94313" x="3344863" y="3033713"/>
          <p14:tracePt t="94330" x="3389313" y="3011488"/>
          <p14:tracePt t="94347" x="3417888" y="3005138"/>
          <p14:tracePt t="94363" x="3446463" y="2997200"/>
          <p14:tracePt t="94380" x="3468688" y="2989263"/>
          <p14:tracePt t="94397" x="3513138" y="2989263"/>
          <p14:tracePt t="94413" x="3533775" y="2989263"/>
          <p14:tracePt t="94430" x="3563938" y="2989263"/>
          <p14:tracePt t="94447" x="3598863" y="2989263"/>
          <p14:tracePt t="94464" x="3629025" y="2989263"/>
          <p14:tracePt t="94480" x="3665538" y="3005138"/>
          <p14:tracePt t="94497" x="3722688" y="3025775"/>
          <p14:tracePt t="94514" x="3767138" y="3048000"/>
          <p14:tracePt t="94530" x="3824288" y="3076575"/>
          <p14:tracePt t="94547" x="3889375" y="3113088"/>
          <p14:tracePt t="94563" x="3948113" y="3157538"/>
          <p14:tracePt t="94580" x="4005263" y="3208338"/>
          <p14:tracePt t="94597" x="4056063" y="3259138"/>
          <p14:tracePt t="94613" x="4078288" y="3294063"/>
          <p14:tracePt t="94630" x="4114800" y="3344863"/>
          <p14:tracePt t="94647" x="4122738" y="3389313"/>
          <p14:tracePt t="94664" x="4143375" y="3432175"/>
          <p14:tracePt t="94680" x="4151313" y="3476625"/>
          <p14:tracePt t="94697" x="4165600" y="3519488"/>
          <p14:tracePt t="94715" x="4173538" y="3548063"/>
          <p14:tracePt t="94730" x="4173538" y="3592513"/>
          <p14:tracePt t="94747" x="4179888" y="3621088"/>
          <p14:tracePt t="94764" x="4187825" y="3665538"/>
          <p14:tracePt t="94780" x="4187825" y="3686175"/>
          <p14:tracePt t="94797" x="4187825" y="3730625"/>
          <p14:tracePt t="94814" x="4187825" y="3767138"/>
          <p14:tracePt t="94830" x="4187825" y="3795713"/>
          <p14:tracePt t="94847" x="4187825" y="3817938"/>
          <p14:tracePt t="94864" x="4187825" y="3846513"/>
          <p14:tracePt t="94880" x="4187825" y="3868738"/>
          <p14:tracePt t="94897" x="4179888" y="3911600"/>
          <p14:tracePt t="94914" x="4173538" y="3925888"/>
          <p14:tracePt t="94930" x="4157663" y="3948113"/>
          <p14:tracePt t="94947" x="4157663" y="3962400"/>
          <p14:tracePt t="94951" x="4157663" y="3970338"/>
          <p14:tracePt t="94964" x="4137025" y="3990975"/>
          <p14:tracePt t="94991" x="4137025" y="4005263"/>
          <p14:tracePt t="95000" x="4129088" y="4013200"/>
          <p14:tracePt t="95016" x="4129088" y="4021138"/>
          <p14:tracePt t="95031" x="4122738" y="4027488"/>
          <p14:tracePt t="95047" x="4114800" y="4035425"/>
          <p14:tracePt t="95064" x="4114800" y="4041775"/>
          <p14:tracePt t="95080" x="4114800" y="4049713"/>
          <p14:tracePt t="95577" x="4100513" y="4056063"/>
          <p14:tracePt t="95583" x="4100513" y="4064000"/>
          <p14:tracePt t="95591" x="4092575" y="4064000"/>
          <p14:tracePt t="95599" x="4078288" y="4078288"/>
          <p14:tracePt t="95614" x="4064000" y="4078288"/>
          <p14:tracePt t="95631" x="4049713" y="4086225"/>
          <p14:tracePt t="95647" x="4041775" y="4092575"/>
          <p14:tracePt t="95664" x="4021138" y="4100513"/>
          <p14:tracePt t="95697" x="3998913" y="4106863"/>
          <p14:tracePt t="95716" x="3984625" y="4106863"/>
          <p14:tracePt t="95747" x="3962400" y="4106863"/>
          <p14:tracePt t="95764" x="3954463" y="4106863"/>
          <p14:tracePt t="95781" x="3925888" y="4106863"/>
          <p14:tracePt t="95797" x="3911600" y="4106863"/>
          <p14:tracePt t="95815" x="3903663" y="4106863"/>
          <p14:tracePt t="95831" x="3889375" y="4106863"/>
          <p14:tracePt t="95848" x="3875088" y="4114800"/>
          <p14:tracePt t="95864" x="3868738" y="4114800"/>
          <p14:tracePt t="95881" x="3852863" y="4122738"/>
          <p14:tracePt t="95897" x="3846513" y="4122738"/>
          <p14:tracePt t="95914" x="3838575" y="4122738"/>
          <p14:tracePt t="95930" x="3832225" y="4122738"/>
          <p14:tracePt t="95947" x="3824288" y="4122738"/>
          <p14:tracePt t="95951" x="3817938" y="4122738"/>
          <p14:tracePt t="95966" x="3810000" y="4122738"/>
          <p14:tracePt t="95983" x="3802063" y="4122738"/>
          <p14:tracePt t="96000" x="3795713" y="4122738"/>
          <p14:tracePt t="96014" x="3787775" y="4122738"/>
          <p14:tracePt t="96032" x="3781425" y="4122738"/>
          <p14:tracePt t="96047" x="3767138" y="4122738"/>
          <p14:tracePt t="96064" x="3759200" y="4122738"/>
          <p14:tracePt t="96080" x="3751263" y="4122738"/>
          <p14:tracePt t="96097" x="3744913" y="4122738"/>
          <p14:tracePt t="96114" x="3736975" y="4122738"/>
          <p14:tracePt t="96130" x="3716338" y="4122738"/>
          <p14:tracePt t="96147" x="3700463" y="4122738"/>
          <p14:tracePt t="96164" x="3686175" y="4114800"/>
          <p14:tracePt t="96180" x="3679825" y="4114800"/>
          <p14:tracePt t="96197" x="3671888" y="4114800"/>
          <p14:tracePt t="96239" x="3657600" y="4114800"/>
          <p14:tracePt t="96255" x="3649663" y="4114800"/>
          <p14:tracePt t="96271" x="3643313" y="4106863"/>
          <p14:tracePt t="97891" x="3643313" y="4122738"/>
          <p14:tracePt t="97907" x="3643313" y="4129088"/>
          <p14:tracePt t="97961" x="3643313" y="4137025"/>
          <p14:tracePt t="97971" x="3635375" y="4143375"/>
          <p14:tracePt t="97987" x="3635375" y="4151313"/>
          <p14:tracePt t="98051" x="3629025" y="4165600"/>
          <p14:tracePt t="98074" x="3621088" y="4173538"/>
          <p14:tracePt t="98106" x="3614738" y="4179888"/>
          <p14:tracePt t="98121" x="3606800" y="4187825"/>
          <p14:tracePt t="98129" x="3598863" y="4194175"/>
          <p14:tracePt t="98155" x="3584575" y="4208463"/>
          <p14:tracePt t="98162" x="3578225" y="4216400"/>
          <p14:tracePt t="98170" x="3570288" y="4224338"/>
          <p14:tracePt t="98181" x="3541713" y="4238625"/>
          <p14:tracePt t="98198" x="3527425" y="4244975"/>
          <p14:tracePt t="98216" x="3505200" y="4259263"/>
          <p14:tracePt t="98232" x="3497263" y="4259263"/>
          <p14:tracePt t="98249" x="3490913" y="4267200"/>
          <p14:tracePt t="98554" x="3482975" y="4267200"/>
          <p14:tracePt t="98561" x="3476625" y="4267200"/>
          <p14:tracePt t="98568" x="3468688" y="4267200"/>
          <p14:tracePt t="98581" x="3454400" y="4267200"/>
          <p14:tracePt t="98598" x="3432175" y="4259263"/>
          <p14:tracePt t="98664" x="3425825" y="4259263"/>
          <p14:tracePt t="98688" x="3417888" y="4259263"/>
          <p14:tracePt t="98695" x="3411538" y="4259263"/>
          <p14:tracePt t="98703" x="3395663" y="4267200"/>
          <p14:tracePt t="98715" x="3375025" y="4275138"/>
          <p14:tracePt t="98732" x="3302000" y="4275138"/>
          <p14:tracePt t="98750" x="3163888" y="4275138"/>
          <p14:tracePt t="98765" x="3141663" y="4275138"/>
          <p14:tracePt t="98781" x="3121025" y="4275138"/>
          <p14:tracePt t="98798" x="3106738" y="4275138"/>
          <p14:tracePt t="98848" x="3098800" y="4275138"/>
          <p14:tracePt t="98879" x="3084513" y="4275138"/>
          <p14:tracePt t="98976" x="3076575" y="4275138"/>
          <p14:tracePt t="99017" x="3062288" y="4275138"/>
          <p14:tracePt t="99048" x="3055938" y="4275138"/>
          <p14:tracePt t="99064" x="3040063" y="4267200"/>
          <p14:tracePt t="99104" x="3033713" y="4267200"/>
          <p14:tracePt t="99160" x="3025775" y="4267200"/>
          <p14:tracePt t="99168" x="3019425" y="4267200"/>
          <p14:tracePt t="99192" x="3011488" y="4267200"/>
          <p14:tracePt t="102169" x="2989263" y="4267200"/>
          <p14:tracePt t="102176" x="2960688" y="4267200"/>
          <p14:tracePt t="102184" x="2946400" y="4267200"/>
          <p14:tracePt t="102199" x="2909888" y="4267200"/>
          <p14:tracePt t="102216" x="2887663" y="4267200"/>
          <p14:tracePt t="102233" x="2881313" y="4267200"/>
          <p14:tracePt t="102249" x="2873375" y="4267200"/>
          <p14:tracePt t="102266" x="2867025" y="4267200"/>
          <p14:tracePt t="102504" x="2867025" y="4275138"/>
          <p14:tracePt t="102585" x="2873375" y="4267200"/>
          <p14:tracePt t="102592" x="2881313" y="4259263"/>
          <p14:tracePt t="102599" x="2887663" y="4259263"/>
          <p14:tracePt t="102616" x="2895600" y="4230688"/>
          <p14:tracePt t="102633" x="2909888" y="4208463"/>
          <p14:tracePt t="102649" x="2917825" y="4179888"/>
          <p14:tracePt t="102666" x="2917825" y="4157663"/>
          <p14:tracePt t="102684" x="2917825" y="4122738"/>
          <p14:tracePt t="102699" x="2917825" y="4092575"/>
          <p14:tracePt t="102716" x="2917825" y="4064000"/>
          <p14:tracePt t="102733" x="2903538" y="4021138"/>
          <p14:tracePt t="102749" x="2903538" y="4013200"/>
          <p14:tracePt t="102766" x="2895600" y="3990975"/>
          <p14:tracePt t="102783" x="2887663" y="3984625"/>
          <p14:tracePt t="102799" x="2881313" y="3976688"/>
          <p14:tracePt t="102816" x="2867025" y="3962400"/>
          <p14:tracePt t="102833" x="2859088" y="3954463"/>
          <p14:tracePt t="102850" x="2852738" y="3954463"/>
          <p14:tracePt t="102866" x="2844800" y="3954463"/>
          <p14:tracePt t="102884" x="2844800" y="3948113"/>
          <p14:tracePt t="102900" x="2836863" y="3948113"/>
          <p14:tracePt t="102917" x="2816225" y="3940175"/>
          <p14:tracePt t="102934" x="2801938" y="3940175"/>
          <p14:tracePt t="102949" x="2779713" y="3940175"/>
          <p14:tracePt t="102966" x="2771775" y="3940175"/>
          <p14:tracePt t="102983" x="2757488" y="3940175"/>
          <p14:tracePt t="103000" x="2751138" y="3940175"/>
          <p14:tracePt t="103016" x="2735263" y="3940175"/>
          <p14:tracePt t="103035" x="2728913" y="3948113"/>
          <p14:tracePt t="103049" x="2714625" y="3954463"/>
          <p14:tracePt t="103066" x="2692400" y="3976688"/>
          <p14:tracePt t="103084" x="2678113" y="3990975"/>
          <p14:tracePt t="103100" x="2663825" y="4005263"/>
          <p14:tracePt t="103117" x="2655888" y="4021138"/>
          <p14:tracePt t="103135" x="2641600" y="4056063"/>
          <p14:tracePt t="103150" x="2627313" y="4086225"/>
          <p14:tracePt t="103167" x="2627313" y="4106863"/>
          <p14:tracePt t="103184" x="2627313" y="4122738"/>
          <p14:tracePt t="103200" x="2627313" y="4143375"/>
          <p14:tracePt t="103216" x="2627313" y="4165600"/>
          <p14:tracePt t="103233" x="2627313" y="4179888"/>
          <p14:tracePt t="103250" x="2627313" y="4194175"/>
          <p14:tracePt t="103266" x="2627313" y="4208463"/>
          <p14:tracePt t="103284" x="2627313" y="4216400"/>
          <p14:tracePt t="103299" x="2633663" y="4230688"/>
          <p14:tracePt t="103316" x="2641600" y="4238625"/>
          <p14:tracePt t="103333" x="2663825" y="4267200"/>
          <p14:tracePt t="103349" x="2700338" y="4289425"/>
          <p14:tracePt t="103366" x="2735263" y="4303713"/>
          <p14:tracePt t="103383" x="2771775" y="4310063"/>
          <p14:tracePt t="103399" x="2801938" y="4318000"/>
          <p14:tracePt t="103416" x="2816225" y="4318000"/>
          <p14:tracePt t="103433" x="2822575" y="4325938"/>
          <p14:tracePt t="103450" x="2830513" y="4325938"/>
          <p14:tracePt t="103466" x="2836863" y="4325938"/>
          <p14:tracePt t="103483" x="2844800" y="4332288"/>
          <p14:tracePt t="103499" x="2852738" y="4332288"/>
          <p14:tracePt t="103516" x="2859088" y="4332288"/>
          <p14:tracePt t="103533" x="2867025" y="4332288"/>
          <p14:tracePt t="103549" x="2881313" y="4332288"/>
          <p14:tracePt t="103566" x="2895600" y="4332288"/>
          <p14:tracePt t="103583" x="2903538" y="4332288"/>
          <p14:tracePt t="103600" x="2924175" y="4332288"/>
          <p14:tracePt t="103616" x="2954338" y="4332288"/>
          <p14:tracePt t="103633" x="2982913" y="4332288"/>
          <p14:tracePt t="103650" x="3025775" y="4325938"/>
          <p14:tracePt t="103666" x="3048000" y="4325938"/>
          <p14:tracePt t="103684" x="3062288" y="4318000"/>
          <p14:tracePt t="103700" x="3070225" y="4318000"/>
          <p14:tracePt t="103716" x="3090863" y="4310063"/>
          <p14:tracePt t="103733" x="3127375" y="4295775"/>
          <p14:tracePt t="103750" x="3149600" y="4289425"/>
          <p14:tracePt t="103766" x="3157538" y="4281488"/>
          <p14:tracePt t="103800" x="3163888" y="4281488"/>
          <p14:tracePt t="103817" x="3171825" y="4281488"/>
          <p14:tracePt t="103834" x="3171825" y="4275138"/>
          <p14:tracePt t="104041" x="3178175" y="4275138"/>
          <p14:tracePt t="104051" x="3186113" y="4275138"/>
          <p14:tracePt t="104058" x="3192463" y="4275138"/>
          <p14:tracePt t="104067" x="3200400" y="4275138"/>
          <p14:tracePt t="104084" x="3222625" y="4275138"/>
          <p14:tracePt t="104100" x="3236913" y="4275138"/>
          <p14:tracePt t="104117" x="3251200" y="4275138"/>
          <p14:tracePt t="104134" x="3259138" y="4275138"/>
          <p14:tracePt t="104150" x="3279775" y="4275138"/>
          <p14:tracePt t="104167" x="3302000" y="4275138"/>
          <p14:tracePt t="104185" x="3338513" y="4275138"/>
          <p14:tracePt t="104200" x="3395663" y="4275138"/>
          <p14:tracePt t="104217" x="3432175" y="4275138"/>
          <p14:tracePt t="104234" x="3482975" y="4281488"/>
          <p14:tracePt t="104250" x="3556000" y="4289425"/>
          <p14:tracePt t="104267" x="3665538" y="4303713"/>
          <p14:tracePt t="104286" x="3852863" y="4332288"/>
          <p14:tracePt t="104300" x="3911600" y="4332288"/>
          <p14:tracePt t="104316" x="4005263" y="4332288"/>
          <p14:tracePt t="104333" x="4100513" y="4332288"/>
          <p14:tracePt t="104350" x="4143375" y="4332288"/>
          <p14:tracePt t="104366" x="4194175" y="4332288"/>
          <p14:tracePt t="104383" x="4230688" y="4332288"/>
          <p14:tracePt t="104400" x="4275138" y="4340225"/>
          <p14:tracePt t="104417" x="4310063" y="4354513"/>
          <p14:tracePt t="104433" x="4354513" y="4354513"/>
          <p14:tracePt t="104440" x="4383088" y="4368800"/>
          <p14:tracePt t="104450" x="4405313" y="4376738"/>
          <p14:tracePt t="104467" x="4433888" y="4383088"/>
          <p14:tracePt t="104484" x="4470400" y="4405313"/>
          <p14:tracePt t="104501" x="4484688" y="4411663"/>
          <p14:tracePt t="104518" x="4513263" y="4427538"/>
          <p14:tracePt t="104536" x="4521200" y="4427538"/>
          <p14:tracePt t="104550" x="4535488" y="4433888"/>
          <p14:tracePt t="104567" x="4535488" y="4441825"/>
          <p14:tracePt t="104601" x="4543425" y="4441825"/>
          <p14:tracePt t="104619" x="4543425" y="4448175"/>
          <p14:tracePt t="104642" x="4543425" y="4456113"/>
          <p14:tracePt t="104667" x="4543425" y="4470400"/>
          <p14:tracePt t="104674" x="4535488" y="4484688"/>
          <p14:tracePt t="104684" x="4535488" y="4492625"/>
          <p14:tracePt t="104701" x="4529138" y="4498975"/>
          <p14:tracePt t="104718" x="4506913" y="4521200"/>
          <p14:tracePt t="104735" x="4498975" y="4529138"/>
          <p14:tracePt t="104750" x="4492625" y="4529138"/>
          <p14:tracePt t="104827" x="4484688" y="4529138"/>
          <p14:tracePt t="108283" x="4470400" y="4529138"/>
          <p14:tracePt t="108297" x="4462463" y="4529138"/>
          <p14:tracePt t="108306" x="4448175" y="4529138"/>
          <p14:tracePt t="108318" x="4433888" y="4529138"/>
          <p14:tracePt t="108334" x="4405313" y="4529138"/>
          <p14:tracePt t="108351" x="4360863" y="4529138"/>
          <p14:tracePt t="108368" x="4275138" y="4529138"/>
          <p14:tracePt t="108384" x="4194175" y="4529138"/>
          <p14:tracePt t="108403" x="4106863" y="4529138"/>
          <p14:tracePt t="108418" x="4041775" y="4529138"/>
          <p14:tracePt t="108435" x="3990975" y="4529138"/>
          <p14:tracePt t="108442" x="3976688" y="4543425"/>
          <p14:tracePt t="108451" x="3970338" y="4543425"/>
          <p14:tracePt t="108468" x="3962400" y="4543425"/>
          <p14:tracePt t="110704" x="3962400" y="4549775"/>
          <p14:tracePt t="110710" x="3962400" y="4557713"/>
          <p14:tracePt t="110719" x="3970338" y="4572000"/>
          <p14:tracePt t="110735" x="4013200" y="4608513"/>
          <p14:tracePt t="110752" x="4100513" y="4681538"/>
          <p14:tracePt t="110768" x="4244975" y="4803775"/>
          <p14:tracePt t="110785" x="4368800" y="4905375"/>
          <p14:tracePt t="110802" x="4506913" y="5000625"/>
          <p14:tracePt t="110818" x="4651375" y="5087938"/>
          <p14:tracePt t="110835" x="4767263" y="5159375"/>
          <p14:tracePt t="110852" x="4854575" y="5218113"/>
          <p14:tracePt t="110869" x="4964113" y="5291138"/>
          <p14:tracePt t="110885" x="5043488" y="5356225"/>
          <p14:tracePt t="110902" x="5102225" y="5407025"/>
          <p14:tracePt t="110919" x="5130800" y="5449888"/>
          <p14:tracePt t="110935" x="5145088" y="5500688"/>
          <p14:tracePt t="110952" x="5145088" y="5537200"/>
          <p14:tracePt t="110968" x="5153025" y="5573713"/>
          <p14:tracePt t="110985" x="5153025" y="5616575"/>
          <p14:tracePt t="111002" x="5153025" y="5661025"/>
          <p14:tracePt t="111018" x="5145088" y="5703888"/>
          <p14:tracePt t="111035" x="5102225" y="5754688"/>
          <p14:tracePt t="111052" x="5065713" y="5791200"/>
          <p14:tracePt t="111069" x="4986338" y="5864225"/>
          <p14:tracePt t="111085" x="4891088" y="5915025"/>
          <p14:tracePt t="111102" x="4760913" y="5972175"/>
          <p14:tracePt t="111119" x="4614863" y="6030913"/>
          <p14:tracePt t="111135" x="4484688" y="6073775"/>
          <p14:tracePt t="111152" x="4391025" y="6103938"/>
          <p14:tracePt t="111169" x="4289425" y="6132513"/>
          <p14:tracePt t="111185" x="4187825" y="6154738"/>
          <p14:tracePt t="111202" x="4092575" y="6169025"/>
          <p14:tracePt t="111219" x="3970338" y="6175375"/>
          <p14:tracePt t="111235" x="3846513" y="6189663"/>
          <p14:tracePt t="111252" x="3759200" y="6189663"/>
          <p14:tracePt t="111269" x="3649663" y="6189663"/>
          <p14:tracePt t="111285" x="3598863" y="6189663"/>
          <p14:tracePt t="111302" x="3548063" y="6189663"/>
          <p14:tracePt t="111319" x="3505200" y="6189663"/>
          <p14:tracePt t="111335" x="3468688" y="6189663"/>
          <p14:tracePt t="111352" x="3440113" y="6189663"/>
          <p14:tracePt t="111369" x="3389313" y="6183313"/>
          <p14:tracePt t="111386" x="3330575" y="6161088"/>
          <p14:tracePt t="111402" x="3265488" y="6146800"/>
          <p14:tracePt t="111419" x="3228975" y="6124575"/>
          <p14:tracePt t="111436" x="3178175" y="6103938"/>
          <p14:tracePt t="111441" x="3157538" y="6096000"/>
          <p14:tracePt t="111455" x="3098800" y="6067425"/>
          <p14:tracePt t="111470" x="3040063" y="6030913"/>
          <p14:tracePt t="111486" x="2989263" y="6002338"/>
          <p14:tracePt t="111502" x="2954338" y="5965825"/>
          <p14:tracePt t="111519" x="2917825" y="5915025"/>
          <p14:tracePt t="111536" x="2873375" y="5856288"/>
          <p14:tracePt t="111552" x="2852738" y="5813425"/>
          <p14:tracePt t="111569" x="2822575" y="5762625"/>
          <p14:tracePt t="111586" x="2822575" y="5726113"/>
          <p14:tracePt t="111603" x="2822575" y="5681663"/>
          <p14:tracePt t="111619" x="2822575" y="5616575"/>
          <p14:tracePt t="111636" x="2822575" y="5565775"/>
          <p14:tracePt t="111655" x="2873375" y="5472113"/>
          <p14:tracePt t="111670" x="2909888" y="5413375"/>
          <p14:tracePt t="111686" x="2946400" y="5370513"/>
          <p14:tracePt t="111703" x="2982913" y="5341938"/>
          <p14:tracePt t="111719" x="3005138" y="5319713"/>
          <p14:tracePt t="111736" x="3040063" y="5305425"/>
          <p14:tracePt t="111753" x="3062288" y="5291138"/>
          <p14:tracePt t="111769" x="3098800" y="5283200"/>
          <p14:tracePt t="111786" x="3127375" y="5283200"/>
          <p14:tracePt t="111803" x="3171825" y="5283200"/>
          <p14:tracePt t="111819" x="3222625" y="5283200"/>
          <p14:tracePt t="111836" x="3279775" y="5283200"/>
          <p14:tracePt t="111853" x="3352800" y="5283200"/>
          <p14:tracePt t="111870" x="3403600" y="5283200"/>
          <p14:tracePt t="111886" x="3476625" y="5283200"/>
          <p14:tracePt t="111904" x="3519488" y="5297488"/>
          <p14:tracePt t="111919" x="3548063" y="5305425"/>
          <p14:tracePt t="111936" x="3570288" y="5326063"/>
          <p14:tracePt t="111943" x="3584575" y="5326063"/>
          <p14:tracePt t="111953" x="3598863" y="5341938"/>
          <p14:tracePt t="111969" x="3657600" y="5384800"/>
          <p14:tracePt t="111986" x="3722688" y="5449888"/>
          <p14:tracePt t="112003" x="3759200" y="5478463"/>
          <p14:tracePt t="112019" x="3802063" y="5514975"/>
          <p14:tracePt t="112036" x="3817938" y="5529263"/>
          <p14:tracePt t="112054" x="3824288" y="5559425"/>
          <p14:tracePt t="112070" x="3824288" y="5610225"/>
          <p14:tracePt t="112086" x="3832225" y="5675313"/>
          <p14:tracePt t="112103" x="3832225" y="5732463"/>
          <p14:tracePt t="112119" x="3824288" y="5805488"/>
          <p14:tracePt t="112136" x="3817938" y="5856288"/>
          <p14:tracePt t="112153" x="3802063" y="5892800"/>
          <p14:tracePt t="112169" x="3787775" y="5915025"/>
          <p14:tracePt t="112186" x="3767138" y="5951538"/>
          <p14:tracePt t="112205" x="3730625" y="5986463"/>
          <p14:tracePt t="112219" x="3708400" y="6016625"/>
          <p14:tracePt t="112236" x="3686175" y="6037263"/>
          <p14:tracePt t="112254" x="3635375" y="6059488"/>
          <p14:tracePt t="112269" x="3621088" y="6067425"/>
          <p14:tracePt t="112286" x="3578225" y="6081713"/>
          <p14:tracePt t="112303" x="3548063" y="6088063"/>
          <p14:tracePt t="112320" x="3505200" y="6103938"/>
          <p14:tracePt t="112336" x="3468688" y="6110288"/>
          <p14:tracePt t="112353" x="3446463" y="6110288"/>
          <p14:tracePt t="112369" x="3417888" y="6110288"/>
          <p14:tracePt t="112387" x="3403600" y="6110288"/>
          <p14:tracePt t="112402" x="3375025" y="6110288"/>
          <p14:tracePt t="112419" x="3352800" y="6096000"/>
          <p14:tracePt t="112436" x="3316288" y="6088063"/>
          <p14:tracePt t="112441" x="3302000" y="6073775"/>
          <p14:tracePt t="112453" x="3287713" y="6073775"/>
          <p14:tracePt t="112470" x="3259138" y="6045200"/>
          <p14:tracePt t="112486" x="3228975" y="6030913"/>
          <p14:tracePt t="112503" x="3208338" y="6008688"/>
          <p14:tracePt t="112519" x="3200400" y="5986463"/>
          <p14:tracePt t="112536" x="3178175" y="5965825"/>
          <p14:tracePt t="112552" x="3157538" y="5929313"/>
          <p14:tracePt t="112569" x="3141663" y="5870575"/>
          <p14:tracePt t="112586" x="3121025" y="5834063"/>
          <p14:tracePt t="112602" x="3106738" y="5791200"/>
          <p14:tracePt t="112619" x="3098800" y="5754688"/>
          <p14:tracePt t="112636" x="3098800" y="5726113"/>
          <p14:tracePt t="112654" x="3098800" y="5675313"/>
          <p14:tracePt t="112669" x="3098800" y="5638800"/>
          <p14:tracePt t="112686" x="3113088" y="5610225"/>
          <p14:tracePt t="112703" x="3157538" y="5551488"/>
          <p14:tracePt t="112719" x="3192463" y="5514975"/>
          <p14:tracePt t="112736" x="3243263" y="5472113"/>
          <p14:tracePt t="112753" x="3294063" y="5443538"/>
          <p14:tracePt t="112769" x="3360738" y="5407025"/>
          <p14:tracePt t="112786" x="3395663" y="5399088"/>
          <p14:tracePt t="112803" x="3432175" y="5376863"/>
          <p14:tracePt t="112819" x="3476625" y="5376863"/>
          <p14:tracePt t="112836" x="3519488" y="5376863"/>
          <p14:tracePt t="112853" x="3606800" y="5376863"/>
          <p14:tracePt t="112869" x="3671888" y="5376863"/>
          <p14:tracePt t="112886" x="3736975" y="5384800"/>
          <p14:tracePt t="112904" x="3767138" y="5392738"/>
          <p14:tracePt t="112919" x="3787775" y="5392738"/>
          <p14:tracePt t="112936" x="3795713" y="5407025"/>
          <p14:tracePt t="112952" x="3795713" y="5427663"/>
          <p14:tracePt t="112969" x="3795713" y="5472113"/>
          <p14:tracePt t="112986" x="3795713" y="5514975"/>
          <p14:tracePt t="113003" x="3795713" y="5565775"/>
          <p14:tracePt t="113019" x="3787775" y="5624513"/>
          <p14:tracePt t="113036" x="3773488" y="5638800"/>
          <p14:tracePt t="113053" x="3759200" y="5681663"/>
          <p14:tracePt t="113069" x="3744913" y="5697538"/>
          <p14:tracePt t="113086" x="3736975" y="5726113"/>
          <p14:tracePt t="113120" x="3736975" y="5740400"/>
          <p14:tracePt t="113136" x="3736975" y="5748338"/>
          <p14:tracePt t="113169" x="3736975" y="5754688"/>
          <p14:tracePt t="113186" x="3736975" y="5768975"/>
          <p14:tracePt t="113219" x="3736975" y="5783263"/>
          <p14:tracePt t="113236" x="3744913" y="5791200"/>
          <p14:tracePt t="113253" x="3751263" y="5799138"/>
          <p14:tracePt t="113269" x="3773488" y="5799138"/>
          <p14:tracePt t="113286" x="3787775" y="5799138"/>
          <p14:tracePt t="113303" x="3802063" y="5799138"/>
          <p14:tracePt t="113319" x="3817938" y="5799138"/>
          <p14:tracePt t="113353" x="3832225" y="5799138"/>
          <p14:tracePt t="113369" x="3838575" y="5783263"/>
          <p14:tracePt t="113386" x="3838575" y="5776913"/>
          <p14:tracePt t="113403" x="3852863" y="5754688"/>
          <p14:tracePt t="113420" x="3860800" y="5732463"/>
          <p14:tracePt t="113436" x="3868738" y="5711825"/>
          <p14:tracePt t="113439" x="3868738" y="5697538"/>
          <p14:tracePt t="113453" x="3868738" y="5681663"/>
          <p14:tracePt t="113469" x="3868738" y="5653088"/>
          <p14:tracePt t="113486" x="3868738" y="5646738"/>
          <p14:tracePt t="113504" x="3868738" y="5630863"/>
          <p14:tracePt t="113519" x="3868738" y="5624513"/>
          <p14:tracePt t="113536" x="3868738" y="5616575"/>
          <p14:tracePt t="113553" x="3852863" y="5602288"/>
          <p14:tracePt t="113569" x="3846513" y="5595938"/>
          <p14:tracePt t="113586" x="3832225" y="5580063"/>
          <p14:tracePt t="113603" x="3824288" y="5573713"/>
          <p14:tracePt t="113620" x="3824288" y="5565775"/>
          <p14:tracePt t="113636" x="3817938" y="5565775"/>
          <p14:tracePt t="113653" x="3802063" y="5559425"/>
          <p14:tracePt t="113670" x="3795713" y="5551488"/>
          <p14:tracePt t="113686" x="3781425" y="5545138"/>
          <p14:tracePt t="114115" x="3781425" y="5565775"/>
          <p14:tracePt t="114122" x="3787775" y="5573713"/>
          <p14:tracePt t="114137" x="3810000" y="5616575"/>
          <p14:tracePt t="114155" x="3832225" y="5661025"/>
          <p14:tracePt t="114170" x="3838575" y="5703888"/>
          <p14:tracePt t="114187" x="3846513" y="5740400"/>
          <p14:tracePt t="114203" x="3860800" y="5768975"/>
          <p14:tracePt t="114220" x="3868738" y="5805488"/>
          <p14:tracePt t="114238" x="3875088" y="5819775"/>
          <p14:tracePt t="114255" x="3889375" y="5834063"/>
          <p14:tracePt t="114306" x="3897313" y="5834063"/>
          <p14:tracePt t="114314" x="3903663" y="5834063"/>
          <p14:tracePt t="114321" x="3911600" y="5834063"/>
          <p14:tracePt t="114337" x="3925888" y="5834063"/>
          <p14:tracePt t="114354" x="3933825" y="5813425"/>
          <p14:tracePt t="114370" x="3948113" y="5783263"/>
          <p14:tracePt t="114386" x="3948113" y="5768975"/>
          <p14:tracePt t="114405" x="3948113" y="5762625"/>
          <p14:tracePt t="114420" x="3948113" y="5754688"/>
          <p14:tracePt t="114449" x="3948113" y="5748338"/>
          <p14:tracePt t="114521" x="3948113" y="5762625"/>
          <p14:tracePt t="114531" x="3940175" y="5768975"/>
          <p14:tracePt t="114539" x="3933825" y="5776913"/>
          <p14:tracePt t="114553" x="3925888" y="5783263"/>
          <p14:tracePt t="114666" x="3933825" y="5791200"/>
          <p14:tracePt t="114674" x="3948113" y="5791200"/>
          <p14:tracePt t="114687" x="4005263" y="5768975"/>
          <p14:tracePt t="114704" x="4086225" y="5748338"/>
          <p14:tracePt t="114720" x="4137025" y="5740400"/>
          <p14:tracePt t="114737" x="4165600" y="5740400"/>
          <p14:tracePt t="114754" x="4179888" y="5740400"/>
          <p14:tracePt t="114770" x="4194175" y="5740400"/>
          <p14:tracePt t="114787" x="4216400" y="5740400"/>
          <p14:tracePt t="114804" x="4267200" y="5754688"/>
          <p14:tracePt t="114820" x="4340225" y="5768975"/>
          <p14:tracePt t="114838" x="4433888" y="5799138"/>
          <p14:tracePt t="114853" x="4456113" y="5799138"/>
          <p14:tracePt t="114871" x="4470400" y="5799138"/>
          <p14:tracePt t="114887" x="4484688" y="5799138"/>
          <p14:tracePt t="114904" x="4506913" y="5799138"/>
          <p14:tracePt t="114920" x="4529138" y="5791200"/>
          <p14:tracePt t="114937" x="4549775" y="5776913"/>
          <p14:tracePt t="114945" x="4557713" y="5776913"/>
          <p14:tracePt t="114955" x="4564063" y="5768975"/>
          <p14:tracePt t="115002" x="4572000" y="5768975"/>
          <p14:tracePt t="115019" x="4579938" y="5768975"/>
          <p14:tracePt t="115035" x="4586288" y="5768975"/>
          <p14:tracePt t="115043" x="4594225" y="5768975"/>
          <p14:tracePt t="115053" x="4600575" y="5768975"/>
          <p14:tracePt t="115070" x="4608513" y="5768975"/>
          <p14:tracePt t="115087" x="4630738" y="5776913"/>
          <p14:tracePt t="115103" x="4637088" y="5791200"/>
          <p14:tracePt t="115120" x="4645025" y="5791200"/>
          <p14:tracePt t="115137" x="4665663" y="5799138"/>
          <p14:tracePt t="115156" x="4687888" y="5799138"/>
          <p14:tracePt t="115170" x="4716463" y="5805488"/>
          <p14:tracePt t="115187" x="4746625" y="5805488"/>
          <p14:tracePt t="115204" x="4775200" y="5805488"/>
          <p14:tracePt t="115221" x="4854575" y="5805488"/>
          <p14:tracePt t="115237" x="4891088" y="5783263"/>
          <p14:tracePt t="115253" x="4913313" y="5768975"/>
          <p14:tracePt t="115270" x="4919663" y="5754688"/>
          <p14:tracePt t="115287" x="4919663" y="5740400"/>
          <p14:tracePt t="115304" x="4919663" y="5711825"/>
          <p14:tracePt t="115320" x="4919663" y="5689600"/>
          <p14:tracePt t="115337" x="4919663" y="5661025"/>
          <p14:tracePt t="115354" x="4919663" y="5646738"/>
          <p14:tracePt t="115371" x="4919663" y="5638800"/>
          <p14:tracePt t="115417" x="4919663" y="5630863"/>
          <p14:tracePt t="115441" x="4913313" y="5630863"/>
          <p14:tracePt t="115449" x="4905375" y="5630863"/>
          <p14:tracePt t="115459" x="4891088" y="5630863"/>
          <p14:tracePt t="115470" x="4868863" y="5630863"/>
          <p14:tracePt t="115487" x="4826000" y="5653088"/>
          <p14:tracePt t="115503" x="4803775" y="5681663"/>
          <p14:tracePt t="115520" x="4767263" y="5711825"/>
          <p14:tracePt t="115537" x="4746625" y="5732463"/>
          <p14:tracePt t="115553" x="4732338" y="5768975"/>
          <p14:tracePt t="115570" x="4724400" y="5791200"/>
          <p14:tracePt t="115587" x="4724400" y="5805488"/>
          <p14:tracePt t="115603" x="4724400" y="5819775"/>
          <p14:tracePt t="115620" x="4724400" y="5834063"/>
          <p14:tracePt t="115637" x="4732338" y="5849938"/>
          <p14:tracePt t="115653" x="4746625" y="5864225"/>
          <p14:tracePt t="115670" x="4783138" y="5870575"/>
          <p14:tracePt t="115687" x="4840288" y="5870575"/>
          <p14:tracePt t="115703" x="4891088" y="5870575"/>
          <p14:tracePt t="115720" x="4919663" y="5870575"/>
          <p14:tracePt t="115737" x="4935538" y="5870575"/>
          <p14:tracePt t="115753" x="4956175" y="5864225"/>
          <p14:tracePt t="115770" x="4970463" y="5856288"/>
          <p14:tracePt t="115787" x="4992688" y="5842000"/>
          <p14:tracePt t="115803" x="5006975" y="5827713"/>
          <p14:tracePt t="115856" x="5014913" y="5827713"/>
          <p14:tracePt t="115863" x="5021263" y="5834063"/>
          <p14:tracePt t="115872" x="5037138" y="5849938"/>
          <p14:tracePt t="115887" x="5094288" y="5892800"/>
          <p14:tracePt t="115905" x="5138738" y="5929313"/>
          <p14:tracePt t="115920" x="5173663" y="5957888"/>
          <p14:tracePt t="115937" x="5189538" y="5972175"/>
          <p14:tracePt t="115941" x="5195888" y="5980113"/>
          <p14:tracePt t="115970" x="5203825" y="5986463"/>
          <p14:tracePt t="115987" x="5210175" y="5994400"/>
          <p14:tracePt t="116031" x="5218113" y="5994400"/>
          <p14:tracePt t="116047" x="5224463" y="5994400"/>
          <p14:tracePt t="116072" x="5232400" y="5994400"/>
          <p14:tracePt t="116416" x="5218113" y="5994400"/>
          <p14:tracePt t="116431" x="5210175" y="5994400"/>
          <p14:tracePt t="116439" x="5195888" y="5994400"/>
          <p14:tracePt t="116455" x="5173663" y="5994400"/>
          <p14:tracePt t="116463" x="5167313" y="5994400"/>
          <p14:tracePt t="116471" x="5159375" y="5994400"/>
          <p14:tracePt t="116487" x="5138738" y="5994400"/>
          <p14:tracePt t="116504" x="5094288" y="5994400"/>
          <p14:tracePt t="116520" x="5037138" y="5994400"/>
          <p14:tracePt t="116537" x="4978400" y="6008688"/>
          <p14:tracePt t="116554" x="4927600" y="6016625"/>
          <p14:tracePt t="116571" x="4848225" y="6016625"/>
          <p14:tracePt t="116587" x="4775200" y="6016625"/>
          <p14:tracePt t="116604" x="4710113" y="6016625"/>
          <p14:tracePt t="116620" x="4651375" y="6016625"/>
          <p14:tracePt t="116637" x="4594225" y="6016625"/>
          <p14:tracePt t="116654" x="4572000" y="6016625"/>
          <p14:tracePt t="116670" x="4549775" y="6016625"/>
          <p14:tracePt t="116687" x="4529138" y="6016625"/>
          <p14:tracePt t="116704" x="4513263" y="6016625"/>
          <p14:tracePt t="116720" x="4492625" y="6016625"/>
          <p14:tracePt t="116737" x="4478338" y="6016625"/>
          <p14:tracePt t="116754" x="4456113" y="6016625"/>
          <p14:tracePt t="116770" x="4427538" y="6016625"/>
          <p14:tracePt t="116787" x="4391025" y="6016625"/>
          <p14:tracePt t="116804" x="4346575" y="6016625"/>
          <p14:tracePt t="116821" x="4275138" y="6016625"/>
          <p14:tracePt t="116837" x="4238625" y="6016625"/>
          <p14:tracePt t="116854" x="4194175" y="6016625"/>
          <p14:tracePt t="116871" x="4165600" y="6016625"/>
          <p14:tracePt t="116887" x="4129088" y="6016625"/>
          <p14:tracePt t="116904" x="4086225" y="6016625"/>
          <p14:tracePt t="116921" x="4035425" y="6016625"/>
          <p14:tracePt t="116937" x="3962400" y="6016625"/>
          <p14:tracePt t="116941" x="3925888" y="6016625"/>
          <p14:tracePt t="116954" x="3897313" y="6016625"/>
          <p14:tracePt t="116971" x="3832225" y="6016625"/>
          <p14:tracePt t="116987" x="3795713" y="6016625"/>
          <p14:tracePt t="117004" x="3781425" y="6016625"/>
          <p14:tracePt t="117021" x="3773488" y="6016625"/>
          <p14:tracePt t="117531" x="3767138" y="6016625"/>
          <p14:tracePt t="117538" x="3751263" y="6016625"/>
          <p14:tracePt t="117547" x="3736975" y="6016625"/>
          <p14:tracePt t="117554" x="3708400" y="6016625"/>
          <p14:tracePt t="117571" x="3657600" y="6016625"/>
          <p14:tracePt t="117587" x="3635375" y="6008688"/>
          <p14:tracePt t="117604" x="3614738" y="6008688"/>
          <p14:tracePt t="117623" x="3598863" y="5994400"/>
          <p14:tracePt t="117639" x="3584575" y="5980113"/>
          <p14:tracePt t="117655" x="3563938" y="5972175"/>
          <p14:tracePt t="117671" x="3533775" y="5951538"/>
          <p14:tracePt t="117688" x="3513138" y="5929313"/>
          <p14:tracePt t="117704" x="3476625" y="5907088"/>
          <p14:tracePt t="117721" x="3440113" y="5884863"/>
          <p14:tracePt t="117738" x="3417888" y="5878513"/>
          <p14:tracePt t="117754" x="3389313" y="5870575"/>
          <p14:tracePt t="118028" x="3381375" y="5864225"/>
          <p14:tracePt t="118058" x="3375025" y="5864225"/>
          <p14:tracePt t="118065" x="3352800" y="5864225"/>
          <p14:tracePt t="118081" x="3330575" y="5856288"/>
          <p14:tracePt t="118091" x="3324225" y="5856288"/>
          <p14:tracePt t="118105" x="3294063" y="5856288"/>
          <p14:tracePt t="118121" x="3273425" y="5856288"/>
          <p14:tracePt t="118138" x="3259138" y="5856288"/>
          <p14:tracePt t="118157" x="3236913" y="5849938"/>
          <p14:tracePt t="118171" x="3222625" y="5849938"/>
          <p14:tracePt t="118188" x="3214688" y="5842000"/>
          <p14:tracePt t="118205" x="3200400" y="5842000"/>
          <p14:tracePt t="118221" x="3192463" y="5842000"/>
          <p14:tracePt t="118241" x="3186113" y="5842000"/>
          <p14:tracePt t="118258" x="3171825" y="5842000"/>
          <p14:tracePt t="118274" x="3163888" y="5842000"/>
          <p14:tracePt t="118288" x="3141663" y="5849938"/>
          <p14:tracePt t="118305" x="3135313" y="5856288"/>
          <p14:tracePt t="118321" x="3127375" y="5864225"/>
          <p14:tracePt t="118340" x="3121025" y="5864225"/>
          <p14:tracePt t="118355" x="3113088" y="5870575"/>
          <p14:tracePt t="118372" x="3098800" y="5884863"/>
          <p14:tracePt t="118388" x="3098800" y="5892800"/>
          <p14:tracePt t="118405" x="3098800" y="5900738"/>
          <p14:tracePt t="118422" x="3098800" y="5915025"/>
          <p14:tracePt t="118438" x="3098800" y="5921375"/>
          <p14:tracePt t="118454" x="3098800" y="5935663"/>
          <p14:tracePt t="118471" x="3113088" y="5951538"/>
          <p14:tracePt t="118488" x="3135313" y="5951538"/>
          <p14:tracePt t="118504" x="3149600" y="5965825"/>
          <p14:tracePt t="118521" x="3163888" y="5972175"/>
          <p14:tracePt t="118538" x="3178175" y="5980113"/>
          <p14:tracePt t="118555" x="3186113" y="5980113"/>
          <p14:tracePt t="118571" x="3214688" y="5986463"/>
          <p14:tracePt t="118588" x="3222625" y="5986463"/>
          <p14:tracePt t="118605" x="3259138" y="5986463"/>
          <p14:tracePt t="118622" x="3302000" y="5986463"/>
          <p14:tracePt t="118638" x="3324225" y="5986463"/>
          <p14:tracePt t="118655" x="3344863" y="5986463"/>
          <p14:tracePt t="118672" x="3360738" y="5986463"/>
          <p14:tracePt t="118688" x="3381375" y="5980113"/>
          <p14:tracePt t="118705" x="3403600" y="5972175"/>
          <p14:tracePt t="118721" x="3440113" y="5957888"/>
          <p14:tracePt t="118738" x="3476625" y="5957888"/>
          <p14:tracePt t="118755" x="3505200" y="5943600"/>
          <p14:tracePt t="118771" x="3527425" y="5935663"/>
          <p14:tracePt t="118788" x="3541713" y="5929313"/>
          <p14:tracePt t="118805" x="3563938" y="5915025"/>
          <p14:tracePt t="118822" x="3584575" y="5907088"/>
          <p14:tracePt t="118838" x="3614738" y="5884863"/>
          <p14:tracePt t="118855" x="3635375" y="5870575"/>
          <p14:tracePt t="118871" x="3665538" y="5849938"/>
          <p14:tracePt t="118888" x="3671888" y="5842000"/>
          <p14:tracePt t="118906" x="3686175" y="5813425"/>
          <p14:tracePt t="118921" x="3694113" y="5799138"/>
          <p14:tracePt t="118938" x="3708400" y="5768975"/>
          <p14:tracePt t="118946" x="3716338" y="5762625"/>
          <p14:tracePt t="118954" x="3722688" y="5740400"/>
          <p14:tracePt t="118971" x="3744913" y="5703888"/>
          <p14:tracePt t="118989" x="3751263" y="5675313"/>
          <p14:tracePt t="119005" x="3751263" y="5653088"/>
          <p14:tracePt t="119021" x="3751263" y="5610225"/>
          <p14:tracePt t="119038" x="3751263" y="5573713"/>
          <p14:tracePt t="119055" x="3751263" y="5537200"/>
          <p14:tracePt t="119072" x="3751263" y="5514975"/>
          <p14:tracePt t="119088" x="3751263" y="5500688"/>
          <p14:tracePt t="119105" x="3744913" y="5472113"/>
          <p14:tracePt t="119122" x="3730625" y="5457825"/>
          <p14:tracePt t="119138" x="3716338" y="5427663"/>
          <p14:tracePt t="119156" x="3700463" y="5413375"/>
          <p14:tracePt t="119171" x="3679825" y="5399088"/>
          <p14:tracePt t="119188" x="3643313" y="5392738"/>
          <p14:tracePt t="119205" x="3592513" y="5392738"/>
          <p14:tracePt t="119223" x="3548063" y="5392738"/>
          <p14:tracePt t="119238" x="3505200" y="5392738"/>
          <p14:tracePt t="119255" x="3462338" y="5407025"/>
          <p14:tracePt t="119271" x="3425825" y="5421313"/>
          <p14:tracePt t="119288" x="3389313" y="5443538"/>
          <p14:tracePt t="119305" x="3367088" y="5457825"/>
          <p14:tracePt t="119322" x="3344863" y="5478463"/>
          <p14:tracePt t="119338" x="3330575" y="5508625"/>
          <p14:tracePt t="119355" x="3309938" y="5529263"/>
          <p14:tracePt t="119371" x="3279775" y="5580063"/>
          <p14:tracePt t="119388" x="3259138" y="5616575"/>
          <p14:tracePt t="119406" x="3228975" y="5689600"/>
          <p14:tracePt t="119422" x="3214688" y="5740400"/>
          <p14:tracePt t="119438" x="3200400" y="5776913"/>
          <p14:tracePt t="119455" x="3192463" y="5819775"/>
          <p14:tracePt t="119472" x="3192463" y="5849938"/>
          <p14:tracePt t="119488" x="3192463" y="5870575"/>
          <p14:tracePt t="119505" x="3208338" y="5900738"/>
          <p14:tracePt t="119521" x="3228975" y="5915025"/>
          <p14:tracePt t="119538" x="3273425" y="5951538"/>
          <p14:tracePt t="119555" x="3338513" y="5980113"/>
          <p14:tracePt t="119571" x="3446463" y="6016625"/>
          <p14:tracePt t="119588" x="3533775" y="6045200"/>
          <p14:tracePt t="119605" x="3694113" y="6073775"/>
          <p14:tracePt t="119622" x="3787775" y="6073775"/>
          <p14:tracePt t="119638" x="3875088" y="6073775"/>
          <p14:tracePt t="119656" x="3933825" y="6073775"/>
          <p14:tracePt t="119673" x="3970338" y="6073775"/>
          <p14:tracePt t="119688" x="4005263" y="6053138"/>
          <p14:tracePt t="119705" x="4021138" y="6030913"/>
          <p14:tracePt t="119722" x="4027488" y="5994400"/>
          <p14:tracePt t="119738" x="4027488" y="5929313"/>
          <p14:tracePt t="119755" x="4027488" y="5864225"/>
          <p14:tracePt t="119772" x="4021138" y="5799138"/>
          <p14:tracePt t="119789" x="3970338" y="5711825"/>
          <p14:tracePt t="119805" x="3897313" y="5646738"/>
          <p14:tracePt t="119822" x="3759200" y="5580063"/>
          <p14:tracePt t="119839" x="3649663" y="5551488"/>
          <p14:tracePt t="119855" x="3548063" y="5545138"/>
          <p14:tracePt t="119873" x="3462338" y="5545138"/>
          <p14:tracePt t="119889" x="3338513" y="5545138"/>
          <p14:tracePt t="119905" x="3214688" y="5580063"/>
          <p14:tracePt t="119922" x="3055938" y="5616575"/>
          <p14:tracePt t="119939" x="2903538" y="5646738"/>
          <p14:tracePt t="119946" x="2859088" y="5667375"/>
          <p14:tracePt t="119955" x="2786063" y="5681663"/>
          <p14:tracePt t="119972" x="2720975" y="5703888"/>
          <p14:tracePt t="119989" x="2655888" y="5726113"/>
          <p14:tracePt t="120006" x="2562225" y="5748338"/>
          <p14:tracePt t="120022" x="2497138" y="5768975"/>
          <p14:tracePt t="120038" x="2466975" y="5776913"/>
          <p14:tracePt t="120055" x="2438400" y="5776913"/>
          <p14:tracePt t="120072" x="2424113" y="5783263"/>
          <p14:tracePt t="120105" x="2416175" y="5783263"/>
          <p14:tracePt t="120123" x="2409825" y="5783263"/>
          <p14:tracePt t="120145" x="2401888" y="5783263"/>
          <p14:tracePt t="120250" x="2395538" y="5783263"/>
          <p14:tracePt t="120257" x="2395538" y="5776913"/>
          <p14:tracePt t="120266" x="2395538" y="5768975"/>
          <p14:tracePt t="120274" x="2395538" y="5754688"/>
          <p14:tracePt t="120288" x="2395538" y="5732463"/>
          <p14:tracePt t="120305" x="2373313" y="5689600"/>
          <p14:tracePt t="120322" x="2373313" y="5667375"/>
          <p14:tracePt t="120338" x="2365375" y="5630863"/>
          <p14:tracePt t="120356" x="2344738" y="5602288"/>
          <p14:tracePt t="120372" x="2314575" y="5565775"/>
          <p14:tracePt t="120389" x="2293938" y="5545138"/>
          <p14:tracePt t="120405" x="2243138" y="5508625"/>
          <p14:tracePt t="120422" x="2170113" y="5472113"/>
          <p14:tracePt t="120439" x="2111375" y="5464175"/>
          <p14:tracePt t="120455" x="2060575" y="5443538"/>
          <p14:tracePt t="120472" x="2009775" y="5435600"/>
          <p14:tracePt t="120488" x="1938338" y="5435600"/>
          <p14:tracePt t="120505" x="1879600" y="5435600"/>
          <p14:tracePt t="120522" x="1806575" y="5435600"/>
          <p14:tracePt t="120538" x="1755775" y="5435600"/>
          <p14:tracePt t="120555" x="1719263" y="5435600"/>
          <p14:tracePt t="120574" x="1676400" y="5435600"/>
          <p14:tracePt t="120589" x="1647825" y="5435600"/>
          <p14:tracePt t="120606" x="1589088" y="5464175"/>
          <p14:tracePt t="120624" x="1560513" y="5486400"/>
          <p14:tracePt t="120639" x="1509713" y="5514975"/>
          <p14:tracePt t="120655" x="1481138" y="5545138"/>
          <p14:tracePt t="120672" x="1458913" y="5565775"/>
          <p14:tracePt t="120689" x="1444625" y="5580063"/>
          <p14:tracePt t="120705" x="1436688" y="5610225"/>
          <p14:tracePt t="120722" x="1414463" y="5646738"/>
          <p14:tracePt t="120738" x="1414463" y="5667375"/>
          <p14:tracePt t="120756" x="1408113" y="5703888"/>
          <p14:tracePt t="120773" x="1408113" y="5726113"/>
          <p14:tracePt t="120790" x="1408113" y="5748338"/>
          <p14:tracePt t="120806" x="1408113" y="5762625"/>
          <p14:tracePt t="120823" x="1430338" y="5783263"/>
          <p14:tracePt t="120839" x="1458913" y="5799138"/>
          <p14:tracePt t="120855" x="1501775" y="5813425"/>
          <p14:tracePt t="120872" x="1546225" y="5827713"/>
          <p14:tracePt t="120889" x="1597025" y="5842000"/>
          <p14:tracePt t="120905" x="1647825" y="5849938"/>
          <p14:tracePt t="120922" x="1690688" y="5856288"/>
          <p14:tracePt t="120939" x="1719263" y="5856288"/>
          <p14:tracePt t="120946" x="1735138" y="5856288"/>
          <p14:tracePt t="120955" x="1741488" y="5856288"/>
          <p14:tracePt t="120972" x="1755775" y="5856288"/>
          <p14:tracePt t="120989" x="1770063" y="5870575"/>
          <p14:tracePt t="121005" x="1778000" y="5870575"/>
          <p14:tracePt t="121022" x="1800225" y="5870575"/>
          <p14:tracePt t="121039" x="1820863" y="5870575"/>
          <p14:tracePt t="121055" x="1843088" y="5870575"/>
          <p14:tracePt t="121072" x="1865313" y="5870575"/>
          <p14:tracePt t="121089" x="1893888" y="5870575"/>
          <p14:tracePt t="121105" x="1916113" y="5870575"/>
          <p14:tracePt t="121122" x="1930400" y="5870575"/>
          <p14:tracePt t="121139" x="1952625" y="5878513"/>
          <p14:tracePt t="121156" x="1958975" y="5878513"/>
          <p14:tracePt t="121174" x="1981200" y="5878513"/>
          <p14:tracePt t="121190" x="1989138" y="5878513"/>
          <p14:tracePt t="121205" x="1995488" y="5884863"/>
          <p14:tracePt t="121222" x="2003425" y="5884863"/>
          <p14:tracePt t="121258" x="2009775" y="5884863"/>
          <p14:tracePt t="121273" x="2017713" y="5884863"/>
          <p14:tracePt t="121289" x="2024063" y="5884863"/>
          <p14:tracePt t="121305" x="2032000" y="5892800"/>
          <p14:tracePt t="121322" x="2054225" y="5892800"/>
          <p14:tracePt t="121339" x="2082800" y="5900738"/>
          <p14:tracePt t="121355" x="2090738" y="5900738"/>
          <p14:tracePt t="121372" x="2105025" y="5900738"/>
          <p14:tracePt t="121421" x="2111375" y="5900738"/>
          <p14:tracePt t="121445" x="2119313" y="5900738"/>
          <p14:tracePt t="121453" x="2133600" y="5900738"/>
          <p14:tracePt t="121470" x="2141538" y="5900738"/>
          <p14:tracePt t="121486" x="2155825" y="5900738"/>
          <p14:tracePt t="121502" x="2162175" y="5900738"/>
          <p14:tracePt t="121510" x="2184400" y="5900738"/>
          <p14:tracePt t="121526" x="2198688" y="5900738"/>
          <p14:tracePt t="121538" x="2212975" y="5900738"/>
          <p14:tracePt t="121555" x="2243138" y="5900738"/>
          <p14:tracePt t="121572" x="2263775" y="5900738"/>
          <p14:tracePt t="121589" x="2293938" y="5907088"/>
          <p14:tracePt t="121605" x="2314575" y="5907088"/>
          <p14:tracePt t="121622" x="2336800" y="5907088"/>
          <p14:tracePt t="121639" x="2373313" y="5921375"/>
          <p14:tracePt t="121655" x="2409825" y="5921375"/>
          <p14:tracePt t="121672" x="2430463" y="5921375"/>
          <p14:tracePt t="121689" x="2438400" y="5921375"/>
          <p14:tracePt t="121706" x="2452688" y="5921375"/>
          <p14:tracePt t="121723" x="2460625" y="5921375"/>
          <p14:tracePt t="121739" x="2481263" y="5921375"/>
          <p14:tracePt t="121756" x="2497138" y="5921375"/>
          <p14:tracePt t="121772" x="2517775" y="5921375"/>
          <p14:tracePt t="121789" x="2525713" y="5921375"/>
          <p14:tracePt t="121896" x="2532063" y="5921375"/>
          <p14:tracePt t="121938" x="2540000" y="5921375"/>
          <p14:tracePt t="121953" x="2547938" y="5921375"/>
          <p14:tracePt t="121968" x="2554288" y="5921375"/>
          <p14:tracePt t="121985" x="2562225" y="5921375"/>
          <p14:tracePt t="121994" x="2568575" y="5921375"/>
          <p14:tracePt t="122010" x="2576513" y="5915025"/>
          <p14:tracePt t="122022" x="2590800" y="5907088"/>
          <p14:tracePt t="122039" x="2613025" y="5884863"/>
          <p14:tracePt t="122055" x="2627313" y="5864225"/>
          <p14:tracePt t="122074" x="2633663" y="5842000"/>
          <p14:tracePt t="122089" x="2633663" y="5813425"/>
          <p14:tracePt t="122106" x="2633663" y="5776913"/>
          <p14:tracePt t="122123" x="2633663" y="5740400"/>
          <p14:tracePt t="122141" x="2605088" y="5681663"/>
          <p14:tracePt t="122156" x="2582863" y="5667375"/>
          <p14:tracePt t="122172" x="2547938" y="5624513"/>
          <p14:tracePt t="122190" x="2497138" y="5595938"/>
          <p14:tracePt t="122206" x="2424113" y="5551488"/>
          <p14:tracePt t="122223" x="2373313" y="5529263"/>
          <p14:tracePt t="122239" x="2308225" y="5500688"/>
          <p14:tracePt t="122256" x="2278063" y="5494338"/>
          <p14:tracePt t="122273" x="2235200" y="5478463"/>
          <p14:tracePt t="122289" x="2192338" y="5472113"/>
          <p14:tracePt t="122306" x="2162175" y="5472113"/>
          <p14:tracePt t="122322" x="2125663" y="5464175"/>
          <p14:tracePt t="122339" x="2068513" y="5449888"/>
          <p14:tracePt t="122356" x="2032000" y="5449888"/>
          <p14:tracePt t="122374" x="1952625" y="5449888"/>
          <p14:tracePt t="122390" x="1922463" y="5449888"/>
          <p14:tracePt t="122406" x="1871663" y="5449888"/>
          <p14:tracePt t="122423" x="1836738" y="5449888"/>
          <p14:tracePt t="122439" x="1785938" y="5449888"/>
          <p14:tracePt t="122446" x="1763713" y="5449888"/>
          <p14:tracePt t="122456" x="1755775" y="5449888"/>
          <p14:tracePt t="122473" x="1727200" y="5449888"/>
          <p14:tracePt t="122489" x="1712913" y="5449888"/>
          <p14:tracePt t="122506" x="1684338" y="5457825"/>
          <p14:tracePt t="122523" x="1662113" y="5472113"/>
          <p14:tracePt t="122539" x="1639888" y="5486400"/>
          <p14:tracePt t="122556" x="1603375" y="5508625"/>
          <p14:tracePt t="122573" x="1552575" y="5537200"/>
          <p14:tracePt t="122590" x="1531938" y="5573713"/>
          <p14:tracePt t="122606" x="1524000" y="5595938"/>
          <p14:tracePt t="122626" x="1524000" y="5630863"/>
          <p14:tracePt t="122639" x="1524000" y="5653088"/>
          <p14:tracePt t="122656" x="1524000" y="5675313"/>
          <p14:tracePt t="122673" x="1531938" y="5703888"/>
          <p14:tracePt t="122689" x="1560513" y="5740400"/>
          <p14:tracePt t="122706" x="1597025" y="5762625"/>
          <p14:tracePt t="122722" x="1639888" y="5776913"/>
          <p14:tracePt t="122739" x="1727200" y="5799138"/>
          <p14:tracePt t="122755" x="1814513" y="5827713"/>
          <p14:tracePt t="122772" x="1944688" y="5842000"/>
          <p14:tracePt t="122789" x="2054225" y="5849938"/>
          <p14:tracePt t="122806" x="2192338" y="5870575"/>
          <p14:tracePt t="122825" x="2249488" y="5878513"/>
          <p14:tracePt t="122842" x="2286000" y="5878513"/>
          <p14:tracePt t="122856" x="2314575" y="5878513"/>
          <p14:tracePt t="122873" x="2336800" y="5878513"/>
          <p14:tracePt t="122890" x="2365375" y="5878513"/>
          <p14:tracePt t="122906" x="2416175" y="5878513"/>
          <p14:tracePt t="122924" x="2452688" y="5884863"/>
          <p14:tracePt t="122939" x="2489200" y="5900738"/>
          <p14:tracePt t="122947" x="2503488" y="5900738"/>
          <p14:tracePt t="122956" x="2511425" y="5907088"/>
          <p14:tracePt t="122973" x="2540000" y="5907088"/>
          <p14:tracePt t="122989" x="2554288" y="5921375"/>
          <p14:tracePt t="123006" x="2590800" y="5921375"/>
          <p14:tracePt t="123023" x="2627313" y="5929313"/>
          <p14:tracePt t="123039" x="2655888" y="5929313"/>
          <p14:tracePt t="123056" x="2670175" y="5929313"/>
          <p14:tracePt t="123091" x="2678113" y="5929313"/>
          <p14:tracePt t="123106" x="2692400" y="5929313"/>
          <p14:tracePt t="123125" x="2714625" y="5929313"/>
          <p14:tracePt t="123140" x="2735263" y="5929313"/>
          <p14:tracePt t="123156" x="2771775" y="5935663"/>
          <p14:tracePt t="123175" x="2822575" y="5935663"/>
          <p14:tracePt t="123189" x="2852738" y="5935663"/>
          <p14:tracePt t="123206" x="2895600" y="5935663"/>
          <p14:tracePt t="123223" x="2938463" y="5935663"/>
          <p14:tracePt t="123239" x="2989263" y="5935663"/>
          <p14:tracePt t="123256" x="3055938" y="5935663"/>
          <p14:tracePt t="123273" x="3098800" y="5935663"/>
          <p14:tracePt t="123289" x="3106738" y="5935663"/>
          <p14:tracePt t="123337" x="3121025" y="5943600"/>
          <p14:tracePt t="123347" x="3121025" y="5951538"/>
          <p14:tracePt t="123356" x="3135313" y="5957888"/>
          <p14:tracePt t="123375" x="3186113" y="6008688"/>
          <p14:tracePt t="123390" x="3222625" y="6030913"/>
          <p14:tracePt t="123406" x="3236913" y="6045200"/>
          <p14:tracePt t="123424" x="3259138" y="6045200"/>
          <p14:tracePt t="123439" x="3265488" y="6053138"/>
          <p14:tracePt t="123457" x="3273425" y="6053138"/>
          <p14:tracePt t="123475" x="3279775" y="6053138"/>
          <p14:tracePt t="123489" x="3302000" y="6053138"/>
          <p14:tracePt t="123506" x="3338513" y="6053138"/>
          <p14:tracePt t="123522" x="3389313" y="6053138"/>
          <p14:tracePt t="123539" x="3440113" y="6053138"/>
          <p14:tracePt t="123556" x="3462338" y="6045200"/>
          <p14:tracePt t="123575" x="3482975" y="6045200"/>
          <p14:tracePt t="123609" x="3490913" y="6030913"/>
          <p14:tracePt t="123628" x="3497263" y="6030913"/>
          <p14:tracePt t="123640" x="3505200" y="6022975"/>
          <p14:tracePt t="123656" x="3519488" y="6002338"/>
          <p14:tracePt t="123673" x="3519488" y="5994400"/>
          <p14:tracePt t="123690" x="3533775" y="5980113"/>
          <p14:tracePt t="123706" x="3548063" y="5965825"/>
          <p14:tracePt t="123723" x="3563938" y="5943600"/>
          <p14:tracePt t="123740" x="3570288" y="5929313"/>
          <p14:tracePt t="123756" x="3584575" y="5915025"/>
          <p14:tracePt t="123780" x="3592513" y="5907088"/>
          <p14:tracePt t="123795" x="3598863" y="5900738"/>
          <p14:tracePt t="123828" x="3598863" y="5892800"/>
          <p14:tracePt t="123848" x="3606800" y="5884863"/>
          <p14:tracePt t="123875" x="3606800" y="5878513"/>
          <p14:tracePt t="123889" x="3606800" y="5870575"/>
          <p14:tracePt t="123908" x="3606800" y="5864225"/>
          <p14:tracePt t="123915" x="3606800" y="5849938"/>
          <p14:tracePt t="123923" x="3606800" y="5842000"/>
          <p14:tracePt t="123940" x="3606800" y="5819775"/>
          <p14:tracePt t="123946" x="3614738" y="5805488"/>
          <p14:tracePt t="123956" x="3614738" y="5799138"/>
          <p14:tracePt t="123974" x="3629025" y="5748338"/>
          <p14:tracePt t="123990" x="3643313" y="5718175"/>
          <p14:tracePt t="124006" x="3649663" y="5689600"/>
          <p14:tracePt t="124024" x="3657600" y="5675313"/>
          <p14:tracePt t="124040" x="3665538" y="5661025"/>
          <p14:tracePt t="124056" x="3679825" y="5646738"/>
          <p14:tracePt t="124073" x="3700463" y="5616575"/>
          <p14:tracePt t="124090" x="3716338" y="5602288"/>
          <p14:tracePt t="124106" x="3730625" y="5588000"/>
          <p14:tracePt t="124125" x="3751263" y="5573713"/>
          <p14:tracePt t="124140" x="3759200" y="5573713"/>
          <p14:tracePt t="124157" x="3781425" y="5559425"/>
          <p14:tracePt t="124173" x="3795713" y="5545138"/>
          <p14:tracePt t="124190" x="3802063" y="5545138"/>
          <p14:tracePt t="124206" x="3817938" y="5545138"/>
          <p14:tracePt t="124223" x="3832225" y="5537200"/>
          <p14:tracePt t="124240" x="3846513" y="5537200"/>
          <p14:tracePt t="124256" x="3860800" y="5529263"/>
          <p14:tracePt t="124273" x="3868738" y="5529263"/>
          <p14:tracePt t="124290" x="3883025" y="5529263"/>
          <p14:tracePt t="124306" x="3889375" y="5529263"/>
          <p14:tracePt t="124325" x="3903663" y="5529263"/>
          <p14:tracePt t="124340" x="3919538" y="5529263"/>
          <p14:tracePt t="124357" x="3925888" y="5529263"/>
          <p14:tracePt t="124374" x="3940175" y="5529263"/>
          <p14:tracePt t="124391" x="3948113" y="5529263"/>
          <p14:tracePt t="124408" x="3954463" y="5537200"/>
          <p14:tracePt t="124423" x="3962400" y="5537200"/>
          <p14:tracePt t="124440" x="3976688" y="5551488"/>
          <p14:tracePt t="124446" x="3976688" y="5559425"/>
          <p14:tracePt t="124457" x="3984625" y="5559425"/>
          <p14:tracePt t="124473" x="3998913" y="5573713"/>
          <p14:tracePt t="124490" x="3998913" y="5580063"/>
          <p14:tracePt t="124506" x="4005263" y="5595938"/>
          <p14:tracePt t="124523" x="4005263" y="5616575"/>
          <p14:tracePt t="124540" x="4013200" y="5646738"/>
          <p14:tracePt t="124557" x="4013200" y="5667375"/>
          <p14:tracePt t="124574" x="4027488" y="5726113"/>
          <p14:tracePt t="124590" x="4027488" y="5754688"/>
          <p14:tracePt t="124607" x="4027488" y="5768975"/>
          <p14:tracePt t="124626" x="4027488" y="5783263"/>
          <p14:tracePt t="124657" x="4027488" y="5805488"/>
          <p14:tracePt t="124674" x="4021138" y="5819775"/>
          <p14:tracePt t="124690" x="4005263" y="5834063"/>
          <p14:tracePt t="124707" x="3984625" y="5849938"/>
          <p14:tracePt t="124723" x="3970338" y="5864225"/>
          <p14:tracePt t="124740" x="3962400" y="5870575"/>
          <p14:tracePt t="124757" x="3948113" y="5884863"/>
          <p14:tracePt t="124774" x="3925888" y="5892800"/>
          <p14:tracePt t="124790" x="3919538" y="5892800"/>
          <p14:tracePt t="124807" x="3911600" y="5900738"/>
          <p14:tracePt t="124825" x="3903663" y="5900738"/>
          <p14:tracePt t="124840" x="3897313" y="5907088"/>
          <p14:tracePt t="124857" x="3883025" y="5907088"/>
          <p14:tracePt t="124873" x="3875088" y="5907088"/>
          <p14:tracePt t="124890" x="3852863" y="5907088"/>
          <p14:tracePt t="124907" x="3846513" y="5907088"/>
          <p14:tracePt t="124923" x="3832225" y="5907088"/>
          <p14:tracePt t="124957" x="3810000" y="5907088"/>
          <p14:tracePt t="124974" x="3795713" y="5907088"/>
          <p14:tracePt t="124990" x="3787775" y="5907088"/>
          <p14:tracePt t="125007" x="3767138" y="5907088"/>
          <p14:tracePt t="125023" x="3759200" y="5900738"/>
          <p14:tracePt t="125040" x="3744913" y="5892800"/>
          <p14:tracePt t="125056" x="3722688" y="5884863"/>
          <p14:tracePt t="125075" x="3716338" y="5870575"/>
          <p14:tracePt t="125091" x="3694113" y="5856288"/>
          <p14:tracePt t="125107" x="3665538" y="5842000"/>
          <p14:tracePt t="125123" x="3649663" y="5813425"/>
          <p14:tracePt t="125140" x="3629025" y="5783263"/>
          <p14:tracePt t="125157" x="3606800" y="5754688"/>
          <p14:tracePt t="125173" x="3598863" y="5726113"/>
          <p14:tracePt t="125189" x="3598863" y="5711825"/>
          <p14:tracePt t="125206" x="3598863" y="5703888"/>
          <p14:tracePt t="125223" x="3598863" y="5689600"/>
          <p14:tracePt t="125240" x="3598863" y="5681663"/>
          <p14:tracePt t="125256" x="3598863" y="5667375"/>
          <p14:tracePt t="125273" x="3598863" y="5661025"/>
          <p14:tracePt t="125290" x="3598863" y="5638800"/>
          <p14:tracePt t="125306" x="3606800" y="5630863"/>
          <p14:tracePt t="125324" x="3621088" y="5616575"/>
          <p14:tracePt t="125342" x="3657600" y="5588000"/>
          <p14:tracePt t="125357" x="3686175" y="5573713"/>
          <p14:tracePt t="125374" x="3694113" y="5565775"/>
          <p14:tracePt t="125390" x="3716338" y="5551488"/>
          <p14:tracePt t="125407" x="3751263" y="5537200"/>
          <p14:tracePt t="125424" x="3781425" y="5529263"/>
          <p14:tracePt t="125440" x="3810000" y="5529263"/>
          <p14:tracePt t="125449" x="3817938" y="5529263"/>
          <p14:tracePt t="125459" x="3832225" y="5514975"/>
          <p14:tracePt t="125474" x="3852863" y="5514975"/>
          <p14:tracePt t="125490" x="3875088" y="5514975"/>
          <p14:tracePt t="125507" x="3889375" y="5514975"/>
          <p14:tracePt t="125523" x="3925888" y="5514975"/>
          <p14:tracePt t="125540" x="3933825" y="5514975"/>
          <p14:tracePt t="125558" x="3962400" y="5514975"/>
          <p14:tracePt t="125574" x="3976688" y="5514975"/>
          <p14:tracePt t="125591" x="3984625" y="5522913"/>
          <p14:tracePt t="125607" x="4021138" y="5545138"/>
          <p14:tracePt t="125624" x="4035425" y="5559425"/>
          <p14:tracePt t="125640" x="4056063" y="5588000"/>
          <p14:tracePt t="125657" x="4064000" y="5602288"/>
          <p14:tracePt t="125673" x="4078288" y="5616575"/>
          <p14:tracePt t="125690" x="4078288" y="5624513"/>
          <p14:tracePt t="125707" x="4078288" y="5630863"/>
          <p14:tracePt t="125723" x="4086225" y="5653088"/>
          <p14:tracePt t="125740" x="4092575" y="5689600"/>
          <p14:tracePt t="125757" x="4092575" y="5711825"/>
          <p14:tracePt t="125774" x="4092575" y="5754688"/>
          <p14:tracePt t="125790" x="4092575" y="5768975"/>
          <p14:tracePt t="125807" x="4092575" y="5783263"/>
          <p14:tracePt t="125824" x="4092575" y="5805488"/>
          <p14:tracePt t="125840" x="4092575" y="5813425"/>
          <p14:tracePt t="125857" x="4092575" y="5827713"/>
          <p14:tracePt t="125874" x="4092575" y="5842000"/>
          <p14:tracePt t="125890" x="4092575" y="5849938"/>
          <p14:tracePt t="125907" x="4092575" y="5864225"/>
          <p14:tracePt t="125924" x="4086225" y="5878513"/>
          <p14:tracePt t="125957" x="4078288" y="5884863"/>
          <p14:tracePt t="125973" x="4078288" y="5892800"/>
          <p14:tracePt t="125994" x="4071938" y="5900738"/>
          <p14:tracePt t="126018" x="4064000" y="5907088"/>
          <p14:tracePt t="126050" x="4056063" y="5915025"/>
          <p14:tracePt t="126081" x="4049713" y="5929313"/>
          <p14:tracePt t="126097" x="4041775" y="5929313"/>
          <p14:tracePt t="126113" x="4035425" y="5935663"/>
          <p14:tracePt t="126129" x="4021138" y="5935663"/>
          <p14:tracePt t="126138" x="4021138" y="5943600"/>
          <p14:tracePt t="126146" x="4013200" y="5943600"/>
          <p14:tracePt t="126158" x="4005263" y="5951538"/>
          <p14:tracePt t="126178" x="3990975" y="5951538"/>
          <p14:tracePt t="126194" x="3976688" y="5957888"/>
          <p14:tracePt t="126207" x="3962400" y="5965825"/>
          <p14:tracePt t="126224" x="3948113" y="5965825"/>
          <p14:tracePt t="126240" x="3933825" y="5965825"/>
          <p14:tracePt t="126257" x="3919538" y="5965825"/>
          <p14:tracePt t="126274" x="3903663" y="5965825"/>
          <p14:tracePt t="126290" x="3883025" y="5965825"/>
          <p14:tracePt t="126307" x="3860800" y="5965825"/>
          <p14:tracePt t="126325" x="3838575" y="5965825"/>
          <p14:tracePt t="126341" x="3832225" y="5965825"/>
          <p14:tracePt t="126357" x="3817938" y="5965825"/>
          <p14:tracePt t="126417" x="3810000" y="5965825"/>
          <p14:tracePt t="126426" x="3802063" y="5957888"/>
          <p14:tracePt t="126473" x="3802063" y="5951538"/>
          <p14:tracePt t="126547" x="3802063" y="5943600"/>
          <p14:tracePt t="126567" x="3802063" y="5935663"/>
          <p14:tracePt t="126575" x="3810000" y="5935663"/>
          <p14:tracePt t="126599" x="3817938" y="5935663"/>
          <p14:tracePt t="126606" x="3832225" y="5929313"/>
          <p14:tracePt t="126614" x="3838575" y="5929313"/>
          <p14:tracePt t="126623" x="3852863" y="5921375"/>
          <p14:tracePt t="126640" x="3875088" y="5921375"/>
          <p14:tracePt t="126657" x="3897313" y="5921375"/>
          <p14:tracePt t="126674" x="3919538" y="5921375"/>
          <p14:tracePt t="126690" x="3933825" y="5921375"/>
          <p14:tracePt t="126707" x="3954463" y="5921375"/>
          <p14:tracePt t="126724" x="3976688" y="5921375"/>
          <p14:tracePt t="126741" x="3990975" y="5921375"/>
          <p14:tracePt t="126758" x="4021138" y="5921375"/>
          <p14:tracePt t="126774" x="4027488" y="5921375"/>
          <p14:tracePt t="126791" x="4041775" y="5921375"/>
          <p14:tracePt t="126808" x="4064000" y="5921375"/>
          <p14:tracePt t="126825" x="4078288" y="5921375"/>
          <p14:tracePt t="126841" x="4086225" y="5921375"/>
          <p14:tracePt t="126857" x="4100513" y="5921375"/>
          <p14:tracePt t="126874" x="4106863" y="5921375"/>
          <p14:tracePt t="126890" x="4122738" y="5921375"/>
          <p14:tracePt t="126907" x="4129088" y="5921375"/>
          <p14:tracePt t="126923" x="4151313" y="5921375"/>
          <p14:tracePt t="126940" x="4165600" y="5921375"/>
          <p14:tracePt t="126942" x="4173538" y="5921375"/>
          <p14:tracePt t="126958" x="4179888" y="5921375"/>
          <p14:tracePt t="126973" x="4194175" y="5921375"/>
          <p14:tracePt t="127007" x="4208463" y="5921375"/>
          <p14:tracePt t="127023" x="4216400" y="5921375"/>
          <p14:tracePt t="127040" x="4230688" y="5921375"/>
          <p14:tracePt t="127057" x="4238625" y="5921375"/>
          <p14:tracePt t="127073" x="4244975" y="5921375"/>
          <p14:tracePt t="127090" x="4259263" y="5915025"/>
          <p14:tracePt t="127123" x="4267200" y="5907088"/>
          <p14:tracePt t="127214" x="4281488" y="5900738"/>
          <p14:tracePt t="127328" x="4281488" y="5892800"/>
          <p14:tracePt t="127809" x="4289425" y="5892800"/>
          <p14:tracePt t="127815" x="4303713" y="5892800"/>
          <p14:tracePt t="127824" x="4310063" y="5892800"/>
          <p14:tracePt t="127841" x="4346575" y="5900738"/>
          <p14:tracePt t="127857" x="4391025" y="5915025"/>
          <p14:tracePt t="127874" x="4419600" y="5921375"/>
          <p14:tracePt t="127891" x="4441825" y="5921375"/>
          <p14:tracePt t="127907" x="4462463" y="5921375"/>
          <p14:tracePt t="127924" x="4478338" y="5921375"/>
          <p14:tracePt t="127941" x="4506913" y="5915025"/>
          <p14:tracePt t="127957" x="4535488" y="5892800"/>
          <p14:tracePt t="127974" x="4549775" y="5870575"/>
          <p14:tracePt t="127991" x="4572000" y="5849938"/>
          <p14:tracePt t="128007" x="4586288" y="5827713"/>
          <p14:tracePt t="128024" x="4594225" y="5813425"/>
          <p14:tracePt t="128040" x="4608513" y="5783263"/>
          <p14:tracePt t="128057" x="4614863" y="5776913"/>
          <p14:tracePt t="128074" x="4622800" y="5748338"/>
          <p14:tracePt t="128090" x="4622800" y="5726113"/>
          <p14:tracePt t="128107" x="4622800" y="5711825"/>
          <p14:tracePt t="128124" x="4622800" y="5689600"/>
          <p14:tracePt t="128141" x="4622800" y="5653088"/>
          <p14:tracePt t="128157" x="4622800" y="5624513"/>
          <p14:tracePt t="128174" x="4622800" y="5602288"/>
          <p14:tracePt t="128191" x="4622800" y="5565775"/>
          <p14:tracePt t="128208" x="4622800" y="5537200"/>
          <p14:tracePt t="128225" x="4614863" y="5508625"/>
          <p14:tracePt t="128241" x="4608513" y="5494338"/>
          <p14:tracePt t="128258" x="4600575" y="5478463"/>
          <p14:tracePt t="128274" x="4594225" y="5464175"/>
          <p14:tracePt t="128291" x="4586288" y="5457825"/>
          <p14:tracePt t="128308" x="4572000" y="5443538"/>
          <p14:tracePt t="128325" x="4549775" y="5443538"/>
          <p14:tracePt t="128342" x="4543425" y="5435600"/>
          <p14:tracePt t="128358" x="4513263" y="5427663"/>
          <p14:tracePt t="128375" x="4498975" y="5427663"/>
          <p14:tracePt t="128391" x="4484688" y="5427663"/>
          <p14:tracePt t="128408" x="4470400" y="5427663"/>
          <p14:tracePt t="128424" x="4441825" y="5427663"/>
          <p14:tracePt t="128441" x="4419600" y="5427663"/>
          <p14:tracePt t="128450" x="4405313" y="5427663"/>
          <p14:tracePt t="128467" x="4391025" y="5427663"/>
          <p14:tracePt t="128474" x="4376738" y="5427663"/>
          <p14:tracePt t="128491" x="4360863" y="5427663"/>
          <p14:tracePt t="128507" x="4346575" y="5443538"/>
          <p14:tracePt t="128524" x="4332288" y="5457825"/>
          <p14:tracePt t="128542" x="4303713" y="5486400"/>
          <p14:tracePt t="128558" x="4281488" y="5500688"/>
          <p14:tracePt t="128575" x="4252913" y="5529263"/>
          <p14:tracePt t="128591" x="4238625" y="5545138"/>
          <p14:tracePt t="128608" x="4230688" y="5559425"/>
          <p14:tracePt t="128625" x="4208463" y="5588000"/>
          <p14:tracePt t="128642" x="4194175" y="5616575"/>
          <p14:tracePt t="128658" x="4179888" y="5653088"/>
          <p14:tracePt t="128674" x="4165600" y="5681663"/>
          <p14:tracePt t="128691" x="4157663" y="5718175"/>
          <p14:tracePt t="128708" x="4151313" y="5754688"/>
          <p14:tracePt t="128725" x="4143375" y="5783263"/>
          <p14:tracePt t="128742" x="4143375" y="5819775"/>
          <p14:tracePt t="128758" x="4143375" y="5849938"/>
          <p14:tracePt t="128774" x="4143375" y="5864225"/>
          <p14:tracePt t="128792" x="4151313" y="5892800"/>
          <p14:tracePt t="128808" x="4165600" y="5921375"/>
          <p14:tracePt t="128825" x="4179888" y="5943600"/>
          <p14:tracePt t="128841" x="4208463" y="5965825"/>
          <p14:tracePt t="128858" x="4224338" y="5986463"/>
          <p14:tracePt t="128874" x="4252913" y="5994400"/>
          <p14:tracePt t="128891" x="4275138" y="6016625"/>
          <p14:tracePt t="128908" x="4310063" y="6037263"/>
          <p14:tracePt t="128924" x="4340225" y="6045200"/>
          <p14:tracePt t="128941" x="4360863" y="6059488"/>
          <p14:tracePt t="128945" x="4376738" y="6067425"/>
          <p14:tracePt t="128957" x="4411663" y="6073775"/>
          <p14:tracePt t="128974" x="4441825" y="6081713"/>
          <p14:tracePt t="128991" x="4462463" y="6088063"/>
          <p14:tracePt t="129008" x="4470400" y="6088063"/>
          <p14:tracePt t="129025" x="4484688" y="6096000"/>
          <p14:tracePt t="129041" x="4506913" y="6096000"/>
          <p14:tracePt t="129058" x="4521200" y="6096000"/>
          <p14:tracePt t="129075" x="4549775" y="6096000"/>
          <p14:tracePt t="129091" x="4557713" y="6096000"/>
          <p14:tracePt t="129108" x="4579938" y="6096000"/>
          <p14:tracePt t="129125" x="4600575" y="6096000"/>
          <p14:tracePt t="129142" x="4614863" y="6096000"/>
          <p14:tracePt t="129158" x="4622800" y="6096000"/>
          <p14:tracePt t="129175" x="4637088" y="6096000"/>
          <p14:tracePt t="129191" x="4651375" y="6088063"/>
          <p14:tracePt t="129208" x="4665663" y="6088063"/>
          <p14:tracePt t="129225" x="4681538" y="6081713"/>
          <p14:tracePt t="129242" x="4695825" y="6067425"/>
          <p14:tracePt t="129258" x="4710113" y="6059488"/>
          <p14:tracePt t="129274" x="4732338" y="6037263"/>
          <p14:tracePt t="129291" x="4738688" y="6022975"/>
          <p14:tracePt t="129307" x="4752975" y="6008688"/>
          <p14:tracePt t="129324" x="4767263" y="5986463"/>
          <p14:tracePt t="129341" x="4783138" y="5943600"/>
          <p14:tracePt t="129357" x="4789488" y="5915025"/>
          <p14:tracePt t="129374" x="4789488" y="5884863"/>
          <p14:tracePt t="129391" x="4797425" y="5819775"/>
          <p14:tracePt t="129407" x="4797425" y="5762625"/>
          <p14:tracePt t="129424" x="4797425" y="5718175"/>
          <p14:tracePt t="129441" x="4797425" y="5675313"/>
          <p14:tracePt t="129457" x="4797425" y="5638800"/>
          <p14:tracePt t="129474" x="4797425" y="5610225"/>
          <p14:tracePt t="129491" x="4775200" y="5565775"/>
          <p14:tracePt t="129507" x="4752975" y="5522913"/>
          <p14:tracePt t="129524" x="4732338" y="5478463"/>
          <p14:tracePt t="129541" x="4716463" y="5449888"/>
          <p14:tracePt t="129557" x="4695825" y="5427663"/>
          <p14:tracePt t="129574" x="4673600" y="5413375"/>
          <p14:tracePt t="129591" x="4651375" y="5407025"/>
          <p14:tracePt t="129607" x="4622800" y="5399088"/>
          <p14:tracePt t="129624" x="4594225" y="5384800"/>
          <p14:tracePt t="129641" x="4572000" y="5384800"/>
          <p14:tracePt t="129657" x="4543425" y="5384800"/>
          <p14:tracePt t="129674" x="4506913" y="5384800"/>
          <p14:tracePt t="129691" x="4478338" y="5384800"/>
          <p14:tracePt t="129707" x="4448175" y="5384800"/>
          <p14:tracePt t="129724" x="4397375" y="5399088"/>
          <p14:tracePt t="129741" x="4346575" y="5413375"/>
          <p14:tracePt t="129757" x="4318000" y="5427663"/>
          <p14:tracePt t="129774" x="4289425" y="5449888"/>
          <p14:tracePt t="129791" x="4267200" y="5472113"/>
          <p14:tracePt t="129808" x="4244975" y="5486400"/>
          <p14:tracePt t="129824" x="4224338" y="5508625"/>
          <p14:tracePt t="129841" x="4202113" y="5551488"/>
          <p14:tracePt t="129858" x="4179888" y="5580063"/>
          <p14:tracePt t="129874" x="4173538" y="5616575"/>
          <p14:tracePt t="129891" x="4173538" y="5646738"/>
          <p14:tracePt t="129908" x="4165600" y="5667375"/>
          <p14:tracePt t="129925" x="4157663" y="5711825"/>
          <p14:tracePt t="129941" x="4157663" y="5732463"/>
          <p14:tracePt t="129958" x="4157663" y="5768975"/>
          <p14:tracePt t="129974" x="4157663" y="5799138"/>
          <p14:tracePt t="129991" x="4165600" y="5819775"/>
          <p14:tracePt t="130008" x="4194175" y="5864225"/>
          <p14:tracePt t="130024" x="4216400" y="5900738"/>
          <p14:tracePt t="130041" x="4244975" y="5929313"/>
          <p14:tracePt t="130058" x="4267200" y="5951538"/>
          <p14:tracePt t="130074" x="4289425" y="5972175"/>
          <p14:tracePt t="130091" x="4340225" y="5994400"/>
          <p14:tracePt t="130108" x="4376738" y="6008688"/>
          <p14:tracePt t="130125" x="4456113" y="6030913"/>
          <p14:tracePt t="130141" x="4492625" y="6045200"/>
          <p14:tracePt t="130158" x="4549775" y="6053138"/>
          <p14:tracePt t="130175" x="4564063" y="6059488"/>
          <p14:tracePt t="130191" x="4594225" y="6059488"/>
          <p14:tracePt t="130208" x="4600575" y="6059488"/>
          <p14:tracePt t="130225" x="4614863" y="6059488"/>
          <p14:tracePt t="130280" x="4622800" y="6059488"/>
          <p14:tracePt t="130311" x="4622800" y="6045200"/>
          <p14:tracePt t="130319" x="4622800" y="6037263"/>
          <p14:tracePt t="130327" x="4622800" y="6016625"/>
          <p14:tracePt t="130341" x="4630738" y="5957888"/>
          <p14:tracePt t="130358" x="4651375" y="5878513"/>
          <p14:tracePt t="130375" x="4687888" y="5768975"/>
          <p14:tracePt t="130391" x="4710113" y="5638800"/>
          <p14:tracePt t="130408" x="4710113" y="5435600"/>
          <p14:tracePt t="130425" x="4651375" y="5153025"/>
          <p14:tracePt t="130441" x="4498975" y="4854575"/>
          <p14:tracePt t="130458" x="4391025" y="4665663"/>
          <p14:tracePt t="130475" x="4281488" y="4535488"/>
          <p14:tracePt t="130491" x="4216400" y="4448175"/>
          <p14:tracePt t="130508" x="4173538" y="4368800"/>
          <p14:tracePt t="130525" x="4143375" y="4332288"/>
          <p14:tracePt t="130541" x="4122738" y="4289425"/>
          <p14:tracePt t="130558" x="4100513" y="4259263"/>
          <p14:tracePt t="130575" x="4092575" y="4238625"/>
          <p14:tracePt t="130592" x="4078288" y="4208463"/>
          <p14:tracePt t="130608" x="4049713" y="4179888"/>
          <p14:tracePt t="130625" x="4005263" y="4137025"/>
          <p14:tracePt t="130642" x="3962400" y="4106863"/>
          <p14:tracePt t="130658" x="3948113" y="4092575"/>
          <p14:tracePt t="130691" x="3948113" y="4086225"/>
          <p14:tracePt t="130711" x="3948113" y="4078288"/>
          <p14:tracePt t="130751" x="3948113" y="4064000"/>
          <p14:tracePt t="130767" x="3954463" y="4064000"/>
          <p14:tracePt t="130775" x="3962400" y="4064000"/>
          <p14:tracePt t="130783" x="3970338" y="4056063"/>
          <p14:tracePt t="130799" x="3984625" y="4056063"/>
          <p14:tracePt t="130808" x="3984625" y="4049713"/>
          <p14:tracePt t="130825" x="3990975" y="4041775"/>
          <p14:tracePt t="130847" x="3998913" y="4027488"/>
          <p14:tracePt t="130858" x="3998913" y="4021138"/>
          <p14:tracePt t="130875" x="3998913" y="3998913"/>
          <p14:tracePt t="130891" x="3998913" y="3976688"/>
          <p14:tracePt t="130908" x="3998913" y="3954463"/>
          <p14:tracePt t="130925" x="3984625" y="3925888"/>
          <p14:tracePt t="130941" x="3976688" y="3919538"/>
          <p14:tracePt t="130958" x="3948113" y="3903663"/>
          <p14:tracePt t="130992" x="3933825" y="3903663"/>
          <p14:tracePt t="131008" x="3925888" y="3903663"/>
          <p14:tracePt t="131042" x="3903663" y="3903663"/>
          <p14:tracePt t="131058" x="3883025" y="3903663"/>
          <p14:tracePt t="131075" x="3852863" y="3903663"/>
          <p14:tracePt t="131091" x="3832225" y="3911600"/>
          <p14:tracePt t="131108" x="3802063" y="3933825"/>
          <p14:tracePt t="131125" x="3781425" y="3954463"/>
          <p14:tracePt t="131142" x="3767138" y="3984625"/>
          <p14:tracePt t="131158" x="3751263" y="4005263"/>
          <p14:tracePt t="131175" x="3751263" y="4027488"/>
          <p14:tracePt t="131192" x="3751263" y="4056063"/>
          <p14:tracePt t="131208" x="3751263" y="4078288"/>
          <p14:tracePt t="131225" x="3751263" y="4106863"/>
          <p14:tracePt t="131242" x="3759200" y="4129088"/>
          <p14:tracePt t="131258" x="3787775" y="4151313"/>
          <p14:tracePt t="131275" x="3810000" y="4179888"/>
          <p14:tracePt t="131292" x="3838575" y="4202113"/>
          <p14:tracePt t="131308" x="3852863" y="4208463"/>
          <p14:tracePt t="131326" x="3883025" y="4216400"/>
          <p14:tracePt t="131343" x="3889375" y="4230688"/>
          <p14:tracePt t="131358" x="3911600" y="4238625"/>
          <p14:tracePt t="131375" x="3925888" y="4238625"/>
          <p14:tracePt t="131392" x="3933825" y="4238625"/>
          <p14:tracePt t="131408" x="3954463" y="4238625"/>
          <p14:tracePt t="131425" x="3970338" y="4238625"/>
          <p14:tracePt t="131442" x="3984625" y="4238625"/>
          <p14:tracePt t="131445" x="3984625" y="4230688"/>
          <p14:tracePt t="131458" x="3998913" y="4230688"/>
          <p14:tracePt t="131475" x="4005263" y="4230688"/>
          <p14:tracePt t="131492" x="4021138" y="4224338"/>
          <p14:tracePt t="131508" x="4027488" y="4216400"/>
          <p14:tracePt t="131525" x="4027488" y="4208463"/>
          <p14:tracePt t="131542" x="4035425" y="4202113"/>
          <p14:tracePt t="131558" x="4041775" y="4187825"/>
          <p14:tracePt t="131575" x="4049713" y="4165600"/>
          <p14:tracePt t="131608" x="4049713" y="4143375"/>
          <p14:tracePt t="131625" x="4049713" y="4129088"/>
          <p14:tracePt t="131658" x="4049713" y="4122738"/>
          <p14:tracePt t="131675" x="4049713" y="4106863"/>
          <p14:tracePt t="131692" x="4049713" y="4100513"/>
          <p14:tracePt t="131708" x="4049713" y="4086225"/>
          <p14:tracePt t="131725" x="4049713" y="4064000"/>
          <p14:tracePt t="131759" x="4049713" y="4056063"/>
          <p14:tracePt t="131775" x="4049713" y="4049713"/>
          <p14:tracePt t="131799" x="4041775" y="4049713"/>
          <p14:tracePt t="131808" x="4035425" y="4041775"/>
          <p14:tracePt t="131831" x="4027488" y="4035425"/>
          <p14:tracePt t="131863" x="4021138" y="4027488"/>
          <p14:tracePt t="131872" x="4021138" y="4021138"/>
          <p14:tracePt t="131880" x="4005263" y="4021138"/>
          <p14:tracePt t="131892" x="4005263" y="4013200"/>
          <p14:tracePt t="131909" x="3990975" y="4013200"/>
          <p14:tracePt t="131925" x="3984625" y="4005263"/>
          <p14:tracePt t="131943" x="3970338" y="4005263"/>
          <p14:tracePt t="131950" x="3962400" y="3998913"/>
          <p14:tracePt t="131975" x="3948113" y="3998913"/>
          <p14:tracePt t="131992" x="3933825" y="3998913"/>
          <p14:tracePt t="132008" x="3911600" y="3998913"/>
          <p14:tracePt t="132025" x="3903663" y="3998913"/>
          <p14:tracePt t="132043" x="3897313" y="3998913"/>
          <p14:tracePt t="132075" x="3889375" y="3998913"/>
          <p14:tracePt t="132219" x="3883025" y="3998913"/>
          <p14:tracePt t="132302" x="3883025" y="3970338"/>
          <p14:tracePt t="132310" x="3883025" y="3919538"/>
          <p14:tracePt t="132317" x="3860800" y="3860800"/>
          <p14:tracePt t="132326" x="3852863" y="3781425"/>
          <p14:tracePt t="132342" x="3824288" y="3671888"/>
          <p14:tracePt t="132358" x="3795713" y="3584575"/>
          <p14:tracePt t="132375" x="3795713" y="3541713"/>
          <p14:tracePt t="132392" x="3787775" y="3527425"/>
          <p14:tracePt t="132408" x="3781425" y="3519488"/>
          <p14:tracePt t="132425" x="3781425" y="3505200"/>
          <p14:tracePt t="132502" x="3787775" y="3505200"/>
          <p14:tracePt t="132527" x="3795713" y="3505200"/>
          <p14:tracePt t="132542" x="3810000" y="3505200"/>
          <p14:tracePt t="132558" x="3824288" y="3497263"/>
          <p14:tracePt t="132566" x="3832225" y="3490913"/>
          <p14:tracePt t="132575" x="3846513" y="3482975"/>
          <p14:tracePt t="132592" x="3860800" y="3468688"/>
          <p14:tracePt t="132608" x="3868738" y="3462338"/>
          <p14:tracePt t="132625" x="3875088" y="3446463"/>
          <p14:tracePt t="132642" x="3883025" y="3425825"/>
          <p14:tracePt t="132659" x="3883025" y="3417888"/>
          <p14:tracePt t="132675" x="3883025" y="3381375"/>
          <p14:tracePt t="132692" x="3883025" y="3360738"/>
          <p14:tracePt t="132709" x="3852863" y="3324225"/>
          <p14:tracePt t="132725" x="3838575" y="3309938"/>
          <p14:tracePt t="132742" x="3824288" y="3302000"/>
          <p14:tracePt t="132759" x="3817938" y="3302000"/>
          <p14:tracePt t="132775" x="3810000" y="3302000"/>
          <p14:tracePt t="132792" x="3795713" y="3302000"/>
          <p14:tracePt t="132809" x="3787775" y="3302000"/>
          <p14:tracePt t="132825" x="3773488" y="3294063"/>
          <p14:tracePt t="132843" x="3767138" y="3294063"/>
          <p14:tracePt t="132875" x="3751263" y="3294063"/>
          <p14:tracePt t="132892" x="3744913" y="3294063"/>
          <p14:tracePt t="132909" x="3708400" y="3309938"/>
          <p14:tracePt t="132925" x="3694113" y="3324225"/>
          <p14:tracePt t="132942" x="3671888" y="3344863"/>
          <p14:tracePt t="132959" x="3649663" y="3367088"/>
          <p14:tracePt t="132975" x="3643313" y="3395663"/>
          <p14:tracePt t="132992" x="3635375" y="3417888"/>
          <p14:tracePt t="133009" x="3621088" y="3440113"/>
          <p14:tracePt t="133025" x="3614738" y="3468688"/>
          <p14:tracePt t="133042" x="3614738" y="3497263"/>
          <p14:tracePt t="133059" x="3614738" y="3519488"/>
          <p14:tracePt t="133075" x="3614738" y="3541713"/>
          <p14:tracePt t="133093" x="3614738" y="3584575"/>
          <p14:tracePt t="133109" x="3614738" y="3598863"/>
          <p14:tracePt t="133125" x="3614738" y="3621088"/>
          <p14:tracePt t="133142" x="3621088" y="3649663"/>
          <p14:tracePt t="133159" x="3649663" y="3679825"/>
          <p14:tracePt t="133175" x="3671888" y="3686175"/>
          <p14:tracePt t="133192" x="3700463" y="3700463"/>
          <p14:tracePt t="133209" x="3730625" y="3700463"/>
          <p14:tracePt t="133225" x="3773488" y="3700463"/>
          <p14:tracePt t="133242" x="3810000" y="3694113"/>
          <p14:tracePt t="133259" x="3852863" y="3665538"/>
          <p14:tracePt t="133275" x="3875088" y="3635375"/>
          <p14:tracePt t="133293" x="3903663" y="3570288"/>
          <p14:tracePt t="133309" x="3903663" y="3527425"/>
          <p14:tracePt t="133325" x="3903663" y="3476625"/>
          <p14:tracePt t="133342" x="3903663" y="3432175"/>
          <p14:tracePt t="133359" x="3903663" y="3417888"/>
          <p14:tracePt t="133463" x="3903663" y="3425825"/>
          <p14:tracePt t="133470" x="3911600" y="3454400"/>
          <p14:tracePt t="133478" x="3933825" y="3513138"/>
          <p14:tracePt t="133492" x="3962400" y="3570288"/>
          <p14:tracePt t="133509" x="4005263" y="3671888"/>
          <p14:tracePt t="133526" x="4143375" y="3897313"/>
          <p14:tracePt t="133542" x="4275138" y="4078288"/>
          <p14:tracePt t="133559" x="4427538" y="4275138"/>
          <p14:tracePt t="133575" x="4557713" y="4441825"/>
          <p14:tracePt t="133593" x="4651375" y="4586288"/>
          <p14:tracePt t="133609" x="4746625" y="4724400"/>
          <p14:tracePt t="133625" x="4811713" y="4868863"/>
          <p14:tracePt t="133642" x="4868863" y="5006975"/>
          <p14:tracePt t="133659" x="4927600" y="5145088"/>
          <p14:tracePt t="133675" x="4970463" y="5246688"/>
          <p14:tracePt t="133693" x="5021263" y="5362575"/>
          <p14:tracePt t="133709" x="5043488" y="5421313"/>
          <p14:tracePt t="133725" x="5072063" y="5486400"/>
          <p14:tracePt t="133742" x="5116513" y="5545138"/>
          <p14:tracePt t="133759" x="5145088" y="5616575"/>
          <p14:tracePt t="133776" x="5181600" y="5661025"/>
          <p14:tracePt t="133792" x="5189538" y="5675313"/>
          <p14:tracePt t="133809" x="5189538" y="5681663"/>
          <p14:tracePt t="134071" x="5189538" y="5675313"/>
          <p14:tracePt t="134086" x="5181600" y="5667375"/>
          <p14:tracePt t="134102" x="5173663" y="5653088"/>
          <p14:tracePt t="134118" x="5159375" y="5646738"/>
          <p14:tracePt t="134126" x="5159375" y="5630863"/>
          <p14:tracePt t="134134" x="5153025" y="5630863"/>
          <p14:tracePt t="134150" x="5153025" y="5624513"/>
          <p14:tracePt t="134159" x="5138738" y="5616575"/>
          <p14:tracePt t="134176" x="5130800" y="5610225"/>
          <p14:tracePt t="134207" x="5116513" y="5602288"/>
          <p14:tracePt t="134222" x="5102225" y="5595938"/>
          <p14:tracePt t="134230" x="5087938" y="5588000"/>
          <p14:tracePt t="134242" x="5087938" y="5580063"/>
          <p14:tracePt t="134259" x="5051425" y="5565775"/>
          <p14:tracePt t="134276" x="5043488" y="5565775"/>
          <p14:tracePt t="134293" x="5029200" y="5565775"/>
          <p14:tracePt t="134309" x="5021263" y="5559425"/>
          <p14:tracePt t="134326" x="5000625" y="5559425"/>
          <p14:tracePt t="134343" x="4992688" y="5559425"/>
          <p14:tracePt t="134376" x="4978400" y="5559425"/>
          <p14:tracePt t="134393" x="4970463" y="5559425"/>
          <p14:tracePt t="134409" x="4964113" y="5559425"/>
          <p14:tracePt t="134426" x="4956175" y="5559425"/>
          <p14:tracePt t="134442" x="4941888" y="5559425"/>
          <p14:tracePt t="134445" x="4935538" y="5565775"/>
          <p14:tracePt t="134476" x="4927600" y="5573713"/>
          <p14:tracePt t="134493" x="4905375" y="5595938"/>
          <p14:tracePt t="134509" x="4905375" y="5602288"/>
          <p14:tracePt t="134526" x="4899025" y="5610225"/>
          <p14:tracePt t="134543" x="4899025" y="5624513"/>
          <p14:tracePt t="134559" x="4899025" y="5646738"/>
          <p14:tracePt t="134576" x="4899025" y="5675313"/>
          <p14:tracePt t="134593" x="4899025" y="5703888"/>
          <p14:tracePt t="134609" x="4913313" y="5748338"/>
          <p14:tracePt t="134626" x="4927600" y="5776913"/>
          <p14:tracePt t="134643" x="4956175" y="5813425"/>
          <p14:tracePt t="134659" x="4978400" y="5842000"/>
          <p14:tracePt t="134676" x="5029200" y="5878513"/>
          <p14:tracePt t="134693" x="5173663" y="5957888"/>
          <p14:tracePt t="134709" x="5291138" y="5994400"/>
          <p14:tracePt t="134726" x="5399088" y="6022975"/>
          <p14:tracePt t="134743" x="5472113" y="6030913"/>
          <p14:tracePt t="134759" x="5508625" y="6030913"/>
          <p14:tracePt t="134776" x="5522913" y="6030913"/>
          <p14:tracePt t="134792" x="5551488" y="6022975"/>
          <p14:tracePt t="134809" x="5559425" y="6016625"/>
          <p14:tracePt t="134826" x="5595938" y="5980113"/>
          <p14:tracePt t="134843" x="5630863" y="5915025"/>
          <p14:tracePt t="134859" x="5653088" y="5819775"/>
          <p14:tracePt t="134876" x="5661025" y="5740400"/>
          <p14:tracePt t="134893" x="5667375" y="5630863"/>
          <p14:tracePt t="134909" x="5667375" y="5588000"/>
          <p14:tracePt t="134926" x="5661025" y="5551488"/>
          <p14:tracePt t="134943" x="5653088" y="5522913"/>
          <p14:tracePt t="134959" x="5630863" y="5500688"/>
          <p14:tracePt t="134976" x="5610225" y="5464175"/>
          <p14:tracePt t="134993" x="5580063" y="5443538"/>
          <p14:tracePt t="135009" x="5551488" y="5421313"/>
          <p14:tracePt t="135026" x="5529263" y="5413375"/>
          <p14:tracePt t="135043" x="5514975" y="5407025"/>
          <p14:tracePt t="135059" x="5514975" y="5399088"/>
          <p14:tracePt t="135076" x="5508625" y="5399088"/>
          <p14:tracePt t="135103" x="5508625" y="5392738"/>
          <p14:tracePt t="135215" x="5500688" y="5384800"/>
          <p14:tracePt t="135222" x="5500688" y="5376863"/>
          <p14:tracePt t="135230" x="5486400" y="5370513"/>
          <p14:tracePt t="135243" x="5464175" y="5348288"/>
          <p14:tracePt t="135259" x="5407025" y="5334000"/>
          <p14:tracePt t="135276" x="5334000" y="5305425"/>
          <p14:tracePt t="135293" x="5145088" y="5246688"/>
          <p14:tracePt t="135310" x="4956175" y="5203825"/>
          <p14:tracePt t="135326" x="4746625" y="5153025"/>
          <p14:tracePt t="135343" x="4549775" y="5138738"/>
          <p14:tracePt t="135360" x="4383088" y="5102225"/>
          <p14:tracePt t="135376" x="4238625" y="5094288"/>
          <p14:tracePt t="135393" x="4100513" y="5072063"/>
          <p14:tracePt t="135409" x="3984625" y="5065713"/>
          <p14:tracePt t="135426" x="3875088" y="5057775"/>
          <p14:tracePt t="135443" x="3767138" y="5037138"/>
          <p14:tracePt t="135446" x="3730625" y="5029200"/>
          <p14:tracePt t="135459" x="3665538" y="5029200"/>
          <p14:tracePt t="135476" x="3578225" y="5029200"/>
          <p14:tracePt t="135493" x="3490913" y="5021263"/>
          <p14:tracePt t="135509" x="3381375" y="5006975"/>
          <p14:tracePt t="135526" x="3316288" y="5006975"/>
          <p14:tracePt t="135544" x="3273425" y="5006975"/>
          <p14:tracePt t="135559" x="3222625" y="5006975"/>
          <p14:tracePt t="135576" x="3186113" y="5006975"/>
          <p14:tracePt t="135593" x="3127375" y="5006975"/>
          <p14:tracePt t="135609" x="3062288" y="5006975"/>
          <p14:tracePt t="135626" x="2997200" y="5006975"/>
          <p14:tracePt t="135643" x="2932113" y="5021263"/>
          <p14:tracePt t="135659" x="2867025" y="5051425"/>
          <p14:tracePt t="135676" x="2816225" y="5065713"/>
          <p14:tracePt t="135693" x="2743200" y="5102225"/>
          <p14:tracePt t="135709" x="2678113" y="5138738"/>
          <p14:tracePt t="135726" x="2627313" y="5167313"/>
          <p14:tracePt t="135743" x="2582863" y="5203825"/>
          <p14:tracePt t="135759" x="2562225" y="5232400"/>
          <p14:tracePt t="135776" x="2525713" y="5254625"/>
          <p14:tracePt t="135794" x="2481263" y="5305425"/>
          <p14:tracePt t="135810" x="2452688" y="5356225"/>
          <p14:tracePt t="135826" x="2409825" y="5413375"/>
          <p14:tracePt t="135843" x="2387600" y="5472113"/>
          <p14:tracePt t="135860" x="2365375" y="5545138"/>
          <p14:tracePt t="135876" x="2344738" y="5588000"/>
          <p14:tracePt t="135893" x="2328863" y="5681663"/>
          <p14:tracePt t="135909" x="2322513" y="5726113"/>
          <p14:tracePt t="135926" x="2322513" y="5776913"/>
          <p14:tracePt t="135943" x="2322513" y="5827713"/>
          <p14:tracePt t="135960" x="2322513" y="5864225"/>
          <p14:tracePt t="135976" x="2336800" y="5915025"/>
          <p14:tracePt t="135993" x="2379663" y="5980113"/>
          <p14:tracePt t="136010" x="2424113" y="6022975"/>
          <p14:tracePt t="136026" x="2474913" y="6081713"/>
          <p14:tracePt t="136043" x="2562225" y="6132513"/>
          <p14:tracePt t="136060" x="2678113" y="6189663"/>
          <p14:tracePt t="136076" x="2816225" y="6248400"/>
          <p14:tracePt t="136093" x="3019425" y="6313488"/>
          <p14:tracePt t="136110" x="3178175" y="6357938"/>
          <p14:tracePt t="136126" x="3352800" y="6400800"/>
          <p14:tracePt t="136143" x="3548063" y="6459538"/>
          <p14:tracePt t="136160" x="3700463" y="6502400"/>
          <p14:tracePt t="136176" x="3889375" y="6538913"/>
          <p14:tracePt t="136193" x="4071938" y="6567488"/>
          <p14:tracePt t="136209" x="4267200" y="6596063"/>
          <p14:tracePt t="136226" x="4456113" y="6626225"/>
          <p14:tracePt t="136243" x="4630738" y="6640513"/>
          <p14:tracePt t="136260" x="4789488" y="6646863"/>
          <p14:tracePt t="136276" x="4956175" y="6646863"/>
          <p14:tracePt t="136293" x="5189538" y="6646863"/>
          <p14:tracePt t="136310" x="5356225" y="6640513"/>
          <p14:tracePt t="136326" x="5529263" y="6618288"/>
          <p14:tracePt t="136343" x="5675313" y="6589713"/>
          <p14:tracePt t="136360" x="5768975" y="6581775"/>
          <p14:tracePt t="136377" x="5842000" y="6561138"/>
          <p14:tracePt t="136393" x="5907088" y="6524625"/>
          <p14:tracePt t="136410" x="5972175" y="6480175"/>
          <p14:tracePt t="136427" x="6059488" y="6423025"/>
          <p14:tracePt t="136443" x="6146800" y="6357938"/>
          <p14:tracePt t="136447" x="6197600" y="6313488"/>
          <p14:tracePt t="136460" x="6240463" y="6270625"/>
          <p14:tracePt t="136477" x="6291263" y="6205538"/>
          <p14:tracePt t="136493" x="6364288" y="6096000"/>
          <p14:tracePt t="136510" x="6392863" y="6022975"/>
          <p14:tracePt t="136527" x="6423025" y="5929313"/>
          <p14:tracePt t="136543" x="6437313" y="5842000"/>
          <p14:tracePt t="136560" x="6437313" y="5762625"/>
          <p14:tracePt t="136577" x="6437313" y="5689600"/>
          <p14:tracePt t="136593" x="6437313" y="5630863"/>
          <p14:tracePt t="136610" x="6423025" y="5573713"/>
          <p14:tracePt t="136627" x="6357938" y="5464175"/>
          <p14:tracePt t="136643" x="6299200" y="5376863"/>
          <p14:tracePt t="136660" x="6240463" y="5305425"/>
          <p14:tracePt t="136677" x="6154738" y="5203825"/>
          <p14:tracePt t="136693" x="6096000" y="5167313"/>
          <p14:tracePt t="136710" x="6037263" y="5130800"/>
          <p14:tracePt t="136727" x="5957888" y="5102225"/>
          <p14:tracePt t="136743" x="5834063" y="5051425"/>
          <p14:tracePt t="136760" x="5675313" y="4986338"/>
          <p14:tracePt t="136777" x="5514975" y="4941888"/>
          <p14:tracePt t="136793" x="5376863" y="4905375"/>
          <p14:tracePt t="136810" x="5275263" y="4891088"/>
          <p14:tracePt t="136826" x="5167313" y="4862513"/>
          <p14:tracePt t="136844" x="5072063" y="4854575"/>
          <p14:tracePt t="136860" x="4964113" y="4840288"/>
          <p14:tracePt t="136876" x="4848225" y="4818063"/>
          <p14:tracePt t="136893" x="4651375" y="4818063"/>
          <p14:tracePt t="136910" x="4506913" y="4797425"/>
          <p14:tracePt t="136927" x="4360863" y="4797425"/>
          <p14:tracePt t="136943" x="4224338" y="4797425"/>
          <p14:tracePt t="136960" x="4092575" y="4797425"/>
          <p14:tracePt t="136976" x="3990975" y="4797425"/>
          <p14:tracePt t="136993" x="3911600" y="4803775"/>
          <p14:tracePt t="137010" x="3838575" y="4833938"/>
          <p14:tracePt t="137027" x="3744913" y="4862513"/>
          <p14:tracePt t="137043" x="3643313" y="4884738"/>
          <p14:tracePt t="137060" x="3548063" y="4913313"/>
          <p14:tracePt t="137077" x="3381375" y="4941888"/>
          <p14:tracePt t="137093" x="3265488" y="4949825"/>
          <p14:tracePt t="137110" x="3163888" y="4970463"/>
          <p14:tracePt t="137127" x="3098800" y="4986338"/>
          <p14:tracePt t="137145" x="3040063" y="5000625"/>
          <p14:tracePt t="137161" x="2968625" y="5021263"/>
          <p14:tracePt t="137177" x="2917825" y="5043488"/>
          <p14:tracePt t="137194" x="2844800" y="5057775"/>
          <p14:tracePt t="137210" x="2779713" y="5080000"/>
          <p14:tracePt t="137227" x="2714625" y="5102225"/>
          <p14:tracePt t="137244" x="2670175" y="5108575"/>
          <p14:tracePt t="137261" x="2627313" y="5122863"/>
          <p14:tracePt t="137277" x="2590800" y="5138738"/>
          <p14:tracePt t="137293" x="2540000" y="5167313"/>
          <p14:tracePt t="137311" x="2489200" y="5189538"/>
          <p14:tracePt t="137327" x="2460625" y="5218113"/>
          <p14:tracePt t="137345" x="2438400" y="5240338"/>
          <p14:tracePt t="137361" x="2424113" y="5260975"/>
          <p14:tracePt t="137377" x="2401888" y="5305425"/>
          <p14:tracePt t="137394" x="2395538" y="5341938"/>
          <p14:tracePt t="137410" x="2373313" y="5376863"/>
          <p14:tracePt t="137427" x="2373313" y="5421313"/>
          <p14:tracePt t="137444" x="2351088" y="5472113"/>
          <p14:tracePt t="137450" x="2351088" y="5486400"/>
          <p14:tracePt t="137460" x="2351088" y="5514975"/>
          <p14:tracePt t="137478" x="2344738" y="5602288"/>
          <p14:tracePt t="137494" x="2344738" y="5638800"/>
          <p14:tracePt t="137511" x="2344738" y="5689600"/>
          <p14:tracePt t="137528" x="2359025" y="5740400"/>
          <p14:tracePt t="137545" x="2373313" y="5791200"/>
          <p14:tracePt t="137560" x="2395538" y="5842000"/>
          <p14:tracePt t="137578" x="2416175" y="5884863"/>
          <p14:tracePt t="137595" x="2446338" y="5921375"/>
          <p14:tracePt t="137611" x="2466975" y="5957888"/>
          <p14:tracePt t="137627" x="2497138" y="6002338"/>
          <p14:tracePt t="137644" x="2525713" y="6037263"/>
          <p14:tracePt t="137661" x="2562225" y="6096000"/>
          <p14:tracePt t="137678" x="2582863" y="6110288"/>
          <p14:tracePt t="137694" x="2633663" y="6154738"/>
          <p14:tracePt t="137711" x="2663825" y="6169025"/>
          <p14:tracePt t="137727" x="2692400" y="6189663"/>
          <p14:tracePt t="137744" x="2720975" y="6205538"/>
          <p14:tracePt t="137761" x="2765425" y="6234113"/>
          <p14:tracePt t="137777" x="2808288" y="6248400"/>
          <p14:tracePt t="137795" x="2873375" y="6270625"/>
          <p14:tracePt t="137811" x="2954338" y="6284913"/>
          <p14:tracePt t="137827" x="3011488" y="6291263"/>
          <p14:tracePt t="137844" x="3076575" y="6291263"/>
          <p14:tracePt t="137861" x="3171825" y="6291263"/>
          <p14:tracePt t="137878" x="3236913" y="6291263"/>
          <p14:tracePt t="137896" x="3294063" y="6291263"/>
          <p14:tracePt t="137911" x="3367088" y="6291263"/>
          <p14:tracePt t="137927" x="3411538" y="6291263"/>
          <p14:tracePt t="137944" x="3454400" y="6291263"/>
          <p14:tracePt t="137952" x="3468688" y="6291263"/>
          <p14:tracePt t="137961" x="3490913" y="6291263"/>
          <p14:tracePt t="137977" x="3527425" y="6291263"/>
          <p14:tracePt t="137994" x="3584575" y="6291263"/>
          <p14:tracePt t="138010" x="3649663" y="6291263"/>
          <p14:tracePt t="138027" x="3708400" y="6291263"/>
          <p14:tracePt t="138044" x="3759200" y="6291263"/>
          <p14:tracePt t="138061" x="3795713" y="6291263"/>
          <p14:tracePt t="138077" x="3832225" y="6291263"/>
          <p14:tracePt t="138094" x="3875088" y="6291263"/>
          <p14:tracePt t="138110" x="3911600" y="6291263"/>
          <p14:tracePt t="138127" x="3948113" y="6291263"/>
          <p14:tracePt t="138144" x="3976688" y="6291263"/>
          <p14:tracePt t="138160" x="3998913" y="6291263"/>
          <p14:tracePt t="138177" x="4021138" y="6291263"/>
          <p14:tracePt t="138194" x="4035425" y="6291263"/>
          <p14:tracePt t="138211" x="4064000" y="6291263"/>
          <p14:tracePt t="138227" x="4086225" y="6291263"/>
          <p14:tracePt t="138244" x="4100513" y="6284913"/>
          <p14:tracePt t="138261" x="4122738" y="6276975"/>
          <p14:tracePt t="138277" x="4129088" y="6276975"/>
          <p14:tracePt t="138294" x="4143375" y="6270625"/>
          <p14:tracePt t="138311" x="4157663" y="6270625"/>
          <p14:tracePt t="138327" x="4179888" y="6270625"/>
          <p14:tracePt t="138344" x="4208463" y="6256338"/>
          <p14:tracePt t="138361" x="4238625" y="6248400"/>
          <p14:tracePt t="138377" x="4252913" y="6240463"/>
          <p14:tracePt t="138394" x="4267200" y="6240463"/>
          <p14:tracePt t="138411" x="4295775" y="6219825"/>
          <p14:tracePt t="138427" x="4318000" y="6219825"/>
          <p14:tracePt t="138444" x="4340225" y="6211888"/>
          <p14:tracePt t="138461" x="4383088" y="6197600"/>
          <p14:tracePt t="138477" x="4391025" y="6197600"/>
          <p14:tracePt t="138494" x="4405313" y="6189663"/>
          <p14:tracePt t="138511" x="4427538" y="6189663"/>
          <p14:tracePt t="138527" x="4433888" y="6183313"/>
          <p14:tracePt t="138544" x="4456113" y="6175375"/>
          <p14:tracePt t="138561" x="4470400" y="6175375"/>
          <p14:tracePt t="138577" x="4484688" y="6169025"/>
          <p14:tracePt t="138594" x="4498975" y="6161088"/>
          <p14:tracePt t="138627" x="4513263" y="6154738"/>
          <p14:tracePt t="138644" x="4521200" y="6154738"/>
          <p14:tracePt t="138672" x="4529138" y="6154738"/>
          <p14:tracePt t="138712" x="4535488" y="6146800"/>
          <p14:tracePt t="138744" x="4543425" y="6146800"/>
          <p14:tracePt t="138809" x="4549775" y="6146800"/>
          <p14:tracePt t="138834" x="4557713" y="6146800"/>
          <p14:tracePt t="138841" x="4564063" y="6146800"/>
          <p14:tracePt t="138857" x="4572000" y="6146800"/>
          <p14:tracePt t="138865" x="4586288" y="6146800"/>
          <p14:tracePt t="138877" x="4594225" y="6146800"/>
          <p14:tracePt t="138894" x="4614863" y="6146800"/>
          <p14:tracePt t="138911" x="4630738" y="6146800"/>
          <p14:tracePt t="138928" x="4637088" y="6146800"/>
          <p14:tracePt t="138961" x="4651375" y="6146800"/>
          <p14:tracePt t="138978" x="4659313" y="6146800"/>
          <p14:tracePt t="138994" x="4673600" y="6154738"/>
          <p14:tracePt t="139017" x="4681538" y="6154738"/>
          <p14:tracePt t="139034" x="4695825" y="6154738"/>
          <p14:tracePt t="139057" x="4702175" y="6161088"/>
          <p14:tracePt t="139106" x="4716463" y="6161088"/>
          <p14:tracePt t="139142" x="4724400" y="6161088"/>
          <p14:tracePt t="139150" x="4724400" y="6169025"/>
          <p14:tracePt t="139182" x="4738688" y="6169025"/>
          <p14:tracePt t="139223" x="4746625" y="6169025"/>
          <p14:tracePt t="139231" x="4746625" y="6175375"/>
          <p14:tracePt t="139247" x="4760913" y="6175375"/>
          <p14:tracePt t="139254" x="4760913" y="6183313"/>
          <p14:tracePt t="139270" x="4767263" y="6183313"/>
          <p14:tracePt t="139279" x="4767263" y="6189663"/>
          <p14:tracePt t="139306" x="4775200" y="6189663"/>
          <p14:tracePt t="139329" x="4783138" y="6197600"/>
          <p14:tracePt t="139348" x="4789488" y="6197600"/>
          <p14:tracePt t="139395" x="4797425" y="6197600"/>
          <p14:tracePt t="139409" x="4803775" y="6197600"/>
          <p14:tracePt t="139426" x="4803775" y="6205538"/>
          <p14:tracePt t="139435" x="4811713" y="6211888"/>
          <p14:tracePt t="139482" x="4818063" y="6211888"/>
          <p14:tracePt t="139499" x="4826000" y="6211888"/>
          <p14:tracePt t="139532" x="4833938" y="6219825"/>
          <p14:tracePt t="141508" x="4826000" y="6219825"/>
          <p14:tracePt t="141515" x="4775200" y="6219825"/>
          <p14:tracePt t="141528" x="4608513" y="6183313"/>
          <p14:tracePt t="141545" x="4202113" y="6030913"/>
          <p14:tracePt t="141563" x="3476625" y="5667375"/>
          <p14:tracePt t="141579" x="2706688" y="5108575"/>
          <p14:tracePt t="141595" x="2024063" y="4513263"/>
          <p14:tracePt t="141614" x="1204913" y="3584575"/>
          <p14:tracePt t="141629" x="1023938" y="3294063"/>
          <p14:tracePt t="141646" x="711200" y="2633663"/>
          <p14:tracePt t="141662" x="601663" y="2344738"/>
          <p14:tracePt t="141679" x="550863" y="2147888"/>
          <p14:tracePt t="141695" x="515938" y="2009775"/>
          <p14:tracePt t="141712" x="500063" y="1952625"/>
          <p14:tracePt t="141728" x="465138" y="1871663"/>
          <p14:tracePt t="141746" x="414338" y="1814513"/>
          <p14:tracePt t="141762" x="319088" y="1727200"/>
          <p14:tracePt t="141778" x="261938" y="1668463"/>
          <p14:tracePt t="141795" x="217488" y="1617663"/>
          <p14:tracePt t="141814" x="203200" y="1538288"/>
          <p14:tracePt t="141829" x="180975" y="1509713"/>
          <p14:tracePt t="141845" x="138113" y="1400175"/>
          <p14:tracePt t="141862" x="79375" y="1255713"/>
          <p14:tracePt t="141878" x="73025" y="1219200"/>
          <p14:tracePt t="141895" x="73025" y="1168400"/>
          <p14:tracePt t="141912" x="115888" y="1095375"/>
          <p14:tracePt t="141929" x="166688" y="979488"/>
          <p14:tracePt t="141945" x="239713" y="827088"/>
          <p14:tracePt t="141954" x="282575" y="747713"/>
          <p14:tracePt t="141962" x="312738" y="674688"/>
          <p14:tracePt t="141978" x="392113" y="544513"/>
          <p14:tracePt t="141995" x="465138" y="398463"/>
          <p14:tracePt t="142012" x="515938" y="276225"/>
          <p14:tracePt t="142030" x="581025" y="130175"/>
          <p14:tracePt t="142046" x="617538" y="28575"/>
        </p14:tracePtLst>
      </p14:laserTraceLst>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SVM - Hyperplane formula</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smtClean="0"/>
                  <a:t>Why</a:t>
                </a:r>
                <a:r>
                  <a:rPr lang="en-US" b="1" dirty="0" smtClean="0"/>
                  <a:t> </a:t>
                </a:r>
                <a14:m>
                  <m:oMath xmlns:m="http://schemas.openxmlformats.org/officeDocument/2006/math">
                    <m:sSup>
                      <m:sSupPr>
                        <m:ctrlPr>
                          <a:rPr lang="en-US" b="1" i="1">
                            <a:latin typeface="Cambria Math" panose="02040503050406030204" pitchFamily="18" charset="0"/>
                          </a:rPr>
                        </m:ctrlPr>
                      </m:sSupPr>
                      <m:e>
                        <m:r>
                          <a:rPr lang="en-US" b="1" i="1">
                            <a:latin typeface="Cambria Math" panose="02040503050406030204" pitchFamily="18" charset="0"/>
                          </a:rPr>
                          <m:t>𝒘</m:t>
                        </m:r>
                      </m:e>
                      <m:sup>
                        <m:r>
                          <a:rPr lang="en-US" b="1" i="1">
                            <a:latin typeface="Cambria Math" panose="02040503050406030204" pitchFamily="18" charset="0"/>
                          </a:rPr>
                          <m:t>𝑻</m:t>
                        </m:r>
                      </m:sup>
                    </m:sSup>
                    <m:r>
                      <a:rPr lang="en-US" b="1" i="1">
                        <a:latin typeface="Cambria Math" panose="02040503050406030204" pitchFamily="18" charset="0"/>
                      </a:rPr>
                      <m:t>𝒙</m:t>
                    </m:r>
                    <m:r>
                      <a:rPr lang="en-US" i="1">
                        <a:latin typeface="Cambria Math" panose="02040503050406030204" pitchFamily="18" charset="0"/>
                      </a:rPr>
                      <m:t>+</m:t>
                    </m:r>
                    <m:r>
                      <a:rPr lang="en-US" i="1">
                        <a:latin typeface="Cambria Math" panose="02040503050406030204" pitchFamily="18" charset="0"/>
                      </a:rPr>
                      <m:t>𝑏</m:t>
                    </m:r>
                    <m:r>
                      <a:rPr lang="en-US" i="1">
                        <a:latin typeface="Cambria Math" panose="02040503050406030204" pitchFamily="18" charset="0"/>
                      </a:rPr>
                      <m:t>=0</m:t>
                    </m:r>
                    <m:r>
                      <a:rPr lang="en-US" b="0" i="0" smtClean="0">
                        <a:latin typeface="Cambria Math" panose="02040503050406030204" pitchFamily="18" charset="0"/>
                      </a:rPr>
                      <m:t> </m:t>
                    </m:r>
                  </m:oMath>
                </a14:m>
                <a:r>
                  <a:rPr lang="en-US" dirty="0" smtClean="0"/>
                  <a:t>? Not </a:t>
                </a:r>
                <a14:m>
                  <m:oMath xmlns:m="http://schemas.openxmlformats.org/officeDocument/2006/math">
                    <m:r>
                      <a:rPr lang="en-US" i="1">
                        <a:latin typeface="Cambria Math" panose="02040503050406030204" pitchFamily="18" charset="0"/>
                      </a:rPr>
                      <m:t>𝑎𝑥</m:t>
                    </m:r>
                    <m:r>
                      <a:rPr lang="en-US" i="1">
                        <a:latin typeface="Cambria Math" panose="02040503050406030204" pitchFamily="18" charset="0"/>
                      </a:rPr>
                      <m:t>+</m:t>
                    </m:r>
                    <m:r>
                      <a:rPr lang="en-US" i="1">
                        <a:latin typeface="Cambria Math" panose="02040503050406030204" pitchFamily="18" charset="0"/>
                      </a:rPr>
                      <m:t>𝑏𝑦</m:t>
                    </m:r>
                    <m:r>
                      <a:rPr lang="en-US" i="1">
                        <a:latin typeface="Cambria Math" panose="02040503050406030204" pitchFamily="18" charset="0"/>
                      </a:rPr>
                      <m:t>+</m:t>
                    </m:r>
                    <m:r>
                      <a:rPr lang="en-US" i="1">
                        <a:latin typeface="Cambria Math" panose="02040503050406030204" pitchFamily="18" charset="0"/>
                      </a:rPr>
                      <m:t>𝑐</m:t>
                    </m:r>
                    <m:r>
                      <a:rPr lang="en-US" i="1">
                        <a:latin typeface="Cambria Math" panose="02040503050406030204" pitchFamily="18" charset="0"/>
                      </a:rPr>
                      <m:t>=0</m:t>
                    </m:r>
                    <m:r>
                      <a:rPr lang="en-US" b="0" i="0" smtClean="0">
                        <a:latin typeface="Cambria Math" panose="02040503050406030204" pitchFamily="18" charset="0"/>
                      </a:rPr>
                      <m:t> </m:t>
                    </m:r>
                  </m:oMath>
                </a14:m>
                <a:r>
                  <a:rPr lang="en-US" dirty="0" smtClean="0"/>
                  <a:t>or </a:t>
                </a:r>
                <a14:m>
                  <m:oMath xmlns:m="http://schemas.openxmlformats.org/officeDocument/2006/math">
                    <m:r>
                      <a:rPr lang="en-US" b="0" i="1" smtClean="0">
                        <a:latin typeface="Cambria Math" panose="02040503050406030204" pitchFamily="18" charset="0"/>
                      </a:rPr>
                      <m:t>𝑦</m:t>
                    </m:r>
                    <m:r>
                      <a:rPr lang="en-US" i="1">
                        <a:latin typeface="Cambria Math" panose="02040503050406030204" pitchFamily="18" charset="0"/>
                      </a:rPr>
                      <m:t>=</m:t>
                    </m:r>
                    <m:r>
                      <a:rPr lang="en-US" b="0" i="1" smtClean="0">
                        <a:latin typeface="Cambria Math" panose="02040503050406030204" pitchFamily="18" charset="0"/>
                      </a:rPr>
                      <m:t>𝑚𝑥</m:t>
                    </m:r>
                    <m:r>
                      <a:rPr lang="en-US" b="0" i="1" smtClean="0">
                        <a:latin typeface="Cambria Math" panose="02040503050406030204" pitchFamily="18" charset="0"/>
                      </a:rPr>
                      <m:t>+</m:t>
                    </m:r>
                    <m:r>
                      <a:rPr lang="en-US" b="0" i="1" smtClean="0">
                        <a:latin typeface="Cambria Math" panose="02040503050406030204" pitchFamily="18" charset="0"/>
                      </a:rPr>
                      <m:t>𝑏</m:t>
                    </m:r>
                    <m:r>
                      <a:rPr lang="en-US">
                        <a:latin typeface="Cambria Math" panose="02040503050406030204" pitchFamily="18" charset="0"/>
                      </a:rPr>
                      <m:t> </m:t>
                    </m:r>
                  </m:oMath>
                </a14:m>
                <a:r>
                  <a:rPr lang="en-US" dirty="0" smtClean="0"/>
                  <a:t>?</a:t>
                </a:r>
              </a:p>
              <a:p>
                <a:pPr marL="457200" indent="-457200">
                  <a:buFont typeface="Wingdings" panose="05000000000000000000" pitchFamily="2" charset="2"/>
                  <a:buChar char="§"/>
                </a:pPr>
                <a:r>
                  <a:rPr lang="en-US" dirty="0" smtClean="0"/>
                  <a:t>Make it easy if dealing with more than 2 features</a:t>
                </a:r>
              </a:p>
              <a:p>
                <a:pPr marL="457200" indent="-457200">
                  <a:buFont typeface="Wingdings" panose="05000000000000000000" pitchFamily="2" charset="2"/>
                  <a:buChar char="§"/>
                </a:pPr>
                <a14:m>
                  <m:oMath xmlns:m="http://schemas.openxmlformats.org/officeDocument/2006/math">
                    <m:sSup>
                      <m:sSupPr>
                        <m:ctrlPr>
                          <a:rPr lang="en-US" b="1" i="1">
                            <a:latin typeface="Cambria Math" panose="02040503050406030204" pitchFamily="18" charset="0"/>
                          </a:rPr>
                        </m:ctrlPr>
                      </m:sSupPr>
                      <m:e>
                        <m:r>
                          <a:rPr lang="en-US" b="1" i="1">
                            <a:latin typeface="Cambria Math" panose="02040503050406030204" pitchFamily="18" charset="0"/>
                          </a:rPr>
                          <m:t>𝒘</m:t>
                        </m:r>
                      </m:e>
                      <m:sup>
                        <m:r>
                          <a:rPr lang="en-US" b="1" i="1">
                            <a:latin typeface="Cambria Math" panose="02040503050406030204" pitchFamily="18" charset="0"/>
                          </a:rPr>
                          <m:t>𝑻</m:t>
                        </m:r>
                      </m:sup>
                    </m:sSup>
                    <m:r>
                      <a:rPr lang="en-US" i="1">
                        <a:latin typeface="Cambria Math" panose="02040503050406030204" pitchFamily="18" charset="0"/>
                      </a:rPr>
                      <m:t>=</m:t>
                    </m:r>
                    <m:d>
                      <m:dPr>
                        <m:begChr m:val="["/>
                        <m:endChr m:val="]"/>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m:rPr>
                                <m:nor/>
                              </m:rPr>
                              <a:rPr lang="el-GR" dirty="0"/>
                              <m:t>α</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r>
                              <m:rPr>
                                <m:nor/>
                              </m:rPr>
                              <a:rPr lang="el-GR" dirty="0"/>
                              <m:t>α</m:t>
                            </m:r>
                          </m:e>
                          <m:sub>
                            <m:r>
                              <a:rPr lang="en-US" b="0" i="1" dirty="0" smtClean="0">
                                <a:latin typeface="Cambria Math" panose="02040503050406030204" pitchFamily="18" charset="0"/>
                              </a:rPr>
                              <m:t>2</m:t>
                            </m:r>
                          </m:sub>
                        </m:sSub>
                        <m:r>
                          <a:rPr lang="en-US" b="0" i="0" dirty="0" smtClean="0">
                            <a:latin typeface="Cambria Math" panose="02040503050406030204" pitchFamily="18" charset="0"/>
                          </a:rPr>
                          <m:t>,</m:t>
                        </m:r>
                        <m:sSub>
                          <m:sSubPr>
                            <m:ctrlPr>
                              <a:rPr lang="en-US" i="1" dirty="0">
                                <a:latin typeface="Cambria Math" panose="02040503050406030204" pitchFamily="18" charset="0"/>
                              </a:rPr>
                            </m:ctrlPr>
                          </m:sSubPr>
                          <m:e>
                            <m:r>
                              <m:rPr>
                                <m:nor/>
                              </m:rPr>
                              <a:rPr lang="el-GR" dirty="0"/>
                              <m:t>α</m:t>
                            </m:r>
                          </m:e>
                          <m:sub>
                            <m:r>
                              <a:rPr lang="en-US" b="0" i="1" dirty="0" smtClean="0">
                                <a:latin typeface="Cambria Math" panose="02040503050406030204" pitchFamily="18" charset="0"/>
                              </a:rPr>
                              <m:t>3</m:t>
                            </m:r>
                          </m:sub>
                        </m:sSub>
                        <m:r>
                          <a:rPr lang="en-US" b="0" i="0" dirty="0" smtClean="0">
                            <a:latin typeface="Cambria Math" panose="02040503050406030204" pitchFamily="18" charset="0"/>
                          </a:rPr>
                          <m:t>,…</m:t>
                        </m:r>
                        <m:sSub>
                          <m:sSubPr>
                            <m:ctrlPr>
                              <a:rPr lang="en-US" i="1" dirty="0">
                                <a:latin typeface="Cambria Math" panose="02040503050406030204" pitchFamily="18" charset="0"/>
                              </a:rPr>
                            </m:ctrlPr>
                          </m:sSubPr>
                          <m:e>
                            <m:r>
                              <m:rPr>
                                <m:nor/>
                              </m:rPr>
                              <a:rPr lang="el-GR" dirty="0"/>
                              <m:t>α</m:t>
                            </m:r>
                          </m:e>
                          <m:sub>
                            <m:r>
                              <a:rPr lang="en-US" b="0" i="1" dirty="0" smtClean="0">
                                <a:latin typeface="Cambria Math" panose="02040503050406030204" pitchFamily="18" charset="0"/>
                              </a:rPr>
                              <m:t>𝑛</m:t>
                            </m:r>
                          </m:sub>
                        </m:sSub>
                      </m:e>
                    </m:d>
                    <m:r>
                      <a:rPr lang="en-US">
                        <a:latin typeface="Cambria Math" panose="02040503050406030204" pitchFamily="18" charset="0"/>
                      </a:rPr>
                      <m:t> </m:t>
                    </m:r>
                  </m:oMath>
                </a14:m>
                <a:endParaRPr lang="en-US" dirty="0" smtClean="0"/>
              </a:p>
              <a:p>
                <a:pPr marL="457200" indent="-457200">
                  <a:buFont typeface="Wingdings" panose="05000000000000000000" pitchFamily="2" charset="2"/>
                  <a:buChar char="§"/>
                </a:pPr>
                <a14:m>
                  <m:oMath xmlns:m="http://schemas.openxmlformats.org/officeDocument/2006/math">
                    <m:sSup>
                      <m:sSupPr>
                        <m:ctrlPr>
                          <a:rPr lang="en-US" b="1" i="1">
                            <a:latin typeface="Cambria Math" panose="02040503050406030204" pitchFamily="18" charset="0"/>
                          </a:rPr>
                        </m:ctrlPr>
                      </m:sSupPr>
                      <m:e>
                        <m:r>
                          <a:rPr lang="en-US" b="1" i="1" smtClean="0">
                            <a:latin typeface="Cambria Math" panose="02040503050406030204" pitchFamily="18" charset="0"/>
                          </a:rPr>
                          <m:t>𝒙</m:t>
                        </m:r>
                      </m:e>
                      <m:sup>
                        <m:r>
                          <a:rPr lang="en-US" b="1" i="1">
                            <a:latin typeface="Cambria Math" panose="02040503050406030204" pitchFamily="18" charset="0"/>
                          </a:rPr>
                          <m:t>𝑻</m:t>
                        </m:r>
                      </m:sup>
                    </m:sSup>
                    <m:r>
                      <a:rPr lang="en-US" i="1">
                        <a:latin typeface="Cambria Math" panose="02040503050406030204" pitchFamily="18" charset="0"/>
                      </a:rPr>
                      <m:t>=</m:t>
                    </m:r>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m:rPr>
                                <m:nor/>
                              </m:rPr>
                              <a:rPr lang="en-US" b="0" i="0" dirty="0" smtClean="0"/>
                              <m:t>x</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m:rPr>
                                <m:nor/>
                              </m:rPr>
                              <a:rPr lang="en-US" b="0" i="0" dirty="0" smtClean="0"/>
                              <m:t>x</m:t>
                            </m:r>
                          </m:e>
                          <m:sub>
                            <m:r>
                              <a:rPr lang="en-US" i="1" dirty="0">
                                <a:latin typeface="Cambria Math" panose="02040503050406030204" pitchFamily="18" charset="0"/>
                              </a:rPr>
                              <m:t>2</m:t>
                            </m:r>
                          </m:sub>
                        </m:sSub>
                        <m:r>
                          <a:rPr lang="en-US" dirty="0">
                            <a:latin typeface="Cambria Math" panose="02040503050406030204" pitchFamily="18" charset="0"/>
                          </a:rPr>
                          <m:t>,</m:t>
                        </m:r>
                        <m:sSub>
                          <m:sSubPr>
                            <m:ctrlPr>
                              <a:rPr lang="en-US" i="1" dirty="0">
                                <a:latin typeface="Cambria Math" panose="02040503050406030204" pitchFamily="18" charset="0"/>
                              </a:rPr>
                            </m:ctrlPr>
                          </m:sSubPr>
                          <m:e>
                            <m:r>
                              <m:rPr>
                                <m:nor/>
                              </m:rPr>
                              <a:rPr lang="en-US" b="0" i="0" dirty="0" smtClean="0"/>
                              <m:t>x</m:t>
                            </m:r>
                          </m:e>
                          <m:sub>
                            <m:r>
                              <a:rPr lang="en-US" i="1" dirty="0">
                                <a:latin typeface="Cambria Math" panose="02040503050406030204" pitchFamily="18" charset="0"/>
                              </a:rPr>
                              <m:t>3</m:t>
                            </m:r>
                          </m:sub>
                        </m:sSub>
                        <m:r>
                          <a:rPr lang="en-US" dirty="0">
                            <a:latin typeface="Cambria Math" panose="02040503050406030204" pitchFamily="18" charset="0"/>
                          </a:rPr>
                          <m:t>,…</m:t>
                        </m:r>
                        <m:sSub>
                          <m:sSubPr>
                            <m:ctrlPr>
                              <a:rPr lang="en-US" i="1" dirty="0">
                                <a:latin typeface="Cambria Math" panose="02040503050406030204" pitchFamily="18" charset="0"/>
                              </a:rPr>
                            </m:ctrlPr>
                          </m:sSubPr>
                          <m:e>
                            <m:r>
                              <m:rPr>
                                <m:nor/>
                              </m:rPr>
                              <a:rPr lang="en-US" b="0" i="0" dirty="0" smtClean="0"/>
                              <m:t>x</m:t>
                            </m:r>
                          </m:e>
                          <m:sub>
                            <m:r>
                              <a:rPr lang="en-US" i="1" dirty="0">
                                <a:latin typeface="Cambria Math" panose="02040503050406030204" pitchFamily="18" charset="0"/>
                              </a:rPr>
                              <m:t>𝑛</m:t>
                            </m:r>
                          </m:sub>
                        </m:sSub>
                      </m:e>
                    </m:d>
                    <m:r>
                      <a:rPr lang="en-US">
                        <a:latin typeface="Cambria Math" panose="02040503050406030204" pitchFamily="18" charset="0"/>
                      </a:rPr>
                      <m:t> </m:t>
                    </m:r>
                  </m:oMath>
                </a14:m>
                <a:endParaRPr lang="en-US" dirty="0" smtClean="0"/>
              </a:p>
              <a:p>
                <a:pPr marL="457200" indent="-457200">
                  <a:buFont typeface="Wingdings" panose="05000000000000000000" pitchFamily="2" charset="2"/>
                  <a:buChar char="§"/>
                </a:pPr>
                <a:r>
                  <a:rPr lang="en-US" dirty="0" smtClean="0"/>
                  <a:t>Can easily convert to y = mx + b form. </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4"/>
                <a:stretch>
                  <a:fillRect l="-635" t="-1190"/>
                </a:stretch>
              </a:blipFill>
            </p:spPr>
            <p:txBody>
              <a:bodyPr/>
              <a:lstStyle/>
              <a:p>
                <a:r>
                  <a:rPr lang="en-US">
                    <a:noFill/>
                  </a:rPr>
                  <a:t> </a:t>
                </a:r>
              </a:p>
            </p:txBody>
          </p:sp>
        </mc:Fallback>
      </mc:AlternateContent>
      <p:pic>
        <p:nvPicPr>
          <p:cNvPr id="5" name="Picture 4"/>
          <p:cNvPicPr>
            <a:picLocks noChangeAspect="1"/>
          </p:cNvPicPr>
          <p:nvPr/>
        </p:nvPicPr>
        <p:blipFill rotWithShape="1">
          <a:blip r:embed="rId5"/>
          <a:srcRect r="30781" b="12971"/>
          <a:stretch/>
        </p:blipFill>
        <p:spPr>
          <a:xfrm>
            <a:off x="9579231" y="1592907"/>
            <a:ext cx="1925180" cy="4758223"/>
          </a:xfrm>
          <a:prstGeom prst="rect">
            <a:avLst/>
          </a:prstGeom>
        </p:spPr>
      </p:pic>
      <mc:AlternateContent xmlns:mc="http://schemas.openxmlformats.org/markup-compatibility/2006" xmlns:a14="http://schemas.microsoft.com/office/drawing/2010/main">
        <mc:Choice Requires="a14">
          <p:sp>
            <p:nvSpPr>
              <p:cNvPr id="13" name="Rectangle 12"/>
              <p:cNvSpPr/>
              <p:nvPr/>
            </p:nvSpPr>
            <p:spPr>
              <a:xfrm>
                <a:off x="9720119" y="1230174"/>
                <a:ext cx="142699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𝒙</m:t>
                      </m:r>
                      <m:r>
                        <a:rPr lang="en-US" b="1" i="1" smtClean="0">
                          <a:latin typeface="Cambria Math" panose="02040503050406030204" pitchFamily="18" charset="0"/>
                        </a:rPr>
                        <m:t> −  </m:t>
                      </m:r>
                      <m:r>
                        <a:rPr lang="en-US" b="1" i="1" smtClean="0">
                          <a:latin typeface="Cambria Math" panose="02040503050406030204" pitchFamily="18" charset="0"/>
                        </a:rPr>
                        <m:t>𝒊𝒏𝒑𝒖𝒕</m:t>
                      </m:r>
                    </m:oMath>
                  </m:oMathPara>
                </a14:m>
                <a:endParaRPr lang="en-US" dirty="0"/>
              </a:p>
            </p:txBody>
          </p:sp>
        </mc:Choice>
        <mc:Fallback xmlns="">
          <p:sp>
            <p:nvSpPr>
              <p:cNvPr id="13" name="Rectangle 12"/>
              <p:cNvSpPr>
                <a:spLocks noRot="1" noChangeAspect="1" noMove="1" noResize="1" noEditPoints="1" noAdjustHandles="1" noChangeArrowheads="1" noChangeShapeType="1" noTextEdit="1"/>
              </p:cNvSpPr>
              <p:nvPr/>
            </p:nvSpPr>
            <p:spPr>
              <a:xfrm>
                <a:off x="9720119" y="1230174"/>
                <a:ext cx="1426994" cy="369332"/>
              </a:xfrm>
              <a:prstGeom prst="rect">
                <a:avLst/>
              </a:prstGeom>
              <a:blipFill>
                <a:blip r:embed="rId6"/>
                <a:stretch>
                  <a:fillRect b="-15000"/>
                </a:stretch>
              </a:blipFill>
            </p:spPr>
            <p:txBody>
              <a:bodyPr/>
              <a:lstStyle/>
              <a:p>
                <a:r>
                  <a:rPr lang="en-US">
                    <a:noFill/>
                  </a:rPr>
                  <a:t> </a:t>
                </a:r>
              </a:p>
            </p:txBody>
          </p:sp>
        </mc:Fallback>
      </mc:AlternateContent>
    </p:spTree>
    <p:extLst>
      <p:ext uri="{BB962C8B-B14F-4D97-AF65-F5344CB8AC3E}">
        <p14:creationId xmlns:p14="http://schemas.microsoft.com/office/powerpoint/2010/main" val="3106530520"/>
      </p:ext>
    </p:extLst>
  </p:cSld>
  <p:clrMapOvr>
    <a:masterClrMapping/>
  </p:clrMapOvr>
  <mc:AlternateContent xmlns:mc="http://schemas.openxmlformats.org/markup-compatibility/2006" xmlns:p14="http://schemas.microsoft.com/office/powerpoint/2010/main">
    <mc:Choice Requires="p14">
      <p:transition spd="slow" p14:dur="2000" advTm="86231">
        <p:cut/>
      </p:transition>
    </mc:Choice>
    <mc:Fallback xmlns="">
      <p:transition spd="slow" advTm="86231">
        <p:cut/>
      </p:transition>
    </mc:Fallback>
  </mc:AlternateContent>
  <p:timing>
    <p:tnLst>
      <p:par>
        <p:cTn id="1" dur="indefinite" restart="never" nodeType="tmRoot"/>
      </p:par>
    </p:tnLst>
  </p:timing>
  <p:extLst mod="1">
    <p:ext uri="{3A86A75C-4F4B-4683-9AE1-C65F6400EC91}">
      <p14:laserTraceLst xmlns:p14="http://schemas.microsoft.com/office/powerpoint/2010/main">
        <p14:tracePtLst>
          <p14:tracePt t="3180" x="769938" y="5384800"/>
          <p14:tracePt t="3201" x="769938" y="5362575"/>
          <p14:tracePt t="3218" x="820738" y="5326063"/>
          <p14:tracePt t="3234" x="914400" y="5275263"/>
          <p14:tracePt t="3251" x="973138" y="5240338"/>
          <p14:tracePt t="3268" x="1139825" y="5108575"/>
          <p14:tracePt t="3284" x="1292225" y="4986338"/>
          <p14:tracePt t="3301" x="1495425" y="4818063"/>
          <p14:tracePt t="3318" x="1800225" y="4608513"/>
          <p14:tracePt t="3334" x="2162175" y="4397375"/>
          <p14:tracePt t="3351" x="2547938" y="4179888"/>
          <p14:tracePt t="3368" x="2946400" y="3998913"/>
          <p14:tracePt t="3384" x="3259138" y="3860800"/>
          <p14:tracePt t="3401" x="3578225" y="3708400"/>
          <p14:tracePt t="3418" x="3933825" y="3454400"/>
          <p14:tracePt t="3434" x="4202113" y="3259138"/>
          <p14:tracePt t="3451" x="4332288" y="3121025"/>
          <p14:tracePt t="3468" x="4397375" y="3033713"/>
          <p14:tracePt t="3484" x="4405313" y="3005138"/>
          <p14:tracePt t="3501" x="4419600" y="2968625"/>
          <p14:tracePt t="3518" x="4433888" y="2909888"/>
          <p14:tracePt t="3534" x="4448175" y="2844800"/>
          <p14:tracePt t="3551" x="4484688" y="2751138"/>
          <p14:tracePt t="3568" x="4521200" y="2684463"/>
          <p14:tracePt t="3584" x="4572000" y="2605088"/>
          <p14:tracePt t="3601" x="4608513" y="2525713"/>
          <p14:tracePt t="3618" x="4645025" y="2460625"/>
          <p14:tracePt t="3635" x="4687888" y="2395538"/>
          <p14:tracePt t="3651" x="4724400" y="2344738"/>
          <p14:tracePt t="3668" x="4732338" y="2314575"/>
          <p14:tracePt t="3685" x="4738688" y="2286000"/>
          <p14:tracePt t="3701" x="4738688" y="2249488"/>
          <p14:tracePt t="3719" x="4738688" y="2220913"/>
          <p14:tracePt t="3734" x="4738688" y="2192338"/>
          <p14:tracePt t="3751" x="4724400" y="2141538"/>
          <p14:tracePt t="3768" x="4716463" y="2074863"/>
          <p14:tracePt t="3784" x="4716463" y="2032000"/>
          <p14:tracePt t="3801" x="4716463" y="1989138"/>
          <p14:tracePt t="3818" x="4710113" y="1958975"/>
          <p14:tracePt t="3834" x="4710113" y="1930400"/>
          <p14:tracePt t="3851" x="4710113" y="1901825"/>
          <p14:tracePt t="3868" x="4710113" y="1851025"/>
          <p14:tracePt t="3885" x="4710113" y="1836738"/>
          <p14:tracePt t="3918" x="4710113" y="1828800"/>
          <p14:tracePt t="3934" x="4716463" y="1814513"/>
          <p14:tracePt t="3951" x="4724400" y="1806575"/>
          <p14:tracePt t="3968" x="4746625" y="1800225"/>
          <p14:tracePt t="3985" x="4783138" y="1785938"/>
          <p14:tracePt t="4001" x="4833938" y="1770063"/>
          <p14:tracePt t="4018" x="4862513" y="1755775"/>
          <p14:tracePt t="4034" x="4899025" y="1755775"/>
          <p14:tracePt t="4051" x="4956175" y="1755775"/>
          <p14:tracePt t="4068" x="4992688" y="1755775"/>
          <p14:tracePt t="4085" x="5043488" y="1755775"/>
          <p14:tracePt t="4101" x="5102225" y="1755775"/>
          <p14:tracePt t="4118" x="5153025" y="1755775"/>
          <p14:tracePt t="4135" x="5189538" y="1755775"/>
          <p14:tracePt t="4151" x="5232400" y="1755775"/>
          <p14:tracePt t="4168" x="5275263" y="1763713"/>
          <p14:tracePt t="4184" x="5334000" y="1792288"/>
          <p14:tracePt t="4201" x="5384800" y="1800225"/>
          <p14:tracePt t="4218" x="5413375" y="1814513"/>
          <p14:tracePt t="4251" x="5435600" y="1828800"/>
          <p14:tracePt t="4268" x="5435600" y="1843088"/>
          <p14:tracePt t="4285" x="5435600" y="1851025"/>
          <p14:tracePt t="4301" x="5435600" y="1887538"/>
          <p14:tracePt t="4318" x="5435600" y="1916113"/>
          <p14:tracePt t="4335" x="5435600" y="1938338"/>
          <p14:tracePt t="4351" x="5435600" y="1958975"/>
          <p14:tracePt t="4385" x="5427663" y="1973263"/>
          <p14:tracePt t="4401" x="5427663" y="1989138"/>
          <p14:tracePt t="4418" x="5407025" y="2017713"/>
          <p14:tracePt t="4435" x="5392738" y="2032000"/>
          <p14:tracePt t="4452" x="5376863" y="2046288"/>
          <p14:tracePt t="4468" x="5362575" y="2060575"/>
          <p14:tracePt t="4485" x="5348288" y="2074863"/>
          <p14:tracePt t="4501" x="5341938" y="2082800"/>
          <p14:tracePt t="4518" x="5326063" y="2082800"/>
          <p14:tracePt t="4535" x="5311775" y="2090738"/>
          <p14:tracePt t="4551" x="5297488" y="2105025"/>
          <p14:tracePt t="4568" x="5283200" y="2105025"/>
          <p14:tracePt t="4585" x="5254625" y="2111375"/>
          <p14:tracePt t="4601" x="5240338" y="2119313"/>
          <p14:tracePt t="4618" x="5224463" y="2125663"/>
          <p14:tracePt t="4635" x="5210175" y="2125663"/>
          <p14:tracePt t="4651" x="5195888" y="2133600"/>
          <p14:tracePt t="4668" x="5181600" y="2133600"/>
          <p14:tracePt t="4685" x="5159375" y="2133600"/>
          <p14:tracePt t="4701" x="5153025" y="2133600"/>
          <p14:tracePt t="4718" x="5138738" y="2133600"/>
          <p14:tracePt t="4735" x="5108575" y="2133600"/>
          <p14:tracePt t="4751" x="5087938" y="2133600"/>
          <p14:tracePt t="4768" x="5065713" y="2133600"/>
          <p14:tracePt t="4785" x="5037138" y="2125663"/>
          <p14:tracePt t="4801" x="5014913" y="2125663"/>
          <p14:tracePt t="4818" x="5000625" y="2111375"/>
          <p14:tracePt t="4835" x="4956175" y="2090738"/>
          <p14:tracePt t="4852" x="4919663" y="2068513"/>
          <p14:tracePt t="4868" x="4905375" y="2060575"/>
          <p14:tracePt t="4885" x="4899025" y="2054225"/>
          <p14:tracePt t="4901" x="4891088" y="2039938"/>
          <p14:tracePt t="4918" x="4884738" y="2024063"/>
          <p14:tracePt t="4935" x="4876800" y="2003425"/>
          <p14:tracePt t="4951" x="4876800" y="1973263"/>
          <p14:tracePt t="4968" x="4876800" y="1938338"/>
          <p14:tracePt t="4985" x="4876800" y="1893888"/>
          <p14:tracePt t="5001" x="4876800" y="1857375"/>
          <p14:tracePt t="5018" x="4891088" y="1836738"/>
          <p14:tracePt t="5035" x="4905375" y="1806575"/>
          <p14:tracePt t="5052" x="4941888" y="1770063"/>
          <p14:tracePt t="5068" x="4964113" y="1755775"/>
          <p14:tracePt t="5085" x="4992688" y="1735138"/>
          <p14:tracePt t="5101" x="5021263" y="1712913"/>
          <p14:tracePt t="5118" x="5080000" y="1690688"/>
          <p14:tracePt t="5135" x="5102225" y="1684338"/>
          <p14:tracePt t="5152" x="5138738" y="1668463"/>
          <p14:tracePt t="5168" x="5181600" y="1654175"/>
          <p14:tracePt t="5185" x="5218113" y="1639888"/>
          <p14:tracePt t="5202" x="5268913" y="1625600"/>
          <p14:tracePt t="5218" x="5326063" y="1617663"/>
          <p14:tracePt t="5235" x="5384800" y="1617663"/>
          <p14:tracePt t="5252" x="5478463" y="1603375"/>
          <p14:tracePt t="5268" x="5537200" y="1603375"/>
          <p14:tracePt t="5285" x="5595938" y="1603375"/>
          <p14:tracePt t="5302" x="5667375" y="1603375"/>
          <p14:tracePt t="5318" x="5754688" y="1603375"/>
          <p14:tracePt t="5335" x="5834063" y="1603375"/>
          <p14:tracePt t="5352" x="5915025" y="1617663"/>
          <p14:tracePt t="5368" x="6002338" y="1639888"/>
          <p14:tracePt t="5385" x="6053138" y="1639888"/>
          <p14:tracePt t="5402" x="6096000" y="1654175"/>
          <p14:tracePt t="5418" x="6132513" y="1654175"/>
          <p14:tracePt t="5435" x="6169025" y="1662113"/>
          <p14:tracePt t="5452" x="6219825" y="1668463"/>
          <p14:tracePt t="5468" x="6256338" y="1676400"/>
          <p14:tracePt t="5485" x="6270625" y="1676400"/>
          <p14:tracePt t="5502" x="6276975" y="1676400"/>
          <p14:tracePt t="5518" x="6291263" y="1676400"/>
          <p14:tracePt t="5535" x="6299200" y="1676400"/>
          <p14:tracePt t="5552" x="6313488" y="1676400"/>
          <p14:tracePt t="5568" x="6321425" y="1690688"/>
          <p14:tracePt t="5621" x="6335713" y="1690688"/>
          <p14:tracePt t="6390" x="6342063" y="1698625"/>
          <p14:tracePt t="6438" x="6350000" y="1698625"/>
          <p14:tracePt t="6445" x="6357938" y="1698625"/>
          <p14:tracePt t="6470" x="6364288" y="1698625"/>
          <p14:tracePt t="6478" x="6372225" y="1712913"/>
          <p14:tracePt t="6494" x="6378575" y="1712913"/>
          <p14:tracePt t="6511" x="6386513" y="1712913"/>
          <p14:tracePt t="6534" x="6392863" y="1712913"/>
          <p14:tracePt t="6550" x="6400800" y="1719263"/>
          <p14:tracePt t="6702" x="6400800" y="1727200"/>
          <p14:tracePt t="6726" x="6400800" y="1735138"/>
          <p14:tracePt t="6742" x="6400800" y="1741488"/>
          <p14:tracePt t="6750" x="6400800" y="1749425"/>
          <p14:tracePt t="6766" x="6400800" y="1755775"/>
          <p14:tracePt t="6782" x="6400800" y="1770063"/>
          <p14:tracePt t="6790" x="6400800" y="1785938"/>
          <p14:tracePt t="6802" x="6400800" y="1806575"/>
          <p14:tracePt t="6819" x="6392863" y="1820863"/>
          <p14:tracePt t="6837" x="6357938" y="1865313"/>
          <p14:tracePt t="6853" x="6313488" y="1908175"/>
          <p14:tracePt t="6869" x="6270625" y="1952625"/>
          <p14:tracePt t="6886" x="6205538" y="2017713"/>
          <p14:tracePt t="6902" x="6138863" y="2074863"/>
          <p14:tracePt t="6919" x="6045200" y="2133600"/>
          <p14:tracePt t="6936" x="5951538" y="2212975"/>
          <p14:tracePt t="6952" x="5856288" y="2278063"/>
          <p14:tracePt t="6970" x="5754688" y="2336800"/>
          <p14:tracePt t="6973" x="5711825" y="2359025"/>
          <p14:tracePt t="6986" x="5661025" y="2387600"/>
          <p14:tracePt t="7002" x="5529263" y="2438400"/>
          <p14:tracePt t="7019" x="5399088" y="2489200"/>
          <p14:tracePt t="7036" x="5153025" y="2554288"/>
          <p14:tracePt t="7052" x="4992688" y="2576513"/>
          <p14:tracePt t="7069" x="4868863" y="2590800"/>
          <p14:tracePt t="7087" x="4775200" y="2605088"/>
          <p14:tracePt t="7102" x="4687888" y="2619375"/>
          <p14:tracePt t="7119" x="4614863" y="2627313"/>
          <p14:tracePt t="7136" x="4543425" y="2641600"/>
          <p14:tracePt t="7152" x="4456113" y="2655888"/>
          <p14:tracePt t="7169" x="4376738" y="2655888"/>
          <p14:tracePt t="7186" x="4318000" y="2655888"/>
          <p14:tracePt t="7202" x="4238625" y="2663825"/>
          <p14:tracePt t="7219" x="4187825" y="2678113"/>
          <p14:tracePt t="7236" x="4114800" y="2692400"/>
          <p14:tracePt t="7252" x="4064000" y="2692400"/>
          <p14:tracePt t="7269" x="4027488" y="2706688"/>
          <p14:tracePt t="7286" x="3984625" y="2706688"/>
          <p14:tracePt t="7302" x="3970338" y="2706688"/>
          <p14:tracePt t="7319" x="3954463" y="2706688"/>
          <p14:tracePt t="7336" x="3940175" y="2706688"/>
          <p14:tracePt t="7353" x="3933825" y="2706688"/>
          <p14:tracePt t="7369" x="3911600" y="2706688"/>
          <p14:tracePt t="7386" x="3903663" y="2706688"/>
          <p14:tracePt t="7402" x="3889375" y="2706688"/>
          <p14:tracePt t="7419" x="3875088" y="2706688"/>
          <p14:tracePt t="7436" x="3868738" y="2706688"/>
          <p14:tracePt t="7452" x="3852863" y="2706688"/>
          <p14:tracePt t="7469" x="3824288" y="2700338"/>
          <p14:tracePt t="7486" x="3810000" y="2700338"/>
          <p14:tracePt t="7502" x="3787775" y="2692400"/>
          <p14:tracePt t="7519" x="3781425" y="2684463"/>
          <p14:tracePt t="7536" x="3773488" y="2684463"/>
          <p14:tracePt t="7552" x="3767138" y="2684463"/>
          <p14:tracePt t="7586" x="3767138" y="2678113"/>
          <p14:tracePt t="7602" x="3759200" y="2678113"/>
          <p14:tracePt t="7622" x="3751263" y="2670175"/>
          <p14:tracePt t="7638" x="3751263" y="2663825"/>
          <p14:tracePt t="7652" x="3744913" y="2649538"/>
          <p14:tracePt t="7669" x="3744913" y="2633663"/>
          <p14:tracePt t="7686" x="3744913" y="2613025"/>
          <p14:tracePt t="7703" x="3744913" y="2590800"/>
          <p14:tracePt t="7719" x="3759200" y="2562225"/>
          <p14:tracePt t="7736" x="3781425" y="2525713"/>
          <p14:tracePt t="7753" x="3810000" y="2497138"/>
          <p14:tracePt t="7769" x="3838575" y="2460625"/>
          <p14:tracePt t="7786" x="3860800" y="2438400"/>
          <p14:tracePt t="7803" x="3889375" y="2416175"/>
          <p14:tracePt t="7819" x="3911600" y="2401888"/>
          <p14:tracePt t="7836" x="3962400" y="2373313"/>
          <p14:tracePt t="7853" x="4005263" y="2351088"/>
          <p14:tracePt t="7869" x="4049713" y="2322513"/>
          <p14:tracePt t="7886" x="4092575" y="2308225"/>
          <p14:tracePt t="7902" x="4137025" y="2293938"/>
          <p14:tracePt t="7919" x="4165600" y="2278063"/>
          <p14:tracePt t="7936" x="4202113" y="2271713"/>
          <p14:tracePt t="7953" x="4230688" y="2271713"/>
          <p14:tracePt t="7969" x="4275138" y="2271713"/>
          <p14:tracePt t="7973" x="4295775" y="2271713"/>
          <p14:tracePt t="7986" x="4310063" y="2271713"/>
          <p14:tracePt t="8002" x="4346575" y="2271713"/>
          <p14:tracePt t="8019" x="4376738" y="2271713"/>
          <p14:tracePt t="8036" x="4411663" y="2271713"/>
          <p14:tracePt t="8053" x="4427538" y="2278063"/>
          <p14:tracePt t="8070" x="4456113" y="2286000"/>
          <p14:tracePt t="8086" x="4478338" y="2293938"/>
          <p14:tracePt t="8103" x="4498975" y="2300288"/>
          <p14:tracePt t="8119" x="4513263" y="2308225"/>
          <p14:tracePt t="8136" x="4529138" y="2308225"/>
          <p14:tracePt t="8153" x="4535488" y="2314575"/>
          <p14:tracePt t="8169" x="4549775" y="2314575"/>
          <p14:tracePt t="8186" x="4579938" y="2322513"/>
          <p14:tracePt t="8203" x="4594225" y="2322513"/>
          <p14:tracePt t="8220" x="4614863" y="2322513"/>
          <p14:tracePt t="8236" x="4630738" y="2322513"/>
          <p14:tracePt t="8253" x="4645025" y="2328863"/>
          <p14:tracePt t="8269" x="4659313" y="2344738"/>
          <p14:tracePt t="8286" x="4665663" y="2359025"/>
          <p14:tracePt t="8303" x="4681538" y="2365375"/>
          <p14:tracePt t="8319" x="4695825" y="2395538"/>
          <p14:tracePt t="8336" x="4702175" y="2401888"/>
          <p14:tracePt t="8353" x="4716463" y="2416175"/>
          <p14:tracePt t="8369" x="4716463" y="2430463"/>
          <p14:tracePt t="8386" x="4724400" y="2452688"/>
          <p14:tracePt t="8402" x="4732338" y="2474913"/>
          <p14:tracePt t="8419" x="4732338" y="2481263"/>
          <p14:tracePt t="8436" x="4732338" y="2517775"/>
          <p14:tracePt t="8453" x="4738688" y="2540000"/>
          <p14:tracePt t="8469" x="4738688" y="2562225"/>
          <p14:tracePt t="8486" x="4738688" y="2576513"/>
          <p14:tracePt t="8503" x="4738688" y="2590800"/>
          <p14:tracePt t="8519" x="4738688" y="2613025"/>
          <p14:tracePt t="8536" x="4738688" y="2619375"/>
          <p14:tracePt t="8553" x="4738688" y="2627313"/>
          <p14:tracePt t="8569" x="4738688" y="2641600"/>
          <p14:tracePt t="8586" x="4738688" y="2655888"/>
          <p14:tracePt t="8619" x="4738688" y="2663825"/>
          <p14:tracePt t="8765" x="4738688" y="2655888"/>
          <p14:tracePt t="8773" x="4738688" y="2641600"/>
          <p14:tracePt t="8781" x="4746625" y="2633663"/>
          <p14:tracePt t="8788" x="4752975" y="2619375"/>
          <p14:tracePt t="8803" x="4760913" y="2598738"/>
          <p14:tracePt t="8820" x="4783138" y="2576513"/>
          <p14:tracePt t="8836" x="4797425" y="2562225"/>
          <p14:tracePt t="8853" x="4803775" y="2554288"/>
          <p14:tracePt t="8870" x="4826000" y="2540000"/>
          <p14:tracePt t="8886" x="4840288" y="2532063"/>
          <p14:tracePt t="8903" x="4862513" y="2511425"/>
          <p14:tracePt t="8920" x="4891088" y="2503488"/>
          <p14:tracePt t="8936" x="4919663" y="2497138"/>
          <p14:tracePt t="8953" x="4941888" y="2481263"/>
          <p14:tracePt t="8970" x="4956175" y="2481263"/>
          <p14:tracePt t="8974" x="4964113" y="2481263"/>
          <p14:tracePt t="8986" x="4978400" y="2481263"/>
          <p14:tracePt t="9003" x="4992688" y="2481263"/>
          <p14:tracePt t="9020" x="5006975" y="2481263"/>
          <p14:tracePt t="9036" x="5037138" y="2474913"/>
          <p14:tracePt t="9053" x="5051425" y="2474913"/>
          <p14:tracePt t="9070" x="5065713" y="2474913"/>
          <p14:tracePt t="9086" x="5080000" y="2474913"/>
          <p14:tracePt t="9103" x="5108575" y="2474913"/>
          <p14:tracePt t="9120" x="5130800" y="2489200"/>
          <p14:tracePt t="9136" x="5159375" y="2497138"/>
          <p14:tracePt t="9153" x="5181600" y="2503488"/>
          <p14:tracePt t="9170" x="5195888" y="2517775"/>
          <p14:tracePt t="9187" x="5210175" y="2517775"/>
          <p14:tracePt t="9203" x="5218113" y="2517775"/>
          <p14:tracePt t="9220" x="5246688" y="2540000"/>
          <p14:tracePt t="9236" x="5254625" y="2547938"/>
          <p14:tracePt t="9311" x="5254625" y="2554288"/>
          <p14:tracePt t="9415" x="5260975" y="2562225"/>
          <p14:tracePt t="9423" x="5268913" y="2568575"/>
          <p14:tracePt t="9436" x="5297488" y="2590800"/>
          <p14:tracePt t="9454" x="5319713" y="2605088"/>
          <p14:tracePt t="9470" x="5356225" y="2627313"/>
          <p14:tracePt t="9490" x="5370513" y="2633663"/>
          <p14:tracePt t="9503" x="5384800" y="2641600"/>
          <p14:tracePt t="9520" x="5413375" y="2649538"/>
          <p14:tracePt t="9537" x="5443538" y="2655888"/>
          <p14:tracePt t="9553" x="5478463" y="2663825"/>
          <p14:tracePt t="9571" x="5494338" y="2670175"/>
          <p14:tracePt t="9587" x="5522913" y="2670175"/>
          <p14:tracePt t="9604" x="5545138" y="2670175"/>
          <p14:tracePt t="9620" x="5573713" y="2670175"/>
          <p14:tracePt t="9637" x="5595938" y="2670175"/>
          <p14:tracePt t="9653" x="5616575" y="2670175"/>
          <p14:tracePt t="9670" x="5638800" y="2670175"/>
          <p14:tracePt t="9687" x="5646738" y="2670175"/>
          <p14:tracePt t="9703" x="5661025" y="2655888"/>
          <p14:tracePt t="9720" x="5675313" y="2649538"/>
          <p14:tracePt t="9736" x="5689600" y="2633663"/>
          <p14:tracePt t="9753" x="5703888" y="2619375"/>
          <p14:tracePt t="9770" x="5718175" y="2605088"/>
          <p14:tracePt t="9786" x="5732463" y="2582863"/>
          <p14:tracePt t="9803" x="5748338" y="2562225"/>
          <p14:tracePt t="9820" x="5748338" y="2547938"/>
          <p14:tracePt t="9837" x="5748338" y="2532063"/>
          <p14:tracePt t="9853" x="5748338" y="2517775"/>
          <p14:tracePt t="9870" x="5748338" y="2503488"/>
          <p14:tracePt t="9887" x="5748338" y="2497138"/>
          <p14:tracePt t="9903" x="5748338" y="2481263"/>
          <p14:tracePt t="9920" x="5748338" y="2474913"/>
          <p14:tracePt t="9937" x="5748338" y="2460625"/>
          <p14:tracePt t="9953" x="5748338" y="2452688"/>
          <p14:tracePt t="9970" x="5732463" y="2430463"/>
          <p14:tracePt t="9987" x="5726113" y="2424113"/>
          <p14:tracePt t="10004" x="5711825" y="2409825"/>
          <p14:tracePt t="10020" x="5697538" y="2395538"/>
          <p14:tracePt t="10055" x="5689600" y="2387600"/>
          <p14:tracePt t="10078" x="5689600" y="2379663"/>
          <p14:tracePt t="10095" x="5681663" y="2379663"/>
          <p14:tracePt t="10119" x="5675313" y="2379663"/>
          <p14:tracePt t="10158" x="5667375" y="2387600"/>
          <p14:tracePt t="10166" x="5667375" y="2395538"/>
          <p14:tracePt t="10174" x="5667375" y="2409825"/>
          <p14:tracePt t="10187" x="5667375" y="2416175"/>
          <p14:tracePt t="10204" x="5667375" y="2460625"/>
          <p14:tracePt t="10220" x="5681663" y="2489200"/>
          <p14:tracePt t="10237" x="5718175" y="2517775"/>
          <p14:tracePt t="10253" x="5754688" y="2532063"/>
          <p14:tracePt t="10270" x="5783263" y="2540000"/>
          <p14:tracePt t="10287" x="5799138" y="2540000"/>
          <p14:tracePt t="10303" x="5813425" y="2547938"/>
          <p14:tracePt t="10320" x="5827713" y="2547938"/>
          <p14:tracePt t="10337" x="5834063" y="2547938"/>
          <p14:tracePt t="10353" x="5856288" y="2547938"/>
          <p14:tracePt t="10370" x="5870575" y="2547938"/>
          <p14:tracePt t="10404" x="5878513" y="2540000"/>
          <p14:tracePt t="10420" x="5900738" y="2517775"/>
          <p14:tracePt t="10438" x="5929313" y="2511425"/>
          <p14:tracePt t="10454" x="5957888" y="2497138"/>
          <p14:tracePt t="10470" x="5980113" y="2481263"/>
          <p14:tracePt t="10477" x="5994400" y="2481263"/>
          <p14:tracePt t="10491" x="6002338" y="2474913"/>
          <p14:tracePt t="10504" x="6037263" y="2460625"/>
          <p14:tracePt t="10520" x="6067425" y="2446338"/>
          <p14:tracePt t="10537" x="6103938" y="2438400"/>
          <p14:tracePt t="10553" x="6138863" y="2438400"/>
          <p14:tracePt t="10570" x="6161088" y="2438400"/>
          <p14:tracePt t="10587" x="6189663" y="2438400"/>
          <p14:tracePt t="10604" x="6211888" y="2438400"/>
          <p14:tracePt t="10637" x="6226175" y="2438400"/>
          <p14:tracePt t="10655" x="6234113" y="2438400"/>
          <p14:tracePt t="10670" x="6262688" y="2438400"/>
          <p14:tracePt t="10687" x="6284913" y="2446338"/>
          <p14:tracePt t="10704" x="6321425" y="2466975"/>
          <p14:tracePt t="10720" x="6335713" y="2474913"/>
          <p14:tracePt t="10737" x="6350000" y="2481263"/>
          <p14:tracePt t="10754" x="6357938" y="2489200"/>
          <p14:tracePt t="10770" x="6378575" y="2503488"/>
          <p14:tracePt t="10787" x="6400800" y="2517775"/>
          <p14:tracePt t="10804" x="6437313" y="2540000"/>
          <p14:tracePt t="10820" x="6451600" y="2547938"/>
          <p14:tracePt t="10880" x="6451600" y="2554288"/>
          <p14:tracePt t="10895" x="6459538" y="2562225"/>
          <p14:tracePt t="10923" x="6459538" y="2568575"/>
          <p14:tracePt t="10938" x="6459538" y="2576513"/>
          <p14:tracePt t="10954" x="6459538" y="2590800"/>
          <p14:tracePt t="10971" x="6473825" y="2598738"/>
          <p14:tracePt t="10990" x="6473825" y="2613025"/>
          <p14:tracePt t="11005" x="6473825" y="2619375"/>
          <p14:tracePt t="11021" x="6473825" y="2633663"/>
          <p14:tracePt t="11037" x="6473825" y="2649538"/>
          <p14:tracePt t="11053" x="6465888" y="2663825"/>
          <p14:tracePt t="11070" x="6451600" y="2692400"/>
          <p14:tracePt t="11087" x="6443663" y="2700338"/>
          <p14:tracePt t="11104" x="6429375" y="2720975"/>
          <p14:tracePt t="11120" x="6423025" y="2728913"/>
          <p14:tracePt t="11137" x="6415088" y="2735263"/>
          <p14:tracePt t="11153" x="6408738" y="2743200"/>
          <p14:tracePt t="11170" x="6400800" y="2751138"/>
          <p14:tracePt t="11187" x="6378575" y="2765425"/>
          <p14:tracePt t="11204" x="6357938" y="2771775"/>
          <p14:tracePt t="11220" x="6335713" y="2779713"/>
          <p14:tracePt t="11237" x="6321425" y="2779713"/>
          <p14:tracePt t="11254" x="6307138" y="2786063"/>
          <p14:tracePt t="11270" x="6291263" y="2794000"/>
          <p14:tracePt t="11287" x="6284913" y="2794000"/>
          <p14:tracePt t="11304" x="6270625" y="2794000"/>
          <p14:tracePt t="11337" x="6262688" y="2786063"/>
          <p14:tracePt t="11354" x="6234113" y="2771775"/>
          <p14:tracePt t="11371" x="6219825" y="2743200"/>
          <p14:tracePt t="11387" x="6205538" y="2684463"/>
          <p14:tracePt t="11405" x="6205538" y="2641600"/>
          <p14:tracePt t="11422" x="6205538" y="2605088"/>
          <p14:tracePt t="11438" x="6205538" y="2582863"/>
          <p14:tracePt t="11454" x="6205538" y="2562225"/>
          <p14:tracePt t="11471" x="6219825" y="2532063"/>
          <p14:tracePt t="11487" x="6234113" y="2517775"/>
          <p14:tracePt t="11504" x="6248400" y="2497138"/>
          <p14:tracePt t="11520" x="6270625" y="2481263"/>
          <p14:tracePt t="11537" x="6299200" y="2452688"/>
          <p14:tracePt t="11554" x="6313488" y="2446338"/>
          <p14:tracePt t="11571" x="6357938" y="2424113"/>
          <p14:tracePt t="11588" x="6392863" y="2409825"/>
          <p14:tracePt t="11604" x="6423025" y="2395538"/>
          <p14:tracePt t="11621" x="6443663" y="2387600"/>
          <p14:tracePt t="11637" x="6459538" y="2379663"/>
          <p14:tracePt t="11654" x="6480175" y="2373313"/>
          <p14:tracePt t="11671" x="6494463" y="2365375"/>
          <p14:tracePt t="11704" x="6502400" y="2365375"/>
          <p14:tracePt t="11726" x="6510338" y="2365375"/>
          <p14:tracePt t="11759" x="6516688" y="2365375"/>
          <p14:tracePt t="11799" x="6524625" y="2373313"/>
          <p14:tracePt t="11815" x="6524625" y="2379663"/>
          <p14:tracePt t="11823" x="6524625" y="2387600"/>
          <p14:tracePt t="11841" x="6524625" y="2395538"/>
          <p14:tracePt t="11854" x="6524625" y="2409825"/>
          <p14:tracePt t="11870" x="6524625" y="2416175"/>
          <p14:tracePt t="11888" x="6524625" y="2430463"/>
          <p14:tracePt t="11904" x="6524625" y="2452688"/>
          <p14:tracePt t="11921" x="6524625" y="2466975"/>
          <p14:tracePt t="11937" x="6524625" y="2481263"/>
          <p14:tracePt t="11954" x="6524625" y="2503488"/>
          <p14:tracePt t="11971" x="6524625" y="2511425"/>
          <p14:tracePt t="11975" x="6524625" y="2517775"/>
          <p14:tracePt t="11987" x="6524625" y="2525713"/>
          <p14:tracePt t="12004" x="6530975" y="2547938"/>
          <p14:tracePt t="12021" x="6553200" y="2568575"/>
          <p14:tracePt t="12037" x="6567488" y="2576513"/>
          <p14:tracePt t="12054" x="6596063" y="2590800"/>
          <p14:tracePt t="12071" x="6618288" y="2605088"/>
          <p14:tracePt t="12087" x="6646863" y="2605088"/>
          <p14:tracePt t="12104" x="6669088" y="2605088"/>
          <p14:tracePt t="12121" x="6683375" y="2605088"/>
          <p14:tracePt t="12138" x="6705600" y="2605088"/>
          <p14:tracePt t="12154" x="6719888" y="2605088"/>
          <p14:tracePt t="12171" x="6742113" y="2605088"/>
          <p14:tracePt t="12189" x="6778625" y="2605088"/>
          <p14:tracePt t="12204" x="6784975" y="2605088"/>
          <p14:tracePt t="12221" x="6799263" y="2605088"/>
          <p14:tracePt t="12237" x="6807200" y="2605088"/>
          <p14:tracePt t="12254" x="6829425" y="2598738"/>
          <p14:tracePt t="12271" x="6835775" y="2590800"/>
          <p14:tracePt t="12287" x="6843713" y="2590800"/>
          <p14:tracePt t="12304" x="6858000" y="2582863"/>
          <p14:tracePt t="12321" x="6872288" y="2582863"/>
          <p14:tracePt t="12338" x="6880225" y="2568575"/>
          <p14:tracePt t="12354" x="6886575" y="2568575"/>
          <p14:tracePt t="12371" x="6900863" y="2562225"/>
          <p14:tracePt t="12387" x="6916738" y="2554288"/>
          <p14:tracePt t="12447" x="6916738" y="2547938"/>
          <p14:tracePt t="12473" x="6923088" y="2540000"/>
          <p14:tracePt t="12519" x="6931025" y="2540000"/>
          <p14:tracePt t="12527" x="6937375" y="2540000"/>
          <p14:tracePt t="12543" x="6945313" y="2532063"/>
          <p14:tracePt t="12559" x="6951663" y="2532063"/>
          <p14:tracePt t="12571" x="6959600" y="2532063"/>
          <p14:tracePt t="12589" x="6981825" y="2525713"/>
          <p14:tracePt t="12631" x="6988175" y="2525713"/>
          <p14:tracePt t="12638" x="6996113" y="2525713"/>
          <p14:tracePt t="12654" x="7002463" y="2525713"/>
          <p14:tracePt t="12671" x="7018338" y="2525713"/>
          <p14:tracePt t="12689" x="7024688" y="2525713"/>
          <p14:tracePt t="12704" x="7038975" y="2532063"/>
          <p14:tracePt t="12721" x="7046913" y="2532063"/>
          <p14:tracePt t="12738" x="7046913" y="2540000"/>
          <p14:tracePt t="12754" x="7061200" y="2547938"/>
          <p14:tracePt t="12771" x="7069138" y="2562225"/>
          <p14:tracePt t="12788" x="7075488" y="2568575"/>
          <p14:tracePt t="12804" x="7089775" y="2576513"/>
          <p14:tracePt t="12821" x="7089775" y="2582863"/>
          <p14:tracePt t="12839" x="7097713" y="2590800"/>
          <p14:tracePt t="12854" x="7112000" y="2598738"/>
          <p14:tracePt t="12888" x="7112000" y="2605088"/>
          <p14:tracePt t="12904" x="7126288" y="2613025"/>
          <p14:tracePt t="12921" x="7140575" y="2619375"/>
          <p14:tracePt t="12938" x="7154863" y="2619375"/>
          <p14:tracePt t="12954" x="7162800" y="2619375"/>
          <p14:tracePt t="12971" x="7170738" y="2619375"/>
          <p14:tracePt t="12975" x="7177088" y="2619375"/>
          <p14:tracePt t="12991" x="7185025" y="2619375"/>
          <p14:tracePt t="13004" x="7199313" y="2619375"/>
          <p14:tracePt t="13021" x="7221538" y="2619375"/>
          <p14:tracePt t="13038" x="7242175" y="2619375"/>
          <p14:tracePt t="13054" x="7250113" y="2619375"/>
          <p14:tracePt t="13071" x="7250113" y="2613025"/>
          <p14:tracePt t="13089" x="7272338" y="2605088"/>
          <p14:tracePt t="13121" x="7278688" y="2605088"/>
          <p14:tracePt t="13139" x="7292975" y="2598738"/>
          <p14:tracePt t="14891" x="7292975" y="2605088"/>
          <p14:tracePt t="14907" x="7264400" y="2627313"/>
          <p14:tracePt t="14923" x="7235825" y="2655888"/>
          <p14:tracePt t="14938" x="7191375" y="2684463"/>
          <p14:tracePt t="14955" x="7140575" y="2720975"/>
          <p14:tracePt t="14972" x="7024688" y="2779713"/>
          <p14:tracePt t="14988" x="6931025" y="2816225"/>
          <p14:tracePt t="15005" x="6756400" y="2867025"/>
          <p14:tracePt t="15022" x="6561138" y="2909888"/>
          <p14:tracePt t="15038" x="6256338" y="2946400"/>
          <p14:tracePt t="15055" x="6045200" y="2982913"/>
          <p14:tracePt t="15072" x="5907088" y="3019425"/>
          <p14:tracePt t="15089" x="5805488" y="3055938"/>
          <p14:tracePt t="15105" x="5675313" y="3098800"/>
          <p14:tracePt t="15122" x="5551488" y="3135313"/>
          <p14:tracePt t="15138" x="5399088" y="3171825"/>
          <p14:tracePt t="15155" x="5218113" y="3208338"/>
          <p14:tracePt t="15172" x="4941888" y="3251200"/>
          <p14:tracePt t="15188" x="4746625" y="3287713"/>
          <p14:tracePt t="15205" x="4506913" y="3302000"/>
          <p14:tracePt t="15222" x="4244975" y="3302000"/>
          <p14:tracePt t="15238" x="4021138" y="3302000"/>
          <p14:tracePt t="15255" x="3838575" y="3324225"/>
          <p14:tracePt t="15272" x="3730625" y="3338513"/>
          <p14:tracePt t="15288" x="3635375" y="3344863"/>
          <p14:tracePt t="15305" x="3584575" y="3360738"/>
          <p14:tracePt t="15322" x="3527425" y="3367088"/>
          <p14:tracePt t="15339" x="3482975" y="3367088"/>
          <p14:tracePt t="15355" x="3446463" y="3367088"/>
          <p14:tracePt t="15372" x="3395663" y="3367088"/>
          <p14:tracePt t="15389" x="3367088" y="3367088"/>
          <p14:tracePt t="15405" x="3324225" y="3367088"/>
          <p14:tracePt t="15422" x="3273425" y="3367088"/>
          <p14:tracePt t="15439" x="3228975" y="3367088"/>
          <p14:tracePt t="15455" x="3178175" y="3367088"/>
          <p14:tracePt t="15472" x="3141663" y="3367088"/>
          <p14:tracePt t="15481" x="3113088" y="3367088"/>
          <p14:tracePt t="15497" x="3062288" y="3367088"/>
          <p14:tracePt t="15513" x="3025775" y="3367088"/>
          <p14:tracePt t="15524" x="2968625" y="3360738"/>
          <p14:tracePt t="15538" x="2946400" y="3352800"/>
          <p14:tracePt t="15555" x="2887663" y="3338513"/>
          <p14:tracePt t="15572" x="2822575" y="3330575"/>
          <p14:tracePt t="15589" x="2765425" y="3330575"/>
          <p14:tracePt t="15605" x="2735263" y="3330575"/>
          <p14:tracePt t="15622" x="2728913" y="3324225"/>
          <p14:tracePt t="15639" x="2720975" y="3324225"/>
          <p14:tracePt t="15655" x="2706688" y="3324225"/>
          <p14:tracePt t="15672" x="2684463" y="3316288"/>
          <p14:tracePt t="15689" x="2649538" y="3309938"/>
          <p14:tracePt t="15705" x="2590800" y="3294063"/>
          <p14:tracePt t="15722" x="2547938" y="3273425"/>
          <p14:tracePt t="15739" x="2497138" y="3265488"/>
          <p14:tracePt t="15755" x="2446338" y="3236913"/>
          <p14:tracePt t="15772" x="2409825" y="3214688"/>
          <p14:tracePt t="15789" x="2379663" y="3192463"/>
          <p14:tracePt t="15805" x="2351088" y="3178175"/>
          <p14:tracePt t="15822" x="2351088" y="3171825"/>
          <p14:tracePt t="15839" x="2351088" y="3163888"/>
          <p14:tracePt t="15855" x="2336800" y="3141663"/>
          <p14:tracePt t="15872" x="2336800" y="3135313"/>
          <p14:tracePt t="15889" x="2336800" y="3121025"/>
          <p14:tracePt t="15905" x="2336800" y="3113088"/>
          <p14:tracePt t="15922" x="2336800" y="3098800"/>
          <p14:tracePt t="15939" x="2336800" y="3076575"/>
          <p14:tracePt t="15955" x="2344738" y="3062288"/>
          <p14:tracePt t="15972" x="2365375" y="3040063"/>
          <p14:tracePt t="15975" x="2379663" y="3025775"/>
          <p14:tracePt t="15989" x="2401888" y="3011488"/>
          <p14:tracePt t="16005" x="2438400" y="2989263"/>
          <p14:tracePt t="16022" x="2503488" y="2968625"/>
          <p14:tracePt t="16039" x="2568575" y="2938463"/>
          <p14:tracePt t="16055" x="2633663" y="2924175"/>
          <p14:tracePt t="16072" x="2692400" y="2909888"/>
          <p14:tracePt t="16089" x="2728913" y="2909888"/>
          <p14:tracePt t="16105" x="2765425" y="2903538"/>
          <p14:tracePt t="16122" x="2786063" y="2903538"/>
          <p14:tracePt t="16139" x="2822575" y="2895600"/>
          <p14:tracePt t="16156" x="2852738" y="2895600"/>
          <p14:tracePt t="16172" x="2895600" y="2895600"/>
          <p14:tracePt t="16189" x="2917825" y="2895600"/>
          <p14:tracePt t="16205" x="2932113" y="2895600"/>
          <p14:tracePt t="16222" x="2946400" y="2895600"/>
          <p14:tracePt t="16239" x="2954338" y="2895600"/>
          <p14:tracePt t="16255" x="2968625" y="2895600"/>
          <p14:tracePt t="16272" x="2974975" y="2895600"/>
          <p14:tracePt t="16289" x="2997200" y="2895600"/>
          <p14:tracePt t="16305" x="3019425" y="2895600"/>
          <p14:tracePt t="16322" x="3033713" y="2895600"/>
          <p14:tracePt t="16339" x="3062288" y="2895600"/>
          <p14:tracePt t="16356" x="3090863" y="2895600"/>
          <p14:tracePt t="16372" x="3141663" y="2895600"/>
          <p14:tracePt t="16389" x="3200400" y="2895600"/>
          <p14:tracePt t="16406" x="3273425" y="2895600"/>
          <p14:tracePt t="16422" x="3360738" y="2895600"/>
          <p14:tracePt t="16439" x="3432175" y="2895600"/>
          <p14:tracePt t="16455" x="3482975" y="2895600"/>
          <p14:tracePt t="16472" x="3533775" y="2895600"/>
          <p14:tracePt t="16476" x="3563938" y="2895600"/>
          <p14:tracePt t="16489" x="3578225" y="2895600"/>
          <p14:tracePt t="16505" x="3629025" y="2895600"/>
          <p14:tracePt t="16522" x="3686175" y="2895600"/>
          <p14:tracePt t="16540" x="3767138" y="2895600"/>
          <p14:tracePt t="16556" x="3795713" y="2895600"/>
          <p14:tracePt t="16572" x="3824288" y="2895600"/>
          <p14:tracePt t="16589" x="3846513" y="2895600"/>
          <p14:tracePt t="16605" x="3868738" y="2895600"/>
          <p14:tracePt t="16622" x="3903663" y="2909888"/>
          <p14:tracePt t="16639" x="3940175" y="2909888"/>
          <p14:tracePt t="16655" x="3970338" y="2909888"/>
          <p14:tracePt t="16672" x="3998913" y="2909888"/>
          <p14:tracePt t="16689" x="4013200" y="2909888"/>
          <p14:tracePt t="16705" x="4027488" y="2909888"/>
          <p14:tracePt t="16722" x="4041775" y="2909888"/>
          <p14:tracePt t="16739" x="4056063" y="2909888"/>
          <p14:tracePt t="16756" x="4078288" y="2909888"/>
          <p14:tracePt t="16772" x="4092575" y="2909888"/>
          <p14:tracePt t="16789" x="4100513" y="2909888"/>
          <p14:tracePt t="16805" x="4106863" y="2909888"/>
          <p14:tracePt t="16906" x="4114800" y="2909888"/>
          <p14:tracePt t="19154" x="4122738" y="2909888"/>
          <p14:tracePt t="19165" x="4179888" y="2909888"/>
          <p14:tracePt t="19175" x="4238625" y="2909888"/>
          <p14:tracePt t="19190" x="4383088" y="2909888"/>
          <p14:tracePt t="19206" x="4543425" y="2909888"/>
          <p14:tracePt t="19223" x="4695825" y="2909888"/>
          <p14:tracePt t="19240" x="4803775" y="2909888"/>
          <p14:tracePt t="19257" x="4854575" y="2909888"/>
          <p14:tracePt t="19274" x="4891088" y="2909888"/>
          <p14:tracePt t="19292" x="4905375" y="2909888"/>
          <p14:tracePt t="19306" x="4935538" y="2909888"/>
          <p14:tracePt t="19324" x="4970463" y="2909888"/>
          <p14:tracePt t="19340" x="5014913" y="2909888"/>
          <p14:tracePt t="19357" x="5072063" y="2909888"/>
          <p14:tracePt t="19373" x="5116513" y="2909888"/>
          <p14:tracePt t="19391" x="5145088" y="2909888"/>
          <p14:tracePt t="19407" x="5173663" y="2909888"/>
          <p14:tracePt t="19423" x="5232400" y="2909888"/>
          <p14:tracePt t="19440" x="5348288" y="2932113"/>
          <p14:tracePt t="19456" x="5478463" y="2946400"/>
          <p14:tracePt t="19473" x="5595938" y="2954338"/>
          <p14:tracePt t="19483" x="5646738" y="2954338"/>
          <p14:tracePt t="19491" x="5689600" y="2954338"/>
          <p14:tracePt t="19507" x="5726113" y="2954338"/>
          <p14:tracePt t="19524" x="5791200" y="2954338"/>
          <p14:tracePt t="19540" x="5813425" y="2954338"/>
          <p14:tracePt t="19556" x="5900738" y="2954338"/>
          <p14:tracePt t="19573" x="5957888" y="2954338"/>
          <p14:tracePt t="19590" x="6008688" y="2954338"/>
          <p14:tracePt t="19607" x="6037263" y="2954338"/>
          <p14:tracePt t="19623" x="6096000" y="2954338"/>
          <p14:tracePt t="19640" x="6118225" y="2954338"/>
          <p14:tracePt t="19657" x="6146800" y="2954338"/>
          <p14:tracePt t="19673" x="6197600" y="2946400"/>
          <p14:tracePt t="19690" x="6234113" y="2938463"/>
          <p14:tracePt t="19706" x="6256338" y="2938463"/>
          <p14:tracePt t="19723" x="6276975" y="2938463"/>
          <p14:tracePt t="19740" x="6291263" y="2924175"/>
          <p14:tracePt t="19756" x="6321425" y="2917825"/>
          <p14:tracePt t="19773" x="6327775" y="2917825"/>
          <p14:tracePt t="19816" x="6335713" y="2917825"/>
          <p14:tracePt t="20427" x="6357938" y="2917825"/>
          <p14:tracePt t="20437" x="6437313" y="2903538"/>
          <p14:tracePt t="20448" x="6494463" y="2895600"/>
          <p14:tracePt t="20460" x="6611938" y="2895600"/>
          <p14:tracePt t="20473" x="6669088" y="2895600"/>
          <p14:tracePt t="20478" x="6727825" y="2895600"/>
          <p14:tracePt t="20490" x="6778625" y="2895600"/>
          <p14:tracePt t="20507" x="6850063" y="2895600"/>
          <p14:tracePt t="20523" x="6916738" y="2895600"/>
          <p14:tracePt t="20540" x="6981825" y="2895600"/>
          <p14:tracePt t="20557" x="7010400" y="2895600"/>
          <p14:tracePt t="20573" x="7032625" y="2895600"/>
          <p14:tracePt t="20590" x="7046913" y="2895600"/>
          <p14:tracePt t="20607" x="7061200" y="2895600"/>
          <p14:tracePt t="20623" x="7083425" y="2909888"/>
          <p14:tracePt t="20640" x="7126288" y="2917825"/>
          <p14:tracePt t="20657" x="7177088" y="2938463"/>
          <p14:tracePt t="20673" x="7199313" y="2954338"/>
          <p14:tracePt t="20690" x="7242175" y="2960688"/>
          <p14:tracePt t="20707" x="7250113" y="2960688"/>
          <p14:tracePt t="20723" x="7250113" y="2968625"/>
          <p14:tracePt t="26138" x="7242175" y="2968625"/>
          <p14:tracePt t="26145" x="7235825" y="2968625"/>
          <p14:tracePt t="26159" x="7191375" y="2968625"/>
          <p14:tracePt t="26176" x="7126288" y="2968625"/>
          <p14:tracePt t="26192" x="6981825" y="2968625"/>
          <p14:tracePt t="26209" x="6807200" y="2968625"/>
          <p14:tracePt t="26226" x="6669088" y="2968625"/>
          <p14:tracePt t="26242" x="6516688" y="2989263"/>
          <p14:tracePt t="26261" x="6342063" y="3033713"/>
          <p14:tracePt t="26278" x="6262688" y="3062288"/>
          <p14:tracePt t="26293" x="6169025" y="3090863"/>
          <p14:tracePt t="26309" x="6059488" y="3121025"/>
          <p14:tracePt t="26325" x="5929313" y="3135313"/>
          <p14:tracePt t="26342" x="5762625" y="3157538"/>
          <p14:tracePt t="26360" x="5595938" y="3178175"/>
          <p14:tracePt t="26375" x="5457825" y="3208338"/>
          <p14:tracePt t="26392" x="5348288" y="3222625"/>
          <p14:tracePt t="26410" x="5260975" y="3243263"/>
          <p14:tracePt t="26425" x="5153025" y="3259138"/>
          <p14:tracePt t="26442" x="5037138" y="3279775"/>
          <p14:tracePt t="26459" x="4949825" y="3294063"/>
          <p14:tracePt t="26475" x="4862513" y="3316288"/>
          <p14:tracePt t="26478" x="4826000" y="3324225"/>
          <p14:tracePt t="26492" x="4789488" y="3344863"/>
          <p14:tracePt t="26508" x="4687888" y="3375025"/>
          <p14:tracePt t="26525" x="4586288" y="3411538"/>
          <p14:tracePt t="26542" x="4456113" y="3446463"/>
          <p14:tracePt t="26558" x="4303713" y="3482975"/>
          <p14:tracePt t="26575" x="4151313" y="3533775"/>
          <p14:tracePt t="26592" x="4021138" y="3578225"/>
          <p14:tracePt t="26609" x="3903663" y="3629025"/>
          <p14:tracePt t="26625" x="3759200" y="3665538"/>
          <p14:tracePt t="26646" x="3505200" y="3736975"/>
          <p14:tracePt t="26675" x="3294063" y="3802063"/>
          <p14:tracePt t="26691" x="3192463" y="3810000"/>
          <p14:tracePt t="26702" x="3113088" y="3817938"/>
          <p14:tracePt t="26710" x="3062288" y="3824288"/>
          <p14:tracePt t="26725" x="2982913" y="3838575"/>
          <p14:tracePt t="26742" x="2895600" y="3838575"/>
          <p14:tracePt t="26758" x="2801938" y="3846513"/>
          <p14:tracePt t="26775" x="2743200" y="3868738"/>
          <p14:tracePt t="26792" x="2684463" y="3875088"/>
          <p14:tracePt t="26809" x="2649538" y="3875088"/>
          <p14:tracePt t="26825" x="2613025" y="3875088"/>
          <p14:tracePt t="26842" x="2554288" y="3883025"/>
          <p14:tracePt t="26845" x="2517775" y="3897313"/>
          <p14:tracePt t="26859" x="2474913" y="3903663"/>
          <p14:tracePt t="26875" x="2401888" y="3911600"/>
          <p14:tracePt t="26892" x="2308225" y="3933825"/>
          <p14:tracePt t="26908" x="2271713" y="3933825"/>
          <p14:tracePt t="26925" x="2235200" y="3933825"/>
          <p14:tracePt t="26942" x="2212975" y="3933825"/>
          <p14:tracePt t="26959" x="2184400" y="3933825"/>
          <p14:tracePt t="26975" x="2155825" y="3933825"/>
          <p14:tracePt t="26992" x="2133600" y="3933825"/>
          <p14:tracePt t="27008" x="2090738" y="3933825"/>
          <p14:tracePt t="27025" x="2046288" y="3933825"/>
          <p14:tracePt t="27042" x="2009775" y="3933825"/>
          <p14:tracePt t="27059" x="1973263" y="3933825"/>
          <p14:tracePt t="27075" x="1930400" y="3933825"/>
          <p14:tracePt t="27092" x="1893888" y="3925888"/>
          <p14:tracePt t="27109" x="1871663" y="3919538"/>
          <p14:tracePt t="27125" x="1843088" y="3911600"/>
          <p14:tracePt t="27142" x="1806575" y="3897313"/>
          <p14:tracePt t="27159" x="1749425" y="3875088"/>
          <p14:tracePt t="27175" x="1704975" y="3846513"/>
          <p14:tracePt t="27192" x="1654175" y="3817938"/>
          <p14:tracePt t="27209" x="1633538" y="3810000"/>
          <p14:tracePt t="27225" x="1597025" y="3781425"/>
          <p14:tracePt t="27242" x="1560513" y="3767138"/>
          <p14:tracePt t="27262" x="1531938" y="3744913"/>
          <p14:tracePt t="27276" x="1501775" y="3722688"/>
          <p14:tracePt t="27293" x="1495425" y="3716338"/>
          <p14:tracePt t="27311" x="1481138" y="3679825"/>
          <p14:tracePt t="27326" x="1473200" y="3635375"/>
          <p14:tracePt t="27343" x="1465263" y="3598863"/>
          <p14:tracePt t="27361" x="1465263" y="3563938"/>
          <p14:tracePt t="27376" x="1465263" y="3533775"/>
          <p14:tracePt t="27392" x="1465263" y="3490913"/>
          <p14:tracePt t="27410" x="1487488" y="3446463"/>
          <p14:tracePt t="27426" x="1524000" y="3403600"/>
          <p14:tracePt t="27442" x="1574800" y="3352800"/>
          <p14:tracePt t="27459" x="1633538" y="3316288"/>
          <p14:tracePt t="27476" x="1755775" y="3243263"/>
          <p14:tracePt t="27495" x="1814513" y="3208338"/>
          <p14:tracePt t="27510" x="1893888" y="3171825"/>
          <p14:tracePt t="27526" x="1952625" y="3149600"/>
          <p14:tracePt t="27543" x="2046288" y="3127375"/>
          <p14:tracePt t="27559" x="2155825" y="3098800"/>
          <p14:tracePt t="27576" x="2286000" y="3084513"/>
          <p14:tracePt t="27592" x="2395538" y="3070225"/>
          <p14:tracePt t="27611" x="2503488" y="3055938"/>
          <p14:tracePt t="27626" x="2613025" y="3048000"/>
          <p14:tracePt t="27642" x="2692400" y="3040063"/>
          <p14:tracePt t="27659" x="2779713" y="3040063"/>
          <p14:tracePt t="27676" x="2895600" y="3040063"/>
          <p14:tracePt t="27692" x="3098800" y="3040063"/>
          <p14:tracePt t="27709" x="3208338" y="3040063"/>
          <p14:tracePt t="27726" x="3309938" y="3040063"/>
          <p14:tracePt t="27742" x="3389313" y="3040063"/>
          <p14:tracePt t="27761" x="3490913" y="3040063"/>
          <p14:tracePt t="27776" x="3621088" y="3040063"/>
          <p14:tracePt t="27793" x="3751263" y="3040063"/>
          <p14:tracePt t="27809" x="3875088" y="3055938"/>
          <p14:tracePt t="27826" x="3976688" y="3076575"/>
          <p14:tracePt t="27842" x="4056063" y="3084513"/>
          <p14:tracePt t="27860" x="4137025" y="3098800"/>
          <p14:tracePt t="27876" x="4208463" y="3106738"/>
          <p14:tracePt t="27892" x="4281488" y="3121025"/>
          <p14:tracePt t="27909" x="4346575" y="3141663"/>
          <p14:tracePt t="27926" x="4411663" y="3157538"/>
          <p14:tracePt t="27943" x="4462463" y="3171825"/>
          <p14:tracePt t="27959" x="4498975" y="3178175"/>
          <p14:tracePt t="27976" x="4535488" y="3192463"/>
          <p14:tracePt t="27981" x="4535488" y="3200400"/>
          <p14:tracePt t="27992" x="4543425" y="3200400"/>
          <p14:tracePt t="28010" x="4564063" y="3200400"/>
          <p14:tracePt t="28026" x="4579938" y="3228975"/>
          <p14:tracePt t="28042" x="4600575" y="3259138"/>
          <p14:tracePt t="28060" x="4622800" y="3309938"/>
          <p14:tracePt t="28077" x="4622800" y="3352800"/>
          <p14:tracePt t="28092" x="4622800" y="3411538"/>
          <p14:tracePt t="28110" x="4622800" y="3505200"/>
          <p14:tracePt t="28126" x="4608513" y="3592513"/>
          <p14:tracePt t="28142" x="4586288" y="3657600"/>
          <p14:tracePt t="28159" x="4564063" y="3708400"/>
          <p14:tracePt t="28176" x="4535488" y="3744913"/>
          <p14:tracePt t="28192" x="4506913" y="3787775"/>
          <p14:tracePt t="28209" x="4470400" y="3824288"/>
          <p14:tracePt t="28226" x="4427538" y="3868738"/>
          <p14:tracePt t="28242" x="4368800" y="3911600"/>
          <p14:tracePt t="28259" x="4289425" y="3970338"/>
          <p14:tracePt t="28276" x="4143375" y="4005263"/>
          <p14:tracePt t="28293" x="4049713" y="4013200"/>
          <p14:tracePt t="28310" x="3948113" y="4027488"/>
          <p14:tracePt t="28326" x="3817938" y="4041775"/>
          <p14:tracePt t="28343" x="3694113" y="4041775"/>
          <p14:tracePt t="28359" x="3519488" y="4041775"/>
          <p14:tracePt t="28376" x="3360738" y="4049713"/>
          <p14:tracePt t="28394" x="3200400" y="4049713"/>
          <p14:tracePt t="28409" x="3076575" y="4049713"/>
          <p14:tracePt t="28426" x="2968625" y="4049713"/>
          <p14:tracePt t="28442" x="2873375" y="4049713"/>
          <p14:tracePt t="28460" x="2816225" y="4049713"/>
          <p14:tracePt t="28478" x="2706688" y="4035425"/>
          <p14:tracePt t="28484" x="2678113" y="4035425"/>
          <p14:tracePt t="28493" x="2663825" y="4035425"/>
          <p14:tracePt t="28509" x="2633663" y="4027488"/>
          <p14:tracePt t="28526" x="2613025" y="4027488"/>
          <p14:tracePt t="28542" x="2590800" y="4027488"/>
          <p14:tracePt t="28559" x="2547938" y="4027488"/>
          <p14:tracePt t="28576" x="2511425" y="4027488"/>
          <p14:tracePt t="28593" x="2460625" y="4027488"/>
          <p14:tracePt t="28609" x="2416175" y="4027488"/>
          <p14:tracePt t="28626" x="2387600" y="4027488"/>
          <p14:tracePt t="28642" x="2351088" y="4027488"/>
          <p14:tracePt t="28659" x="2314575" y="4027488"/>
          <p14:tracePt t="28676" x="2257425" y="4027488"/>
          <p14:tracePt t="28693" x="2212975" y="4027488"/>
          <p14:tracePt t="28709" x="2176463" y="4027488"/>
          <p14:tracePt t="28726" x="2133600" y="4027488"/>
          <p14:tracePt t="28743" x="2097088" y="4027488"/>
          <p14:tracePt t="28760" x="2054225" y="4027488"/>
          <p14:tracePt t="28776" x="2009775" y="4027488"/>
          <p14:tracePt t="28793" x="1973263" y="4027488"/>
          <p14:tracePt t="28811" x="1952625" y="4027488"/>
          <p14:tracePt t="28826" x="1938338" y="4027488"/>
          <p14:tracePt t="28843" x="1916113" y="4027488"/>
          <p14:tracePt t="28859" x="1901825" y="4021138"/>
          <p14:tracePt t="28876" x="1893888" y="4013200"/>
          <p14:tracePt t="28893" x="1843088" y="3990975"/>
          <p14:tracePt t="28909" x="1820863" y="3976688"/>
          <p14:tracePt t="28926" x="1800225" y="3962400"/>
          <p14:tracePt t="28943" x="1770063" y="3925888"/>
          <p14:tracePt t="28960" x="1749425" y="3897313"/>
          <p14:tracePt t="28976" x="1727200" y="3852863"/>
          <p14:tracePt t="28982" x="1704975" y="3817938"/>
          <p14:tracePt t="28993" x="1698625" y="3795713"/>
          <p14:tracePt t="29009" x="1668463" y="3744913"/>
          <p14:tracePt t="29026" x="1662113" y="3700463"/>
          <p14:tracePt t="29044" x="1654175" y="3671888"/>
          <p14:tracePt t="29060" x="1654175" y="3649663"/>
          <p14:tracePt t="29076" x="1654175" y="3621088"/>
          <p14:tracePt t="29093" x="1654175" y="3584575"/>
          <p14:tracePt t="29109" x="1654175" y="3556000"/>
          <p14:tracePt t="29126" x="1662113" y="3527425"/>
          <p14:tracePt t="29143" x="1684338" y="3490913"/>
          <p14:tracePt t="29159" x="1698625" y="3462338"/>
          <p14:tracePt t="29176" x="1719263" y="3440113"/>
          <p14:tracePt t="29193" x="1741488" y="3411538"/>
          <p14:tracePt t="29209" x="1763713" y="3367088"/>
          <p14:tracePt t="29226" x="1785938" y="3352800"/>
          <p14:tracePt t="29243" x="1800225" y="3330575"/>
          <p14:tracePt t="29260" x="1836738" y="3294063"/>
          <p14:tracePt t="29277" x="1857375" y="3259138"/>
          <p14:tracePt t="29293" x="1871663" y="3251200"/>
          <p14:tracePt t="29309" x="1887538" y="3236913"/>
          <p14:tracePt t="29326" x="1908175" y="3222625"/>
          <p14:tracePt t="29343" x="1930400" y="3208338"/>
          <p14:tracePt t="29359" x="1952625" y="3192463"/>
          <p14:tracePt t="29376" x="1981200" y="3171825"/>
          <p14:tracePt t="29393" x="2009775" y="3157538"/>
          <p14:tracePt t="29410" x="2032000" y="3141663"/>
          <p14:tracePt t="29426" x="2060575" y="3127375"/>
          <p14:tracePt t="29443" x="2074863" y="3121025"/>
          <p14:tracePt t="29460" x="2090738" y="3121025"/>
          <p14:tracePt t="29476" x="2097088" y="3113088"/>
          <p14:tracePt t="29494" x="2105025" y="3113088"/>
          <p14:tracePt t="29511" x="2119313" y="3098800"/>
          <p14:tracePt t="29559" x="2125663" y="3098800"/>
          <p14:tracePt t="29591" x="2133600" y="3098800"/>
          <p14:tracePt t="29634" x="2141538" y="3098800"/>
          <p14:tracePt t="29647" x="2155825" y="3098800"/>
          <p14:tracePt t="29673" x="2170113" y="3098800"/>
          <p14:tracePt t="29684" x="2176463" y="3098800"/>
          <p14:tracePt t="29697" x="2192338" y="3098800"/>
          <p14:tracePt t="29710" x="2198688" y="3098800"/>
          <p14:tracePt t="29727" x="2220913" y="3098800"/>
          <p14:tracePt t="29743" x="2227263" y="3098800"/>
          <p14:tracePt t="29760" x="2235200" y="3098800"/>
          <p14:tracePt t="29776" x="2243138" y="3106738"/>
          <p14:tracePt t="29810" x="2249488" y="3106738"/>
          <p14:tracePt t="29827" x="2257425" y="3113088"/>
          <p14:tracePt t="29843" x="2263775" y="3113088"/>
          <p14:tracePt t="29862" x="2271713" y="3121025"/>
          <p14:tracePt t="29876" x="2271713" y="3127375"/>
          <p14:tracePt t="29910" x="2286000" y="3149600"/>
          <p14:tracePt t="29943" x="2286000" y="3163888"/>
          <p14:tracePt t="29960" x="2286000" y="3186113"/>
          <p14:tracePt t="29977" x="2293938" y="3200400"/>
          <p14:tracePt t="29985" x="2293938" y="3222625"/>
          <p14:tracePt t="29999" x="2300288" y="3243263"/>
          <p14:tracePt t="30011" x="2300288" y="3251200"/>
          <p14:tracePt t="30027" x="2314575" y="3279775"/>
          <p14:tracePt t="30043" x="2314575" y="3294063"/>
          <p14:tracePt t="30060" x="2314575" y="3316288"/>
          <p14:tracePt t="30077" x="2322513" y="3330575"/>
          <p14:tracePt t="30093" x="2322513" y="3338513"/>
          <p14:tracePt t="30109" x="2328863" y="3367088"/>
          <p14:tracePt t="30126" x="2328863" y="3389313"/>
          <p14:tracePt t="30143" x="2328863" y="3411538"/>
          <p14:tracePt t="30160" x="2328863" y="3425825"/>
          <p14:tracePt t="30177" x="2328863" y="3432175"/>
          <p14:tracePt t="30193" x="2328863" y="3454400"/>
          <p14:tracePt t="30210" x="2328863" y="3468688"/>
          <p14:tracePt t="30227" x="2328863" y="3490913"/>
          <p14:tracePt t="30243" x="2328863" y="3513138"/>
          <p14:tracePt t="30260" x="2328863" y="3548063"/>
          <p14:tracePt t="30277" x="2322513" y="3578225"/>
          <p14:tracePt t="30293" x="2308225" y="3614738"/>
          <p14:tracePt t="30311" x="2308225" y="3643313"/>
          <p14:tracePt t="30327" x="2300288" y="3679825"/>
          <p14:tracePt t="30343" x="2300288" y="3722688"/>
          <p14:tracePt t="30361" x="2300288" y="3759200"/>
          <p14:tracePt t="30377" x="2278063" y="3795713"/>
          <p14:tracePt t="30393" x="2278063" y="3817938"/>
          <p14:tracePt t="30410" x="2271713" y="3852863"/>
          <p14:tracePt t="30426" x="2249488" y="3883025"/>
          <p14:tracePt t="30444" x="2249488" y="3897313"/>
          <p14:tracePt t="30461" x="2220913" y="3948113"/>
          <p14:tracePt t="30469" x="2212975" y="3948113"/>
          <p14:tracePt t="30483" x="2206625" y="3962400"/>
          <p14:tracePt t="30495" x="2192338" y="3976688"/>
          <p14:tracePt t="30510" x="2170113" y="3990975"/>
          <p14:tracePt t="30526" x="2162175" y="4005263"/>
          <p14:tracePt t="30543" x="2133600" y="4013200"/>
          <p14:tracePt t="30560" x="2111375" y="4021138"/>
          <p14:tracePt t="30576" x="2097088" y="4027488"/>
          <p14:tracePt t="30593" x="2074863" y="4041775"/>
          <p14:tracePt t="30610" x="2054225" y="4041775"/>
          <p14:tracePt t="30626" x="2039938" y="4041775"/>
          <p14:tracePt t="30643" x="2009775" y="4049713"/>
          <p14:tracePt t="30660" x="1966913" y="4049713"/>
          <p14:tracePt t="30677" x="1938338" y="4049713"/>
          <p14:tracePt t="30693" x="1908175" y="4049713"/>
          <p14:tracePt t="30710" x="1893888" y="4049713"/>
          <p14:tracePt t="30726" x="1865313" y="4049713"/>
          <p14:tracePt t="30743" x="1843088" y="4041775"/>
          <p14:tracePt t="30760" x="1828800" y="4035425"/>
          <p14:tracePt t="30777" x="1814513" y="4035425"/>
          <p14:tracePt t="30793" x="1800225" y="4021138"/>
          <p14:tracePt t="30810" x="1785938" y="4013200"/>
          <p14:tracePt t="30827" x="1770063" y="3990975"/>
          <p14:tracePt t="30843" x="1741488" y="3962400"/>
          <p14:tracePt t="30860" x="1735138" y="3948113"/>
          <p14:tracePt t="30877" x="1719263" y="3911600"/>
          <p14:tracePt t="30893" x="1719263" y="3883025"/>
          <p14:tracePt t="30910" x="1712913" y="3846513"/>
          <p14:tracePt t="30927" x="1712913" y="3824288"/>
          <p14:tracePt t="30943" x="1712913" y="3795713"/>
          <p14:tracePt t="30960" x="1712913" y="3759200"/>
          <p14:tracePt t="30976" x="1712913" y="3744913"/>
          <p14:tracePt t="30981" x="1712913" y="3722688"/>
          <p14:tracePt t="30993" x="1712913" y="3716338"/>
          <p14:tracePt t="31010" x="1712913" y="3665538"/>
          <p14:tracePt t="31026" x="1719263" y="3635375"/>
          <p14:tracePt t="31043" x="1741488" y="3598863"/>
          <p14:tracePt t="31060" x="1763713" y="3541713"/>
          <p14:tracePt t="31077" x="1785938" y="3505200"/>
          <p14:tracePt t="31093" x="1800225" y="3468688"/>
          <p14:tracePt t="31110" x="1814513" y="3440113"/>
          <p14:tracePt t="31127" x="1836738" y="3395663"/>
          <p14:tracePt t="31143" x="1851025" y="3367088"/>
          <p14:tracePt t="31160" x="1865313" y="3309938"/>
          <p14:tracePt t="31177" x="1887538" y="3279775"/>
          <p14:tracePt t="31193" x="1887538" y="3251200"/>
          <p14:tracePt t="31210" x="1901825" y="3222625"/>
          <p14:tracePt t="31227" x="1922463" y="3186113"/>
          <p14:tracePt t="31244" x="1944688" y="3149600"/>
          <p14:tracePt t="31260" x="1966913" y="3121025"/>
          <p14:tracePt t="31277" x="1989138" y="3098800"/>
          <p14:tracePt t="31294" x="2003425" y="3084513"/>
          <p14:tracePt t="31310" x="2032000" y="3070225"/>
          <p14:tracePt t="31327" x="2060575" y="3055938"/>
          <p14:tracePt t="31343" x="2074863" y="3048000"/>
          <p14:tracePt t="31360" x="2090738" y="3040063"/>
          <p14:tracePt t="31377" x="2111375" y="3040063"/>
          <p14:tracePt t="31393" x="2125663" y="3040063"/>
          <p14:tracePt t="31410" x="2141538" y="3040063"/>
          <p14:tracePt t="31427" x="2155825" y="3040063"/>
          <p14:tracePt t="31444" x="2176463" y="3040063"/>
          <p14:tracePt t="31460" x="2176463" y="3048000"/>
          <p14:tracePt t="31477" x="2192338" y="3055938"/>
          <p14:tracePt t="31494" x="2198688" y="3076575"/>
          <p14:tracePt t="31510" x="2206625" y="3084513"/>
          <p14:tracePt t="31527" x="2212975" y="3113088"/>
          <p14:tracePt t="31543" x="2220913" y="3135313"/>
          <p14:tracePt t="31560" x="2235200" y="3178175"/>
          <p14:tracePt t="31577" x="2235200" y="3222625"/>
          <p14:tracePt t="31593" x="2243138" y="3251200"/>
          <p14:tracePt t="31610" x="2249488" y="3279775"/>
          <p14:tracePt t="31627" x="2257425" y="3309938"/>
          <p14:tracePt t="31644" x="2263775" y="3344863"/>
          <p14:tracePt t="31660" x="2263775" y="3375025"/>
          <p14:tracePt t="31677" x="2263775" y="3403600"/>
          <p14:tracePt t="31693" x="2263775" y="3432175"/>
          <p14:tracePt t="31710" x="2263775" y="3462338"/>
          <p14:tracePt t="31727" x="2263775" y="3476625"/>
          <p14:tracePt t="31743" x="2263775" y="3490913"/>
          <p14:tracePt t="31761" x="2263775" y="3497263"/>
          <p14:tracePt t="31777" x="2263775" y="3519488"/>
          <p14:tracePt t="31793" x="2257425" y="3533775"/>
          <p14:tracePt t="31810" x="2249488" y="3541713"/>
          <p14:tracePt t="31827" x="2227263" y="3556000"/>
          <p14:tracePt t="31844" x="2206625" y="3578225"/>
          <p14:tracePt t="31861" x="2170113" y="3592513"/>
          <p14:tracePt t="31877" x="2141538" y="3598863"/>
          <p14:tracePt t="31893" x="2119313" y="3614738"/>
          <p14:tracePt t="31910" x="2105025" y="3614738"/>
          <p14:tracePt t="31927" x="2082800" y="3614738"/>
          <p14:tracePt t="31944" x="2068513" y="3614738"/>
          <p14:tracePt t="31961" x="2060575" y="3614738"/>
          <p14:tracePt t="31977" x="2054225" y="3614738"/>
          <p14:tracePt t="31994" x="2046288" y="3614738"/>
          <p14:tracePt t="32010" x="2039938" y="3614738"/>
          <p14:tracePt t="32027" x="2024063" y="3614738"/>
          <p14:tracePt t="32043" x="2017713" y="3614738"/>
          <p14:tracePt t="32081" x="2003425" y="3614738"/>
          <p14:tracePt t="32096" x="1995488" y="3606800"/>
          <p14:tracePt t="32113" x="1989138" y="3598863"/>
          <p14:tracePt t="32147" x="1981200" y="3592513"/>
          <p14:tracePt t="32176" x="1973263" y="3584575"/>
          <p14:tracePt t="32192" x="1966913" y="3578225"/>
          <p14:tracePt t="32205" x="1958975" y="3570288"/>
          <p14:tracePt t="32216" x="1952625" y="3563938"/>
          <p14:tracePt t="32227" x="1944688" y="3556000"/>
          <p14:tracePt t="32244" x="1930400" y="3533775"/>
          <p14:tracePt t="32260" x="1922463" y="3527425"/>
          <p14:tracePt t="32278" x="1916113" y="3519488"/>
          <p14:tracePt t="32294" x="1908175" y="3505200"/>
          <p14:tracePt t="32311" x="1908175" y="3490913"/>
          <p14:tracePt t="32327" x="1908175" y="3482975"/>
          <p14:tracePt t="32344" x="1901825" y="3468688"/>
          <p14:tracePt t="32361" x="1901825" y="3462338"/>
          <p14:tracePt t="32377" x="1901825" y="3440113"/>
          <p14:tracePt t="32394" x="1901825" y="3417888"/>
          <p14:tracePt t="32411" x="1901825" y="3389313"/>
          <p14:tracePt t="32427" x="1901825" y="3367088"/>
          <p14:tracePt t="32445" x="1930400" y="3316288"/>
          <p14:tracePt t="32461" x="1952625" y="3287713"/>
          <p14:tracePt t="32469" x="1973263" y="3273425"/>
          <p14:tracePt t="32480" x="1989138" y="3259138"/>
          <p14:tracePt t="32494" x="2024063" y="3236913"/>
          <p14:tracePt t="32511" x="2060575" y="3214688"/>
          <p14:tracePt t="32527" x="2111375" y="3192463"/>
          <p14:tracePt t="32544" x="2147888" y="3186113"/>
          <p14:tracePt t="32561" x="2162175" y="3178175"/>
          <p14:tracePt t="32577" x="2184400" y="3178175"/>
          <p14:tracePt t="32594" x="2198688" y="3178175"/>
          <p14:tracePt t="32611" x="2206625" y="3178175"/>
          <p14:tracePt t="32628" x="2220913" y="3178175"/>
          <p14:tracePt t="32645" x="2235200" y="3200400"/>
          <p14:tracePt t="32661" x="2235200" y="3222625"/>
          <p14:tracePt t="32678" x="2243138" y="3279775"/>
          <p14:tracePt t="32694" x="2243138" y="3344863"/>
          <p14:tracePt t="32711" x="2257425" y="3432175"/>
          <p14:tracePt t="32729" x="2257425" y="3505200"/>
          <p14:tracePt t="32744" x="2271713" y="3556000"/>
          <p14:tracePt t="32761" x="2271713" y="3606800"/>
          <p14:tracePt t="32777" x="2271713" y="3643313"/>
          <p14:tracePt t="32794" x="2271713" y="3686175"/>
          <p14:tracePt t="32811" x="2271713" y="3736975"/>
          <p14:tracePt t="32828" x="2271713" y="3787775"/>
          <p14:tracePt t="32844" x="2271713" y="3846513"/>
          <p14:tracePt t="32861" x="2271713" y="3868738"/>
          <p14:tracePt t="32878" x="2271713" y="3889375"/>
          <p14:tracePt t="32894" x="2271713" y="3903663"/>
          <p14:tracePt t="32911" x="2271713" y="3925888"/>
          <p14:tracePt t="32928" x="2271713" y="3933825"/>
          <p14:tracePt t="32944" x="2271713" y="3954463"/>
          <p14:tracePt t="32962" x="2271713" y="3970338"/>
          <p14:tracePt t="32968" x="2271713" y="3976688"/>
          <p14:tracePt t="32993" x="2271713" y="3984625"/>
          <p14:tracePt t="33005" x="2271713" y="3990975"/>
          <p14:tracePt t="33017" x="2271713" y="3998913"/>
          <p14:tracePt t="33030" x="2257425" y="4005263"/>
          <p14:tracePt t="33045" x="2257425" y="4013200"/>
          <p14:tracePt t="33061" x="2249488" y="4021138"/>
          <p14:tracePt t="33078" x="2243138" y="4027488"/>
          <p14:tracePt t="33094" x="2235200" y="4027488"/>
          <p14:tracePt t="33128" x="2235200" y="4035425"/>
          <p14:tracePt t="33350" x="2227263" y="4035425"/>
          <p14:tracePt t="33373" x="2220913" y="4041775"/>
          <p14:tracePt t="33389" x="2212975" y="4049713"/>
          <p14:tracePt t="33397" x="2206625" y="4049713"/>
          <p14:tracePt t="33416" x="2198688" y="4049713"/>
          <p14:tracePt t="33427" x="2184400" y="4049713"/>
          <p14:tracePt t="33438" x="2170113" y="4049713"/>
          <p14:tracePt t="33447" x="2162175" y="4049713"/>
          <p14:tracePt t="33461" x="2147888" y="4049713"/>
          <p14:tracePt t="33477" x="2141538" y="4049713"/>
          <p14:tracePt t="33494" x="2125663" y="4049713"/>
          <p14:tracePt t="33511" x="2111375" y="4049713"/>
          <p14:tracePt t="33527" x="2090738" y="4049713"/>
          <p14:tracePt t="33544" x="2074863" y="4049713"/>
          <p14:tracePt t="33561" x="2060575" y="4049713"/>
          <p14:tracePt t="33577" x="2039938" y="4049713"/>
          <p14:tracePt t="33594" x="2017713" y="4049713"/>
          <p14:tracePt t="33611" x="1995488" y="4049713"/>
          <p14:tracePt t="33628" x="1952625" y="4041775"/>
          <p14:tracePt t="33644" x="1930400" y="4035425"/>
          <p14:tracePt t="33661" x="1908175" y="4021138"/>
          <p14:tracePt t="33677" x="1893888" y="4013200"/>
          <p14:tracePt t="33694" x="1871663" y="4005263"/>
          <p14:tracePt t="33712" x="1851025" y="3990975"/>
          <p14:tracePt t="33728" x="1843088" y="3984625"/>
          <p14:tracePt t="33744" x="1814513" y="3962400"/>
          <p14:tracePt t="33761" x="1800225" y="3948113"/>
          <p14:tracePt t="33778" x="1778000" y="3911600"/>
          <p14:tracePt t="33794" x="1770063" y="3897313"/>
          <p14:tracePt t="33811" x="1763713" y="3868738"/>
          <p14:tracePt t="33828" x="1763713" y="3832225"/>
          <p14:tracePt t="33844" x="1763713" y="3810000"/>
          <p14:tracePt t="33861" x="1763713" y="3787775"/>
          <p14:tracePt t="33878" x="1763713" y="3759200"/>
          <p14:tracePt t="33894" x="1778000" y="3730625"/>
          <p14:tracePt t="33911" x="1800225" y="3708400"/>
          <p14:tracePt t="33927" x="1836738" y="3679825"/>
          <p14:tracePt t="33944" x="1871663" y="3657600"/>
          <p14:tracePt t="33961" x="1901825" y="3643313"/>
          <p14:tracePt t="33966" x="1916113" y="3635375"/>
          <p14:tracePt t="33978" x="1922463" y="3629025"/>
          <p14:tracePt t="33994" x="1938338" y="3629025"/>
          <p14:tracePt t="34011" x="1958975" y="3621088"/>
          <p14:tracePt t="34028" x="1981200" y="3614738"/>
          <p14:tracePt t="34045" x="2003425" y="3606800"/>
          <p14:tracePt t="34061" x="2017713" y="3606800"/>
          <p14:tracePt t="34078" x="2032000" y="3598863"/>
          <p14:tracePt t="34095" x="2054225" y="3598863"/>
          <p14:tracePt t="34111" x="2074863" y="3598863"/>
          <p14:tracePt t="34128" x="2105025" y="3598863"/>
          <p14:tracePt t="34144" x="2125663" y="3584575"/>
          <p14:tracePt t="34161" x="2147888" y="3584575"/>
          <p14:tracePt t="34178" x="2170113" y="3584575"/>
          <p14:tracePt t="34195" x="2176463" y="3584575"/>
          <p14:tracePt t="34211" x="2192338" y="3584575"/>
          <p14:tracePt t="34229" x="2198688" y="3584575"/>
          <p14:tracePt t="34257" x="2206625" y="3584575"/>
          <p14:tracePt t="34272" x="2212975" y="3584575"/>
          <p14:tracePt t="34288" x="2220913" y="3592513"/>
          <p14:tracePt t="34303" x="2220913" y="3621088"/>
          <p14:tracePt t="34316" x="2220913" y="3649663"/>
          <p14:tracePt t="34331" x="2227263" y="3671888"/>
          <p14:tracePt t="34344" x="2227263" y="3722688"/>
          <p14:tracePt t="34361" x="2243138" y="3767138"/>
          <p14:tracePt t="34378" x="2243138" y="3787775"/>
          <p14:tracePt t="34395" x="2243138" y="3817938"/>
          <p14:tracePt t="34411" x="2243138" y="3832225"/>
          <p14:tracePt t="34429" x="2243138" y="3868738"/>
          <p14:tracePt t="34444" x="2243138" y="3897313"/>
          <p14:tracePt t="34461" x="2243138" y="3940175"/>
          <p14:tracePt t="34478" x="2243138" y="3962400"/>
          <p14:tracePt t="34495" x="2243138" y="3976688"/>
          <p14:tracePt t="34511" x="2235200" y="3998913"/>
          <p14:tracePt t="34528" x="2227263" y="4005263"/>
          <p14:tracePt t="34544" x="2220913" y="4013200"/>
          <p14:tracePt t="34561" x="2212975" y="4027488"/>
          <p14:tracePt t="34578" x="2192338" y="4041775"/>
          <p14:tracePt t="34594" x="2162175" y="4064000"/>
          <p14:tracePt t="34611" x="2141538" y="4078288"/>
          <p14:tracePt t="34628" x="2119313" y="4078288"/>
          <p14:tracePt t="34644" x="2074863" y="4078288"/>
          <p14:tracePt t="34661" x="2054225" y="4078288"/>
          <p14:tracePt t="34678" x="2039938" y="4078288"/>
          <p14:tracePt t="34694" x="2024063" y="4078288"/>
          <p14:tracePt t="34711" x="2017713" y="4078288"/>
          <p14:tracePt t="34728" x="2009775" y="4078288"/>
          <p14:tracePt t="34745" x="2003425" y="4078288"/>
          <p14:tracePt t="34761" x="1995488" y="4078288"/>
          <p14:tracePt t="34778" x="1981200" y="4078288"/>
          <p14:tracePt t="34795" x="1973263" y="4078288"/>
          <p14:tracePt t="34811" x="1966913" y="4071938"/>
          <p14:tracePt t="34828" x="1952625" y="4071938"/>
          <p14:tracePt t="34845" x="1938338" y="4064000"/>
          <p14:tracePt t="34878" x="1930400" y="4064000"/>
          <p14:tracePt t="34895" x="1922463" y="4064000"/>
          <p14:tracePt t="34911" x="1922463" y="4056063"/>
          <p14:tracePt t="35097" x="1916113" y="4056063"/>
          <p14:tracePt t="35108" x="1901825" y="4041775"/>
          <p14:tracePt t="35117" x="1893888" y="4027488"/>
          <p14:tracePt t="35128" x="1879600" y="4021138"/>
          <p14:tracePt t="35145" x="1857375" y="3984625"/>
          <p14:tracePt t="35162" x="1828800" y="3940175"/>
          <p14:tracePt t="35178" x="1800225" y="3883025"/>
          <p14:tracePt t="35195" x="1763713" y="3817938"/>
          <p14:tracePt t="35213" x="1741488" y="3751263"/>
          <p14:tracePt t="35228" x="1741488" y="3730625"/>
          <p14:tracePt t="35245" x="1735138" y="3700463"/>
          <p14:tracePt t="35262" x="1735138" y="3657600"/>
          <p14:tracePt t="35278" x="1735138" y="3621088"/>
          <p14:tracePt t="35295" x="1735138" y="3578225"/>
          <p14:tracePt t="35312" x="1735138" y="3548063"/>
          <p14:tracePt t="35328" x="1735138" y="3513138"/>
          <p14:tracePt t="35345" x="1735138" y="3482975"/>
          <p14:tracePt t="35361" x="1749425" y="3454400"/>
          <p14:tracePt t="35378" x="1755775" y="3425825"/>
          <p14:tracePt t="35395" x="1770063" y="3389313"/>
          <p14:tracePt t="35412" x="1792288" y="3330575"/>
          <p14:tracePt t="35428" x="1806575" y="3302000"/>
          <p14:tracePt t="35445" x="1820863" y="3273425"/>
          <p14:tracePt t="35462" x="1857375" y="3236913"/>
          <p14:tracePt t="35471" x="1865313" y="3228975"/>
          <p14:tracePt t="35486" x="1887538" y="3192463"/>
          <p14:tracePt t="35499" x="1901825" y="3186113"/>
          <p14:tracePt t="35511" x="1916113" y="3171825"/>
          <p14:tracePt t="35528" x="1938338" y="3163888"/>
          <p14:tracePt t="35545" x="1958975" y="3149600"/>
          <p14:tracePt t="35561" x="1989138" y="3135313"/>
          <p14:tracePt t="35578" x="2024063" y="3121025"/>
          <p14:tracePt t="35595" x="2039938" y="3113088"/>
          <p14:tracePt t="35613" x="2082800" y="3098800"/>
          <p14:tracePt t="35628" x="2097088" y="3098800"/>
          <p14:tracePt t="35645" x="2125663" y="3098800"/>
          <p14:tracePt t="35662" x="2147888" y="3098800"/>
          <p14:tracePt t="35678" x="2176463" y="3098800"/>
          <p14:tracePt t="35696" x="2192338" y="3098800"/>
          <p14:tracePt t="35713" x="2206625" y="3098800"/>
          <p14:tracePt t="35729" x="2227263" y="3113088"/>
          <p14:tracePt t="35745" x="2249488" y="3127375"/>
          <p14:tracePt t="35762" x="2278063" y="3149600"/>
          <p14:tracePt t="35779" x="2286000" y="3157538"/>
          <p14:tracePt t="35795" x="2300288" y="3178175"/>
          <p14:tracePt t="35812" x="2314575" y="3208338"/>
          <p14:tracePt t="35829" x="2322513" y="3243263"/>
          <p14:tracePt t="35845" x="2328863" y="3265488"/>
          <p14:tracePt t="35862" x="2336800" y="3294063"/>
          <p14:tracePt t="35879" x="2336800" y="3330575"/>
          <p14:tracePt t="35895" x="2344738" y="3375025"/>
          <p14:tracePt t="35912" x="2344738" y="3411538"/>
          <p14:tracePt t="35928" x="2344738" y="3454400"/>
          <p14:tracePt t="35945" x="2344738" y="3497263"/>
          <p14:tracePt t="35962" x="2344738" y="3548063"/>
          <p14:tracePt t="35969" x="2344738" y="3570288"/>
          <p14:tracePt t="35981" x="2344738" y="3614738"/>
          <p14:tracePt t="35995" x="2344738" y="3629025"/>
          <p14:tracePt t="36012" x="2344738" y="3686175"/>
          <p14:tracePt t="36028" x="2344738" y="3730625"/>
          <p14:tracePt t="36045" x="2344738" y="3781425"/>
          <p14:tracePt t="36062" x="2322513" y="3846513"/>
          <p14:tracePt t="36079" x="2293938" y="3919538"/>
          <p14:tracePt t="36095" x="2286000" y="3948113"/>
          <p14:tracePt t="36112" x="2271713" y="3976688"/>
          <p14:tracePt t="36129" x="2263775" y="3990975"/>
          <p14:tracePt t="36145" x="2249488" y="4013200"/>
          <p14:tracePt t="36162" x="2227263" y="4027488"/>
          <p14:tracePt t="36179" x="2198688" y="4049713"/>
          <p14:tracePt t="36195" x="2162175" y="4071938"/>
          <p14:tracePt t="36213" x="2105025" y="4086225"/>
          <p14:tracePt t="36229" x="2082800" y="4100513"/>
          <p14:tracePt t="36245" x="2054225" y="4106863"/>
          <p14:tracePt t="36262" x="2024063" y="4114800"/>
          <p14:tracePt t="36278" x="2003425" y="4122738"/>
          <p14:tracePt t="36295" x="1981200" y="4122738"/>
          <p14:tracePt t="36312" x="1952625" y="4122738"/>
          <p14:tracePt t="36328" x="1908175" y="4122738"/>
          <p14:tracePt t="36345" x="1871663" y="4114800"/>
          <p14:tracePt t="36362" x="1843088" y="4106863"/>
          <p14:tracePt t="36378" x="1820863" y="4100513"/>
          <p14:tracePt t="36395" x="1792288" y="4086225"/>
          <p14:tracePt t="36412" x="1763713" y="4071938"/>
          <p14:tracePt t="36428" x="1741488" y="4071938"/>
          <p14:tracePt t="36445" x="1719263" y="4056063"/>
          <p14:tracePt t="36462" x="1704975" y="4041775"/>
          <p14:tracePt t="36478" x="1690688" y="4027488"/>
          <p14:tracePt t="36495" x="1676400" y="4013200"/>
          <p14:tracePt t="36512" x="1662113" y="3976688"/>
          <p14:tracePt t="36529" x="1639888" y="3940175"/>
          <p14:tracePt t="36545" x="1625600" y="3919538"/>
          <p14:tracePt t="36562" x="1617663" y="3875088"/>
          <p14:tracePt t="36578" x="1611313" y="3838575"/>
          <p14:tracePt t="36595" x="1611313" y="3795713"/>
          <p14:tracePt t="36612" x="1611313" y="3744913"/>
          <p14:tracePt t="36628" x="1611313" y="3708400"/>
          <p14:tracePt t="36645" x="1611313" y="3679825"/>
          <p14:tracePt t="36662" x="1611313" y="3643313"/>
          <p14:tracePt t="36678" x="1617663" y="3614738"/>
          <p14:tracePt t="36695" x="1625600" y="3578225"/>
          <p14:tracePt t="36712" x="1633538" y="3563938"/>
          <p14:tracePt t="36730" x="1647825" y="3527425"/>
          <p14:tracePt t="36745" x="1662113" y="3497263"/>
          <p14:tracePt t="36762" x="1676400" y="3476625"/>
          <p14:tracePt t="36779" x="1690688" y="3440113"/>
          <p14:tracePt t="36795" x="1712913" y="3425825"/>
          <p14:tracePt t="36813" x="1749425" y="3381375"/>
          <p14:tracePt t="36828" x="1778000" y="3352800"/>
          <p14:tracePt t="36845" x="1792288" y="3338513"/>
          <p14:tracePt t="36862" x="1820863" y="3316288"/>
          <p14:tracePt t="36878" x="1857375" y="3294063"/>
          <p14:tracePt t="36895" x="1879600" y="3279775"/>
          <p14:tracePt t="36912" x="1916113" y="3259138"/>
          <p14:tracePt t="36928" x="1944688" y="3251200"/>
          <p14:tracePt t="36945" x="1973263" y="3228975"/>
          <p14:tracePt t="36962" x="1995488" y="3222625"/>
          <p14:tracePt t="36966" x="2017713" y="3214688"/>
          <p14:tracePt t="36979" x="2032000" y="3208338"/>
          <p14:tracePt t="36995" x="2054225" y="3200400"/>
          <p14:tracePt t="37012" x="2090738" y="3178175"/>
          <p14:tracePt t="37029" x="2105025" y="3178175"/>
          <p14:tracePt t="37045" x="2119313" y="3178175"/>
          <p14:tracePt t="37062" x="2133600" y="3178175"/>
          <p14:tracePt t="37079" x="2141538" y="3178175"/>
          <p14:tracePt t="37095" x="2155825" y="3178175"/>
          <p14:tracePt t="37112" x="2162175" y="3178175"/>
          <p14:tracePt t="37145" x="2176463" y="3178175"/>
          <p14:tracePt t="37162" x="2184400" y="3178175"/>
          <p14:tracePt t="37180" x="2192338" y="3186113"/>
          <p14:tracePt t="37195" x="2198688" y="3192463"/>
          <p14:tracePt t="37212" x="2206625" y="3200400"/>
          <p14:tracePt t="37229" x="2220913" y="3222625"/>
          <p14:tracePt t="37245" x="2227263" y="3251200"/>
          <p14:tracePt t="37262" x="2243138" y="3287713"/>
          <p14:tracePt t="37280" x="2249488" y="3324225"/>
          <p14:tracePt t="37295" x="2263775" y="3375025"/>
          <p14:tracePt t="37312" x="2278063" y="3425825"/>
          <p14:tracePt t="37329" x="2286000" y="3490913"/>
          <p14:tracePt t="37345" x="2293938" y="3541713"/>
          <p14:tracePt t="37362" x="2308225" y="3578225"/>
          <p14:tracePt t="37379" x="2308225" y="3621088"/>
          <p14:tracePt t="37395" x="2308225" y="3649663"/>
          <p14:tracePt t="37412" x="2308225" y="3694113"/>
          <p14:tracePt t="37430" x="2308225" y="3722688"/>
          <p14:tracePt t="37445" x="2308225" y="3767138"/>
          <p14:tracePt t="37462" x="2293938" y="3817938"/>
          <p14:tracePt t="37479" x="2278063" y="3852863"/>
          <p14:tracePt t="37495" x="2263775" y="3875088"/>
          <p14:tracePt t="37512" x="2249488" y="3903663"/>
          <p14:tracePt t="37530" x="2235200" y="3919538"/>
          <p14:tracePt t="37545" x="2220913" y="3940175"/>
          <p14:tracePt t="37562" x="2212975" y="3954463"/>
          <p14:tracePt t="37579" x="2198688" y="3970338"/>
          <p14:tracePt t="37596" x="2176463" y="3984625"/>
          <p14:tracePt t="37612" x="2155825" y="3998913"/>
          <p14:tracePt t="37629" x="2141538" y="4013200"/>
          <p14:tracePt t="37645" x="2133600" y="4021138"/>
          <p14:tracePt t="37680" x="2125663" y="4021138"/>
          <p14:tracePt t="37702" x="2111375" y="4035425"/>
          <p14:tracePt t="37751" x="2097088" y="4041775"/>
          <p14:tracePt t="37782" x="2082800" y="4049713"/>
          <p14:tracePt t="37806" x="2074863" y="4056063"/>
          <p14:tracePt t="37823" x="2068513" y="4056063"/>
          <p14:tracePt t="37830" x="2068513" y="4064000"/>
          <p14:tracePt t="37847" x="2060575" y="4064000"/>
          <p14:tracePt t="37854" x="2054225" y="4064000"/>
          <p14:tracePt t="37862" x="2046288" y="4064000"/>
          <p14:tracePt t="37879" x="2039938" y="4071938"/>
          <p14:tracePt t="37895" x="2024063" y="4078288"/>
          <p14:tracePt t="37912" x="2017713" y="4078288"/>
          <p14:tracePt t="37930" x="1995488" y="4086225"/>
          <p14:tracePt t="37962" x="1981200" y="4086225"/>
          <p14:tracePt t="37966" x="1973263" y="4092575"/>
          <p14:tracePt t="37983" x="1966913" y="4092575"/>
          <p14:tracePt t="37998" x="1958975" y="4092575"/>
          <p14:tracePt t="38015" x="1952625" y="4092575"/>
          <p14:tracePt t="38029" x="1938338" y="4092575"/>
          <p14:tracePt t="38064" x="1930400" y="4092575"/>
          <p14:tracePt t="38081" x="1922463" y="4092575"/>
          <p14:tracePt t="38105" x="1916113" y="4092575"/>
          <p14:tracePt t="38138" x="1908175" y="4092575"/>
          <p14:tracePt t="38154" x="1901825" y="4092575"/>
          <p14:tracePt t="38176" x="1893888" y="4092575"/>
          <p14:tracePt t="38419" x="1887538" y="4092575"/>
          <p14:tracePt t="38456" x="1879600" y="4086225"/>
          <p14:tracePt t="39994" x="1893888" y="4078288"/>
          <p14:tracePt t="40024" x="1901825" y="4078288"/>
          <p14:tracePt t="40056" x="1916113" y="4071938"/>
          <p14:tracePt t="40073" x="1916113" y="4064000"/>
          <p14:tracePt t="40090" x="1922463" y="4064000"/>
          <p14:tracePt t="40101" x="1922463" y="4049713"/>
          <p14:tracePt t="40113" x="1930400" y="4049713"/>
          <p14:tracePt t="40130" x="1938338" y="4035425"/>
          <p14:tracePt t="40146" x="1938338" y="3998913"/>
          <p14:tracePt t="40163" x="1938338" y="3990975"/>
          <p14:tracePt t="40417" x="1944688" y="3984625"/>
          <p14:tracePt t="40431" x="1944688" y="3970338"/>
          <p14:tracePt t="40437" x="1973263" y="3962400"/>
          <p14:tracePt t="40446" x="1995488" y="3962400"/>
          <p14:tracePt t="40463" x="1995488" y="3954463"/>
          <p14:tracePt t="40479" x="2003425" y="3948113"/>
          <p14:tracePt t="40496" x="2017713" y="3933825"/>
          <p14:tracePt t="40513" x="2024063" y="3919538"/>
          <p14:tracePt t="40530" x="2046288" y="3897313"/>
          <p14:tracePt t="40546" x="2054225" y="3889375"/>
          <p14:tracePt t="40563" x="2068513" y="3868738"/>
          <p14:tracePt t="40579" x="2074863" y="3868738"/>
          <p14:tracePt t="40613" x="2082800" y="3868738"/>
          <p14:tracePt t="40639" x="2090738" y="3868738"/>
          <p14:tracePt t="40678" x="2097088" y="3868738"/>
          <p14:tracePt t="40719" x="2105025" y="3868738"/>
          <p14:tracePt t="40726" x="2111375" y="3868738"/>
          <p14:tracePt t="40733" x="2111375" y="3875088"/>
          <p14:tracePt t="40750" x="2111375" y="3889375"/>
          <p14:tracePt t="40763" x="2111375" y="3897313"/>
          <p14:tracePt t="40780" x="2119313" y="3903663"/>
          <p14:tracePt t="40796" x="2119313" y="3919538"/>
          <p14:tracePt t="40830" x="2119313" y="3925888"/>
          <p14:tracePt t="40846" x="2119313" y="3933825"/>
          <p14:tracePt t="40863" x="2119313" y="3940175"/>
          <p14:tracePt t="40879" x="2119313" y="3948113"/>
          <p14:tracePt t="40896" x="2119313" y="3962400"/>
          <p14:tracePt t="40926" x="2119313" y="3970338"/>
          <p14:tracePt t="40941" x="2111375" y="3970338"/>
          <p14:tracePt t="40950" x="2105025" y="3984625"/>
          <p14:tracePt t="40963" x="2097088" y="3984625"/>
          <p14:tracePt t="40970" x="2090738" y="3984625"/>
          <p14:tracePt t="40984" x="2074863" y="3990975"/>
          <p14:tracePt t="40998" x="2054225" y="4005263"/>
          <p14:tracePt t="41013" x="2032000" y="4013200"/>
          <p14:tracePt t="41047" x="2017713" y="4013200"/>
          <p14:tracePt t="41063" x="2009775" y="4013200"/>
          <p14:tracePt t="41080" x="2003425" y="4013200"/>
          <p14:tracePt t="41097" x="1989138" y="4013200"/>
          <p14:tracePt t="41113" x="1981200" y="4013200"/>
          <p14:tracePt t="41130" x="1966913" y="4013200"/>
          <p14:tracePt t="41147" x="1958975" y="4013200"/>
          <p14:tracePt t="41163" x="1944688" y="4013200"/>
          <p14:tracePt t="41181" x="1938338" y="4013200"/>
          <p14:tracePt t="41197" x="1922463" y="4005263"/>
          <p14:tracePt t="41231" x="1901825" y="3998913"/>
          <p14:tracePt t="41247" x="1893888" y="3998913"/>
          <p14:tracePt t="41263" x="1871663" y="3984625"/>
          <p14:tracePt t="41282" x="1857375" y="3976688"/>
          <p14:tracePt t="41299" x="1851025" y="3962400"/>
          <p14:tracePt t="41313" x="1843088" y="3954463"/>
          <p14:tracePt t="41330" x="1828800" y="3933825"/>
          <p14:tracePt t="41347" x="1820863" y="3933825"/>
          <p14:tracePt t="41363" x="1820863" y="3919538"/>
          <p14:tracePt t="41380" x="1814513" y="3897313"/>
          <p14:tracePt t="41397" x="1806575" y="3875088"/>
          <p14:tracePt t="41414" x="1800225" y="3868738"/>
          <p14:tracePt t="41447" x="1800225" y="3852863"/>
          <p14:tracePt t="41464" x="1800225" y="3846513"/>
          <p14:tracePt t="41480" x="1800225" y="3832225"/>
          <p14:tracePt t="41497" x="1792288" y="3810000"/>
          <p14:tracePt t="41514" x="1792288" y="3802063"/>
          <p14:tracePt t="41531" x="1792288" y="3787775"/>
          <p14:tracePt t="41547" x="1792288" y="3773488"/>
          <p14:tracePt t="41564" x="1792288" y="3759200"/>
          <p14:tracePt t="41580" x="1792288" y="3736975"/>
          <p14:tracePt t="41597" x="1792288" y="3730625"/>
          <p14:tracePt t="41614" x="1792288" y="3716338"/>
          <p14:tracePt t="41630" x="1792288" y="3700463"/>
          <p14:tracePt t="41647" x="1792288" y="3694113"/>
          <p14:tracePt t="41664" x="1792288" y="3679825"/>
          <p14:tracePt t="41680" x="1792288" y="3665538"/>
          <p14:tracePt t="41697" x="1792288" y="3649663"/>
          <p14:tracePt t="41714" x="1792288" y="3629025"/>
          <p14:tracePt t="41731" x="1792288" y="3614738"/>
          <p14:tracePt t="41748" x="1792288" y="3598863"/>
          <p14:tracePt t="41764" x="1792288" y="3570288"/>
          <p14:tracePt t="41781" x="1792288" y="3556000"/>
          <p14:tracePt t="41797" x="1792288" y="3533775"/>
          <p14:tracePt t="41814" x="1792288" y="3513138"/>
          <p14:tracePt t="41830" x="1792288" y="3482975"/>
          <p14:tracePt t="41847" x="1792288" y="3468688"/>
          <p14:tracePt t="41864" x="1800225" y="3440113"/>
          <p14:tracePt t="41880" x="1814513" y="3425825"/>
          <p14:tracePt t="41897" x="1814513" y="3403600"/>
          <p14:tracePt t="41914" x="1828800" y="3389313"/>
          <p14:tracePt t="41931" x="1828800" y="3375025"/>
          <p14:tracePt t="41947" x="1843088" y="3360738"/>
          <p14:tracePt t="41965" x="1851025" y="3338513"/>
          <p14:tracePt t="41984" x="1857375" y="3324225"/>
          <p14:tracePt t="41997" x="1871663" y="3309938"/>
          <p14:tracePt t="42014" x="1879600" y="3294063"/>
          <p14:tracePt t="42031" x="1893888" y="3279775"/>
          <p14:tracePt t="42047" x="1901825" y="3273425"/>
          <p14:tracePt t="42064" x="1908175" y="3259138"/>
          <p14:tracePt t="42080" x="1922463" y="3251200"/>
          <p14:tracePt t="42097" x="1930400" y="3243263"/>
          <p14:tracePt t="42114" x="1944688" y="3222625"/>
          <p14:tracePt t="42130" x="1966913" y="3208338"/>
          <p14:tracePt t="42147" x="1973263" y="3200400"/>
          <p14:tracePt t="42164" x="2009775" y="3178175"/>
          <p14:tracePt t="42180" x="2017713" y="3171825"/>
          <p14:tracePt t="42197" x="2039938" y="3149600"/>
          <p14:tracePt t="42214" x="2060575" y="3149600"/>
          <p14:tracePt t="42230" x="2082800" y="3135313"/>
          <p14:tracePt t="42247" x="2105025" y="3127375"/>
          <p14:tracePt t="42263" x="2125663" y="3121025"/>
          <p14:tracePt t="42280" x="2147888" y="3113088"/>
          <p14:tracePt t="42297" x="2170113" y="3113088"/>
          <p14:tracePt t="42313" x="2184400" y="3113088"/>
          <p14:tracePt t="42330" x="2192338" y="3113088"/>
          <p14:tracePt t="42347" x="2206625" y="3113088"/>
          <p14:tracePt t="42364" x="2212975" y="3135313"/>
          <p14:tracePt t="42380" x="2235200" y="3163888"/>
          <p14:tracePt t="42397" x="2235200" y="3200400"/>
          <p14:tracePt t="42414" x="2243138" y="3228975"/>
          <p14:tracePt t="42430" x="2257425" y="3265488"/>
          <p14:tracePt t="42447" x="2257425" y="3302000"/>
          <p14:tracePt t="42463" x="2257425" y="3330575"/>
          <p14:tracePt t="42480" x="2263775" y="3352800"/>
          <p14:tracePt t="42497" x="2263775" y="3367088"/>
          <p14:tracePt t="42514" x="2263775" y="3389313"/>
          <p14:tracePt t="42530" x="2263775" y="3417888"/>
          <p14:tracePt t="42547" x="2257425" y="3440113"/>
          <p14:tracePt t="42564" x="2243138" y="3462338"/>
          <p14:tracePt t="42580" x="2227263" y="3482975"/>
          <p14:tracePt t="42597" x="2212975" y="3490913"/>
          <p14:tracePt t="42614" x="2198688" y="3505200"/>
          <p14:tracePt t="42630" x="2184400" y="3513138"/>
          <p14:tracePt t="42647" x="2162175" y="3519488"/>
          <p14:tracePt t="42664" x="2155825" y="3527425"/>
          <p14:tracePt t="42680" x="2147888" y="3527425"/>
          <p14:tracePt t="42697" x="2133600" y="3533775"/>
          <p14:tracePt t="42714" x="2119313" y="3548063"/>
          <p14:tracePt t="42730" x="2097088" y="3556000"/>
          <p14:tracePt t="42747" x="2090738" y="3563938"/>
          <p14:tracePt t="42764" x="2060575" y="3578225"/>
          <p14:tracePt t="42780" x="2032000" y="3584575"/>
          <p14:tracePt t="42797" x="2017713" y="3584575"/>
          <p14:tracePt t="42814" x="2003425" y="3584575"/>
          <p14:tracePt t="42830" x="1989138" y="3598863"/>
          <p14:tracePt t="42847" x="1973263" y="3598863"/>
          <p14:tracePt t="42864" x="1966913" y="3598863"/>
          <p14:tracePt t="42880" x="1952625" y="3606800"/>
          <p14:tracePt t="42897" x="1944688" y="3606800"/>
          <p14:tracePt t="42914" x="1938338" y="3606800"/>
          <p14:tracePt t="42930" x="1922463" y="3606800"/>
          <p14:tracePt t="42947" x="1908175" y="3621088"/>
          <p14:tracePt t="42964" x="1871663" y="3643313"/>
          <p14:tracePt t="42980" x="1857375" y="3657600"/>
          <p14:tracePt t="42997" x="1851025" y="3671888"/>
          <p14:tracePt t="43014" x="1836738" y="3686175"/>
          <p14:tracePt t="43032" x="1820863" y="3694113"/>
          <p14:tracePt t="43047" x="1806575" y="3708400"/>
          <p14:tracePt t="43064" x="1800225" y="3716338"/>
          <p14:tracePt t="43081" x="1800225" y="3722688"/>
          <p14:tracePt t="43097" x="1800225" y="3736975"/>
          <p14:tracePt t="43114" x="1785938" y="3744913"/>
          <p14:tracePt t="43130" x="1785938" y="3759200"/>
          <p14:tracePt t="43147" x="1785938" y="3767138"/>
          <p14:tracePt t="43165" x="1778000" y="3787775"/>
          <p14:tracePt t="43181" x="1778000" y="3810000"/>
          <p14:tracePt t="43197" x="1778000" y="3817938"/>
          <p14:tracePt t="43214" x="1778000" y="3832225"/>
          <p14:tracePt t="43230" x="1778000" y="3846513"/>
          <p14:tracePt t="43247" x="1778000" y="3852863"/>
          <p14:tracePt t="43264" x="1778000" y="3868738"/>
          <p14:tracePt t="43281" x="1785938" y="3875088"/>
          <p14:tracePt t="43297" x="1785938" y="3897313"/>
          <p14:tracePt t="43314" x="1792288" y="3911600"/>
          <p14:tracePt t="43330" x="1800225" y="3925888"/>
          <p14:tracePt t="43347" x="1814513" y="3933825"/>
          <p14:tracePt t="43364" x="1820863" y="3948113"/>
          <p14:tracePt t="43381" x="1857375" y="3970338"/>
          <p14:tracePt t="43397" x="1879600" y="3976688"/>
          <p14:tracePt t="43414" x="1908175" y="3998913"/>
          <p14:tracePt t="43430" x="1922463" y="3998913"/>
          <p14:tracePt t="43447" x="1944688" y="4013200"/>
          <p14:tracePt t="43464" x="1958975" y="4013200"/>
          <p14:tracePt t="43468" x="1973263" y="4013200"/>
          <p14:tracePt t="43480" x="1981200" y="4013200"/>
          <p14:tracePt t="43497" x="2003425" y="4013200"/>
          <p14:tracePt t="43514" x="2024063" y="4013200"/>
          <p14:tracePt t="43530" x="2039938" y="4013200"/>
          <p14:tracePt t="43547" x="2046288" y="4013200"/>
          <p14:tracePt t="43564" x="2074863" y="4013200"/>
          <p14:tracePt t="43581" x="2090738" y="4005263"/>
          <p14:tracePt t="43597" x="2111375" y="3990975"/>
          <p14:tracePt t="43614" x="2119313" y="3976688"/>
          <p14:tracePt t="43631" x="2147888" y="3962400"/>
          <p14:tracePt t="43647" x="2162175" y="3948113"/>
          <p14:tracePt t="43664" x="2170113" y="3940175"/>
          <p14:tracePt t="43681" x="2192338" y="3903663"/>
          <p14:tracePt t="43697" x="2198688" y="3889375"/>
          <p14:tracePt t="43714" x="2212975" y="3860800"/>
          <p14:tracePt t="43731" x="2212975" y="3852863"/>
          <p14:tracePt t="43748" x="2220913" y="3838575"/>
          <p14:tracePt t="43764" x="2235200" y="3817938"/>
          <p14:tracePt t="43781" x="2243138" y="3802063"/>
          <p14:tracePt t="43797" x="2243138" y="3787775"/>
          <p14:tracePt t="43814" x="2243138" y="3773488"/>
          <p14:tracePt t="43830" x="2243138" y="3759200"/>
          <p14:tracePt t="43847" x="2243138" y="3736975"/>
          <p14:tracePt t="43864" x="2243138" y="3716338"/>
          <p14:tracePt t="43881" x="2243138" y="3694113"/>
          <p14:tracePt t="43897" x="2243138" y="3665538"/>
          <p14:tracePt t="43914" x="2243138" y="3643313"/>
          <p14:tracePt t="43931" x="2243138" y="3629025"/>
          <p14:tracePt t="43948" x="2243138" y="3598863"/>
          <p14:tracePt t="43964" x="2235200" y="3584575"/>
          <p14:tracePt t="43991" x="2227263" y="3578225"/>
          <p14:tracePt t="44022" x="2220913" y="3570288"/>
          <p14:tracePt t="44054" x="2212975" y="3570288"/>
          <p14:tracePt t="44086" x="2198688" y="3570288"/>
          <p14:tracePt t="44126" x="2192338" y="3570288"/>
          <p14:tracePt t="44206" x="2184400" y="3570288"/>
          <p14:tracePt t="44268" x="2176463" y="3570288"/>
          <p14:tracePt t="44380" x="2170113" y="3570288"/>
          <p14:tracePt t="44397" x="2155825" y="3570288"/>
          <p14:tracePt t="44405" x="2147888" y="3570288"/>
          <p14:tracePt t="44420" x="2133600" y="3570288"/>
          <p14:tracePt t="44445" x="2125663" y="3570288"/>
          <p14:tracePt t="44582" x="2155825" y="3570288"/>
          <p14:tracePt t="44590" x="2176463" y="3570288"/>
          <p14:tracePt t="44598" x="2212975" y="3570288"/>
          <p14:tracePt t="44614" x="2314575" y="3563938"/>
          <p14:tracePt t="44631" x="2438400" y="3556000"/>
          <p14:tracePt t="44648" x="2605088" y="3556000"/>
          <p14:tracePt t="44664" x="2735263" y="3556000"/>
          <p14:tracePt t="44681" x="2801938" y="3556000"/>
          <p14:tracePt t="44697" x="2808288" y="3548063"/>
          <p14:tracePt t="44715" x="2816225" y="3548063"/>
          <p14:tracePt t="44735" x="2816225" y="3541713"/>
          <p14:tracePt t="44750" x="2816225" y="3533775"/>
          <p14:tracePt t="44764" x="2816225" y="3519488"/>
          <p14:tracePt t="44781" x="2816225" y="3490913"/>
          <p14:tracePt t="44798" x="2808288" y="3462338"/>
          <p14:tracePt t="44814" x="2801938" y="3417888"/>
          <p14:tracePt t="44831" x="2801938" y="3389313"/>
          <p14:tracePt t="44848" x="2801938" y="3367088"/>
          <p14:tracePt t="44864" x="2822575" y="3324225"/>
          <p14:tracePt t="44881" x="2859088" y="3287713"/>
          <p14:tracePt t="44898" x="2909888" y="3259138"/>
          <p14:tracePt t="44914" x="2960688" y="3228975"/>
          <p14:tracePt t="44931" x="3040063" y="3200400"/>
          <p14:tracePt t="44948" x="3121025" y="3171825"/>
          <p14:tracePt t="44964" x="3279775" y="3141663"/>
          <p14:tracePt t="44981" x="3417888" y="3135313"/>
          <p14:tracePt t="44998" x="3563938" y="3135313"/>
          <p14:tracePt t="45014" x="3708400" y="3135313"/>
          <p14:tracePt t="45031" x="3852863" y="3135313"/>
          <p14:tracePt t="45048" x="3990975" y="3141663"/>
          <p14:tracePt t="45064" x="4137025" y="3163888"/>
          <p14:tracePt t="45081" x="4281488" y="3186113"/>
          <p14:tracePt t="45098" x="4405313" y="3214688"/>
          <p14:tracePt t="45114" x="4478338" y="3228975"/>
          <p14:tracePt t="45131" x="4521200" y="3236913"/>
          <p14:tracePt t="45149" x="4549775" y="3259138"/>
          <p14:tracePt t="45165" x="4564063" y="3279775"/>
          <p14:tracePt t="45181" x="4594225" y="3309938"/>
          <p14:tracePt t="45199" x="4622800" y="3344863"/>
          <p14:tracePt t="45214" x="4651375" y="3389313"/>
          <p14:tracePt t="45231" x="4665663" y="3417888"/>
          <p14:tracePt t="45248" x="4673600" y="3440113"/>
          <p14:tracePt t="45264" x="4673600" y="3462338"/>
          <p14:tracePt t="45281" x="4673600" y="3482975"/>
          <p14:tracePt t="45298" x="4673600" y="3513138"/>
          <p14:tracePt t="45315" x="4673600" y="3527425"/>
          <p14:tracePt t="45331" x="4673600" y="3541713"/>
          <p14:tracePt t="45348" x="4673600" y="3548063"/>
          <p14:tracePt t="45364" x="4681538" y="3556000"/>
          <p14:tracePt t="45383" x="4687888" y="3563938"/>
          <p14:tracePt t="45486" x="4687888" y="3578225"/>
          <p14:tracePt t="45502" x="4687888" y="3584575"/>
          <p14:tracePt t="45510" x="4687888" y="3592513"/>
          <p14:tracePt t="45518" x="4687888" y="3606800"/>
          <p14:tracePt t="45534" x="4687888" y="3614738"/>
          <p14:tracePt t="45548" x="4687888" y="3621088"/>
          <p14:tracePt t="45565" x="4687888" y="3629025"/>
          <p14:tracePt t="45583" x="4687888" y="3635375"/>
          <p14:tracePt t="45598" x="4687888" y="3643313"/>
          <p14:tracePt t="45623" x="4687888" y="3649663"/>
          <p14:tracePt t="45631" x="4687888" y="3657600"/>
          <p14:tracePt t="45648" x="4681538" y="3671888"/>
          <p14:tracePt t="45665" x="4681538" y="3694113"/>
          <p14:tracePt t="45742" x="4673600" y="3708400"/>
          <p14:tracePt t="45750" x="4665663" y="3716338"/>
          <p14:tracePt t="45758" x="4651375" y="3722688"/>
          <p14:tracePt t="45766" x="4608513" y="3722688"/>
          <p14:tracePt t="45781" x="4470400" y="3722688"/>
          <p14:tracePt t="45798" x="4383088" y="3694113"/>
          <p14:tracePt t="46119" x="4383088" y="3686175"/>
          <p14:tracePt t="46126" x="4411663" y="3679825"/>
          <p14:tracePt t="46135" x="4478338" y="3679825"/>
          <p14:tracePt t="46150" x="4637088" y="3700463"/>
          <p14:tracePt t="46165" x="4833938" y="3730625"/>
          <p14:tracePt t="46181" x="5080000" y="3773488"/>
          <p14:tracePt t="46199" x="5537200" y="3832225"/>
          <p14:tracePt t="46215" x="6248400" y="3948113"/>
          <p14:tracePt t="46232" x="7191375" y="4078288"/>
          <p14:tracePt t="46248" x="8186738" y="4202113"/>
          <p14:tracePt t="46265" x="9107488" y="4318000"/>
          <p14:tracePt t="46282" x="9832975" y="4318000"/>
          <p14:tracePt t="46298" x="10421938" y="4318000"/>
          <p14:tracePt t="46315" x="10856913" y="4318000"/>
          <p14:tracePt t="46332" x="11133138" y="4275138"/>
          <p14:tracePt t="46348" x="11336338" y="4187825"/>
          <p14:tracePt t="46365" x="11401425" y="4151313"/>
          <p14:tracePt t="46382" x="11437938" y="4129088"/>
          <p14:tracePt t="46398" x="11503025" y="4114800"/>
          <p14:tracePt t="46415" x="11610975" y="4092575"/>
          <p14:tracePt t="46431" x="11712575" y="4064000"/>
          <p14:tracePt t="46448" x="11822113" y="4027488"/>
          <p14:tracePt t="46465" x="11879263" y="4005263"/>
          <p14:tracePt t="46470" x="11895138" y="3990975"/>
          <p14:tracePt t="46481" x="11901488" y="3984625"/>
          <p14:tracePt t="46498" x="11923713" y="3954463"/>
          <p14:tracePt t="46515" x="11966575" y="3889375"/>
          <p14:tracePt t="46532" x="12031663" y="3817938"/>
          <p14:tracePt t="46548" x="12039600" y="3802063"/>
          <p14:tracePt t="46565" x="12039600" y="3787775"/>
          <p14:tracePt t="46582" x="12039600" y="3781425"/>
          <p14:tracePt t="46598" x="12047538" y="3773488"/>
          <p14:tracePt t="46631" x="12053888" y="3767138"/>
          <p14:tracePt t="46654" x="12061825" y="3767138"/>
          <p14:tracePt t="46686" x="12061825" y="3781425"/>
          <p14:tracePt t="46694" x="12061825" y="3810000"/>
          <p14:tracePt t="46702" x="12053888" y="3889375"/>
          <p14:tracePt t="46715" x="12053888" y="3933825"/>
          <p14:tracePt t="46732" x="12053888" y="4122738"/>
          <p14:tracePt t="46748" x="12053888" y="4230688"/>
          <p14:tracePt t="46765" x="12039600" y="4332288"/>
          <p14:tracePt t="46782" x="12017375" y="4448175"/>
          <p14:tracePt t="46798" x="12003088" y="4579938"/>
          <p14:tracePt t="46815" x="11966575" y="4724400"/>
          <p14:tracePt t="46832" x="11923713" y="4854575"/>
          <p14:tracePt t="46848" x="11887200" y="4970463"/>
          <p14:tracePt t="46865" x="11864975" y="5043488"/>
          <p14:tracePt t="46882" x="11828463" y="5108575"/>
          <p14:tracePt t="46899" x="11799888" y="5167313"/>
          <p14:tracePt t="46915" x="11763375" y="5232400"/>
          <p14:tracePt t="46932" x="11698288" y="5311775"/>
          <p14:tracePt t="46949" x="11560175" y="5457825"/>
          <p14:tracePt t="46965" x="11430000" y="5537200"/>
          <p14:tracePt t="46981" x="11285538" y="5588000"/>
          <p14:tracePt t="46999" x="11133138" y="5624513"/>
          <p14:tracePt t="47015" x="10950575" y="5653088"/>
          <p14:tracePt t="47032" x="10777538" y="5675313"/>
          <p14:tracePt t="47048" x="10602913" y="5703888"/>
          <p14:tracePt t="47065" x="10436225" y="5711825"/>
          <p14:tracePt t="47082" x="10275888" y="5718175"/>
          <p14:tracePt t="47098" x="10131425" y="5718175"/>
          <p14:tracePt t="47115" x="9993313" y="5718175"/>
          <p14:tracePt t="47132" x="9883775" y="5718175"/>
          <p14:tracePt t="47149" x="9725025" y="5689600"/>
          <p14:tracePt t="47165" x="9586913" y="5616575"/>
          <p14:tracePt t="47182" x="9440863" y="5522913"/>
          <p14:tracePt t="47199" x="9310688" y="5421313"/>
          <p14:tracePt t="47215" x="9202738" y="5297488"/>
          <p14:tracePt t="47232" x="9115425" y="5138738"/>
          <p14:tracePt t="47248" x="9042400" y="4992688"/>
          <p14:tracePt t="47265" x="8969375" y="4840288"/>
          <p14:tracePt t="47282" x="8912225" y="4681538"/>
          <p14:tracePt t="47298" x="8861425" y="4529138"/>
          <p14:tracePt t="47315" x="8847138" y="4405313"/>
          <p14:tracePt t="47332" x="8839200" y="4216400"/>
          <p14:tracePt t="47348" x="8839200" y="4100513"/>
          <p14:tracePt t="47365" x="8861425" y="3954463"/>
          <p14:tracePt t="47382" x="8875713" y="3832225"/>
          <p14:tracePt t="47399" x="8897938" y="3716338"/>
          <p14:tracePt t="47415" x="8926513" y="3614738"/>
          <p14:tracePt t="47432" x="8948738" y="3519488"/>
          <p14:tracePt t="47448" x="8977313" y="3417888"/>
          <p14:tracePt t="47465" x="9020175" y="3294063"/>
          <p14:tracePt t="47467" x="9050338" y="3236913"/>
          <p14:tracePt t="47482" x="9085263" y="3186113"/>
          <p14:tracePt t="47499" x="9166225" y="3070225"/>
          <p14:tracePt t="47515" x="9259888" y="2946400"/>
          <p14:tracePt t="47532" x="9405938" y="2816225"/>
          <p14:tracePt t="47549" x="9491663" y="2735263"/>
          <p14:tracePt t="47565" x="9609138" y="2655888"/>
          <p14:tracePt t="47582" x="9694863" y="2605088"/>
          <p14:tracePt t="47599" x="9782175" y="2562225"/>
          <p14:tracePt t="47615" x="9877425" y="2547938"/>
          <p14:tracePt t="47632" x="9964738" y="2517775"/>
          <p14:tracePt t="47649" x="10044113" y="2497138"/>
          <p14:tracePt t="47665" x="10094913" y="2466975"/>
          <p14:tracePt t="47682" x="10182225" y="2446338"/>
          <p14:tracePt t="47699" x="10290175" y="2409825"/>
          <p14:tracePt t="47715" x="10391775" y="2379663"/>
          <p14:tracePt t="47732" x="10515600" y="2379663"/>
          <p14:tracePt t="47749" x="10558463" y="2379663"/>
          <p14:tracePt t="47765" x="10602913" y="2379663"/>
          <p14:tracePt t="47782" x="10639425" y="2379663"/>
          <p14:tracePt t="47798" x="10710863" y="2416175"/>
          <p14:tracePt t="47815" x="10828338" y="2474913"/>
          <p14:tracePt t="47832" x="10987088" y="2576513"/>
          <p14:tracePt t="47848" x="11133138" y="2670175"/>
          <p14:tracePt t="47865" x="11249025" y="2765425"/>
          <p14:tracePt t="47882" x="11371263" y="2881313"/>
          <p14:tracePt t="47899" x="11444288" y="3011488"/>
          <p14:tracePt t="47915" x="11531600" y="3208338"/>
          <p14:tracePt t="47932" x="11618913" y="3403600"/>
          <p14:tracePt t="47950" x="11706225" y="3671888"/>
          <p14:tracePt t="47966" x="11734800" y="3832225"/>
          <p14:tracePt t="47982" x="11749088" y="3976688"/>
          <p14:tracePt t="47998" x="11771313" y="4129088"/>
          <p14:tracePt t="48015" x="11777663" y="4244975"/>
          <p14:tracePt t="48032" x="11777663" y="4368800"/>
          <p14:tracePt t="48049" x="11777663" y="4498975"/>
          <p14:tracePt t="48065" x="11777663" y="4637088"/>
          <p14:tracePt t="48082" x="11757025" y="4738688"/>
          <p14:tracePt t="48099" x="11734800" y="4854575"/>
          <p14:tracePt t="48115" x="11698288" y="4970463"/>
          <p14:tracePt t="48132" x="11647488" y="5130800"/>
          <p14:tracePt t="48150" x="11610975" y="5218113"/>
          <p14:tracePt t="48166" x="11568113" y="5311775"/>
          <p14:tracePt t="48182" x="11509375" y="5407025"/>
          <p14:tracePt t="48199" x="11458575" y="5472113"/>
          <p14:tracePt t="48215" x="11393488" y="5580063"/>
          <p14:tracePt t="48232" x="11306175" y="5697538"/>
          <p14:tracePt t="48249" x="11218863" y="5813425"/>
          <p14:tracePt t="48265" x="11133138" y="5921375"/>
          <p14:tracePt t="48282" x="11052175" y="6002338"/>
          <p14:tracePt t="48300" x="10972800" y="6073775"/>
          <p14:tracePt t="48316" x="10856913" y="6154738"/>
          <p14:tracePt t="48332" x="10761663" y="6211888"/>
          <p14:tracePt t="48349" x="10704513" y="6240463"/>
          <p14:tracePt t="48365" x="10594975" y="6299200"/>
          <p14:tracePt t="48382" x="10493375" y="6342063"/>
          <p14:tracePt t="48400" x="10406063" y="6357938"/>
          <p14:tracePt t="48416" x="10298113" y="6364288"/>
          <p14:tracePt t="48432" x="10188575" y="6364288"/>
          <p14:tracePt t="48450" x="10094913" y="6364288"/>
          <p14:tracePt t="48466" x="10021888" y="6364288"/>
          <p14:tracePt t="48470" x="9993313" y="6364288"/>
          <p14:tracePt t="48482" x="9971088" y="6364288"/>
          <p14:tracePt t="48499" x="9906000" y="6364288"/>
          <p14:tracePt t="48516" x="9767888" y="6364288"/>
          <p14:tracePt t="48532" x="9666288" y="6364288"/>
          <p14:tracePt t="48549" x="9609138" y="6364288"/>
          <p14:tracePt t="48565" x="9550400" y="6350000"/>
          <p14:tracePt t="48582" x="9513888" y="6335713"/>
          <p14:tracePt t="48599" x="9485313" y="6327775"/>
          <p14:tracePt t="48615" x="9426575" y="6299200"/>
          <p14:tracePt t="48632" x="9339263" y="6262688"/>
          <p14:tracePt t="48649" x="9274175" y="6226175"/>
          <p14:tracePt t="48666" x="9237663" y="6197600"/>
          <p14:tracePt t="48682" x="9209088" y="6189663"/>
          <p14:tracePt t="48699" x="9202738" y="6183313"/>
          <p14:tracePt t="48716" x="9172575" y="6132513"/>
          <p14:tracePt t="48732" x="9151938" y="6088063"/>
          <p14:tracePt t="48749" x="9129713" y="6030913"/>
          <p14:tracePt t="48766" x="9121775" y="5972175"/>
          <p14:tracePt t="48782" x="9101138" y="5915025"/>
          <p14:tracePt t="48799" x="9093200" y="5878513"/>
          <p14:tracePt t="48816" x="9093200" y="5842000"/>
          <p14:tracePt t="48832" x="9093200" y="5813425"/>
          <p14:tracePt t="48849" x="9085263" y="5791200"/>
          <p14:tracePt t="48866" x="9085263" y="5754688"/>
          <p14:tracePt t="48882" x="9085263" y="5711825"/>
          <p14:tracePt t="48900" x="9085263" y="5646738"/>
          <p14:tracePt t="48916" x="9085263" y="5580063"/>
          <p14:tracePt t="48932" x="9107488" y="5494338"/>
          <p14:tracePt t="48950" x="9144000" y="5362575"/>
          <p14:tracePt t="48965" x="9158288" y="5203825"/>
          <p14:tracePt t="48982" x="9194800" y="5000625"/>
          <p14:tracePt t="48999" x="9217025" y="4783138"/>
          <p14:tracePt t="49016" x="9267825" y="4521200"/>
          <p14:tracePt t="49032" x="9282113" y="4230688"/>
          <p14:tracePt t="49049" x="9310688" y="3954463"/>
          <p14:tracePt t="49066" x="9332913" y="3708400"/>
          <p14:tracePt t="49082" x="9355138" y="3505200"/>
          <p14:tracePt t="49099" x="9383713" y="3316288"/>
          <p14:tracePt t="49116" x="9412288" y="3149600"/>
          <p14:tracePt t="49132" x="9448800" y="2932113"/>
          <p14:tracePt t="49151" x="9491663" y="2786063"/>
          <p14:tracePt t="49166" x="9521825" y="2619375"/>
          <p14:tracePt t="49182" x="9536113" y="2446338"/>
          <p14:tracePt t="49201" x="9550400" y="2314575"/>
          <p14:tracePt t="49216" x="9558338" y="2227263"/>
          <p14:tracePt t="49232" x="9564688" y="2176463"/>
          <p14:tracePt t="49249" x="9564688" y="2133600"/>
          <p14:tracePt t="49266" x="9564688" y="2111375"/>
          <p14:tracePt t="49282" x="9564688" y="2074863"/>
          <p14:tracePt t="49299" x="9564688" y="2046288"/>
          <p14:tracePt t="49316" x="9564688" y="2039938"/>
          <p14:tracePt t="49351" x="9558338" y="2024063"/>
          <p14:tracePt t="49358" x="9558338" y="2003425"/>
          <p14:tracePt t="49366" x="9558338" y="1981200"/>
          <p14:tracePt t="49383" x="9536113" y="1938338"/>
          <p14:tracePt t="49401" x="9528175" y="1908175"/>
          <p14:tracePt t="49416" x="9521825" y="1887538"/>
          <p14:tracePt t="49433" x="9513888" y="1871663"/>
          <p14:tracePt t="49449" x="9507538" y="1857375"/>
          <p14:tracePt t="49466" x="9507538" y="1851025"/>
          <p14:tracePt t="49470" x="9507538" y="1843088"/>
          <p14:tracePt t="49486" x="9507538" y="1836738"/>
          <p14:tracePt t="49502" x="9507538" y="1820863"/>
          <p14:tracePt t="49519" x="9507538" y="1806575"/>
          <p14:tracePt t="49534" x="9513888" y="1800225"/>
          <p14:tracePt t="49549" x="9528175" y="1792288"/>
          <p14:tracePt t="49566" x="9542463" y="1792288"/>
          <p14:tracePt t="49582" x="9572625" y="1770063"/>
          <p14:tracePt t="49599" x="9601200" y="1755775"/>
          <p14:tracePt t="49616" x="9629775" y="1749425"/>
          <p14:tracePt t="49633" x="9659938" y="1735138"/>
          <p14:tracePt t="49649" x="9688513" y="1719263"/>
          <p14:tracePt t="49666" x="9710738" y="1712913"/>
          <p14:tracePt t="49682" x="9739313" y="1698625"/>
          <p14:tracePt t="49700" x="9761538" y="1690688"/>
          <p14:tracePt t="49717" x="9775825" y="1684338"/>
          <p14:tracePt t="49753" x="9782175" y="1684338"/>
          <p14:tracePt t="49777" x="9796463" y="1684338"/>
          <p14:tracePt t="49794" x="9804400" y="1684338"/>
          <p14:tracePt t="49809" x="9818688" y="1684338"/>
          <p14:tracePt t="49820" x="9826625" y="1684338"/>
          <p14:tracePt t="49833" x="9840913" y="1668463"/>
          <p14:tracePt t="49849" x="9847263" y="1668463"/>
          <p14:tracePt t="49872" x="9863138" y="1668463"/>
          <p14:tracePt t="49883" x="9869488" y="1668463"/>
          <p14:tracePt t="49902" x="9906000" y="1676400"/>
          <p14:tracePt t="49917" x="9934575" y="1690688"/>
          <p14:tracePt t="49933" x="9964738" y="1704975"/>
          <p14:tracePt t="49951" x="9985375" y="1704975"/>
          <p14:tracePt t="49967" x="9993313" y="1712913"/>
          <p14:tracePt t="49973" x="9999663" y="1719263"/>
          <p14:tracePt t="49999" x="10007600" y="1727200"/>
          <p14:tracePt t="50017" x="10021888" y="1727200"/>
          <p14:tracePt t="50033" x="10044113" y="1727200"/>
          <p14:tracePt t="50049" x="10066338" y="1727200"/>
          <p14:tracePt t="50066" x="10072688" y="1727200"/>
          <p14:tracePt t="50083" x="10086975" y="1727200"/>
          <p14:tracePt t="50101" x="10109200" y="1727200"/>
          <p14:tracePt t="50117" x="10131425" y="1727200"/>
          <p14:tracePt t="50133" x="10145713" y="1727200"/>
          <p14:tracePt t="50149" x="10160000" y="1727200"/>
          <p14:tracePt t="50182" x="10167938" y="1727200"/>
          <p14:tracePt t="50199" x="10188575" y="1727200"/>
          <p14:tracePt t="50216" x="10210800" y="1719263"/>
          <p14:tracePt t="50233" x="10225088" y="1719263"/>
          <p14:tracePt t="50250" x="10247313" y="1712913"/>
          <p14:tracePt t="50266" x="10253663" y="1704975"/>
          <p14:tracePt t="50361" x="10239375" y="1727200"/>
          <p14:tracePt t="50376" x="10202863" y="1770063"/>
          <p14:tracePt t="50390" x="10152063" y="1851025"/>
          <p14:tracePt t="50404" x="10080625" y="1952625"/>
          <p14:tracePt t="50416" x="10021888" y="2024063"/>
          <p14:tracePt t="50433" x="9948863" y="2133600"/>
          <p14:tracePt t="50450" x="9855200" y="2263775"/>
          <p14:tracePt t="50466" x="9782175" y="2359025"/>
          <p14:tracePt t="50471" x="9745663" y="2416175"/>
          <p14:tracePt t="50482" x="9717088" y="2460625"/>
          <p14:tracePt t="50500" x="9659938" y="2576513"/>
          <p14:tracePt t="50516" x="9637713" y="2649538"/>
          <p14:tracePt t="50533" x="9615488" y="2757488"/>
          <p14:tracePt t="50549" x="9593263" y="2887663"/>
          <p14:tracePt t="50566" x="9593263" y="2954338"/>
          <p14:tracePt t="50583" x="9593263" y="3033713"/>
          <p14:tracePt t="50599" x="9593263" y="3141663"/>
          <p14:tracePt t="50616" x="9615488" y="3302000"/>
          <p14:tracePt t="50633" x="9629775" y="3490913"/>
          <p14:tracePt t="50649" x="9659938" y="3686175"/>
          <p14:tracePt t="50666" x="9694863" y="3860800"/>
          <p14:tracePt t="50683" x="9725025" y="4056063"/>
          <p14:tracePt t="50700" x="9790113" y="4303713"/>
          <p14:tracePt t="50716" x="9877425" y="4637088"/>
          <p14:tracePt t="50733" x="9920288" y="4833938"/>
          <p14:tracePt t="50749" x="9928225" y="5021263"/>
          <p14:tracePt t="50766" x="9928225" y="5159375"/>
          <p14:tracePt t="50783" x="9928225" y="5305425"/>
          <p14:tracePt t="50800" x="9928225" y="5500688"/>
          <p14:tracePt t="50816" x="9928225" y="5711825"/>
          <p14:tracePt t="50833" x="9928225" y="5951538"/>
          <p14:tracePt t="50850" x="9928225" y="6118225"/>
          <p14:tracePt t="50866" x="9928225" y="6219825"/>
          <p14:tracePt t="50883" x="9928225" y="6313488"/>
          <p14:tracePt t="50900" x="9928225" y="6408738"/>
          <p14:tracePt t="50916" x="9928225" y="6480175"/>
          <p14:tracePt t="50933" x="9928225" y="6561138"/>
          <p14:tracePt t="50950" x="9928225" y="6611938"/>
          <p14:tracePt t="50967" x="9928225" y="6646863"/>
          <p14:tracePt t="50983" x="9920288" y="6662738"/>
          <p14:tracePt t="51000" x="9913938" y="6662738"/>
          <p14:tracePt t="51016" x="9906000" y="6677025"/>
          <p14:tracePt t="51033" x="9891713" y="6677025"/>
          <p14:tracePt t="51050" x="9883775" y="6683375"/>
          <p14:tracePt t="51066" x="9840913" y="6697663"/>
          <p14:tracePt t="51083" x="9812338" y="6705600"/>
          <p14:tracePt t="51100" x="9767888" y="6705600"/>
          <p14:tracePt t="51116" x="9674225" y="6705600"/>
          <p14:tracePt t="51133" x="9615488" y="6705600"/>
          <p14:tracePt t="51151" x="9578975" y="6705600"/>
          <p14:tracePt t="51166" x="9558338" y="6705600"/>
          <p14:tracePt t="51183" x="9536113" y="6705600"/>
          <p14:tracePt t="51200" x="9507538" y="6705600"/>
          <p14:tracePt t="51217" x="9477375" y="6691313"/>
          <p14:tracePt t="51233" x="9440863" y="6669088"/>
          <p14:tracePt t="51250" x="9426575" y="6669088"/>
          <p14:tracePt t="51266" x="9405938" y="6646863"/>
          <p14:tracePt t="51283" x="9390063" y="6618288"/>
          <p14:tracePt t="51300" x="9355138" y="6575425"/>
          <p14:tracePt t="51316" x="9296400" y="6473825"/>
          <p14:tracePt t="51333" x="9267825" y="6372225"/>
          <p14:tracePt t="51350" x="9237663" y="6248400"/>
          <p14:tracePt t="51366" x="9223375" y="6138863"/>
          <p14:tracePt t="51383" x="9217025" y="6030913"/>
          <p14:tracePt t="51400" x="9202738" y="5957888"/>
          <p14:tracePt t="51417" x="9202738" y="5921375"/>
          <p14:tracePt t="51433" x="9202738" y="5892800"/>
          <p14:tracePt t="51450" x="9202738" y="5870575"/>
          <p14:tracePt t="51466" x="9202738" y="5827713"/>
          <p14:tracePt t="51471" x="9202738" y="5813425"/>
          <p14:tracePt t="51483" x="9202738" y="5791200"/>
          <p14:tracePt t="51500" x="9202738" y="5748338"/>
          <p14:tracePt t="51516" x="9209088" y="5718175"/>
          <p14:tracePt t="51533" x="9217025" y="5697538"/>
          <p14:tracePt t="51550" x="9231313" y="5653088"/>
          <p14:tracePt t="51566" x="9237663" y="5638800"/>
          <p14:tracePt t="51583" x="9253538" y="5602288"/>
          <p14:tracePt t="51600" x="9274175" y="5565775"/>
          <p14:tracePt t="51616" x="9282113" y="5545138"/>
          <p14:tracePt t="51634" x="9304338" y="5508625"/>
          <p14:tracePt t="51650" x="9324975" y="5486400"/>
          <p14:tracePt t="51666" x="9355138" y="5457825"/>
          <p14:tracePt t="51683" x="9383713" y="5427663"/>
          <p14:tracePt t="51700" x="9412288" y="5407025"/>
          <p14:tracePt t="51716" x="9456738" y="5392738"/>
          <p14:tracePt t="51733" x="9491663" y="5376863"/>
          <p14:tracePt t="51750" x="9507538" y="5370513"/>
          <p14:tracePt t="51766" x="9536113" y="5370513"/>
          <p14:tracePt t="51783" x="9558338" y="5362575"/>
          <p14:tracePt t="51800" x="9586913" y="5362575"/>
          <p14:tracePt t="51816" x="9615488" y="5362575"/>
          <p14:tracePt t="51833" x="9644063" y="5362575"/>
          <p14:tracePt t="51850" x="9674225" y="5362575"/>
          <p14:tracePt t="51867" x="9694863" y="5362575"/>
          <p14:tracePt t="51884" x="9731375" y="5362575"/>
          <p14:tracePt t="51900" x="9761538" y="5362575"/>
          <p14:tracePt t="51917" x="9775825" y="5376863"/>
          <p14:tracePt t="51933" x="9796463" y="5392738"/>
          <p14:tracePt t="51950" x="9818688" y="5407025"/>
          <p14:tracePt t="51966" x="9840913" y="5435600"/>
          <p14:tracePt t="51983" x="9855200" y="5472113"/>
          <p14:tracePt t="52000" x="9877425" y="5522913"/>
          <p14:tracePt t="52016" x="9883775" y="5580063"/>
          <p14:tracePt t="52033" x="9883775" y="5661025"/>
          <p14:tracePt t="52050" x="9883775" y="5748338"/>
          <p14:tracePt t="52066" x="9883775" y="5849938"/>
          <p14:tracePt t="52083" x="9832975" y="5943600"/>
          <p14:tracePt t="52100" x="9775825" y="6022975"/>
          <p14:tracePt t="52117" x="9644063" y="6110288"/>
          <p14:tracePt t="52133" x="9528175" y="6146800"/>
          <p14:tracePt t="52150" x="9398000" y="6169025"/>
          <p14:tracePt t="52167" x="9274175" y="6169025"/>
          <p14:tracePt t="52183" x="9093200" y="6103938"/>
          <p14:tracePt t="52200" x="8824913" y="5884863"/>
          <p14:tracePt t="52217" x="8556625" y="5610225"/>
          <p14:tracePt t="52233" x="8345488" y="5356225"/>
          <p14:tracePt t="52250" x="8215313" y="5195888"/>
          <p14:tracePt t="52266" x="8077200" y="5037138"/>
          <p14:tracePt t="52283" x="7932738" y="4884738"/>
          <p14:tracePt t="52300" x="7620000" y="4665663"/>
          <p14:tracePt t="52317" x="7388225" y="4521200"/>
          <p14:tracePt t="52333" x="7227888" y="4448175"/>
          <p14:tracePt t="52350" x="7097713" y="4397375"/>
          <p14:tracePt t="52367" x="6988175" y="4346575"/>
          <p14:tracePt t="52383" x="6886575" y="4303713"/>
          <p14:tracePt t="52400" x="6792913" y="4259263"/>
          <p14:tracePt t="52417" x="6654800" y="4216400"/>
          <p14:tracePt t="52434" x="6502400" y="4179888"/>
          <p14:tracePt t="52450" x="6364288" y="4151313"/>
          <p14:tracePt t="52467" x="6219825" y="4137025"/>
          <p14:tracePt t="52471" x="6138863" y="4122738"/>
          <p14:tracePt t="52484" x="5994400" y="4100513"/>
          <p14:tracePt t="52500" x="5827713" y="4092575"/>
          <p14:tracePt t="52517" x="5661025" y="4092575"/>
          <p14:tracePt t="52533" x="5464175" y="4064000"/>
          <p14:tracePt t="52550" x="5291138" y="4027488"/>
          <p14:tracePt t="52567" x="5122863" y="4013200"/>
          <p14:tracePt t="52583" x="4986338" y="3984625"/>
          <p14:tracePt t="52600" x="4848225" y="3962400"/>
          <p14:tracePt t="52617" x="4695825" y="3962400"/>
          <p14:tracePt t="52634" x="4513263" y="3962400"/>
          <p14:tracePt t="52650" x="4289425" y="3962400"/>
          <p14:tracePt t="52667" x="4078288" y="3962400"/>
          <p14:tracePt t="52683" x="3889375" y="3962400"/>
          <p14:tracePt t="52700" x="3606800" y="3962400"/>
          <p14:tracePt t="52717" x="3446463" y="3970338"/>
          <p14:tracePt t="52734" x="3259138" y="3998913"/>
          <p14:tracePt t="52750" x="3062288" y="4027488"/>
          <p14:tracePt t="52767" x="2887663" y="4041775"/>
          <p14:tracePt t="52783" x="2735263" y="4041775"/>
          <p14:tracePt t="52803" x="2598738" y="4049713"/>
          <p14:tracePt t="52835" x="2452688" y="4071938"/>
          <p14:tracePt t="52850" x="2416175" y="4071938"/>
          <p14:tracePt t="52867" x="2365375" y="4078288"/>
          <p14:tracePt t="52884" x="2293938" y="4086225"/>
          <p14:tracePt t="52900" x="2249488" y="4086225"/>
          <p14:tracePt t="52917" x="2220913" y="4086225"/>
          <p14:tracePt t="52934" x="2206625" y="4086225"/>
          <p14:tracePt t="52950" x="2198688" y="4086225"/>
          <p14:tracePt t="52967" x="2176463" y="4086225"/>
          <p14:tracePt t="52983" x="2147888" y="4086225"/>
          <p14:tracePt t="53000" x="2125663" y="4086225"/>
          <p14:tracePt t="53017" x="2097088" y="4086225"/>
          <p14:tracePt t="53033" x="2082800" y="4086225"/>
          <p14:tracePt t="53050" x="2060575" y="4086225"/>
          <p14:tracePt t="53067" x="2046288" y="4086225"/>
          <p14:tracePt t="53084" x="2003425" y="4086225"/>
          <p14:tracePt t="53100" x="1958975" y="4086225"/>
          <p14:tracePt t="53117" x="1930400" y="4086225"/>
          <p14:tracePt t="53134" x="1879600" y="4086225"/>
          <p14:tracePt t="53150" x="1828800" y="4086225"/>
          <p14:tracePt t="53167" x="1792288" y="4086225"/>
          <p14:tracePt t="53184" x="1763713" y="4086225"/>
          <p14:tracePt t="53217" x="1755775" y="4078288"/>
          <p14:tracePt t="53233" x="1741488" y="4078288"/>
          <p14:tracePt t="53250" x="1741488" y="4071938"/>
          <p14:tracePt t="53267" x="1735138" y="4049713"/>
          <p14:tracePt t="53284" x="1719263" y="4035425"/>
          <p14:tracePt t="53300" x="1719263" y="4013200"/>
          <p14:tracePt t="53317" x="1712913" y="4005263"/>
          <p14:tracePt t="53334" x="1712913" y="3990975"/>
          <p14:tracePt t="53350" x="1712913" y="3984625"/>
          <p14:tracePt t="53367" x="1712913" y="3962400"/>
          <p14:tracePt t="53384" x="1712913" y="3940175"/>
          <p14:tracePt t="53400" x="1712913" y="3919538"/>
          <p14:tracePt t="53417" x="1712913" y="3897313"/>
          <p14:tracePt t="53434" x="1712913" y="3875088"/>
          <p14:tracePt t="53450" x="1712913" y="3860800"/>
          <p14:tracePt t="53467" x="1719263" y="3838575"/>
          <p14:tracePt t="53471" x="1727200" y="3824288"/>
          <p14:tracePt t="53486" x="1727200" y="3810000"/>
          <p14:tracePt t="53500" x="1749425" y="3787775"/>
          <p14:tracePt t="53517" x="1755775" y="3773488"/>
          <p14:tracePt t="53534" x="1770063" y="3751263"/>
          <p14:tracePt t="53550" x="1785938" y="3744913"/>
          <p14:tracePt t="53567" x="1792288" y="3730625"/>
          <p14:tracePt t="53584" x="1806575" y="3722688"/>
          <p14:tracePt t="53600" x="1814513" y="3722688"/>
          <p14:tracePt t="53617" x="1828800" y="3708400"/>
          <p14:tracePt t="53634" x="1843088" y="3700463"/>
          <p14:tracePt t="53651" x="1865313" y="3694113"/>
          <p14:tracePt t="53667" x="1879600" y="3694113"/>
          <p14:tracePt t="53684" x="1901825" y="3679825"/>
          <p14:tracePt t="53700" x="1922463" y="3679825"/>
          <p14:tracePt t="53717" x="1938338" y="3679825"/>
          <p14:tracePt t="53734" x="1952625" y="3671888"/>
          <p14:tracePt t="53750" x="1981200" y="3671888"/>
          <p14:tracePt t="53767" x="1989138" y="3671888"/>
          <p14:tracePt t="53784" x="2003425" y="3671888"/>
          <p14:tracePt t="53800" x="2024063" y="3665538"/>
          <p14:tracePt t="53817" x="2039938" y="3657600"/>
          <p14:tracePt t="53834" x="2046288" y="3657600"/>
          <p14:tracePt t="53851" x="2060575" y="3657600"/>
          <p14:tracePt t="53867" x="2068513" y="3657600"/>
          <p14:tracePt t="53884" x="2082800" y="3657600"/>
          <p14:tracePt t="53900" x="2090738" y="3657600"/>
          <p14:tracePt t="53917" x="2097088" y="3657600"/>
          <p14:tracePt t="53934" x="2105025" y="3657600"/>
          <p14:tracePt t="53950" x="2119313" y="3671888"/>
          <p14:tracePt t="53967" x="2125663" y="3679825"/>
          <p14:tracePt t="53984" x="2141538" y="3694113"/>
          <p14:tracePt t="54001" x="2147888" y="3708400"/>
          <p14:tracePt t="54017" x="2170113" y="3730625"/>
          <p14:tracePt t="54034" x="2176463" y="3744913"/>
          <p14:tracePt t="54051" x="2184400" y="3751263"/>
          <p14:tracePt t="54067" x="2184400" y="3773488"/>
          <p14:tracePt t="54085" x="2192338" y="3781425"/>
          <p14:tracePt t="54101" x="2198688" y="3795713"/>
          <p14:tracePt t="54118" x="2206625" y="3817938"/>
          <p14:tracePt t="54135" x="2206625" y="3824288"/>
          <p14:tracePt t="54151" x="2206625" y="3838575"/>
          <p14:tracePt t="54168" x="2206625" y="3846513"/>
          <p14:tracePt t="54184" x="2206625" y="3852863"/>
          <p14:tracePt t="54201" x="2206625" y="3868738"/>
          <p14:tracePt t="54217" x="2206625" y="3889375"/>
          <p14:tracePt t="54234" x="2206625" y="3911600"/>
          <p14:tracePt t="54251" x="2192338" y="3925888"/>
          <p14:tracePt t="54267" x="2176463" y="3948113"/>
          <p14:tracePt t="54284" x="2155825" y="3962400"/>
          <p14:tracePt t="54301" x="2119313" y="3984625"/>
          <p14:tracePt t="54318" x="2105025" y="3990975"/>
          <p14:tracePt t="54334" x="2082800" y="4005263"/>
          <p14:tracePt t="54350" x="2060575" y="4013200"/>
          <p14:tracePt t="54367" x="2046288" y="4013200"/>
          <p14:tracePt t="54384" x="2039938" y="4021138"/>
          <p14:tracePt t="54401" x="2032000" y="4021138"/>
          <p14:tracePt t="54418" x="2017713" y="4027488"/>
          <p14:tracePt t="54451" x="2009775" y="4027488"/>
          <p14:tracePt t="54468" x="2003425" y="4027488"/>
          <p14:tracePt t="54472" x="1995488" y="4027488"/>
          <p14:tracePt t="54484" x="1973263" y="4027488"/>
          <p14:tracePt t="54501" x="1958975" y="4027488"/>
          <p14:tracePt t="54517" x="1944688" y="4013200"/>
          <p14:tracePt t="54534" x="1938338" y="4005263"/>
          <p14:tracePt t="54551" x="1922463" y="3998913"/>
          <p14:tracePt t="54567" x="1916113" y="3984625"/>
          <p14:tracePt t="54584" x="1908175" y="3970338"/>
          <p14:tracePt t="54601" x="1901825" y="3962400"/>
          <p14:tracePt t="54617" x="1893888" y="3940175"/>
          <p14:tracePt t="54678" x="1893888" y="3925888"/>
          <p14:tracePt t="54686" x="1901825" y="3925888"/>
          <p14:tracePt t="54719" x="1922463" y="3925888"/>
          <p14:tracePt t="54726" x="1930400" y="3925888"/>
          <p14:tracePt t="54734" x="1944688" y="3925888"/>
          <p14:tracePt t="54751" x="1989138" y="3933825"/>
          <p14:tracePt t="54767" x="2039938" y="3954463"/>
          <p14:tracePt t="54784" x="2125663" y="3990975"/>
          <p14:tracePt t="54801" x="2198688" y="4021138"/>
          <p14:tracePt t="54817" x="2263775" y="4035425"/>
          <p14:tracePt t="54834" x="2314575" y="4056063"/>
          <p14:tracePt t="54851" x="2351088" y="4056063"/>
          <p14:tracePt t="54867" x="2379663" y="4056063"/>
          <p14:tracePt t="54884" x="2401888" y="4056063"/>
          <p14:tracePt t="54918" x="2416175" y="4056063"/>
          <p14:tracePt t="54934" x="2424113" y="4056063"/>
          <p14:tracePt t="54951" x="2430463" y="4056063"/>
          <p14:tracePt t="54968" x="2430463" y="4041775"/>
          <p14:tracePt t="54984" x="2446338" y="4027488"/>
          <p14:tracePt t="55001" x="2452688" y="4013200"/>
          <p14:tracePt t="55017" x="2452688" y="4005263"/>
          <p14:tracePt t="55034" x="2466975" y="3990975"/>
          <p14:tracePt t="55051" x="2474913" y="3984625"/>
          <p14:tracePt t="55068" x="2474913" y="3970338"/>
          <p14:tracePt t="55084" x="2489200" y="3954463"/>
          <p14:tracePt t="55101" x="2497138" y="3940175"/>
          <p14:tracePt t="55118" x="2511425" y="3911600"/>
          <p14:tracePt t="55134" x="2525713" y="3883025"/>
          <p14:tracePt t="55151" x="2540000" y="3868738"/>
          <p14:tracePt t="55184" x="2547938" y="3852863"/>
          <p14:tracePt t="55203" x="2554288" y="3852863"/>
          <p14:tracePt t="55220" x="2562225" y="3852863"/>
          <p14:tracePt t="55234" x="2568575" y="3852863"/>
          <p14:tracePt t="55251" x="2590800" y="3852863"/>
          <p14:tracePt t="55268" x="2619375" y="3852863"/>
          <p14:tracePt t="55284" x="2649538" y="3852863"/>
          <p14:tracePt t="55301" x="2663825" y="3852863"/>
          <p14:tracePt t="55318" x="2678113" y="3852863"/>
          <p14:tracePt t="55335" x="2700338" y="3860800"/>
          <p14:tracePt t="55352" x="2714625" y="3875088"/>
          <p14:tracePt t="55368" x="2720975" y="3875088"/>
          <p14:tracePt t="55385" x="2728913" y="3883025"/>
          <p14:tracePt t="55401" x="2735263" y="3897313"/>
          <p14:tracePt t="55418" x="2743200" y="3911600"/>
          <p14:tracePt t="55434" x="2757488" y="3933825"/>
          <p14:tracePt t="55451" x="2771775" y="3948113"/>
          <p14:tracePt t="55469" x="2779713" y="3962400"/>
          <p14:tracePt t="55534" x="2794000" y="3962400"/>
          <p14:tracePt t="55549" x="2816225" y="3962400"/>
          <p14:tracePt t="55558" x="2844800" y="3962400"/>
          <p14:tracePt t="55567" x="2859088" y="3954463"/>
          <p14:tracePt t="55584" x="2924175" y="3933825"/>
          <p14:tracePt t="55601" x="2989263" y="3919538"/>
          <p14:tracePt t="55618" x="3070225" y="3903663"/>
          <p14:tracePt t="55635" x="3178175" y="3883025"/>
          <p14:tracePt t="55658" x="3381375" y="3883025"/>
          <p14:tracePt t="55680" x="3578225" y="3883025"/>
          <p14:tracePt t="55701" x="3671888" y="3883025"/>
          <p14:tracePt t="55719" x="3700463" y="3883025"/>
          <p14:tracePt t="55735" x="3708400" y="3883025"/>
          <p14:tracePt t="55751" x="3730625" y="3875088"/>
          <p14:tracePt t="55768" x="3759200" y="3875088"/>
          <p14:tracePt t="55785" x="3795713" y="3868738"/>
          <p14:tracePt t="55801" x="3817938" y="3868738"/>
          <p14:tracePt t="55818" x="3846513" y="3860800"/>
          <p14:tracePt t="55834" x="3868738" y="3852863"/>
          <p14:tracePt t="55852" x="3889375" y="3852863"/>
          <p14:tracePt t="55870" x="3911600" y="3838575"/>
          <p14:tracePt t="55885" x="3919538" y="3832225"/>
          <p14:tracePt t="55901" x="3933825" y="3824288"/>
          <p14:tracePt t="55918" x="3933825" y="3817938"/>
          <p14:tracePt t="55951" x="3940175" y="3817938"/>
          <p14:tracePt t="56048" x="3940175" y="3810000"/>
          <p14:tracePt t="56074" x="3940175" y="3802063"/>
          <p14:tracePt t="56085" x="3940175" y="3787775"/>
          <p14:tracePt t="56102" x="3933825" y="3773488"/>
          <p14:tracePt t="56118" x="3925888" y="3767138"/>
          <p14:tracePt t="56152" x="3919538" y="3759200"/>
          <p14:tracePt t="56256" x="3919538" y="3767138"/>
          <p14:tracePt t="56267" x="3933825" y="3781425"/>
          <p14:tracePt t="56279" x="3948113" y="3802063"/>
          <p14:tracePt t="56290" x="3948113" y="3810000"/>
          <p14:tracePt t="56301" x="3970338" y="3832225"/>
          <p14:tracePt t="56335" x="3970338" y="3846513"/>
          <p14:tracePt t="56360" x="3984625" y="3846513"/>
          <p14:tracePt t="56393" x="3990975" y="3852863"/>
          <p14:tracePt t="56407" x="4013200" y="3860800"/>
          <p14:tracePt t="56431" x="4021138" y="3860800"/>
          <p14:tracePt t="56438" x="4027488" y="3860800"/>
          <p14:tracePt t="56451" x="4027488" y="3868738"/>
          <p14:tracePt t="56478" x="4035425" y="3868738"/>
          <p14:tracePt t="56671" x="4013200" y="3868738"/>
          <p14:tracePt t="56680" x="3998913" y="3875088"/>
          <p14:tracePt t="56687" x="3984625" y="3875088"/>
          <p14:tracePt t="56701" x="3962400" y="3889375"/>
          <p14:tracePt t="56720" x="3940175" y="3903663"/>
          <p14:tracePt t="56735" x="3919538" y="3919538"/>
          <p14:tracePt t="56751" x="3911600" y="3919538"/>
          <p14:tracePt t="56853" x="3903663" y="3919538"/>
          <p14:tracePt t="56861" x="3897313" y="3919538"/>
          <p14:tracePt t="56870" x="3889375" y="3903663"/>
          <p14:tracePt t="56884" x="3883025" y="3868738"/>
          <p14:tracePt t="56901" x="3860800" y="3838575"/>
          <p14:tracePt t="56918" x="3846513" y="3781425"/>
          <p14:tracePt t="56935" x="3838575" y="3767138"/>
          <p14:tracePt t="56968" x="3838575" y="3759200"/>
          <p14:tracePt t="57102" x="3838575" y="3773488"/>
          <p14:tracePt t="57109" x="3838575" y="3787775"/>
          <p14:tracePt t="57118" x="3846513" y="3787775"/>
          <p14:tracePt t="57135" x="3868738" y="3810000"/>
          <p14:tracePt t="57151" x="3897313" y="3824288"/>
          <p14:tracePt t="57168" x="3911600" y="3832225"/>
          <p14:tracePt t="57185" x="3925888" y="3832225"/>
          <p14:tracePt t="57201" x="3933825" y="3832225"/>
          <p14:tracePt t="57235" x="3940175" y="3832225"/>
          <p14:tracePt t="57278" x="3948113" y="3832225"/>
          <p14:tracePt t="57374" x="3933825" y="3838575"/>
          <p14:tracePt t="57381" x="3925888" y="3860800"/>
          <p14:tracePt t="57389" x="3919538" y="3860800"/>
          <p14:tracePt t="57401" x="3911600" y="3875088"/>
          <p14:tracePt t="57418" x="3903663" y="3889375"/>
          <p14:tracePt t="57435" x="3903663" y="3903663"/>
          <p14:tracePt t="57452" x="3903663" y="3911600"/>
          <p14:tracePt t="57576" x="3903663" y="3903663"/>
          <p14:tracePt t="57592" x="3911600" y="3875088"/>
          <p14:tracePt t="57606" x="3933825" y="3838575"/>
          <p14:tracePt t="57618" x="3948113" y="3832225"/>
          <p14:tracePt t="57635" x="3954463" y="3824288"/>
          <p14:tracePt t="57652" x="3990975" y="3817938"/>
          <p14:tracePt t="57668" x="4005263" y="3817938"/>
          <p14:tracePt t="57685" x="4013200" y="3817938"/>
          <p14:tracePt t="57702" x="4027488" y="3817938"/>
          <p14:tracePt t="57718" x="4041775" y="3824288"/>
          <p14:tracePt t="57735" x="4041775" y="3852863"/>
          <p14:tracePt t="57752" x="4056063" y="3883025"/>
          <p14:tracePt t="57768" x="4056063" y="3897313"/>
          <p14:tracePt t="57785" x="4056063" y="3919538"/>
          <p14:tracePt t="57802" x="4049713" y="3925888"/>
          <p14:tracePt t="57818" x="4035425" y="3948113"/>
          <p14:tracePt t="57835" x="4027488" y="3954463"/>
          <p14:tracePt t="57852" x="4005263" y="3970338"/>
          <p14:tracePt t="57868" x="3990975" y="3970338"/>
          <p14:tracePt t="57885" x="3976688" y="3970338"/>
          <p14:tracePt t="57902" x="3970338" y="3970338"/>
          <p14:tracePt t="57919" x="3962400" y="3970338"/>
          <p14:tracePt t="58014" x="3962400" y="3984625"/>
          <p14:tracePt t="58022" x="3970338" y="3990975"/>
          <p14:tracePt t="58035" x="3976688" y="3998913"/>
          <p14:tracePt t="58052" x="4021138" y="3998913"/>
          <p14:tracePt t="58068" x="4035425" y="3998913"/>
          <p14:tracePt t="58085" x="4064000" y="3998913"/>
          <p14:tracePt t="58102" x="4078288" y="3998913"/>
          <p14:tracePt t="58118" x="4100513" y="3990975"/>
          <p14:tracePt t="58135" x="4106863" y="3984625"/>
          <p14:tracePt t="58152" x="4122738" y="3970338"/>
          <p14:tracePt t="58168" x="4137025" y="3948113"/>
          <p14:tracePt t="58185" x="4137025" y="3933825"/>
          <p14:tracePt t="58202" x="4137025" y="3919538"/>
          <p14:tracePt t="58238" x="4137025" y="3911600"/>
          <p14:tracePt t="58318" x="4137025" y="3925888"/>
          <p14:tracePt t="58326" x="4137025" y="3940175"/>
          <p14:tracePt t="58342" x="4137025" y="3954463"/>
          <p14:tracePt t="58352" x="4137025" y="3962400"/>
          <p14:tracePt t="58406" x="4143375" y="3962400"/>
          <p14:tracePt t="58431" x="4165600" y="3962400"/>
          <p14:tracePt t="58446" x="4173538" y="3948113"/>
          <p14:tracePt t="58454" x="4179888" y="3940175"/>
          <p14:tracePt t="58468" x="4194175" y="3919538"/>
          <p14:tracePt t="58486" x="4194175" y="3911600"/>
          <p14:tracePt t="58502" x="4208463" y="3903663"/>
          <p14:tracePt t="58536" x="4224338" y="3903663"/>
          <p14:tracePt t="58550" x="4230688" y="3903663"/>
          <p14:tracePt t="58562" x="4244975" y="3903663"/>
          <p14:tracePt t="58573" x="4275138" y="3903663"/>
          <p14:tracePt t="58602" x="4289425" y="3903663"/>
          <p14:tracePt t="58619" x="4303713" y="3919538"/>
          <p14:tracePt t="58655" x="4303713" y="3925888"/>
          <p14:tracePt t="59319" x="4295775" y="3925888"/>
          <p14:tracePt t="59326" x="4230688" y="3948113"/>
          <p14:tracePt t="59335" x="4151313" y="3970338"/>
          <p14:tracePt t="59352" x="4086225" y="4005263"/>
          <p14:tracePt t="59574" x="4071938" y="3998913"/>
          <p14:tracePt t="59582" x="4041775" y="3998913"/>
          <p14:tracePt t="59590" x="4021138" y="3998913"/>
          <p14:tracePt t="59602" x="3990975" y="3998913"/>
          <p14:tracePt t="59619" x="3897313" y="3976688"/>
          <p14:tracePt t="59636" x="3716338" y="3919538"/>
          <p14:tracePt t="59652" x="3556000" y="3860800"/>
          <p14:tracePt t="59669" x="3367088" y="3795713"/>
          <p14:tracePt t="59686" x="3200400" y="3730625"/>
          <p14:tracePt t="59702" x="3040063" y="3679825"/>
          <p14:tracePt t="59719" x="2917825" y="3643313"/>
          <p14:tracePt t="59736" x="2822575" y="3606800"/>
          <p14:tracePt t="59752" x="2751138" y="3584575"/>
          <p14:tracePt t="59769" x="2684463" y="3556000"/>
          <p14:tracePt t="59785" x="2619375" y="3527425"/>
          <p14:tracePt t="59802" x="2532063" y="3482975"/>
          <p14:tracePt t="59819" x="2409825" y="3432175"/>
          <p14:tracePt t="59837" x="2227263" y="3352800"/>
          <p14:tracePt t="59855" x="2162175" y="3330575"/>
          <p14:tracePt t="59869" x="2147888" y="3316288"/>
          <p14:tracePt t="59919" x="2141538" y="3316288"/>
          <p14:tracePt t="60081" x="2125663" y="3316288"/>
          <p14:tracePt t="60105" x="2133600" y="3324225"/>
          <p14:tracePt t="60120" x="2162175" y="3330575"/>
          <p14:tracePt t="60131" x="2170113" y="3338513"/>
          <p14:tracePt t="60146" x="2176463" y="3338513"/>
          <p14:tracePt t="60163" x="2192338" y="3344863"/>
          <p14:tracePt t="60181" x="2212975" y="3352800"/>
          <p14:tracePt t="60193" x="2220913" y="3360738"/>
          <p14:tracePt t="60202" x="2235200" y="3360738"/>
          <p14:tracePt t="60219" x="2243138" y="3375025"/>
          <p14:tracePt t="60303" x="2249488" y="3375025"/>
          <p14:tracePt t="60320" x="2249488" y="3381375"/>
          <p14:tracePt t="60335" x="2249488" y="3395663"/>
          <p14:tracePt t="60351" x="2235200" y="3411538"/>
          <p14:tracePt t="60359" x="2227263" y="3411538"/>
          <p14:tracePt t="60375" x="2227263" y="3417888"/>
          <p14:tracePt t="60386" x="2220913" y="3417888"/>
          <p14:tracePt t="60402" x="2212975" y="3425825"/>
          <p14:tracePt t="60420" x="2206625" y="3432175"/>
          <p14:tracePt t="60436" x="2198688" y="3440113"/>
          <p14:tracePt t="60452" x="2192338" y="3440113"/>
          <p14:tracePt t="60469" x="2170113" y="3462338"/>
          <p14:tracePt t="60495" x="2162175" y="3468688"/>
          <p14:tracePt t="60510" x="2155825" y="3476625"/>
          <p14:tracePt t="60519" x="2147888" y="3482975"/>
          <p14:tracePt t="60536" x="2133600" y="3490913"/>
          <p14:tracePt t="60552" x="2125663" y="3497263"/>
          <p14:tracePt t="60569" x="2119313" y="3505200"/>
          <p14:tracePt t="60586" x="2105025" y="3505200"/>
          <p14:tracePt t="60603" x="2090738" y="3513138"/>
          <p14:tracePt t="60619" x="2074863" y="3527425"/>
          <p14:tracePt t="60636" x="2046288" y="3533775"/>
          <p14:tracePt t="60653" x="2009775" y="3541713"/>
          <p14:tracePt t="60669" x="1995488" y="3548063"/>
          <p14:tracePt t="60686" x="1973263" y="3548063"/>
          <p14:tracePt t="60702" x="1958975" y="3548063"/>
          <p14:tracePt t="60719" x="1938338" y="3548063"/>
          <p14:tracePt t="60736" x="1922463" y="3548063"/>
          <p14:tracePt t="60753" x="1901825" y="3548063"/>
          <p14:tracePt t="60769" x="1879600" y="3548063"/>
          <p14:tracePt t="60786" x="1865313" y="3548063"/>
          <p14:tracePt t="60802" x="1857375" y="3548063"/>
          <p14:tracePt t="60819" x="1843088" y="3548063"/>
          <p14:tracePt t="60836" x="1828800" y="3541713"/>
          <p14:tracePt t="60852" x="1814513" y="3527425"/>
          <p14:tracePt t="60869" x="1792288" y="3505200"/>
          <p14:tracePt t="60886" x="1785938" y="3468688"/>
          <p14:tracePt t="60902" x="1763713" y="3432175"/>
          <p14:tracePt t="60919" x="1763713" y="3403600"/>
          <p14:tracePt t="60936" x="1763713" y="3381375"/>
          <p14:tracePt t="60952" x="1763713" y="3352800"/>
          <p14:tracePt t="60969" x="1763713" y="3324225"/>
          <p14:tracePt t="60986" x="1778000" y="3302000"/>
          <p14:tracePt t="61003" x="1800225" y="3279775"/>
          <p14:tracePt t="61019" x="1814513" y="3265488"/>
          <p14:tracePt t="61036" x="1843088" y="3243263"/>
          <p14:tracePt t="61053" x="1865313" y="3228975"/>
          <p14:tracePt t="61069" x="1879600" y="3222625"/>
          <p14:tracePt t="61086" x="1901825" y="3222625"/>
          <p14:tracePt t="61103" x="1916113" y="3222625"/>
          <p14:tracePt t="61119" x="1930400" y="3214688"/>
          <p14:tracePt t="61136" x="1944688" y="3214688"/>
          <p14:tracePt t="61152" x="1952625" y="3214688"/>
          <p14:tracePt t="61169" x="1966913" y="3214688"/>
          <p14:tracePt t="61186" x="1973263" y="3214688"/>
          <p14:tracePt t="61203" x="1989138" y="3214688"/>
          <p14:tracePt t="61219" x="1995488" y="3222625"/>
          <p14:tracePt t="61236" x="2003425" y="3228975"/>
          <p14:tracePt t="61253" x="2017713" y="3251200"/>
          <p14:tracePt t="61269" x="2017713" y="3265488"/>
          <p14:tracePt t="61286" x="2017713" y="3287713"/>
          <p14:tracePt t="61303" x="2024063" y="3294063"/>
          <p14:tracePt t="61319" x="2024063" y="3316288"/>
          <p14:tracePt t="61353" x="2032000" y="3338513"/>
          <p14:tracePt t="61369" x="2039938" y="3344863"/>
          <p14:tracePt t="61386" x="2039938" y="3367088"/>
          <p14:tracePt t="61403" x="2039938" y="3375025"/>
          <p14:tracePt t="61420" x="2039938" y="3381375"/>
          <p14:tracePt t="61453" x="2039938" y="3395663"/>
          <p14:tracePt t="61461" x="2046288" y="3403600"/>
          <p14:tracePt t="61469" x="2046288" y="3411538"/>
          <p14:tracePt t="61486" x="2060575" y="3417888"/>
          <p14:tracePt t="61503" x="2082800" y="3425825"/>
          <p14:tracePt t="61519" x="2097088" y="3440113"/>
          <p14:tracePt t="61536" x="2111375" y="3446463"/>
          <p14:tracePt t="61553" x="2119313" y="3454400"/>
          <p14:tracePt t="61569" x="2133600" y="3462338"/>
          <p14:tracePt t="61603" x="2147888" y="3476625"/>
          <p14:tracePt t="61620" x="2162175" y="3476625"/>
          <p14:tracePt t="61653" x="2170113" y="3482975"/>
          <p14:tracePt t="61686" x="2176463" y="3482975"/>
          <p14:tracePt t="61717" x="2184400" y="3482975"/>
          <p14:tracePt t="61733" x="2184400" y="3490913"/>
          <p14:tracePt t="61749" x="2192338" y="3497263"/>
          <p14:tracePt t="61822" x="2192338" y="3505200"/>
          <p14:tracePt t="61829" x="2192338" y="3513138"/>
          <p14:tracePt t="61878" x="2192338" y="3519488"/>
          <p14:tracePt t="61893" x="2192338" y="3527425"/>
          <p14:tracePt t="61921" x="2192338" y="3533775"/>
          <p14:tracePt t="61952" x="2192338" y="3541713"/>
          <p14:tracePt t="61976" x="2184400" y="3548063"/>
          <p14:tracePt t="62014" x="2176463" y="3556000"/>
          <p14:tracePt t="62031" x="2170113" y="3563938"/>
          <p14:tracePt t="62054" x="2162175" y="3563938"/>
          <p14:tracePt t="62062" x="2162175" y="3570288"/>
          <p14:tracePt t="62086" x="2155825" y="3570288"/>
          <p14:tracePt t="62094" x="2147888" y="3570288"/>
          <p14:tracePt t="62110" x="2141538" y="3570288"/>
          <p14:tracePt t="62126" x="2133600" y="3578225"/>
          <p14:tracePt t="62142" x="2125663" y="3578225"/>
          <p14:tracePt t="62153" x="2111375" y="3584575"/>
          <p14:tracePt t="62231" x="2105025" y="3592513"/>
          <p14:tracePt t="62262" x="2097088" y="3592513"/>
          <p14:tracePt t="62302" x="2090738" y="3592513"/>
          <p14:tracePt t="62342" x="2082800" y="3592513"/>
          <p14:tracePt t="62350" x="2074863" y="3592513"/>
          <p14:tracePt t="62357" x="2068513" y="3592513"/>
          <p14:tracePt t="62374" x="2060575" y="3592513"/>
          <p14:tracePt t="62387" x="2054225" y="3592513"/>
          <p14:tracePt t="62403" x="2032000" y="3592513"/>
          <p14:tracePt t="62421" x="1995488" y="3592513"/>
          <p14:tracePt t="62437" x="1952625" y="3578225"/>
          <p14:tracePt t="62453" x="1922463" y="3570288"/>
          <p14:tracePt t="62470" x="1908175" y="3556000"/>
          <p14:tracePt t="62486" x="1887538" y="3533775"/>
          <p14:tracePt t="62503" x="1857375" y="3505200"/>
          <p14:tracePt t="62520" x="1828800" y="3454400"/>
          <p14:tracePt t="62536" x="1792288" y="3403600"/>
          <p14:tracePt t="62553" x="1785938" y="3352800"/>
          <p14:tracePt t="62570" x="1785938" y="3324225"/>
          <p14:tracePt t="62586" x="1785938" y="3294063"/>
          <p14:tracePt t="62604" x="1785938" y="3265488"/>
          <p14:tracePt t="62621" x="1820863" y="3214688"/>
          <p14:tracePt t="62637" x="1836738" y="3208338"/>
          <p14:tracePt t="62653" x="1857375" y="3192463"/>
          <p14:tracePt t="62670" x="1879600" y="3186113"/>
          <p14:tracePt t="62686" x="1916113" y="3171825"/>
          <p14:tracePt t="62703" x="1922463" y="3171825"/>
          <p14:tracePt t="62720" x="1952625" y="3171825"/>
          <p14:tracePt t="62736" x="1958975" y="3171825"/>
          <p14:tracePt t="62753" x="1973263" y="3171825"/>
          <p14:tracePt t="62770" x="1989138" y="3186113"/>
          <p14:tracePt t="62787" x="2017713" y="3222625"/>
          <p14:tracePt t="62803" x="2032000" y="3259138"/>
          <p14:tracePt t="62820" x="2054225" y="3302000"/>
          <p14:tracePt t="62837" x="2090738" y="3367088"/>
          <p14:tracePt t="62853" x="2119313" y="3395663"/>
          <p14:tracePt t="62870" x="2147888" y="3432175"/>
          <p14:tracePt t="62887" x="2192338" y="3454400"/>
          <p14:tracePt t="62903" x="2212975" y="3462338"/>
          <p14:tracePt t="62920" x="2249488" y="3468688"/>
          <p14:tracePt t="62937" x="2314575" y="3476625"/>
          <p14:tracePt t="62953" x="2365375" y="3482975"/>
          <p14:tracePt t="62970" x="2430463" y="3482975"/>
          <p14:tracePt t="62974" x="2452688" y="3482975"/>
          <p14:tracePt t="62987" x="2466975" y="3482975"/>
          <p14:tracePt t="63004" x="2489200" y="3482975"/>
          <p14:tracePt t="63020" x="2511425" y="3482975"/>
          <p14:tracePt t="63037" x="2554288" y="3482975"/>
          <p14:tracePt t="63053" x="2576513" y="3482975"/>
          <p14:tracePt t="63070" x="2613025" y="3482975"/>
          <p14:tracePt t="63087" x="2627313" y="3482975"/>
          <p14:tracePt t="63103" x="2633663" y="3482975"/>
          <p14:tracePt t="63120" x="2649538" y="3482975"/>
          <p14:tracePt t="63206" x="2655888" y="3482975"/>
          <p14:tracePt t="63231" x="2670175" y="3482975"/>
          <p14:tracePt t="63238" x="2692400" y="3482975"/>
          <p14:tracePt t="63246" x="2706688" y="3482975"/>
          <p14:tracePt t="63254" x="2728913" y="3482975"/>
          <p14:tracePt t="63270" x="2771775" y="3482975"/>
          <p14:tracePt t="63287" x="2801938" y="3490913"/>
          <p14:tracePt t="63320" x="2816225" y="3490913"/>
          <p14:tracePt t="63337" x="2822575" y="3490913"/>
          <p14:tracePt t="63353" x="2852738" y="3490913"/>
          <p14:tracePt t="63370" x="2867025" y="3490913"/>
          <p14:tracePt t="63387" x="2881313" y="3490913"/>
          <p14:tracePt t="63404" x="2895600" y="3490913"/>
          <p14:tracePt t="63420" x="2917825" y="3490913"/>
          <p14:tracePt t="63437" x="2938463" y="3482975"/>
          <p14:tracePt t="63454" x="2974975" y="3476625"/>
          <p14:tracePt t="63470" x="3005138" y="3462338"/>
          <p14:tracePt t="63487" x="3019425" y="3454400"/>
          <p14:tracePt t="63504" x="3025775" y="3446463"/>
          <p14:tracePt t="63520" x="3055938" y="3425825"/>
          <p14:tracePt t="63537" x="3070225" y="3417888"/>
          <p14:tracePt t="63553" x="3076575" y="3395663"/>
          <p14:tracePt t="63570" x="3090863" y="3389313"/>
          <p14:tracePt t="63587" x="3090863" y="3381375"/>
          <p14:tracePt t="63605" x="3098800" y="3375025"/>
          <p14:tracePt t="63709" x="3106738" y="3375025"/>
          <p14:tracePt t="63816" x="3106738" y="3367088"/>
          <p14:tracePt t="64403" x="3113088" y="3367088"/>
          <p14:tracePt t="64416" x="3106738" y="3395663"/>
          <p14:tracePt t="64429" x="3090863" y="3440113"/>
          <p14:tracePt t="64442" x="3084513" y="3454400"/>
          <p14:tracePt t="64456" x="3084513" y="3468688"/>
          <p14:tracePt t="64471" x="3076575" y="3476625"/>
          <p14:tracePt t="64477" x="3076575" y="3490913"/>
          <p14:tracePt t="64504" x="3076575" y="3497263"/>
          <p14:tracePt t="64520" x="3076575" y="3513138"/>
          <p14:tracePt t="64550" x="3076575" y="3519488"/>
          <p14:tracePt t="64566" x="3084513" y="3519488"/>
          <p14:tracePt t="64574" x="3090863" y="3519488"/>
          <p14:tracePt t="64587" x="3121025" y="3519488"/>
          <p14:tracePt t="64604" x="3200400" y="3519488"/>
          <p14:tracePt t="64620" x="3265488" y="3519488"/>
          <p14:tracePt t="64637" x="3338513" y="3513138"/>
          <p14:tracePt t="64654" x="3395663" y="3497263"/>
          <p14:tracePt t="64670" x="3454400" y="3476625"/>
          <p14:tracePt t="64687" x="3497263" y="3468688"/>
          <p14:tracePt t="64704" x="3533775" y="3446463"/>
          <p14:tracePt t="64720" x="3570288" y="3425825"/>
          <p14:tracePt t="64737" x="3584575" y="3417888"/>
          <p14:tracePt t="64754" x="3621088" y="3395663"/>
          <p14:tracePt t="64770" x="3649663" y="3375025"/>
          <p14:tracePt t="64787" x="3679825" y="3360738"/>
          <p14:tracePt t="64804" x="3736975" y="3330575"/>
          <p14:tracePt t="64821" x="3781425" y="3316288"/>
          <p14:tracePt t="64837" x="3846513" y="3309938"/>
          <p14:tracePt t="64854" x="3903663" y="3287713"/>
          <p14:tracePt t="64871" x="3954463" y="3273425"/>
          <p14:tracePt t="64887" x="3984625" y="3273425"/>
          <p14:tracePt t="64904" x="4005263" y="3259138"/>
          <p14:tracePt t="64921" x="4021138" y="3259138"/>
          <p14:tracePt t="64937" x="4041775" y="3251200"/>
          <p14:tracePt t="64954" x="4078288" y="3251200"/>
          <p14:tracePt t="64971" x="4114800" y="3251200"/>
          <p14:tracePt t="64977" x="4122738" y="3251200"/>
          <p14:tracePt t="64992" x="4143375" y="3251200"/>
          <p14:tracePt t="65021" x="4157663" y="3251200"/>
          <p14:tracePt t="65042" x="4165600" y="3251200"/>
          <p14:tracePt t="65057" x="4179888" y="3251200"/>
          <p14:tracePt t="65071" x="4202113" y="3251200"/>
          <p14:tracePt t="65088" x="4208463" y="3251200"/>
          <p14:tracePt t="65155" x="4224338" y="3251200"/>
          <p14:tracePt t="65170" x="4230688" y="3259138"/>
          <p14:tracePt t="65202" x="4238625" y="3265488"/>
          <p14:tracePt t="65217" x="4252913" y="3279775"/>
          <p14:tracePt t="65248" x="4259263" y="3294063"/>
          <p14:tracePt t="65262" x="4281488" y="3330575"/>
          <p14:tracePt t="65275" x="4289425" y="3330575"/>
          <p14:tracePt t="65291" x="4303713" y="3360738"/>
          <p14:tracePt t="65304" x="4310063" y="3375025"/>
          <p14:tracePt t="65322" x="4318000" y="3389313"/>
          <p14:tracePt t="65354" x="4318000" y="3395663"/>
          <p14:tracePt t="65371" x="4318000" y="3411538"/>
          <p14:tracePt t="65387" x="4318000" y="3417888"/>
          <p14:tracePt t="65404" x="4318000" y="3446463"/>
          <p14:tracePt t="65421" x="4318000" y="3468688"/>
          <p14:tracePt t="65437" x="4310063" y="3490913"/>
          <p14:tracePt t="65454" x="4289425" y="3519488"/>
          <p14:tracePt t="65471" x="4275138" y="3533775"/>
          <p14:tracePt t="65478" x="4267200" y="3541713"/>
          <p14:tracePt t="65492" x="4267200" y="3548063"/>
          <p14:tracePt t="65504" x="4259263" y="3556000"/>
          <p14:tracePt t="65521" x="4238625" y="3578225"/>
          <p14:tracePt t="65538" x="4224338" y="3592513"/>
          <p14:tracePt t="65555" x="4208463" y="3598863"/>
          <p14:tracePt t="65573" x="4187825" y="3614738"/>
          <p14:tracePt t="65589" x="4173538" y="3621088"/>
          <p14:tracePt t="65604" x="4157663" y="3621088"/>
          <p14:tracePt t="65621" x="4137025" y="3621088"/>
          <p14:tracePt t="65637" x="4122738" y="3635375"/>
          <p14:tracePt t="65654" x="4100513" y="3635375"/>
          <p14:tracePt t="65688" x="4092575" y="3635375"/>
          <p14:tracePt t="65744" x="4086225" y="3635375"/>
          <p14:tracePt t="65777" x="4086225" y="3621088"/>
          <p14:tracePt t="65794" x="4086225" y="3614738"/>
          <p14:tracePt t="65810" x="4092575" y="3592513"/>
          <p14:tracePt t="65826" x="4100513" y="3570288"/>
          <p14:tracePt t="65845" x="4114800" y="3541713"/>
          <p14:tracePt t="65857" x="4122738" y="3533775"/>
          <p14:tracePt t="65873" x="4137025" y="3519488"/>
          <p14:tracePt t="65888" x="4157663" y="3497263"/>
          <p14:tracePt t="65904" x="4179888" y="3482975"/>
          <p14:tracePt t="65921" x="4194175" y="3476625"/>
          <p14:tracePt t="65939" x="4208463" y="3476625"/>
          <p14:tracePt t="65954" x="4216400" y="3476625"/>
          <p14:tracePt t="65988" x="4230688" y="3476625"/>
          <p14:tracePt t="66004" x="4238625" y="3476625"/>
          <p14:tracePt t="66021" x="4244975" y="3497263"/>
          <p14:tracePt t="66038" x="4244975" y="3519488"/>
          <p14:tracePt t="66054" x="4252913" y="3533775"/>
          <p14:tracePt t="66071" x="4252913" y="3541713"/>
          <p14:tracePt t="66127" x="4259263" y="3541713"/>
          <p14:tracePt t="66143" x="4267200" y="3541713"/>
          <p14:tracePt t="66152" x="4289425" y="3541713"/>
          <p14:tracePt t="66159" x="4310063" y="3541713"/>
          <p14:tracePt t="66171" x="4325938" y="3527425"/>
          <p14:tracePt t="66189" x="4354513" y="3497263"/>
          <p14:tracePt t="66204" x="4368800" y="3490913"/>
          <p14:tracePt t="66221" x="4368800" y="3482975"/>
          <p14:tracePt t="66312" x="4376738" y="3482975"/>
          <p14:tracePt t="66319" x="4383088" y="3482975"/>
          <p14:tracePt t="66326" x="4391025" y="3490913"/>
          <p14:tracePt t="66338" x="4397375" y="3497263"/>
          <p14:tracePt t="66354" x="4411663" y="3519488"/>
          <p14:tracePt t="66371" x="4419600" y="3519488"/>
          <p14:tracePt t="66393" x="4433888" y="3519488"/>
          <p14:tracePt t="66408" x="4441825" y="3519488"/>
          <p14:tracePt t="66421" x="4470400" y="3505200"/>
          <p14:tracePt t="66438" x="4492625" y="3476625"/>
          <p14:tracePt t="66454" x="4498975" y="3454400"/>
          <p14:tracePt t="66471" x="4498975" y="3432175"/>
          <p14:tracePt t="67440" x="4506913" y="3425825"/>
          <p14:tracePt t="67559" x="4513263" y="3425825"/>
          <p14:tracePt t="67583" x="4521200" y="3425825"/>
          <p14:tracePt t="67627" x="4529138" y="3432175"/>
          <p14:tracePt t="67641" x="4535488" y="3432175"/>
          <p14:tracePt t="67651" x="4549775" y="3440113"/>
          <p14:tracePt t="67675" x="4564063" y="3440113"/>
          <p14:tracePt t="67687" x="4572000" y="3446463"/>
          <p14:tracePt t="67696" x="4586288" y="3454400"/>
          <p14:tracePt t="67705" x="4600575" y="3462338"/>
          <p14:tracePt t="67722" x="4614863" y="3468688"/>
          <p14:tracePt t="67738" x="4651375" y="3497263"/>
          <p14:tracePt t="67755" x="4681538" y="3513138"/>
          <p14:tracePt t="67772" x="4724400" y="3533775"/>
          <p14:tracePt t="67788" x="4752975" y="3548063"/>
          <p14:tracePt t="67805" x="4783138" y="3556000"/>
          <p14:tracePt t="67822" x="4803775" y="3570288"/>
          <p14:tracePt t="67841" x="4818063" y="3584575"/>
          <p14:tracePt t="67855" x="4826000" y="3584575"/>
          <p14:tracePt t="67896" x="4833938" y="3592513"/>
          <p14:tracePt t="67913" x="4833938" y="3598863"/>
          <p14:tracePt t="67921" x="4840288" y="3606800"/>
          <p14:tracePt t="67927" x="4840288" y="3621088"/>
          <p14:tracePt t="67938" x="4848225" y="3643313"/>
          <p14:tracePt t="67955" x="4848225" y="3671888"/>
          <p14:tracePt t="67973" x="4848225" y="3736975"/>
          <p14:tracePt t="67988" x="4848225" y="3781425"/>
          <p14:tracePt t="68005" x="4803775" y="3860800"/>
          <p14:tracePt t="68022" x="4767263" y="3933825"/>
          <p14:tracePt t="68039" x="4710113" y="3990975"/>
          <p14:tracePt t="68055" x="4659313" y="4041775"/>
          <p14:tracePt t="68073" x="4579938" y="4122738"/>
          <p14:tracePt t="68091" x="4462463" y="4202113"/>
          <p14:tracePt t="68105" x="4346575" y="4275138"/>
          <p14:tracePt t="68122" x="4230688" y="4340225"/>
          <p14:tracePt t="68138" x="4137025" y="4391025"/>
          <p14:tracePt t="68155" x="4041775" y="4433888"/>
          <p14:tracePt t="68172" x="3889375" y="4506913"/>
          <p14:tracePt t="68189" x="3781425" y="4549775"/>
          <p14:tracePt t="68205" x="3665538" y="4594225"/>
          <p14:tracePt t="68222" x="3548063" y="4637088"/>
          <p14:tracePt t="68239" x="3389313" y="4687888"/>
          <p14:tracePt t="68255" x="3243263" y="4724400"/>
          <p14:tracePt t="68272" x="3062288" y="4760913"/>
          <p14:tracePt t="68289" x="2881313" y="4783138"/>
          <p14:tracePt t="68305" x="2720975" y="4803775"/>
          <p14:tracePt t="68322" x="2576513" y="4818063"/>
          <p14:tracePt t="68339" x="2460625" y="4840288"/>
          <p14:tracePt t="68356" x="2351088" y="4848225"/>
          <p14:tracePt t="68373" x="2220913" y="4848225"/>
          <p14:tracePt t="68389" x="2155825" y="4848225"/>
          <p14:tracePt t="68405" x="2082800" y="4848225"/>
          <p14:tracePt t="68422" x="2003425" y="4848225"/>
          <p14:tracePt t="68440" x="1922463" y="4826000"/>
          <p14:tracePt t="68456" x="1836738" y="4789488"/>
          <p14:tracePt t="68472" x="1749425" y="4752975"/>
          <p14:tracePt t="68481" x="1704975" y="4732338"/>
          <p14:tracePt t="68489" x="1662113" y="4702175"/>
          <p14:tracePt t="68505" x="1617663" y="4673600"/>
          <p14:tracePt t="68522" x="1566863" y="4645025"/>
          <p14:tracePt t="68539" x="1509713" y="4600575"/>
          <p14:tracePt t="68557" x="1444625" y="4543425"/>
          <p14:tracePt t="68573" x="1408113" y="4529138"/>
          <p14:tracePt t="68591" x="1371600" y="4470400"/>
          <p14:tracePt t="68605" x="1349375" y="4427538"/>
          <p14:tracePt t="68622" x="1320800" y="4360863"/>
          <p14:tracePt t="68638" x="1292225" y="4303713"/>
          <p14:tracePt t="68655" x="1270000" y="4238625"/>
          <p14:tracePt t="68672" x="1262063" y="4194175"/>
          <p14:tracePt t="68688" x="1255713" y="4151313"/>
          <p14:tracePt t="68705" x="1255713" y="4114800"/>
          <p14:tracePt t="68722" x="1255713" y="4071938"/>
          <p14:tracePt t="68738" x="1241425" y="4049713"/>
          <p14:tracePt t="68755" x="1241425" y="4013200"/>
          <p14:tracePt t="68772" x="1247775" y="3970338"/>
          <p14:tracePt t="68788" x="1270000" y="3940175"/>
          <p14:tracePt t="68805" x="1277938" y="3897313"/>
          <p14:tracePt t="68822" x="1292225" y="3860800"/>
          <p14:tracePt t="68839" x="1298575" y="3824288"/>
          <p14:tracePt t="68855" x="1306513" y="3795713"/>
          <p14:tracePt t="68872" x="1320800" y="3744913"/>
          <p14:tracePt t="68889" x="1335088" y="3686175"/>
          <p14:tracePt t="68905" x="1357313" y="3606800"/>
          <p14:tracePt t="68922" x="1385888" y="3527425"/>
          <p14:tracePt t="68938" x="1400175" y="3482975"/>
          <p14:tracePt t="68955" x="1436688" y="3425825"/>
          <p14:tracePt t="68972" x="1481138" y="3367088"/>
          <p14:tracePt t="68975" x="1487488" y="3352800"/>
          <p14:tracePt t="68989" x="1516063" y="3324225"/>
          <p14:tracePt t="69005" x="1552575" y="3287713"/>
          <p14:tracePt t="69022" x="1603375" y="3251200"/>
          <p14:tracePt t="69039" x="1625600" y="3228975"/>
          <p14:tracePt t="69055" x="1676400" y="3200400"/>
          <p14:tracePt t="69072" x="1727200" y="3171825"/>
          <p14:tracePt t="69089" x="1785938" y="3157538"/>
          <p14:tracePt t="69106" x="1865313" y="3141663"/>
          <p14:tracePt t="69122" x="1958975" y="3135313"/>
          <p14:tracePt t="69140" x="2097088" y="3106738"/>
          <p14:tracePt t="69156" x="2147888" y="3106738"/>
          <p14:tracePt t="69172" x="2243138" y="3084513"/>
          <p14:tracePt t="69189" x="2409825" y="3062288"/>
          <p14:tracePt t="69205" x="2517775" y="3048000"/>
          <p14:tracePt t="69222" x="2627313" y="3048000"/>
          <p14:tracePt t="69239" x="2692400" y="3048000"/>
          <p14:tracePt t="69255" x="2765425" y="3040063"/>
          <p14:tracePt t="69272" x="2859088" y="3040063"/>
          <p14:tracePt t="69288" x="2974975" y="3040063"/>
          <p14:tracePt t="69305" x="3135313" y="3040063"/>
          <p14:tracePt t="69322" x="3316288" y="3040063"/>
          <p14:tracePt t="69338" x="3482975" y="3055938"/>
          <p14:tracePt t="69355" x="3629025" y="3076575"/>
          <p14:tracePt t="69372" x="3781425" y="3098800"/>
          <p14:tracePt t="69388" x="3889375" y="3113088"/>
          <p14:tracePt t="69405" x="3984625" y="3127375"/>
          <p14:tracePt t="69422" x="4086225" y="3149600"/>
          <p14:tracePt t="69438" x="4165600" y="3157538"/>
          <p14:tracePt t="69455" x="4230688" y="3171825"/>
          <p14:tracePt t="69472" x="4281488" y="3192463"/>
          <p14:tracePt t="69488" x="4325938" y="3214688"/>
          <p14:tracePt t="69505" x="4397375" y="3259138"/>
          <p14:tracePt t="69522" x="4498975" y="3316288"/>
          <p14:tracePt t="69538" x="4608513" y="3389313"/>
          <p14:tracePt t="69555" x="4695825" y="3462338"/>
          <p14:tracePt t="69572" x="4783138" y="3533775"/>
          <p14:tracePt t="69588" x="4789488" y="3556000"/>
          <p14:tracePt t="69605" x="4789488" y="3598863"/>
          <p14:tracePt t="69622" x="4789488" y="3671888"/>
          <p14:tracePt t="69638" x="4767263" y="3751263"/>
          <p14:tracePt t="69655" x="4710113" y="3852863"/>
          <p14:tracePt t="69672" x="4659313" y="3925888"/>
          <p14:tracePt t="69688" x="4579938" y="4021138"/>
          <p14:tracePt t="69705" x="4521200" y="4078288"/>
          <p14:tracePt t="69722" x="4470400" y="4122738"/>
          <p14:tracePt t="69738" x="4411663" y="4157663"/>
          <p14:tracePt t="69755" x="4332288" y="4202113"/>
          <p14:tracePt t="69772" x="4179888" y="4252913"/>
          <p14:tracePt t="69789" x="4071938" y="4275138"/>
          <p14:tracePt t="69805" x="3962400" y="4289425"/>
          <p14:tracePt t="69822" x="3846513" y="4289425"/>
          <p14:tracePt t="69839" x="3708400" y="4289425"/>
          <p14:tracePt t="69856" x="3578225" y="4289425"/>
          <p14:tracePt t="69872" x="3446463" y="4275138"/>
          <p14:tracePt t="69889" x="3324225" y="4244975"/>
          <p14:tracePt t="69905" x="3251200" y="4216400"/>
          <p14:tracePt t="69922" x="3200400" y="4202113"/>
          <p14:tracePt t="69939" x="3178175" y="4187825"/>
          <p14:tracePt t="69956" x="3127375" y="4179888"/>
          <p14:tracePt t="69972" x="3090863" y="4165600"/>
          <p14:tracePt t="69989" x="3055938" y="4157663"/>
          <p14:tracePt t="70005" x="3005138" y="4151313"/>
          <p14:tracePt t="70022" x="2954338" y="4129088"/>
          <p14:tracePt t="70039" x="2895600" y="4122738"/>
          <p14:tracePt t="70056" x="2822575" y="4106863"/>
          <p14:tracePt t="70073" x="2751138" y="4106863"/>
          <p14:tracePt t="70090" x="2663825" y="4092575"/>
          <p14:tracePt t="70106" x="2576513" y="4071938"/>
          <p14:tracePt t="70123" x="2517775" y="4064000"/>
          <p14:tracePt t="70141" x="2466975" y="4064000"/>
          <p14:tracePt t="70156" x="2452688" y="4064000"/>
          <p14:tracePt t="70172" x="2430463" y="4064000"/>
          <p14:tracePt t="70189" x="2424113" y="4064000"/>
          <p14:tracePt t="70206" x="2401888" y="4064000"/>
          <p14:tracePt t="70222" x="2373313" y="4064000"/>
          <p14:tracePt t="70239" x="2322513" y="4064000"/>
          <p14:tracePt t="70256" x="2263775" y="4064000"/>
          <p14:tracePt t="70272" x="2192338" y="4064000"/>
          <p14:tracePt t="70290" x="2054225" y="4064000"/>
          <p14:tracePt t="70307" x="1938338" y="4064000"/>
          <p14:tracePt t="70323" x="1800225" y="4064000"/>
          <p14:tracePt t="70341" x="1662113" y="4064000"/>
          <p14:tracePt t="70356" x="1589088" y="4064000"/>
          <p14:tracePt t="70373" x="1516063" y="4064000"/>
          <p14:tracePt t="70390" x="1473200" y="4064000"/>
          <p14:tracePt t="70406" x="1444625" y="4064000"/>
          <p14:tracePt t="70423" x="1414463" y="4064000"/>
          <p14:tracePt t="70439" x="1400175" y="4056063"/>
          <p14:tracePt t="70456" x="1371600" y="4021138"/>
          <p14:tracePt t="70473" x="1343025" y="3962400"/>
          <p14:tracePt t="70482" x="1328738" y="3925888"/>
          <p14:tracePt t="70492" x="1306513" y="3860800"/>
          <p14:tracePt t="70506" x="1292225" y="3824288"/>
          <p14:tracePt t="70522" x="1270000" y="3759200"/>
          <p14:tracePt t="70542" x="1255713" y="3700463"/>
          <p14:tracePt t="70558" x="1255713" y="3671888"/>
          <p14:tracePt t="70573" x="1255713" y="3649663"/>
          <p14:tracePt t="70590" x="1255713" y="3635375"/>
          <p14:tracePt t="70607" x="1255713" y="3606800"/>
          <p14:tracePt t="70623" x="1255713" y="3592513"/>
          <p14:tracePt t="70639" x="1255713" y="3570288"/>
          <p14:tracePt t="70656" x="1262063" y="3548063"/>
          <p14:tracePt t="70673" x="1270000" y="3519488"/>
          <p14:tracePt t="70690" x="1277938" y="3505200"/>
          <p14:tracePt t="70706" x="1284288" y="3490913"/>
          <p14:tracePt t="70723" x="1298575" y="3476625"/>
          <p14:tracePt t="70757" x="1306513" y="3454400"/>
          <p14:tracePt t="70773" x="1312863" y="3454400"/>
          <p14:tracePt t="70816" x="1320800" y="3446463"/>
          <p14:tracePt t="71261" x="1328738" y="3446463"/>
          <p14:tracePt t="71277" x="1343025" y="3446463"/>
          <p14:tracePt t="71285" x="1371600" y="3468688"/>
          <p14:tracePt t="71292" x="1408113" y="3497263"/>
          <p14:tracePt t="71306" x="1458913" y="3533775"/>
          <p14:tracePt t="71322" x="1566863" y="3635375"/>
          <p14:tracePt t="71339" x="1676400" y="3730625"/>
          <p14:tracePt t="71356" x="1785938" y="3824288"/>
          <p14:tracePt t="71372" x="1938338" y="3962400"/>
          <p14:tracePt t="71389" x="2046288" y="4078288"/>
          <p14:tracePt t="71406" x="2141538" y="4187825"/>
          <p14:tracePt t="71422" x="2198688" y="4275138"/>
          <p14:tracePt t="71439" x="2235200" y="4346575"/>
          <p14:tracePt t="71456" x="2243138" y="4397375"/>
          <p14:tracePt t="71472" x="2243138" y="4470400"/>
          <p14:tracePt t="71489" x="2243138" y="4564063"/>
          <p14:tracePt t="71506" x="2243138" y="4651375"/>
          <p14:tracePt t="71523" x="2220913" y="4732338"/>
          <p14:tracePt t="71539" x="2184400" y="4811713"/>
          <p14:tracePt t="71556" x="2170113" y="4840288"/>
          <p14:tracePt t="71572" x="2162175" y="4848225"/>
          <p14:tracePt t="71589" x="2141538" y="4862513"/>
          <p14:tracePt t="71606" x="2125663" y="4868863"/>
          <p14:tracePt t="71623" x="2105025" y="4876800"/>
          <p14:tracePt t="71640" x="2068513" y="4876800"/>
          <p14:tracePt t="71656" x="2024063" y="4876800"/>
          <p14:tracePt t="71673" x="1952625" y="4876800"/>
          <p14:tracePt t="71690" x="1887538" y="4868863"/>
          <p14:tracePt t="71706" x="1843088" y="4848225"/>
          <p14:tracePt t="71723" x="1806575" y="4826000"/>
          <p14:tracePt t="71740" x="1763713" y="4789488"/>
          <p14:tracePt t="71756" x="1735138" y="4746625"/>
          <p14:tracePt t="71773" x="1690688" y="4687888"/>
          <p14:tracePt t="71789" x="1668463" y="4651375"/>
          <p14:tracePt t="71806" x="1654175" y="4600575"/>
          <p14:tracePt t="71823" x="1654175" y="4572000"/>
          <p14:tracePt t="71839" x="1654175" y="4549775"/>
          <p14:tracePt t="71856" x="1654175" y="4506913"/>
          <p14:tracePt t="71872" x="1654175" y="4470400"/>
          <p14:tracePt t="71889" x="1676400" y="4427538"/>
          <p14:tracePt t="71906" x="1735138" y="4360863"/>
          <p14:tracePt t="71922" x="1763713" y="4325938"/>
          <p14:tracePt t="71939" x="1820863" y="4267200"/>
          <p14:tracePt t="71956" x="1922463" y="4202113"/>
          <p14:tracePt t="71972" x="1995488" y="4165600"/>
          <p14:tracePt t="71989" x="2090738" y="4129088"/>
          <p14:tracePt t="72006" x="2198688" y="4106863"/>
          <p14:tracePt t="72023" x="2308225" y="4092575"/>
          <p14:tracePt t="72039" x="2409825" y="4086225"/>
          <p14:tracePt t="72056" x="2481263" y="4086225"/>
          <p14:tracePt t="72073" x="2547938" y="4086225"/>
          <p14:tracePt t="72089" x="2619375" y="4086225"/>
          <p14:tracePt t="72106" x="2700338" y="4106863"/>
          <p14:tracePt t="72123" x="2779713" y="4143375"/>
          <p14:tracePt t="72139" x="2852738" y="4179888"/>
          <p14:tracePt t="72156" x="2932113" y="4230688"/>
          <p14:tracePt t="72173" x="2974975" y="4267200"/>
          <p14:tracePt t="72189" x="3019425" y="4303713"/>
          <p14:tracePt t="72206" x="3084513" y="4354513"/>
          <p14:tracePt t="72223" x="3163888" y="4433888"/>
          <p14:tracePt t="72240" x="3236913" y="4484688"/>
          <p14:tracePt t="72256" x="3287713" y="4513263"/>
          <p14:tracePt t="72273" x="3330575" y="4543425"/>
          <p14:tracePt t="72290" x="3367088" y="4543425"/>
          <p14:tracePt t="72306" x="3432175" y="4564063"/>
          <p14:tracePt t="72323" x="3490913" y="4564063"/>
          <p14:tracePt t="72340" x="3621088" y="4564063"/>
          <p14:tracePt t="72356" x="3686175" y="4564063"/>
          <p14:tracePt t="72373" x="3759200" y="4564063"/>
          <p14:tracePt t="72390" x="3838575" y="4549775"/>
          <p14:tracePt t="72406" x="3903663" y="4535488"/>
          <p14:tracePt t="72423" x="3954463" y="4521200"/>
          <p14:tracePt t="72440" x="3998913" y="4506913"/>
          <p14:tracePt t="72456" x="4021138" y="4498975"/>
          <p14:tracePt t="72473" x="4049713" y="4492625"/>
          <p14:tracePt t="72478" x="4056063" y="4492625"/>
          <p14:tracePt t="72490" x="4071938" y="4478338"/>
          <p14:tracePt t="72506" x="4106863" y="4462463"/>
          <p14:tracePt t="72523" x="4137025" y="4448175"/>
          <p14:tracePt t="72540" x="4173538" y="4441825"/>
          <p14:tracePt t="72557" x="4187825" y="4427538"/>
          <p14:tracePt t="72573" x="4202113" y="4427538"/>
          <p14:tracePt t="72589" x="4230688" y="4411663"/>
          <p14:tracePt t="72606" x="4244975" y="4405313"/>
          <p14:tracePt t="72623" x="4275138" y="4391025"/>
          <p14:tracePt t="72639" x="4303713" y="4391025"/>
          <p14:tracePt t="72656" x="4325938" y="4368800"/>
          <p14:tracePt t="72673" x="4340225" y="4368800"/>
          <p14:tracePt t="72689" x="4354513" y="4368800"/>
          <p14:tracePt t="72706" x="4360863" y="4360863"/>
          <p14:tracePt t="72723" x="4376738" y="4360863"/>
          <p14:tracePt t="72739" x="4383088" y="4360863"/>
          <p14:tracePt t="72756" x="4405313" y="4360863"/>
          <p14:tracePt t="72789" x="4419600" y="4360863"/>
          <p14:tracePt t="72806" x="4427538" y="4360863"/>
          <p14:tracePt t="72975" x="4433888" y="4360863"/>
          <p14:tracePt t="73007" x="4433888" y="4368800"/>
          <p14:tracePt t="73047" x="4433888" y="4376738"/>
          <p14:tracePt t="73054" x="4441825" y="4376738"/>
          <p14:tracePt t="73312" x="4441825" y="4391025"/>
          <p14:tracePt t="73318" x="4441825" y="4397375"/>
          <p14:tracePt t="73335" x="4441825" y="4411663"/>
          <p14:tracePt t="73345" x="4441825" y="4419600"/>
          <p14:tracePt t="73357" x="4419600" y="4448175"/>
          <p14:tracePt t="73374" x="4397375" y="4484688"/>
          <p14:tracePt t="73390" x="4376738" y="4506913"/>
          <p14:tracePt t="73407" x="4360863" y="4513263"/>
          <p14:tracePt t="73424" x="4354513" y="4513263"/>
          <p14:tracePt t="73552" x="4354513" y="4521200"/>
          <p14:tracePt t="73562" x="4368800" y="4521200"/>
          <p14:tracePt t="73573" x="4397375" y="4529138"/>
          <p14:tracePt t="73591" x="4433888" y="4529138"/>
          <p14:tracePt t="73607" x="4462463" y="4529138"/>
          <p14:tracePt t="73624" x="4484688" y="4529138"/>
          <p14:tracePt t="73640" x="4498975" y="4529138"/>
          <p14:tracePt t="73657" x="4513263" y="4529138"/>
          <p14:tracePt t="73674" x="4521200" y="4529138"/>
          <p14:tracePt t="73736" x="4529138" y="4521200"/>
          <p14:tracePt t="73794" x="4529138" y="4513263"/>
          <p14:tracePt t="73802" x="4535488" y="4513263"/>
          <p14:tracePt t="73813" x="4535488" y="4506913"/>
          <p14:tracePt t="73824" x="4543425" y="4498975"/>
          <p14:tracePt t="73843" x="4543425" y="4492625"/>
          <p14:tracePt t="73857" x="4549775" y="4478338"/>
          <p14:tracePt t="73874" x="4549775" y="4462463"/>
          <p14:tracePt t="73890" x="4564063" y="4448175"/>
          <p14:tracePt t="73907" x="4572000" y="4433888"/>
          <p14:tracePt t="73924" x="4594225" y="4405313"/>
          <p14:tracePt t="73940" x="4600575" y="4397375"/>
          <p14:tracePt t="73957" x="4608513" y="4391025"/>
          <p14:tracePt t="73974" x="4622800" y="4376738"/>
          <p14:tracePt t="73981" x="4630738" y="4368800"/>
          <p14:tracePt t="73990" x="4637088" y="4360863"/>
          <p14:tracePt t="74007" x="4651375" y="4354513"/>
          <p14:tracePt t="74023" x="4665663" y="4340225"/>
          <p14:tracePt t="74040" x="4681538" y="4332288"/>
          <p14:tracePt t="74057" x="4702175" y="4318000"/>
          <p14:tracePt t="74091" x="4724400" y="4318000"/>
          <p14:tracePt t="74145" x="4732338" y="4318000"/>
          <p14:tracePt t="74156" x="4738688" y="4318000"/>
          <p14:tracePt t="74169" x="4746625" y="4318000"/>
          <p14:tracePt t="74184" x="4752975" y="4318000"/>
          <p14:tracePt t="74192" x="4760913" y="4318000"/>
          <p14:tracePt t="74207" x="4767263" y="4318000"/>
          <p14:tracePt t="74224" x="4797425" y="4318000"/>
          <p14:tracePt t="74240" x="4811713" y="4318000"/>
          <p14:tracePt t="74258" x="4840288" y="4325938"/>
          <p14:tracePt t="74274" x="4862513" y="4325938"/>
          <p14:tracePt t="74291" x="4868863" y="4325938"/>
          <p14:tracePt t="74307" x="4884738" y="4325938"/>
          <p14:tracePt t="74324" x="4905375" y="4325938"/>
          <p14:tracePt t="74340" x="4913313" y="4325938"/>
          <p14:tracePt t="74357" x="4927600" y="4325938"/>
          <p14:tracePt t="74373" x="4935538" y="4325938"/>
          <p14:tracePt t="74407" x="4941888" y="4325938"/>
          <p14:tracePt t="74464" x="4949825" y="4325938"/>
          <p14:tracePt t="74511" x="4956175" y="4325938"/>
          <p14:tracePt t="74559" x="4964113" y="4325938"/>
          <p14:tracePt t="74575" x="4970463" y="4325938"/>
          <p14:tracePt t="74654" x="4986338" y="4325938"/>
          <p14:tracePt t="74662" x="4992688" y="4325938"/>
          <p14:tracePt t="74673" x="5014913" y="4325938"/>
          <p14:tracePt t="74690" x="5029200" y="4340225"/>
          <p14:tracePt t="74707" x="5051425" y="4346575"/>
          <p14:tracePt t="74724" x="5080000" y="4360863"/>
          <p14:tracePt t="74740" x="5130800" y="4391025"/>
          <p14:tracePt t="74757" x="5173663" y="4419600"/>
          <p14:tracePt t="74774" x="5203825" y="4456113"/>
          <p14:tracePt t="74791" x="5232400" y="4478338"/>
          <p14:tracePt t="74807" x="5254625" y="4498975"/>
          <p14:tracePt t="74824" x="5260975" y="4513263"/>
          <p14:tracePt t="74840" x="5283200" y="4535488"/>
          <p14:tracePt t="74857" x="5291138" y="4549775"/>
          <p14:tracePt t="74874" x="5297488" y="4557713"/>
          <p14:tracePt t="74890" x="5305425" y="4564063"/>
          <p14:tracePt t="75006" x="5305425" y="4572000"/>
          <p14:tracePt t="75200" x="5297488" y="4572000"/>
          <p14:tracePt t="75206" x="5291138" y="4572000"/>
          <p14:tracePt t="75232" x="5283200" y="4572000"/>
          <p14:tracePt t="75271" x="5275263" y="4572000"/>
          <p14:tracePt t="75312" x="5268913" y="4572000"/>
          <p14:tracePt t="75920" x="5260975" y="4572000"/>
          <p14:tracePt t="75926" x="5246688" y="4572000"/>
          <p14:tracePt t="75934" x="5240338" y="4572000"/>
          <p14:tracePt t="75942" x="5210175" y="4572000"/>
          <p14:tracePt t="75957" x="5116513" y="4572000"/>
          <p14:tracePt t="75974" x="4956175" y="4572000"/>
          <p14:tracePt t="75991" x="4767263" y="4572000"/>
          <p14:tracePt t="76008" x="4594225" y="4572000"/>
          <p14:tracePt t="76024" x="4441825" y="4572000"/>
          <p14:tracePt t="76041" x="4275138" y="4572000"/>
          <p14:tracePt t="76058" x="4122738" y="4572000"/>
          <p14:tracePt t="76074" x="3933825" y="4543425"/>
          <p14:tracePt t="76091" x="3730625" y="4521200"/>
          <p14:tracePt t="76109" x="3330575" y="4448175"/>
          <p14:tracePt t="76124" x="3019425" y="4419600"/>
          <p14:tracePt t="76141" x="2692400" y="4368800"/>
          <p14:tracePt t="76157" x="2359025" y="4318000"/>
          <p14:tracePt t="76174" x="1995488" y="4259263"/>
          <p14:tracePt t="76191" x="1603375" y="4208463"/>
          <p14:tracePt t="76207" x="1182688" y="4151313"/>
          <p14:tracePt t="76224" x="769938" y="4092575"/>
          <p14:tracePt t="76241" x="312738" y="4021138"/>
          <p14:tracePt t="77223" x="28575" y="5341938"/>
          <p14:tracePt t="77231" x="217488" y="5246688"/>
          <p14:tracePt t="77241" x="369888" y="5159375"/>
          <p14:tracePt t="77258" x="631825" y="4970463"/>
          <p14:tracePt t="77275" x="914400" y="4760913"/>
          <p14:tracePt t="77291" x="1139825" y="4608513"/>
          <p14:tracePt t="77308" x="1357313" y="4456113"/>
          <p14:tracePt t="77324" x="1603375" y="4289425"/>
          <p14:tracePt t="77341" x="1749425" y="4194175"/>
          <p14:tracePt t="77358" x="1865313" y="4100513"/>
          <p14:tracePt t="77375" x="1989138" y="4013200"/>
          <p14:tracePt t="77391" x="2111375" y="3948113"/>
          <p14:tracePt t="77408" x="2192338" y="3897313"/>
          <p14:tracePt t="77424" x="2278063" y="3846513"/>
          <p14:tracePt t="77441" x="2351088" y="3810000"/>
          <p14:tracePt t="77458" x="2430463" y="3787775"/>
          <p14:tracePt t="77474" x="2525713" y="3773488"/>
          <p14:tracePt t="77479" x="2576513" y="3773488"/>
          <p14:tracePt t="77491" x="2619375" y="3767138"/>
          <p14:tracePt t="77508" x="2771775" y="3767138"/>
          <p14:tracePt t="77524" x="2867025" y="3767138"/>
          <p14:tracePt t="77541" x="2974975" y="3767138"/>
          <p14:tracePt t="77558" x="3135313" y="3767138"/>
          <p14:tracePt t="77574" x="3309938" y="3781425"/>
          <p14:tracePt t="77591" x="3497263" y="3810000"/>
          <p14:tracePt t="77608" x="3643313" y="3832225"/>
          <p14:tracePt t="77624" x="3700463" y="3832225"/>
          <p14:tracePt t="77642" x="3708400" y="3846513"/>
          <p14:tracePt t="77704" x="3716338" y="3846513"/>
          <p14:tracePt t="77715" x="3722688" y="3852863"/>
          <p14:tracePt t="77724" x="3730625" y="3868738"/>
          <p14:tracePt t="77742" x="3730625" y="3883025"/>
          <p14:tracePt t="77759" x="3736975" y="3889375"/>
          <p14:tracePt t="77791" x="3736975" y="3897313"/>
          <p14:tracePt t="77808" x="3736975" y="3911600"/>
          <p14:tracePt t="78773" x="3744913" y="3911600"/>
          <p14:tracePt t="78781" x="3751263" y="3919538"/>
          <p14:tracePt t="78791" x="3767138" y="3925888"/>
          <p14:tracePt t="78808" x="3795713" y="3933825"/>
          <p14:tracePt t="78825" x="3824288" y="3948113"/>
          <p14:tracePt t="78841" x="3832225" y="3954463"/>
          <p14:tracePt t="78858" x="3846513" y="3962400"/>
          <p14:tracePt t="78875" x="3852863" y="3970338"/>
          <p14:tracePt t="78917" x="3852863" y="3976688"/>
          <p14:tracePt t="78933" x="3852863" y="3998913"/>
          <p14:tracePt t="78941" x="3852863" y="4005263"/>
          <p14:tracePt t="78958" x="3852863" y="4041775"/>
          <p14:tracePt t="78975" x="3838575" y="4100513"/>
          <p14:tracePt t="78991" x="3810000" y="4143375"/>
          <p14:tracePt t="79008" x="3767138" y="4194175"/>
          <p14:tracePt t="79025" x="3736975" y="4216400"/>
          <p14:tracePt t="79042" x="3686175" y="4244975"/>
          <p14:tracePt t="79058" x="3657600" y="4275138"/>
          <p14:tracePt t="79075" x="3598863" y="4295775"/>
          <p14:tracePt t="79091" x="3584575" y="4303713"/>
          <p14:tracePt t="79108" x="3548063" y="4325938"/>
          <p14:tracePt t="79125" x="3519488" y="4325938"/>
          <p14:tracePt t="79141" x="3482975" y="4325938"/>
          <p14:tracePt t="79158" x="3454400" y="4325938"/>
          <p14:tracePt t="79175" x="3446463" y="4325938"/>
          <p14:tracePt t="79213" x="3440113" y="4325938"/>
          <p14:tracePt t="79225" x="3432175" y="4325938"/>
          <p14:tracePt t="79242" x="3432175" y="4303713"/>
          <p14:tracePt t="79258" x="3432175" y="4259263"/>
          <p14:tracePt t="79275" x="3432175" y="4224338"/>
          <p14:tracePt t="79292" x="3432175" y="4179888"/>
          <p14:tracePt t="79308" x="3432175" y="4122738"/>
          <p14:tracePt t="79325" x="3432175" y="4100513"/>
          <p14:tracePt t="79342" x="3454400" y="4056063"/>
          <p14:tracePt t="79358" x="3490913" y="3998913"/>
          <p14:tracePt t="79375" x="3541713" y="3925888"/>
          <p14:tracePt t="79392" x="3614738" y="3860800"/>
          <p14:tracePt t="79408" x="3671888" y="3795713"/>
          <p14:tracePt t="79425" x="3730625" y="3759200"/>
          <p14:tracePt t="79441" x="3802063" y="3708400"/>
          <p14:tracePt t="79458" x="3852863" y="3657600"/>
          <p14:tracePt t="79475" x="3903663" y="3592513"/>
          <p14:tracePt t="79477" x="3940175" y="3548063"/>
          <p14:tracePt t="79492" x="3970338" y="3497263"/>
          <p14:tracePt t="79508" x="4021138" y="3367088"/>
          <p14:tracePt t="79525" x="4035425" y="3302000"/>
          <p14:tracePt t="79542" x="4035425" y="3208338"/>
          <p14:tracePt t="79558" x="3948113" y="3076575"/>
          <p14:tracePt t="79575" x="3795713" y="2932113"/>
          <p14:tracePt t="79592" x="3649663" y="2830513"/>
          <p14:tracePt t="79608" x="3505200" y="2751138"/>
          <p14:tracePt t="79625" x="3381375" y="2714625"/>
          <p14:tracePt t="79642" x="3273425" y="2670175"/>
          <p14:tracePt t="79658" x="3171825" y="2641600"/>
          <p14:tracePt t="79675" x="3040063" y="2613025"/>
          <p14:tracePt t="79692" x="2968625" y="2613025"/>
          <p14:tracePt t="79708" x="2932113" y="2605088"/>
          <p14:tracePt t="79725" x="2924175" y="2605088"/>
          <p14:tracePt t="79766" x="2909888" y="2605088"/>
          <p14:tracePt t="79775" x="2909888" y="2613025"/>
          <p14:tracePt t="79792" x="2887663" y="2619375"/>
          <p14:tracePt t="79809" x="2859088" y="2627313"/>
          <p14:tracePt t="79825" x="2844800" y="2633663"/>
          <p14:tracePt t="79842" x="2816225" y="2649538"/>
          <p14:tracePt t="79859" x="2816225" y="2655888"/>
          <p14:tracePt t="79875" x="2808288" y="2655888"/>
          <p14:tracePt t="79892" x="2808288" y="2663825"/>
          <p14:tracePt t="79909" x="2801938" y="2663825"/>
          <p14:tracePt t="79925" x="2801938" y="2678113"/>
          <p14:tracePt t="79942" x="2801938" y="2684463"/>
          <p14:tracePt t="79959" x="2801938" y="2692400"/>
          <p14:tracePt t="79975" x="2801938" y="2700338"/>
          <p14:tracePt t="79992" x="2801938" y="2706688"/>
          <p14:tracePt t="80013" x="2801938" y="2714625"/>
          <p14:tracePt t="80029" x="2808288" y="2714625"/>
          <p14:tracePt t="80042" x="2816225" y="2714625"/>
          <p14:tracePt t="80059" x="2836863" y="2714625"/>
          <p14:tracePt t="80075" x="2852738" y="2714625"/>
          <p14:tracePt t="80092" x="2887663" y="2706688"/>
          <p14:tracePt t="80108" x="2909888" y="2670175"/>
          <p14:tracePt t="80125" x="2917825" y="2627313"/>
          <p14:tracePt t="80142" x="2932113" y="2590800"/>
          <p14:tracePt t="80159" x="2932113" y="2547938"/>
          <p14:tracePt t="80175" x="2932113" y="2497138"/>
          <p14:tracePt t="80192" x="2932113" y="2438400"/>
          <p14:tracePt t="80209" x="2917825" y="2365375"/>
          <p14:tracePt t="80225" x="2881313" y="2308225"/>
          <p14:tracePt t="80242" x="2844800" y="2257425"/>
          <p14:tracePt t="80259" x="2808288" y="2212975"/>
          <p14:tracePt t="80275" x="2757488" y="2184400"/>
          <p14:tracePt t="80292" x="2706688" y="2155825"/>
          <p14:tracePt t="80309" x="2655888" y="2141538"/>
          <p14:tracePt t="80325" x="2605088" y="2125663"/>
          <p14:tracePt t="80342" x="2568575" y="2125663"/>
          <p14:tracePt t="80359" x="2511425" y="2125663"/>
          <p14:tracePt t="80375" x="2446338" y="2125663"/>
          <p14:tracePt t="80392" x="2373313" y="2125663"/>
          <p14:tracePt t="80409" x="2314575" y="2133600"/>
          <p14:tracePt t="80425" x="2249488" y="2141538"/>
          <p14:tracePt t="80442" x="2192338" y="2155825"/>
          <p14:tracePt t="80459" x="2147888" y="2155825"/>
          <p14:tracePt t="80476" x="2068513" y="2184400"/>
          <p14:tracePt t="80492" x="2032000" y="2198688"/>
          <p14:tracePt t="80510" x="1989138" y="2220913"/>
          <p14:tracePt t="80525" x="1966913" y="2243138"/>
          <p14:tracePt t="80542" x="1922463" y="2263775"/>
          <p14:tracePt t="80559" x="1893888" y="2278063"/>
          <p14:tracePt t="80575" x="1865313" y="2308225"/>
          <p14:tracePt t="80592" x="1843088" y="2328863"/>
          <p14:tracePt t="80609" x="1828800" y="2351088"/>
          <p14:tracePt t="80626" x="1820863" y="2373313"/>
          <p14:tracePt t="80642" x="1800225" y="2401888"/>
          <p14:tracePt t="80659" x="1800225" y="2416175"/>
          <p14:tracePt t="80675" x="1792288" y="2460625"/>
          <p14:tracePt t="80692" x="1792288" y="2503488"/>
          <p14:tracePt t="80709" x="1792288" y="2540000"/>
          <p14:tracePt t="80725" x="1806575" y="2576513"/>
          <p14:tracePt t="80742" x="1836738" y="2613025"/>
          <p14:tracePt t="80760" x="1851025" y="2641600"/>
          <p14:tracePt t="80775" x="1879600" y="2655888"/>
          <p14:tracePt t="80792" x="1908175" y="2678113"/>
          <p14:tracePt t="80809" x="1944688" y="2706688"/>
          <p14:tracePt t="80826" x="1989138" y="2728913"/>
          <p14:tracePt t="80842" x="2032000" y="2751138"/>
          <p14:tracePt t="80859" x="2097088" y="2779713"/>
          <p14:tracePt t="80876" x="2176463" y="2816225"/>
          <p14:tracePt t="80892" x="2300288" y="2852738"/>
          <p14:tracePt t="80909" x="2373313" y="2859088"/>
          <p14:tracePt t="80926" x="2474913" y="2895600"/>
          <p14:tracePt t="80942" x="2547938" y="2917825"/>
          <p14:tracePt t="80959" x="2641600" y="2932113"/>
          <p14:tracePt t="80976" x="2720975" y="2960688"/>
          <p14:tracePt t="80982" x="2779713" y="2960688"/>
          <p14:tracePt t="80992" x="2816225" y="2968625"/>
          <p14:tracePt t="81010" x="2881313" y="2974975"/>
          <p14:tracePt t="81026" x="2968625" y="2974975"/>
          <p14:tracePt t="81043" x="3040063" y="2989263"/>
          <p14:tracePt t="81060" x="3113088" y="2989263"/>
          <p14:tracePt t="81076" x="3192463" y="2989263"/>
          <p14:tracePt t="81092" x="3228975" y="2982913"/>
          <p14:tracePt t="81109" x="3273425" y="2960688"/>
          <p14:tracePt t="81126" x="3324225" y="2932113"/>
          <p14:tracePt t="81142" x="3330575" y="2924175"/>
          <p14:tracePt t="81159" x="3352800" y="2903538"/>
          <p14:tracePt t="81176" x="3367088" y="2887663"/>
          <p14:tracePt t="81192" x="3389313" y="2867025"/>
          <p14:tracePt t="81209" x="3389313" y="2859088"/>
          <p14:tracePt t="81242" x="3389313" y="2844800"/>
          <p14:tracePt t="81259" x="3389313" y="2836863"/>
          <p14:tracePt t="81276" x="3389313" y="2822575"/>
          <p14:tracePt t="81295" x="3389313" y="2816225"/>
          <p14:tracePt t="81343" x="3389313" y="2808288"/>
          <p14:tracePt t="81367" x="3381375" y="2808288"/>
          <p14:tracePt t="81383" x="3375025" y="2808288"/>
          <p14:tracePt t="81391" x="3375025" y="2801938"/>
          <p14:tracePt t="81455" x="3367088" y="2801938"/>
          <p14:tracePt t="84134" x="3389313" y="2801938"/>
          <p14:tracePt t="84150" x="3411538" y="2801938"/>
          <p14:tracePt t="84157" x="3432175" y="2822575"/>
          <p14:tracePt t="84165" x="3454400" y="2830513"/>
          <p14:tracePt t="84176" x="3482975" y="2830513"/>
          <p14:tracePt t="84193" x="3570288" y="2859088"/>
          <p14:tracePt t="84210" x="3671888" y="2887663"/>
          <p14:tracePt t="84227" x="3824288" y="2917825"/>
          <p14:tracePt t="84243" x="3962400" y="2946400"/>
          <p14:tracePt t="84260" x="4106863" y="2974975"/>
          <p14:tracePt t="84277" x="4376738" y="3025775"/>
          <p14:tracePt t="84293" x="4608513" y="3098800"/>
          <p14:tracePt t="84310" x="4803775" y="3149600"/>
          <p14:tracePt t="84327" x="4978400" y="3186113"/>
          <p14:tracePt t="84343" x="5094288" y="3192463"/>
          <p14:tracePt t="84360" x="5210175" y="3214688"/>
          <p14:tracePt t="84376" x="5297488" y="3222625"/>
          <p14:tracePt t="84393" x="5370513" y="3236913"/>
          <p14:tracePt t="84410" x="5435600" y="3236913"/>
          <p14:tracePt t="84426" x="5500688" y="3236913"/>
          <p14:tracePt t="84444" x="5545138" y="3236913"/>
          <p14:tracePt t="84460" x="5610225" y="3236913"/>
          <p14:tracePt t="84477" x="5681663" y="3236913"/>
          <p14:tracePt t="84493" x="5740400" y="3236913"/>
          <p14:tracePt t="84510" x="5819775" y="3236913"/>
          <p14:tracePt t="84527" x="5907088" y="3236913"/>
          <p14:tracePt t="84543" x="5994400" y="3222625"/>
          <p14:tracePt t="84560" x="6073775" y="3208338"/>
          <p14:tracePt t="84577" x="6132513" y="3200400"/>
          <p14:tracePt t="84593" x="6183313" y="3192463"/>
          <p14:tracePt t="84610" x="6219825" y="3186113"/>
          <p14:tracePt t="84627" x="6262688" y="3171825"/>
          <p14:tracePt t="84643" x="6307138" y="3157538"/>
          <p14:tracePt t="84660" x="6364288" y="3141663"/>
          <p14:tracePt t="84677" x="6386513" y="3121025"/>
          <p14:tracePt t="84693" x="6437313" y="3098800"/>
          <p14:tracePt t="84710" x="6502400" y="3062288"/>
          <p14:tracePt t="84727" x="6538913" y="3033713"/>
          <p14:tracePt t="84743" x="6561138" y="3025775"/>
          <p14:tracePt t="84760" x="6567488" y="3019425"/>
          <p14:tracePt t="84777" x="6567488" y="3011488"/>
          <p14:tracePt t="84810" x="6575425" y="3011488"/>
        </p14:tracePtLst>
      </p14:laserTraceLst>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6558107" y="1822450"/>
            <a:ext cx="5172669" cy="4674625"/>
            <a:chOff x="6558107" y="1822450"/>
            <a:chExt cx="5172669" cy="4674625"/>
          </a:xfrm>
        </p:grpSpPr>
        <p:pic>
          <p:nvPicPr>
            <p:cNvPr id="5" name="Picture 4"/>
            <p:cNvPicPr>
              <a:picLocks noChangeAspect="1"/>
            </p:cNvPicPr>
            <p:nvPr/>
          </p:nvPicPr>
          <p:blipFill>
            <a:blip r:embed="rId4"/>
            <a:stretch>
              <a:fillRect/>
            </a:stretch>
          </p:blipFill>
          <p:spPr>
            <a:xfrm>
              <a:off x="6558107" y="1822450"/>
              <a:ext cx="5172669" cy="4674625"/>
            </a:xfrm>
            <a:prstGeom prst="rect">
              <a:avLst/>
            </a:prstGeom>
          </p:spPr>
        </p:pic>
        <p:sp>
          <p:nvSpPr>
            <p:cNvPr id="36" name="Oval 32"/>
            <p:cNvSpPr>
              <a:spLocks noChangeArrowheads="1"/>
            </p:cNvSpPr>
            <p:nvPr/>
          </p:nvSpPr>
          <p:spPr bwMode="auto">
            <a:xfrm>
              <a:off x="7127442" y="4885164"/>
              <a:ext cx="228600" cy="219075"/>
            </a:xfrm>
            <a:prstGeom prst="ellipse">
              <a:avLst/>
            </a:pr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Lucida Sans" charset="0"/>
                  <a:ea typeface="ＭＳ Ｐゴシック" charset="-128"/>
                </a:defRPr>
              </a:lvl1pPr>
              <a:lvl2pPr marL="742950" indent="-285750" eaLnBrk="0" hangingPunct="0">
                <a:defRPr sz="2400">
                  <a:solidFill>
                    <a:schemeClr val="tx1"/>
                  </a:solidFill>
                  <a:latin typeface="Lucida Sans" charset="0"/>
                  <a:ea typeface="ＭＳ Ｐゴシック" charset="-128"/>
                </a:defRPr>
              </a:lvl2pPr>
              <a:lvl3pPr marL="1143000" indent="-228600" eaLnBrk="0" hangingPunct="0">
                <a:defRPr sz="2400">
                  <a:solidFill>
                    <a:schemeClr val="tx1"/>
                  </a:solidFill>
                  <a:latin typeface="Lucida Sans" charset="0"/>
                  <a:ea typeface="ＭＳ Ｐゴシック" charset="-128"/>
                </a:defRPr>
              </a:lvl3pPr>
              <a:lvl4pPr marL="1600200" indent="-228600" eaLnBrk="0" hangingPunct="0">
                <a:defRPr sz="2400">
                  <a:solidFill>
                    <a:schemeClr val="tx1"/>
                  </a:solidFill>
                  <a:latin typeface="Lucida Sans" charset="0"/>
                  <a:ea typeface="ＭＳ Ｐゴシック" charset="-128"/>
                </a:defRPr>
              </a:lvl4pPr>
              <a:lvl5pPr marL="2057400" indent="-228600" eaLnBrk="0" hangingPunct="0">
                <a:defRPr sz="2400">
                  <a:solidFill>
                    <a:schemeClr val="tx1"/>
                  </a:solidFill>
                  <a:latin typeface="Lucida Sans" charset="0"/>
                  <a:ea typeface="ＭＳ Ｐゴシック" charset="-128"/>
                </a:defRPr>
              </a:lvl5pPr>
              <a:lvl6pPr marL="2514600" indent="-228600" eaLnBrk="0" fontAlgn="base" hangingPunct="0">
                <a:spcBef>
                  <a:spcPct val="0"/>
                </a:spcBef>
                <a:spcAft>
                  <a:spcPct val="0"/>
                </a:spcAft>
                <a:defRPr sz="2400">
                  <a:solidFill>
                    <a:schemeClr val="tx1"/>
                  </a:solidFill>
                  <a:latin typeface="Lucida Sans" charset="0"/>
                  <a:ea typeface="ＭＳ Ｐゴシック" charset="-128"/>
                </a:defRPr>
              </a:lvl6pPr>
              <a:lvl7pPr marL="2971800" indent="-228600" eaLnBrk="0" fontAlgn="base" hangingPunct="0">
                <a:spcBef>
                  <a:spcPct val="0"/>
                </a:spcBef>
                <a:spcAft>
                  <a:spcPct val="0"/>
                </a:spcAft>
                <a:defRPr sz="2400">
                  <a:solidFill>
                    <a:schemeClr val="tx1"/>
                  </a:solidFill>
                  <a:latin typeface="Lucida Sans" charset="0"/>
                  <a:ea typeface="ＭＳ Ｐゴシック" charset="-128"/>
                </a:defRPr>
              </a:lvl7pPr>
              <a:lvl8pPr marL="3429000" indent="-228600" eaLnBrk="0" fontAlgn="base" hangingPunct="0">
                <a:spcBef>
                  <a:spcPct val="0"/>
                </a:spcBef>
                <a:spcAft>
                  <a:spcPct val="0"/>
                </a:spcAft>
                <a:defRPr sz="2400">
                  <a:solidFill>
                    <a:schemeClr val="tx1"/>
                  </a:solidFill>
                  <a:latin typeface="Lucida Sans" charset="0"/>
                  <a:ea typeface="ＭＳ Ｐゴシック" charset="-128"/>
                </a:defRPr>
              </a:lvl8pPr>
              <a:lvl9pPr marL="3886200" indent="-228600" eaLnBrk="0" fontAlgn="base" hangingPunct="0">
                <a:spcBef>
                  <a:spcPct val="0"/>
                </a:spcBef>
                <a:spcAft>
                  <a:spcPct val="0"/>
                </a:spcAft>
                <a:defRPr sz="2400">
                  <a:solidFill>
                    <a:schemeClr val="tx1"/>
                  </a:solidFill>
                  <a:latin typeface="Lucida Sans" charset="0"/>
                  <a:ea typeface="ＭＳ Ｐゴシック" charset="-128"/>
                </a:defRPr>
              </a:lvl9pPr>
            </a:lstStyle>
            <a:p>
              <a:pPr eaLnBrk="1" hangingPunct="1"/>
              <a:endParaRPr lang="x-none" altLang="x-none"/>
            </a:p>
          </p:txBody>
        </p:sp>
        <p:sp>
          <p:nvSpPr>
            <p:cNvPr id="37" name="Oval 32"/>
            <p:cNvSpPr>
              <a:spLocks noChangeArrowheads="1"/>
            </p:cNvSpPr>
            <p:nvPr/>
          </p:nvSpPr>
          <p:spPr bwMode="auto">
            <a:xfrm>
              <a:off x="7790825" y="5411452"/>
              <a:ext cx="228600" cy="219075"/>
            </a:xfrm>
            <a:prstGeom prst="ellipse">
              <a:avLst/>
            </a:pr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Lucida Sans" charset="0"/>
                  <a:ea typeface="ＭＳ Ｐゴシック" charset="-128"/>
                </a:defRPr>
              </a:lvl1pPr>
              <a:lvl2pPr marL="742950" indent="-285750" eaLnBrk="0" hangingPunct="0">
                <a:defRPr sz="2400">
                  <a:solidFill>
                    <a:schemeClr val="tx1"/>
                  </a:solidFill>
                  <a:latin typeface="Lucida Sans" charset="0"/>
                  <a:ea typeface="ＭＳ Ｐゴシック" charset="-128"/>
                </a:defRPr>
              </a:lvl2pPr>
              <a:lvl3pPr marL="1143000" indent="-228600" eaLnBrk="0" hangingPunct="0">
                <a:defRPr sz="2400">
                  <a:solidFill>
                    <a:schemeClr val="tx1"/>
                  </a:solidFill>
                  <a:latin typeface="Lucida Sans" charset="0"/>
                  <a:ea typeface="ＭＳ Ｐゴシック" charset="-128"/>
                </a:defRPr>
              </a:lvl3pPr>
              <a:lvl4pPr marL="1600200" indent="-228600" eaLnBrk="0" hangingPunct="0">
                <a:defRPr sz="2400">
                  <a:solidFill>
                    <a:schemeClr val="tx1"/>
                  </a:solidFill>
                  <a:latin typeface="Lucida Sans" charset="0"/>
                  <a:ea typeface="ＭＳ Ｐゴシック" charset="-128"/>
                </a:defRPr>
              </a:lvl4pPr>
              <a:lvl5pPr marL="2057400" indent="-228600" eaLnBrk="0" hangingPunct="0">
                <a:defRPr sz="2400">
                  <a:solidFill>
                    <a:schemeClr val="tx1"/>
                  </a:solidFill>
                  <a:latin typeface="Lucida Sans" charset="0"/>
                  <a:ea typeface="ＭＳ Ｐゴシック" charset="-128"/>
                </a:defRPr>
              </a:lvl5pPr>
              <a:lvl6pPr marL="2514600" indent="-228600" eaLnBrk="0" fontAlgn="base" hangingPunct="0">
                <a:spcBef>
                  <a:spcPct val="0"/>
                </a:spcBef>
                <a:spcAft>
                  <a:spcPct val="0"/>
                </a:spcAft>
                <a:defRPr sz="2400">
                  <a:solidFill>
                    <a:schemeClr val="tx1"/>
                  </a:solidFill>
                  <a:latin typeface="Lucida Sans" charset="0"/>
                  <a:ea typeface="ＭＳ Ｐゴシック" charset="-128"/>
                </a:defRPr>
              </a:lvl6pPr>
              <a:lvl7pPr marL="2971800" indent="-228600" eaLnBrk="0" fontAlgn="base" hangingPunct="0">
                <a:spcBef>
                  <a:spcPct val="0"/>
                </a:spcBef>
                <a:spcAft>
                  <a:spcPct val="0"/>
                </a:spcAft>
                <a:defRPr sz="2400">
                  <a:solidFill>
                    <a:schemeClr val="tx1"/>
                  </a:solidFill>
                  <a:latin typeface="Lucida Sans" charset="0"/>
                  <a:ea typeface="ＭＳ Ｐゴシック" charset="-128"/>
                </a:defRPr>
              </a:lvl7pPr>
              <a:lvl8pPr marL="3429000" indent="-228600" eaLnBrk="0" fontAlgn="base" hangingPunct="0">
                <a:spcBef>
                  <a:spcPct val="0"/>
                </a:spcBef>
                <a:spcAft>
                  <a:spcPct val="0"/>
                </a:spcAft>
                <a:defRPr sz="2400">
                  <a:solidFill>
                    <a:schemeClr val="tx1"/>
                  </a:solidFill>
                  <a:latin typeface="Lucida Sans" charset="0"/>
                  <a:ea typeface="ＭＳ Ｐゴシック" charset="-128"/>
                </a:defRPr>
              </a:lvl8pPr>
              <a:lvl9pPr marL="3886200" indent="-228600" eaLnBrk="0" fontAlgn="base" hangingPunct="0">
                <a:spcBef>
                  <a:spcPct val="0"/>
                </a:spcBef>
                <a:spcAft>
                  <a:spcPct val="0"/>
                </a:spcAft>
                <a:defRPr sz="2400">
                  <a:solidFill>
                    <a:schemeClr val="tx1"/>
                  </a:solidFill>
                  <a:latin typeface="Lucida Sans" charset="0"/>
                  <a:ea typeface="ＭＳ Ｐゴシック" charset="-128"/>
                </a:defRPr>
              </a:lvl9pPr>
            </a:lstStyle>
            <a:p>
              <a:pPr eaLnBrk="1" hangingPunct="1"/>
              <a:endParaRPr lang="x-none" altLang="x-none" dirty="0"/>
            </a:p>
          </p:txBody>
        </p:sp>
        <p:sp>
          <p:nvSpPr>
            <p:cNvPr id="38" name="Oval 32"/>
            <p:cNvSpPr>
              <a:spLocks noChangeArrowheads="1"/>
            </p:cNvSpPr>
            <p:nvPr/>
          </p:nvSpPr>
          <p:spPr bwMode="auto">
            <a:xfrm>
              <a:off x="8457459" y="3823512"/>
              <a:ext cx="228600" cy="219075"/>
            </a:xfrm>
            <a:prstGeom prst="ellipse">
              <a:avLst/>
            </a:pr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Lucida Sans" charset="0"/>
                  <a:ea typeface="ＭＳ Ｐゴシック" charset="-128"/>
                </a:defRPr>
              </a:lvl1pPr>
              <a:lvl2pPr marL="742950" indent="-285750" eaLnBrk="0" hangingPunct="0">
                <a:defRPr sz="2400">
                  <a:solidFill>
                    <a:schemeClr val="tx1"/>
                  </a:solidFill>
                  <a:latin typeface="Lucida Sans" charset="0"/>
                  <a:ea typeface="ＭＳ Ｐゴシック" charset="-128"/>
                </a:defRPr>
              </a:lvl2pPr>
              <a:lvl3pPr marL="1143000" indent="-228600" eaLnBrk="0" hangingPunct="0">
                <a:defRPr sz="2400">
                  <a:solidFill>
                    <a:schemeClr val="tx1"/>
                  </a:solidFill>
                  <a:latin typeface="Lucida Sans" charset="0"/>
                  <a:ea typeface="ＭＳ Ｐゴシック" charset="-128"/>
                </a:defRPr>
              </a:lvl3pPr>
              <a:lvl4pPr marL="1600200" indent="-228600" eaLnBrk="0" hangingPunct="0">
                <a:defRPr sz="2400">
                  <a:solidFill>
                    <a:schemeClr val="tx1"/>
                  </a:solidFill>
                  <a:latin typeface="Lucida Sans" charset="0"/>
                  <a:ea typeface="ＭＳ Ｐゴシック" charset="-128"/>
                </a:defRPr>
              </a:lvl4pPr>
              <a:lvl5pPr marL="2057400" indent="-228600" eaLnBrk="0" hangingPunct="0">
                <a:defRPr sz="2400">
                  <a:solidFill>
                    <a:schemeClr val="tx1"/>
                  </a:solidFill>
                  <a:latin typeface="Lucida Sans" charset="0"/>
                  <a:ea typeface="ＭＳ Ｐゴシック" charset="-128"/>
                </a:defRPr>
              </a:lvl5pPr>
              <a:lvl6pPr marL="2514600" indent="-228600" eaLnBrk="0" fontAlgn="base" hangingPunct="0">
                <a:spcBef>
                  <a:spcPct val="0"/>
                </a:spcBef>
                <a:spcAft>
                  <a:spcPct val="0"/>
                </a:spcAft>
                <a:defRPr sz="2400">
                  <a:solidFill>
                    <a:schemeClr val="tx1"/>
                  </a:solidFill>
                  <a:latin typeface="Lucida Sans" charset="0"/>
                  <a:ea typeface="ＭＳ Ｐゴシック" charset="-128"/>
                </a:defRPr>
              </a:lvl6pPr>
              <a:lvl7pPr marL="2971800" indent="-228600" eaLnBrk="0" fontAlgn="base" hangingPunct="0">
                <a:spcBef>
                  <a:spcPct val="0"/>
                </a:spcBef>
                <a:spcAft>
                  <a:spcPct val="0"/>
                </a:spcAft>
                <a:defRPr sz="2400">
                  <a:solidFill>
                    <a:schemeClr val="tx1"/>
                  </a:solidFill>
                  <a:latin typeface="Lucida Sans" charset="0"/>
                  <a:ea typeface="ＭＳ Ｐゴシック" charset="-128"/>
                </a:defRPr>
              </a:lvl7pPr>
              <a:lvl8pPr marL="3429000" indent="-228600" eaLnBrk="0" fontAlgn="base" hangingPunct="0">
                <a:spcBef>
                  <a:spcPct val="0"/>
                </a:spcBef>
                <a:spcAft>
                  <a:spcPct val="0"/>
                </a:spcAft>
                <a:defRPr sz="2400">
                  <a:solidFill>
                    <a:schemeClr val="tx1"/>
                  </a:solidFill>
                  <a:latin typeface="Lucida Sans" charset="0"/>
                  <a:ea typeface="ＭＳ Ｐゴシック" charset="-128"/>
                </a:defRPr>
              </a:lvl8pPr>
              <a:lvl9pPr marL="3886200" indent="-228600" eaLnBrk="0" fontAlgn="base" hangingPunct="0">
                <a:spcBef>
                  <a:spcPct val="0"/>
                </a:spcBef>
                <a:spcAft>
                  <a:spcPct val="0"/>
                </a:spcAft>
                <a:defRPr sz="2400">
                  <a:solidFill>
                    <a:schemeClr val="tx1"/>
                  </a:solidFill>
                  <a:latin typeface="Lucida Sans" charset="0"/>
                  <a:ea typeface="ＭＳ Ｐゴシック" charset="-128"/>
                </a:defRPr>
              </a:lvl9pPr>
            </a:lstStyle>
            <a:p>
              <a:pPr eaLnBrk="1" hangingPunct="1"/>
              <a:endParaRPr lang="x-none" altLang="x-none"/>
            </a:p>
          </p:txBody>
        </p:sp>
      </p:gr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4484753" cy="4655314"/>
              </a:xfrm>
            </p:spPr>
            <p:txBody>
              <a:bodyPr>
                <a:normAutofit/>
              </a:bodyPr>
              <a:lstStyle/>
              <a:p>
                <a:r>
                  <a:rPr lang="en-US" dirty="0" smtClean="0"/>
                  <a:t>SVM will create a hyperplane which have maximum margin</a:t>
                </a:r>
              </a:p>
              <a:p>
                <a:r>
                  <a:rPr lang="en-US" b="1" dirty="0" smtClean="0"/>
                  <a:t>Margin is distance from the critical </a:t>
                </a:r>
                <a:r>
                  <a:rPr lang="en-US" b="1" dirty="0" err="1" smtClean="0"/>
                  <a:t>datapoints</a:t>
                </a:r>
                <a:r>
                  <a:rPr lang="en-US" b="1" dirty="0" smtClean="0"/>
                  <a:t> (</a:t>
                </a:r>
                <a:r>
                  <a:rPr lang="en-US" dirty="0" smtClean="0"/>
                  <a:t>Support Vectors</a:t>
                </a:r>
                <a:r>
                  <a:rPr lang="en-US" b="1" dirty="0" smtClean="0"/>
                  <a:t>) from </a:t>
                </a:r>
                <a:r>
                  <a:rPr lang="en-US" b="1" u="sng" dirty="0" smtClean="0"/>
                  <a:t>both classes </a:t>
                </a:r>
                <a:r>
                  <a:rPr lang="en-US" b="1" dirty="0" smtClean="0"/>
                  <a:t>to hyperplane </a:t>
                </a:r>
              </a:p>
              <a:p>
                <a:r>
                  <a:rPr lang="en-US" dirty="0"/>
                  <a:t>Maximum margin give flexibility to </a:t>
                </a:r>
                <a:r>
                  <a:rPr lang="en-US" b="1" dirty="0"/>
                  <a:t>unpredicted testing data</a:t>
                </a:r>
              </a:p>
              <a:p>
                <a:r>
                  <a:rPr lang="en-US" dirty="0" smtClean="0"/>
                  <a:t>Maximum margin is determined by </a:t>
                </a:r>
                <a14:m>
                  <m:oMath xmlns:m="http://schemas.openxmlformats.org/officeDocument/2006/math">
                    <m:r>
                      <a:rPr lang="en-US" i="1">
                        <a:latin typeface="Cambria Math" panose="02040503050406030204" pitchFamily="18" charset="0"/>
                      </a:rPr>
                      <m:t>𝑚</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2</m:t>
                        </m:r>
                      </m:num>
                      <m:den>
                        <m:r>
                          <a:rPr lang="en-US" i="1">
                            <a:latin typeface="Cambria Math" panose="02040503050406030204" pitchFamily="18" charset="0"/>
                          </a:rPr>
                          <m:t>|</m:t>
                        </m:r>
                        <m:r>
                          <a:rPr lang="en-US" b="1">
                            <a:latin typeface="Cambria Math" panose="02040503050406030204" pitchFamily="18" charset="0"/>
                          </a:rPr>
                          <m:t>𝐰</m:t>
                        </m:r>
                        <m:r>
                          <a:rPr lang="en-US" i="1">
                            <a:latin typeface="Cambria Math" panose="02040503050406030204" pitchFamily="18" charset="0"/>
                          </a:rPr>
                          <m:t>|</m:t>
                        </m:r>
                      </m:den>
                    </m:f>
                  </m:oMath>
                </a14:m>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4484753" cy="4655314"/>
              </a:xfrm>
              <a:blipFill>
                <a:blip r:embed="rId7"/>
                <a:stretch>
                  <a:fillRect l="-1224" t="-1047"/>
                </a:stretch>
              </a:blipFill>
            </p:spPr>
            <p:txBody>
              <a:bodyPr/>
              <a:lstStyle/>
              <a:p>
                <a:r>
                  <a:rPr lang="en-US">
                    <a:noFill/>
                  </a:rPr>
                  <a:t> </a:t>
                </a:r>
              </a:p>
            </p:txBody>
          </p:sp>
        </mc:Fallback>
      </mc:AlternateContent>
      <p:sp>
        <p:nvSpPr>
          <p:cNvPr id="4" name="Title 1"/>
          <p:cNvSpPr txBox="1">
            <a:spLocks/>
          </p:cNvSpPr>
          <p:nvPr/>
        </p:nvSpPr>
        <p:spPr>
          <a:xfrm>
            <a:off x="838200" y="37430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smtClean="0"/>
              <a:t>SVM Goals: Maximum margin</a:t>
            </a:r>
            <a:endParaRPr lang="en-US" dirty="0"/>
          </a:p>
        </p:txBody>
      </p:sp>
      <p:cxnSp>
        <p:nvCxnSpPr>
          <p:cNvPr id="8" name="Straight Connector 7"/>
          <p:cNvCxnSpPr/>
          <p:nvPr/>
        </p:nvCxnSpPr>
        <p:spPr>
          <a:xfrm flipH="1">
            <a:off x="8017581" y="4032174"/>
            <a:ext cx="454391" cy="473725"/>
          </a:xfrm>
          <a:prstGeom prst="line">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7334109" y="4431251"/>
            <a:ext cx="480747" cy="501206"/>
          </a:xfrm>
          <a:prstGeom prst="line">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6842832" y="3621648"/>
            <a:ext cx="2881388" cy="2248199"/>
          </a:xfrm>
          <a:prstGeom prst="line">
            <a:avLst/>
          </a:prstGeom>
          <a:ln w="25400">
            <a:solidFill>
              <a:srgbClr val="7030A0"/>
            </a:solidFill>
            <a:prstDash val="sysDash"/>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6655212" y="4486399"/>
            <a:ext cx="2049247" cy="1609868"/>
          </a:xfrm>
          <a:prstGeom prst="line">
            <a:avLst/>
          </a:prstGeom>
          <a:ln w="25400">
            <a:solidFill>
              <a:srgbClr val="7030A0"/>
            </a:solidFill>
            <a:prstDash val="solid"/>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7351656" y="2990316"/>
            <a:ext cx="2566939" cy="2002851"/>
          </a:xfrm>
          <a:prstGeom prst="line">
            <a:avLst/>
          </a:prstGeom>
          <a:ln w="25400">
            <a:solidFill>
              <a:srgbClr val="7030A0"/>
            </a:solidFill>
            <a:prstDash val="solid"/>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7367987" y="2747938"/>
            <a:ext cx="1670513" cy="4385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Support Vectors</a:t>
            </a:r>
            <a:endParaRPr lang="en-US" dirty="0"/>
          </a:p>
        </p:txBody>
      </p:sp>
      <p:cxnSp>
        <p:nvCxnSpPr>
          <p:cNvPr id="33" name="Straight Arrow Connector 32"/>
          <p:cNvCxnSpPr>
            <a:stCxn id="32" idx="2"/>
          </p:cNvCxnSpPr>
          <p:nvPr/>
        </p:nvCxnSpPr>
        <p:spPr>
          <a:xfrm>
            <a:off x="8203244" y="3186477"/>
            <a:ext cx="299638" cy="6177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32" idx="2"/>
          </p:cNvCxnSpPr>
          <p:nvPr/>
        </p:nvCxnSpPr>
        <p:spPr>
          <a:xfrm flipH="1">
            <a:off x="7917070" y="3186477"/>
            <a:ext cx="286174" cy="21736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32" idx="2"/>
          </p:cNvCxnSpPr>
          <p:nvPr/>
        </p:nvCxnSpPr>
        <p:spPr>
          <a:xfrm flipH="1">
            <a:off x="7253687" y="3186477"/>
            <a:ext cx="949557" cy="1647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 name="Group 5"/>
          <p:cNvGrpSpPr/>
          <p:nvPr/>
        </p:nvGrpSpPr>
        <p:grpSpPr>
          <a:xfrm>
            <a:off x="6558106" y="1825625"/>
            <a:ext cx="5172669" cy="4674625"/>
            <a:chOff x="6558107" y="1822450"/>
            <a:chExt cx="5172669" cy="4674625"/>
          </a:xfrm>
        </p:grpSpPr>
        <p:pic>
          <p:nvPicPr>
            <p:cNvPr id="22" name="Picture 21"/>
            <p:cNvPicPr>
              <a:picLocks noChangeAspect="1"/>
            </p:cNvPicPr>
            <p:nvPr/>
          </p:nvPicPr>
          <p:blipFill>
            <a:blip r:embed="rId4"/>
            <a:stretch>
              <a:fillRect/>
            </a:stretch>
          </p:blipFill>
          <p:spPr>
            <a:xfrm>
              <a:off x="6558107" y="1822450"/>
              <a:ext cx="5172669" cy="4674625"/>
            </a:xfrm>
            <a:prstGeom prst="rect">
              <a:avLst/>
            </a:prstGeom>
          </p:spPr>
        </p:pic>
        <p:cxnSp>
          <p:nvCxnSpPr>
            <p:cNvPr id="23" name="Straight Connector 22"/>
            <p:cNvCxnSpPr/>
            <p:nvPr/>
          </p:nvCxnSpPr>
          <p:spPr>
            <a:xfrm>
              <a:off x="7229742" y="3159966"/>
              <a:ext cx="2914042" cy="2951641"/>
            </a:xfrm>
            <a:prstGeom prst="line">
              <a:avLst/>
            </a:prstGeom>
            <a:ln w="25400">
              <a:solidFill>
                <a:srgbClr val="7030A0"/>
              </a:solidFill>
              <a:prstDash val="sys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8349591" y="4032174"/>
              <a:ext cx="122381" cy="127588"/>
            </a:xfrm>
            <a:prstGeom prst="line">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7327953" y="4117718"/>
              <a:ext cx="747411" cy="779218"/>
            </a:xfrm>
            <a:prstGeom prst="line">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2" name="Group 1"/>
          <p:cNvGrpSpPr/>
          <p:nvPr/>
        </p:nvGrpSpPr>
        <p:grpSpPr>
          <a:xfrm>
            <a:off x="6558106" y="1822449"/>
            <a:ext cx="5172669" cy="4674625"/>
            <a:chOff x="774566" y="1822450"/>
            <a:chExt cx="5172669" cy="4674625"/>
          </a:xfrm>
        </p:grpSpPr>
        <p:pic>
          <p:nvPicPr>
            <p:cNvPr id="16" name="Picture 15"/>
            <p:cNvPicPr>
              <a:picLocks noChangeAspect="1"/>
            </p:cNvPicPr>
            <p:nvPr/>
          </p:nvPicPr>
          <p:blipFill>
            <a:blip r:embed="rId4"/>
            <a:stretch>
              <a:fillRect/>
            </a:stretch>
          </p:blipFill>
          <p:spPr>
            <a:xfrm>
              <a:off x="774566" y="1822450"/>
              <a:ext cx="5172669" cy="4674625"/>
            </a:xfrm>
            <a:prstGeom prst="rect">
              <a:avLst/>
            </a:prstGeom>
          </p:spPr>
        </p:pic>
        <p:cxnSp>
          <p:nvCxnSpPr>
            <p:cNvPr id="17" name="Straight Connector 16"/>
            <p:cNvCxnSpPr/>
            <p:nvPr/>
          </p:nvCxnSpPr>
          <p:spPr>
            <a:xfrm>
              <a:off x="1196520" y="4159762"/>
              <a:ext cx="2239698" cy="2268596"/>
            </a:xfrm>
            <a:prstGeom prst="line">
              <a:avLst/>
            </a:prstGeom>
            <a:ln w="25400">
              <a:solidFill>
                <a:srgbClr val="7030A0"/>
              </a:solidFill>
              <a:prstDash val="sysDash"/>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1926950" y="4032174"/>
              <a:ext cx="761481" cy="793882"/>
            </a:xfrm>
            <a:prstGeom prst="line">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1544412" y="4755177"/>
              <a:ext cx="135973" cy="141759"/>
            </a:xfrm>
            <a:prstGeom prst="line">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29" name="Isosceles Triangle 28"/>
          <p:cNvSpPr/>
          <p:nvPr/>
        </p:nvSpPr>
        <p:spPr>
          <a:xfrm>
            <a:off x="7983061" y="4691851"/>
            <a:ext cx="232012" cy="196161"/>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p:cNvSpPr txBox="1"/>
          <p:nvPr/>
        </p:nvSpPr>
        <p:spPr>
          <a:xfrm>
            <a:off x="9895601" y="2969676"/>
            <a:ext cx="1123256" cy="307777"/>
          </a:xfrm>
          <a:prstGeom prst="rect">
            <a:avLst/>
          </a:prstGeom>
          <a:noFill/>
        </p:spPr>
        <p:txBody>
          <a:bodyPr wrap="none" rtlCol="0">
            <a:spAutoFit/>
          </a:bodyPr>
          <a:lstStyle/>
          <a:p>
            <a:r>
              <a:rPr lang="en-US" sz="1400" dirty="0" smtClean="0"/>
              <a:t>positive data</a:t>
            </a:r>
            <a:endParaRPr lang="en-US" sz="1400" baseline="-25000" dirty="0"/>
          </a:p>
        </p:txBody>
      </p:sp>
      <p:sp>
        <p:nvSpPr>
          <p:cNvPr id="40" name="TextBox 39"/>
          <p:cNvSpPr txBox="1"/>
          <p:nvPr/>
        </p:nvSpPr>
        <p:spPr>
          <a:xfrm>
            <a:off x="8687249" y="5585388"/>
            <a:ext cx="1172757" cy="307777"/>
          </a:xfrm>
          <a:prstGeom prst="rect">
            <a:avLst/>
          </a:prstGeom>
          <a:noFill/>
        </p:spPr>
        <p:txBody>
          <a:bodyPr wrap="none" rtlCol="0">
            <a:spAutoFit/>
          </a:bodyPr>
          <a:lstStyle/>
          <a:p>
            <a:r>
              <a:rPr lang="en-US" sz="1400" dirty="0" smtClean="0"/>
              <a:t>negative data</a:t>
            </a:r>
            <a:endParaRPr lang="en-US" sz="1400" baseline="-25000" dirty="0"/>
          </a:p>
        </p:txBody>
      </p:sp>
      <p:sp>
        <p:nvSpPr>
          <p:cNvPr id="42" name="TextBox 41"/>
          <p:cNvSpPr txBox="1"/>
          <p:nvPr/>
        </p:nvSpPr>
        <p:spPr>
          <a:xfrm>
            <a:off x="10918614" y="6130918"/>
            <a:ext cx="308098" cy="369332"/>
          </a:xfrm>
          <a:prstGeom prst="rect">
            <a:avLst/>
          </a:prstGeom>
          <a:noFill/>
        </p:spPr>
        <p:txBody>
          <a:bodyPr wrap="none" rtlCol="0">
            <a:spAutoFit/>
          </a:bodyPr>
          <a:lstStyle/>
          <a:p>
            <a:r>
              <a:rPr lang="en-US" dirty="0" smtClean="0"/>
              <a:t>A</a:t>
            </a:r>
            <a:endParaRPr lang="en-US" baseline="-25000" dirty="0"/>
          </a:p>
        </p:txBody>
      </p:sp>
      <p:sp>
        <p:nvSpPr>
          <p:cNvPr id="43" name="TextBox 42"/>
          <p:cNvSpPr txBox="1"/>
          <p:nvPr/>
        </p:nvSpPr>
        <p:spPr>
          <a:xfrm>
            <a:off x="6722057" y="2694967"/>
            <a:ext cx="324128" cy="369332"/>
          </a:xfrm>
          <a:prstGeom prst="rect">
            <a:avLst/>
          </a:prstGeom>
          <a:noFill/>
        </p:spPr>
        <p:txBody>
          <a:bodyPr wrap="none" rtlCol="0">
            <a:spAutoFit/>
          </a:bodyPr>
          <a:lstStyle/>
          <a:p>
            <a:r>
              <a:rPr lang="en-US" dirty="0" smtClean="0"/>
              <a:t>B</a:t>
            </a:r>
            <a:endParaRPr lang="en-US" baseline="-25000" dirty="0"/>
          </a:p>
        </p:txBody>
      </p:sp>
    </p:spTree>
    <p:custDataLst>
      <p:tags r:id="rId1"/>
    </p:custDataLst>
    <p:extLst>
      <p:ext uri="{BB962C8B-B14F-4D97-AF65-F5344CB8AC3E}">
        <p14:creationId xmlns:p14="http://schemas.microsoft.com/office/powerpoint/2010/main" val="199968983"/>
      </p:ext>
    </p:extLst>
  </p:cSld>
  <p:clrMapOvr>
    <a:masterClrMapping/>
  </p:clrMapOvr>
  <mc:AlternateContent xmlns:mc="http://schemas.openxmlformats.org/markup-compatibility/2006" xmlns:p14="http://schemas.microsoft.com/office/powerpoint/2010/main">
    <mc:Choice Requires="p14">
      <p:transition spd="slow" p14:dur="2000" advTm="148574">
        <p:cut/>
      </p:transition>
    </mc:Choice>
    <mc:Fallback xmlns="">
      <p:transition spd="slow" advTm="148574">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down)">
                                      <p:cBhvr>
                                        <p:cTn id="17" dur="500"/>
                                        <p:tgtEl>
                                          <p:spTgt spid="13"/>
                                        </p:tgtEl>
                                      </p:cBhvr>
                                    </p:animEffect>
                                  </p:childTnLst>
                                </p:cTn>
                              </p:par>
                            </p:childTnLst>
                          </p:cTn>
                        </p:par>
                        <p:par>
                          <p:cTn id="18" fill="hold">
                            <p:stCondLst>
                              <p:cond delay="500"/>
                            </p:stCondLst>
                            <p:childTnLst>
                              <p:par>
                                <p:cTn id="19" presetID="22" presetClass="entr" presetSubtype="4" fill="hold"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down)">
                                      <p:cBhvr>
                                        <p:cTn id="21" dur="500"/>
                                        <p:tgtEl>
                                          <p:spTgt spid="12"/>
                                        </p:tgtEl>
                                      </p:cBhvr>
                                    </p:animEffect>
                                  </p:childTnLst>
                                </p:cTn>
                              </p:par>
                            </p:childTnLst>
                          </p:cTn>
                        </p:par>
                        <p:par>
                          <p:cTn id="22" fill="hold">
                            <p:stCondLst>
                              <p:cond delay="1000"/>
                            </p:stCondLst>
                            <p:childTnLst>
                              <p:par>
                                <p:cTn id="23" presetID="22" presetClass="entr" presetSubtype="4" fill="hold" nodeType="after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down)">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fade">
                                      <p:cBhvr>
                                        <p:cTn id="30" dur="500"/>
                                        <p:tgtEl>
                                          <p:spTgt spid="32"/>
                                        </p:tgtEl>
                                      </p:cBhvr>
                                    </p:animEffect>
                                  </p:childTnLst>
                                </p:cTn>
                              </p:par>
                              <p:par>
                                <p:cTn id="31" presetID="22" presetClass="entr" presetSubtype="4" fill="hold" nodeType="with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wipe(down)">
                                      <p:cBhvr>
                                        <p:cTn id="33" dur="500"/>
                                        <p:tgtEl>
                                          <p:spTgt spid="33"/>
                                        </p:tgtEl>
                                      </p:cBhvr>
                                    </p:animEffect>
                                  </p:childTnLst>
                                </p:cTn>
                              </p:par>
                              <p:par>
                                <p:cTn id="34" presetID="22" presetClass="entr" presetSubtype="4" fill="hold" nodeType="with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wipe(down)">
                                      <p:cBhvr>
                                        <p:cTn id="36" dur="500"/>
                                        <p:tgtEl>
                                          <p:spTgt spid="34"/>
                                        </p:tgtEl>
                                      </p:cBhvr>
                                    </p:animEffect>
                                  </p:childTnLst>
                                </p:cTn>
                              </p:par>
                              <p:par>
                                <p:cTn id="37" presetID="22" presetClass="entr" presetSubtype="4" fill="hold" nodeType="withEffect">
                                  <p:stCondLst>
                                    <p:cond delay="0"/>
                                  </p:stCondLst>
                                  <p:childTnLst>
                                    <p:set>
                                      <p:cBhvr>
                                        <p:cTn id="38" dur="1" fill="hold">
                                          <p:stCondLst>
                                            <p:cond delay="0"/>
                                          </p:stCondLst>
                                        </p:cTn>
                                        <p:tgtEl>
                                          <p:spTgt spid="35"/>
                                        </p:tgtEl>
                                        <p:attrNameLst>
                                          <p:attrName>style.visibility</p:attrName>
                                        </p:attrNameLst>
                                      </p:cBhvr>
                                      <p:to>
                                        <p:strVal val="visible"/>
                                      </p:to>
                                    </p:set>
                                    <p:animEffect transition="in" filter="wipe(down)">
                                      <p:cBhvr>
                                        <p:cTn id="39" dur="500"/>
                                        <p:tgtEl>
                                          <p:spTgt spid="3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nodeType="clickEffect">
                                  <p:stCondLst>
                                    <p:cond delay="0"/>
                                  </p:stCondLst>
                                  <p:childTnLst>
                                    <p:animEffect transition="out" filter="fade">
                                      <p:cBhvr>
                                        <p:cTn id="43" dur="500"/>
                                        <p:tgtEl>
                                          <p:spTgt spid="15"/>
                                        </p:tgtEl>
                                      </p:cBhvr>
                                    </p:animEffect>
                                    <p:set>
                                      <p:cBhvr>
                                        <p:cTn id="44" dur="1" fill="hold">
                                          <p:stCondLst>
                                            <p:cond delay="499"/>
                                          </p:stCondLst>
                                        </p:cTn>
                                        <p:tgtEl>
                                          <p:spTgt spid="15"/>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500"/>
                                        <p:tgtEl>
                                          <p:spTgt spid="8"/>
                                        </p:tgtEl>
                                      </p:cBhvr>
                                    </p:animEffect>
                                    <p:set>
                                      <p:cBhvr>
                                        <p:cTn id="47" dur="1" fill="hold">
                                          <p:stCondLst>
                                            <p:cond delay="499"/>
                                          </p:stCondLst>
                                        </p:cTn>
                                        <p:tgtEl>
                                          <p:spTgt spid="8"/>
                                        </p:tgtEl>
                                        <p:attrNameLst>
                                          <p:attrName>style.visibility</p:attrName>
                                        </p:attrNameLst>
                                      </p:cBhvr>
                                      <p:to>
                                        <p:strVal val="hidden"/>
                                      </p:to>
                                    </p:set>
                                  </p:childTnLst>
                                </p:cTn>
                              </p:par>
                              <p:par>
                                <p:cTn id="48" presetID="10" presetClass="exit" presetSubtype="0" fill="hold" nodeType="withEffect">
                                  <p:stCondLst>
                                    <p:cond delay="0"/>
                                  </p:stCondLst>
                                  <p:childTnLst>
                                    <p:animEffect transition="out" filter="fade">
                                      <p:cBhvr>
                                        <p:cTn id="49" dur="500"/>
                                        <p:tgtEl>
                                          <p:spTgt spid="13"/>
                                        </p:tgtEl>
                                      </p:cBhvr>
                                    </p:animEffect>
                                    <p:set>
                                      <p:cBhvr>
                                        <p:cTn id="50" dur="1" fill="hold">
                                          <p:stCondLst>
                                            <p:cond delay="499"/>
                                          </p:stCondLst>
                                        </p:cTn>
                                        <p:tgtEl>
                                          <p:spTgt spid="13"/>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500"/>
                                        <p:tgtEl>
                                          <p:spTgt spid="12"/>
                                        </p:tgtEl>
                                      </p:cBhvr>
                                    </p:animEffect>
                                    <p:set>
                                      <p:cBhvr>
                                        <p:cTn id="53" dur="1" fill="hold">
                                          <p:stCondLst>
                                            <p:cond delay="499"/>
                                          </p:stCondLst>
                                        </p:cTn>
                                        <p:tgtEl>
                                          <p:spTgt spid="12"/>
                                        </p:tgtEl>
                                        <p:attrNameLst>
                                          <p:attrName>style.visibility</p:attrName>
                                        </p:attrNameLst>
                                      </p:cBhvr>
                                      <p:to>
                                        <p:strVal val="hidden"/>
                                      </p:to>
                                    </p:set>
                                  </p:childTnLst>
                                </p:cTn>
                              </p:par>
                              <p:par>
                                <p:cTn id="54" presetID="10" presetClass="exit" presetSubtype="0" fill="hold" nodeType="withEffect">
                                  <p:stCondLst>
                                    <p:cond delay="0"/>
                                  </p:stCondLst>
                                  <p:childTnLst>
                                    <p:animEffect transition="out" filter="fade">
                                      <p:cBhvr>
                                        <p:cTn id="55" dur="500"/>
                                        <p:tgtEl>
                                          <p:spTgt spid="14"/>
                                        </p:tgtEl>
                                      </p:cBhvr>
                                    </p:animEffect>
                                    <p:set>
                                      <p:cBhvr>
                                        <p:cTn id="56" dur="1" fill="hold">
                                          <p:stCondLst>
                                            <p:cond delay="499"/>
                                          </p:stCondLst>
                                        </p:cTn>
                                        <p:tgtEl>
                                          <p:spTgt spid="14"/>
                                        </p:tgtEl>
                                        <p:attrNameLst>
                                          <p:attrName>style.visibility</p:attrName>
                                        </p:attrNameLst>
                                      </p:cBhvr>
                                      <p:to>
                                        <p:strVal val="hidden"/>
                                      </p:to>
                                    </p:set>
                                  </p:childTnLst>
                                </p:cTn>
                              </p:par>
                              <p:par>
                                <p:cTn id="57" presetID="10" presetClass="exit" presetSubtype="0" fill="hold" grpId="1" nodeType="withEffect">
                                  <p:stCondLst>
                                    <p:cond delay="0"/>
                                  </p:stCondLst>
                                  <p:childTnLst>
                                    <p:animEffect transition="out" filter="fade">
                                      <p:cBhvr>
                                        <p:cTn id="58" dur="500"/>
                                        <p:tgtEl>
                                          <p:spTgt spid="32"/>
                                        </p:tgtEl>
                                      </p:cBhvr>
                                    </p:animEffect>
                                    <p:set>
                                      <p:cBhvr>
                                        <p:cTn id="59" dur="1" fill="hold">
                                          <p:stCondLst>
                                            <p:cond delay="499"/>
                                          </p:stCondLst>
                                        </p:cTn>
                                        <p:tgtEl>
                                          <p:spTgt spid="32"/>
                                        </p:tgtEl>
                                        <p:attrNameLst>
                                          <p:attrName>style.visibility</p:attrName>
                                        </p:attrNameLst>
                                      </p:cBhvr>
                                      <p:to>
                                        <p:strVal val="hidden"/>
                                      </p:to>
                                    </p:set>
                                  </p:childTnLst>
                                </p:cTn>
                              </p:par>
                              <p:par>
                                <p:cTn id="60" presetID="10" presetClass="exit" presetSubtype="0" fill="hold" nodeType="withEffect">
                                  <p:stCondLst>
                                    <p:cond delay="0"/>
                                  </p:stCondLst>
                                  <p:childTnLst>
                                    <p:animEffect transition="out" filter="fade">
                                      <p:cBhvr>
                                        <p:cTn id="61" dur="500"/>
                                        <p:tgtEl>
                                          <p:spTgt spid="33"/>
                                        </p:tgtEl>
                                      </p:cBhvr>
                                    </p:animEffect>
                                    <p:set>
                                      <p:cBhvr>
                                        <p:cTn id="62" dur="1" fill="hold">
                                          <p:stCondLst>
                                            <p:cond delay="499"/>
                                          </p:stCondLst>
                                        </p:cTn>
                                        <p:tgtEl>
                                          <p:spTgt spid="33"/>
                                        </p:tgtEl>
                                        <p:attrNameLst>
                                          <p:attrName>style.visibility</p:attrName>
                                        </p:attrNameLst>
                                      </p:cBhvr>
                                      <p:to>
                                        <p:strVal val="hidden"/>
                                      </p:to>
                                    </p:set>
                                  </p:childTnLst>
                                </p:cTn>
                              </p:par>
                              <p:par>
                                <p:cTn id="63" presetID="10" presetClass="exit" presetSubtype="0" fill="hold" nodeType="withEffect">
                                  <p:stCondLst>
                                    <p:cond delay="0"/>
                                  </p:stCondLst>
                                  <p:childTnLst>
                                    <p:animEffect transition="out" filter="fade">
                                      <p:cBhvr>
                                        <p:cTn id="64" dur="500"/>
                                        <p:tgtEl>
                                          <p:spTgt spid="34"/>
                                        </p:tgtEl>
                                      </p:cBhvr>
                                    </p:animEffect>
                                    <p:set>
                                      <p:cBhvr>
                                        <p:cTn id="65" dur="1" fill="hold">
                                          <p:stCondLst>
                                            <p:cond delay="499"/>
                                          </p:stCondLst>
                                        </p:cTn>
                                        <p:tgtEl>
                                          <p:spTgt spid="34"/>
                                        </p:tgtEl>
                                        <p:attrNameLst>
                                          <p:attrName>style.visibility</p:attrName>
                                        </p:attrNameLst>
                                      </p:cBhvr>
                                      <p:to>
                                        <p:strVal val="hidden"/>
                                      </p:to>
                                    </p:set>
                                  </p:childTnLst>
                                </p:cTn>
                              </p:par>
                              <p:par>
                                <p:cTn id="66" presetID="10" presetClass="exit" presetSubtype="0" fill="hold" nodeType="withEffect">
                                  <p:stCondLst>
                                    <p:cond delay="0"/>
                                  </p:stCondLst>
                                  <p:childTnLst>
                                    <p:animEffect transition="out" filter="fade">
                                      <p:cBhvr>
                                        <p:cTn id="67" dur="500"/>
                                        <p:tgtEl>
                                          <p:spTgt spid="35"/>
                                        </p:tgtEl>
                                      </p:cBhvr>
                                    </p:animEffect>
                                    <p:set>
                                      <p:cBhvr>
                                        <p:cTn id="68" dur="1" fill="hold">
                                          <p:stCondLst>
                                            <p:cond delay="499"/>
                                          </p:stCondLst>
                                        </p:cTn>
                                        <p:tgtEl>
                                          <p:spTgt spid="35"/>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2"/>
                                        </p:tgtEl>
                                        <p:attrNameLst>
                                          <p:attrName>style.visibility</p:attrName>
                                        </p:attrNameLst>
                                      </p:cBhvr>
                                      <p:to>
                                        <p:strVal val="visible"/>
                                      </p:to>
                                    </p:set>
                                    <p:animEffect transition="in" filter="fade">
                                      <p:cBhvr>
                                        <p:cTn id="73" dur="500"/>
                                        <p:tgtEl>
                                          <p:spTgt spid="2"/>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xit" presetSubtype="0" fill="hold" nodeType="clickEffect">
                                  <p:stCondLst>
                                    <p:cond delay="0"/>
                                  </p:stCondLst>
                                  <p:childTnLst>
                                    <p:animEffect transition="out" filter="fade">
                                      <p:cBhvr>
                                        <p:cTn id="77" dur="500"/>
                                        <p:tgtEl>
                                          <p:spTgt spid="2"/>
                                        </p:tgtEl>
                                      </p:cBhvr>
                                    </p:animEffect>
                                    <p:set>
                                      <p:cBhvr>
                                        <p:cTn id="78" dur="1" fill="hold">
                                          <p:stCondLst>
                                            <p:cond delay="499"/>
                                          </p:stCondLst>
                                        </p:cTn>
                                        <p:tgtEl>
                                          <p:spTgt spid="2"/>
                                        </p:tgtEl>
                                        <p:attrNameLst>
                                          <p:attrName>style.visibility</p:attrName>
                                        </p:attrNameLst>
                                      </p:cBhvr>
                                      <p:to>
                                        <p:strVal val="hidden"/>
                                      </p:to>
                                    </p:set>
                                  </p:childTnLst>
                                </p:cTn>
                              </p:par>
                              <p:par>
                                <p:cTn id="79" presetID="10" presetClass="entr" presetSubtype="0" fill="hold" nodeType="withEffect">
                                  <p:stCondLst>
                                    <p:cond delay="0"/>
                                  </p:stCondLst>
                                  <p:childTnLst>
                                    <p:set>
                                      <p:cBhvr>
                                        <p:cTn id="80" dur="1" fill="hold">
                                          <p:stCondLst>
                                            <p:cond delay="0"/>
                                          </p:stCondLst>
                                        </p:cTn>
                                        <p:tgtEl>
                                          <p:spTgt spid="6"/>
                                        </p:tgtEl>
                                        <p:attrNameLst>
                                          <p:attrName>style.visibility</p:attrName>
                                        </p:attrNameLst>
                                      </p:cBhvr>
                                      <p:to>
                                        <p:strVal val="visible"/>
                                      </p:to>
                                    </p:set>
                                    <p:animEffect transition="in" filter="fade">
                                      <p:cBhvr>
                                        <p:cTn id="81" dur="500"/>
                                        <p:tgtEl>
                                          <p:spTgt spid="6"/>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xit" presetSubtype="0" fill="hold" nodeType="clickEffect">
                                  <p:stCondLst>
                                    <p:cond delay="0"/>
                                  </p:stCondLst>
                                  <p:childTnLst>
                                    <p:animEffect transition="out" filter="fade">
                                      <p:cBhvr>
                                        <p:cTn id="85" dur="500"/>
                                        <p:tgtEl>
                                          <p:spTgt spid="6"/>
                                        </p:tgtEl>
                                      </p:cBhvr>
                                    </p:animEffect>
                                    <p:set>
                                      <p:cBhvr>
                                        <p:cTn id="86" dur="1" fill="hold">
                                          <p:stCondLst>
                                            <p:cond delay="499"/>
                                          </p:stCondLst>
                                        </p:cTn>
                                        <p:tgtEl>
                                          <p:spTgt spid="6"/>
                                        </p:tgtEl>
                                        <p:attrNameLst>
                                          <p:attrName>style.visibility</p:attrName>
                                        </p:attrNameLst>
                                      </p:cBhvr>
                                      <p:to>
                                        <p:strVal val="hidden"/>
                                      </p:to>
                                    </p:set>
                                  </p:childTnLst>
                                </p:cTn>
                              </p:par>
                              <p:par>
                                <p:cTn id="87" presetID="10" presetClass="entr" presetSubtype="0" fill="hold" grpId="0" nodeType="withEffect">
                                  <p:stCondLst>
                                    <p:cond delay="0"/>
                                  </p:stCondLst>
                                  <p:childTnLst>
                                    <p:set>
                                      <p:cBhvr>
                                        <p:cTn id="88" dur="1" fill="hold">
                                          <p:stCondLst>
                                            <p:cond delay="0"/>
                                          </p:stCondLst>
                                        </p:cTn>
                                        <p:tgtEl>
                                          <p:spTgt spid="29"/>
                                        </p:tgtEl>
                                        <p:attrNameLst>
                                          <p:attrName>style.visibility</p:attrName>
                                        </p:attrNameLst>
                                      </p:cBhvr>
                                      <p:to>
                                        <p:strVal val="visible"/>
                                      </p:to>
                                    </p:set>
                                    <p:animEffect transition="in" filter="fade">
                                      <p:cBhvr>
                                        <p:cTn id="89" dur="500"/>
                                        <p:tgtEl>
                                          <p:spTgt spid="29"/>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3">
                                            <p:txEl>
                                              <p:pRg st="2" end="2"/>
                                            </p:txEl>
                                          </p:spTgt>
                                        </p:tgtEl>
                                        <p:attrNameLst>
                                          <p:attrName>style.visibility</p:attrName>
                                        </p:attrNameLst>
                                      </p:cBhvr>
                                      <p:to>
                                        <p:strVal val="visible"/>
                                      </p:to>
                                    </p:set>
                                    <p:animEffect transition="in" filter="fade">
                                      <p:cBhvr>
                                        <p:cTn id="94" dur="500"/>
                                        <p:tgtEl>
                                          <p:spTgt spid="3">
                                            <p:txEl>
                                              <p:pRg st="2" end="2"/>
                                            </p:txEl>
                                          </p:spTgt>
                                        </p:tgtEl>
                                      </p:cBhvr>
                                    </p:animEffect>
                                  </p:childTnLst>
                                </p:cTn>
                              </p:par>
                              <p:par>
                                <p:cTn id="95" presetID="10" presetClass="entr" presetSubtype="0" fill="hold" nodeType="withEffect">
                                  <p:stCondLst>
                                    <p:cond delay="0"/>
                                  </p:stCondLst>
                                  <p:childTnLst>
                                    <p:set>
                                      <p:cBhvr>
                                        <p:cTn id="96" dur="1" fill="hold">
                                          <p:stCondLst>
                                            <p:cond delay="0"/>
                                          </p:stCondLst>
                                        </p:cTn>
                                        <p:tgtEl>
                                          <p:spTgt spid="3">
                                            <p:txEl>
                                              <p:pRg st="3" end="3"/>
                                            </p:txEl>
                                          </p:spTgt>
                                        </p:tgtEl>
                                        <p:attrNameLst>
                                          <p:attrName>style.visibility</p:attrName>
                                        </p:attrNameLst>
                                      </p:cBhvr>
                                      <p:to>
                                        <p:strVal val="visible"/>
                                      </p:to>
                                    </p:set>
                                    <p:animEffect transition="in" filter="fade">
                                      <p:cBhvr>
                                        <p:cTn id="97" dur="500"/>
                                        <p:tgtEl>
                                          <p:spTgt spid="3">
                                            <p:txEl>
                                              <p:pRg st="3" end="3"/>
                                            </p:txEl>
                                          </p:spTgt>
                                        </p:tgtEl>
                                      </p:cBhvr>
                                    </p:animEffect>
                                  </p:childTnLst>
                                </p:cTn>
                              </p:par>
                              <p:par>
                                <p:cTn id="98" presetID="10" presetClass="entr" presetSubtype="0" fill="hold" nodeType="withEffect">
                                  <p:stCondLst>
                                    <p:cond delay="0"/>
                                  </p:stCondLst>
                                  <p:childTnLst>
                                    <p:set>
                                      <p:cBhvr>
                                        <p:cTn id="99" dur="1" fill="hold">
                                          <p:stCondLst>
                                            <p:cond delay="0"/>
                                          </p:stCondLst>
                                        </p:cTn>
                                        <p:tgtEl>
                                          <p:spTgt spid="15"/>
                                        </p:tgtEl>
                                        <p:attrNameLst>
                                          <p:attrName>style.visibility</p:attrName>
                                        </p:attrNameLst>
                                      </p:cBhvr>
                                      <p:to>
                                        <p:strVal val="visible"/>
                                      </p:to>
                                    </p:set>
                                    <p:animEffect transition="in" filter="fade">
                                      <p:cBhvr>
                                        <p:cTn id="100" dur="500"/>
                                        <p:tgtEl>
                                          <p:spTgt spid="15"/>
                                        </p:tgtEl>
                                      </p:cBhvr>
                                    </p:animEffect>
                                  </p:childTnLst>
                                </p:cTn>
                              </p:par>
                              <p:par>
                                <p:cTn id="101" presetID="10" presetClass="entr" presetSubtype="0" fill="hold" nodeType="withEffect">
                                  <p:stCondLst>
                                    <p:cond delay="0"/>
                                  </p:stCondLst>
                                  <p:childTnLst>
                                    <p:set>
                                      <p:cBhvr>
                                        <p:cTn id="102" dur="1" fill="hold">
                                          <p:stCondLst>
                                            <p:cond delay="0"/>
                                          </p:stCondLst>
                                        </p:cTn>
                                        <p:tgtEl>
                                          <p:spTgt spid="8"/>
                                        </p:tgtEl>
                                        <p:attrNameLst>
                                          <p:attrName>style.visibility</p:attrName>
                                        </p:attrNameLst>
                                      </p:cBhvr>
                                      <p:to>
                                        <p:strVal val="visible"/>
                                      </p:to>
                                    </p:set>
                                    <p:animEffect transition="in" filter="fade">
                                      <p:cBhvr>
                                        <p:cTn id="103" dur="500"/>
                                        <p:tgtEl>
                                          <p:spTgt spid="8"/>
                                        </p:tgtEl>
                                      </p:cBhvr>
                                    </p:animEffect>
                                  </p:childTnLst>
                                </p:cTn>
                              </p:par>
                              <p:par>
                                <p:cTn id="104" presetID="10" presetClass="entr" presetSubtype="0" fill="hold" nodeType="withEffect">
                                  <p:stCondLst>
                                    <p:cond delay="0"/>
                                  </p:stCondLst>
                                  <p:childTnLst>
                                    <p:set>
                                      <p:cBhvr>
                                        <p:cTn id="105" dur="1" fill="hold">
                                          <p:stCondLst>
                                            <p:cond delay="0"/>
                                          </p:stCondLst>
                                        </p:cTn>
                                        <p:tgtEl>
                                          <p:spTgt spid="13"/>
                                        </p:tgtEl>
                                        <p:attrNameLst>
                                          <p:attrName>style.visibility</p:attrName>
                                        </p:attrNameLst>
                                      </p:cBhvr>
                                      <p:to>
                                        <p:strVal val="visible"/>
                                      </p:to>
                                    </p:set>
                                    <p:animEffect transition="in" filter="fade">
                                      <p:cBhvr>
                                        <p:cTn id="106" dur="500"/>
                                        <p:tgtEl>
                                          <p:spTgt spid="13"/>
                                        </p:tgtEl>
                                      </p:cBhvr>
                                    </p:animEffect>
                                  </p:childTnLst>
                                </p:cTn>
                              </p:par>
                              <p:par>
                                <p:cTn id="107" presetID="10" presetClass="entr" presetSubtype="0" fill="hold" nodeType="withEffect">
                                  <p:stCondLst>
                                    <p:cond delay="0"/>
                                  </p:stCondLst>
                                  <p:childTnLst>
                                    <p:set>
                                      <p:cBhvr>
                                        <p:cTn id="108" dur="1" fill="hold">
                                          <p:stCondLst>
                                            <p:cond delay="0"/>
                                          </p:stCondLst>
                                        </p:cTn>
                                        <p:tgtEl>
                                          <p:spTgt spid="12"/>
                                        </p:tgtEl>
                                        <p:attrNameLst>
                                          <p:attrName>style.visibility</p:attrName>
                                        </p:attrNameLst>
                                      </p:cBhvr>
                                      <p:to>
                                        <p:strVal val="visible"/>
                                      </p:to>
                                    </p:set>
                                    <p:animEffect transition="in" filter="fade">
                                      <p:cBhvr>
                                        <p:cTn id="109" dur="500"/>
                                        <p:tgtEl>
                                          <p:spTgt spid="12"/>
                                        </p:tgtEl>
                                      </p:cBhvr>
                                    </p:animEffect>
                                  </p:childTnLst>
                                </p:cTn>
                              </p:par>
                              <p:par>
                                <p:cTn id="110" presetID="10" presetClass="entr" presetSubtype="0" fill="hold" nodeType="withEffect">
                                  <p:stCondLst>
                                    <p:cond delay="0"/>
                                  </p:stCondLst>
                                  <p:childTnLst>
                                    <p:set>
                                      <p:cBhvr>
                                        <p:cTn id="111" dur="1" fill="hold">
                                          <p:stCondLst>
                                            <p:cond delay="0"/>
                                          </p:stCondLst>
                                        </p:cTn>
                                        <p:tgtEl>
                                          <p:spTgt spid="14"/>
                                        </p:tgtEl>
                                        <p:attrNameLst>
                                          <p:attrName>style.visibility</p:attrName>
                                        </p:attrNameLst>
                                      </p:cBhvr>
                                      <p:to>
                                        <p:strVal val="visible"/>
                                      </p:to>
                                    </p:set>
                                    <p:animEffect transition="in" filter="fade">
                                      <p:cBhvr>
                                        <p:cTn id="1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2" grpId="1" animBg="1"/>
      <p:bldP spid="29" grpId="0" animBg="1"/>
    </p:bldLst>
  </p:timing>
  <p:extLst mod="1">
    <p:ext uri="{3A86A75C-4F4B-4683-9AE1-C65F6400EC91}">
      <p14:laserTraceLst xmlns:p14="http://schemas.microsoft.com/office/powerpoint/2010/main">
        <p14:tracePtLst>
          <p14:tracePt t="4847" x="674688" y="5370513"/>
          <p14:tracePt t="5944" x="696913" y="5370513"/>
          <p14:tracePt t="5951" x="747713" y="5376863"/>
          <p14:tracePt t="5959" x="820738" y="5392738"/>
          <p14:tracePt t="5968" x="922338" y="5399088"/>
          <p14:tracePt t="5985" x="1044575" y="5421313"/>
          <p14:tracePt t="6002" x="1146175" y="5421313"/>
          <p14:tracePt t="6018" x="1255713" y="5399088"/>
          <p14:tracePt t="6035" x="1393825" y="5311775"/>
          <p14:tracePt t="6052" x="1546225" y="5189538"/>
          <p14:tracePt t="6068" x="1712913" y="4992688"/>
          <p14:tracePt t="6085" x="1865313" y="4833938"/>
          <p14:tracePt t="6102" x="1989138" y="4702175"/>
          <p14:tracePt t="6119" x="2111375" y="4549775"/>
          <p14:tracePt t="6135" x="2162175" y="4456113"/>
          <p14:tracePt t="6152" x="2206625" y="4360863"/>
          <p14:tracePt t="6169" x="2243138" y="4252913"/>
          <p14:tracePt t="6185" x="2257425" y="4137025"/>
          <p14:tracePt t="6202" x="2257425" y="3976688"/>
          <p14:tracePt t="6218" x="2257425" y="3824288"/>
          <p14:tracePt t="6235" x="2257425" y="3686175"/>
          <p14:tracePt t="6252" x="2257425" y="3570288"/>
          <p14:tracePt t="6268" x="2271713" y="3462338"/>
          <p14:tracePt t="6285" x="2286000" y="3344863"/>
          <p14:tracePt t="6302" x="2286000" y="3208338"/>
          <p14:tracePt t="6319" x="2286000" y="3033713"/>
          <p14:tracePt t="6335" x="2257425" y="2924175"/>
          <p14:tracePt t="6352" x="2206625" y="2836863"/>
          <p14:tracePt t="6368" x="2155825" y="2751138"/>
          <p14:tracePt t="6385" x="2125663" y="2684463"/>
          <p14:tracePt t="6402" x="2119313" y="2641600"/>
          <p14:tracePt t="6419" x="2105025" y="2605088"/>
          <p14:tracePt t="6435" x="2105025" y="2582863"/>
          <p14:tracePt t="6452" x="2105025" y="2547938"/>
          <p14:tracePt t="6469" x="2105025" y="2532063"/>
          <p14:tracePt t="6485" x="2105025" y="2511425"/>
          <p14:tracePt t="6576" x="2105025" y="2503488"/>
          <p14:tracePt t="6607" x="2111375" y="2511425"/>
          <p14:tracePt t="6615" x="2119313" y="2517775"/>
          <p14:tracePt t="6623" x="2133600" y="2532063"/>
          <p14:tracePt t="6635" x="2133600" y="2540000"/>
          <p14:tracePt t="6652" x="2147888" y="2554288"/>
          <p14:tracePt t="6669" x="2155825" y="2568575"/>
          <p14:tracePt t="6685" x="2170113" y="2576513"/>
          <p14:tracePt t="6702" x="2176463" y="2590800"/>
          <p14:tracePt t="6719" x="2212975" y="2619375"/>
          <p14:tracePt t="6735" x="2249488" y="2633663"/>
          <p14:tracePt t="6752" x="2263775" y="2641600"/>
          <p14:tracePt t="6769" x="2278063" y="2649538"/>
          <p14:tracePt t="6785" x="2300288" y="2663825"/>
          <p14:tracePt t="6802" x="2328863" y="2678113"/>
          <p14:tracePt t="6819" x="2359025" y="2700338"/>
          <p14:tracePt t="6835" x="2401888" y="2720975"/>
          <p14:tracePt t="6852" x="2424113" y="2743200"/>
          <p14:tracePt t="6869" x="2452688" y="2757488"/>
          <p14:tracePt t="6885" x="2466975" y="2757488"/>
          <p14:tracePt t="6902" x="2497138" y="2771775"/>
          <p14:tracePt t="6919" x="2554288" y="2794000"/>
          <p14:tracePt t="6935" x="2641600" y="2822575"/>
          <p14:tracePt t="6952" x="2684463" y="2844800"/>
          <p14:tracePt t="6969" x="2714625" y="2867025"/>
          <p14:tracePt t="6985" x="2720975" y="2867025"/>
          <p14:tracePt t="7002" x="2735263" y="2881313"/>
          <p14:tracePt t="7019" x="2751138" y="2895600"/>
          <p14:tracePt t="7035" x="2757488" y="2903538"/>
          <p14:tracePt t="7052" x="2765425" y="2909888"/>
          <p14:tracePt t="7069" x="2765425" y="2924175"/>
          <p14:tracePt t="7085" x="2771775" y="2932113"/>
          <p14:tracePt t="7119" x="2771775" y="2938463"/>
          <p14:tracePt t="8328" x="2771775" y="2946400"/>
          <p14:tracePt t="8335" x="2794000" y="2954338"/>
          <p14:tracePt t="8343" x="2844800" y="2954338"/>
          <p14:tracePt t="8352" x="2903538" y="2954338"/>
          <p14:tracePt t="8369" x="3040063" y="2938463"/>
          <p14:tracePt t="8386" x="3186113" y="2938463"/>
          <p14:tracePt t="8402" x="3302000" y="2932113"/>
          <p14:tracePt t="8419" x="3389313" y="2924175"/>
          <p14:tracePt t="8436" x="3440113" y="2909888"/>
          <p14:tracePt t="8453" x="3468688" y="2909888"/>
          <p14:tracePt t="8469" x="3490913" y="2909888"/>
          <p14:tracePt t="8486" x="3505200" y="2909888"/>
          <p14:tracePt t="8503" x="3533775" y="2909888"/>
          <p14:tracePt t="8519" x="3556000" y="2903538"/>
          <p14:tracePt t="8536" x="3578225" y="2895600"/>
          <p14:tracePt t="8553" x="3584575" y="2895600"/>
          <p14:tracePt t="8586" x="3592513" y="2895600"/>
          <p14:tracePt t="8603" x="3598863" y="2887663"/>
          <p14:tracePt t="8619" x="3606800" y="2887663"/>
          <p14:tracePt t="8636" x="3621088" y="2881313"/>
          <p14:tracePt t="8653" x="3643313" y="2873375"/>
          <p14:tracePt t="8669" x="3665538" y="2859088"/>
          <p14:tracePt t="8686" x="3686175" y="2852738"/>
          <p14:tracePt t="8703" x="3730625" y="2836863"/>
          <p14:tracePt t="8719" x="3810000" y="2801938"/>
          <p14:tracePt t="8736" x="3883025" y="2765425"/>
          <p14:tracePt t="8753" x="3948113" y="2735263"/>
          <p14:tracePt t="8769" x="4005263" y="2714625"/>
          <p14:tracePt t="8786" x="4056063" y="2700338"/>
          <p14:tracePt t="8803" x="4106863" y="2684463"/>
          <p14:tracePt t="8819" x="4137025" y="2678113"/>
          <p14:tracePt t="8836" x="4179888" y="2678113"/>
          <p14:tracePt t="8853" x="4208463" y="2670175"/>
          <p14:tracePt t="8869" x="4244975" y="2670175"/>
          <p14:tracePt t="8886" x="4289425" y="2670175"/>
          <p14:tracePt t="8903" x="4332288" y="2670175"/>
          <p14:tracePt t="8919" x="4397375" y="2670175"/>
          <p14:tracePt t="8936" x="4433888" y="2678113"/>
          <p14:tracePt t="8953" x="4462463" y="2684463"/>
          <p14:tracePt t="8969" x="4492625" y="2692400"/>
          <p14:tracePt t="8986" x="4513263" y="2700338"/>
          <p14:tracePt t="9003" x="4535488" y="2706688"/>
          <p14:tracePt t="9019" x="4543425" y="2714625"/>
          <p14:tracePt t="9036" x="4557713" y="2714625"/>
          <p14:tracePt t="9053" x="4572000" y="2728913"/>
          <p14:tracePt t="9069" x="4579938" y="2735263"/>
          <p14:tracePt t="9086" x="4586288" y="2751138"/>
          <p14:tracePt t="9103" x="4600575" y="2771775"/>
          <p14:tracePt t="9119" x="4614863" y="2801938"/>
          <p14:tracePt t="9136" x="4630738" y="2822575"/>
          <p14:tracePt t="9153" x="4630738" y="2830513"/>
          <p14:tracePt t="9169" x="4637088" y="2844800"/>
          <p14:tracePt t="9203" x="4637088" y="2852738"/>
          <p14:tracePt t="9464" x="4645025" y="2852738"/>
          <p14:tracePt t="9479" x="4651375" y="2844800"/>
          <p14:tracePt t="9495" x="4651375" y="2836863"/>
          <p14:tracePt t="9503" x="4659313" y="2830513"/>
          <p14:tracePt t="9527" x="4665663" y="2822575"/>
          <p14:tracePt t="9543" x="4673600" y="2816225"/>
          <p14:tracePt t="9599" x="4673600" y="2808288"/>
          <p14:tracePt t="9623" x="4681538" y="2808288"/>
          <p14:tracePt t="9647" x="4687888" y="2794000"/>
          <p14:tracePt t="9704" x="4695825" y="2786063"/>
          <p14:tracePt t="9919" x="4695825" y="2779713"/>
          <p14:tracePt t="10128" x="4665663" y="2779713"/>
          <p14:tracePt t="10135" x="4645025" y="2779713"/>
          <p14:tracePt t="10143" x="4614863" y="2779713"/>
          <p14:tracePt t="10153" x="4586288" y="2771775"/>
          <p14:tracePt t="10170" x="4484688" y="2757488"/>
          <p14:tracePt t="10186" x="4360863" y="2757488"/>
          <p14:tracePt t="10203" x="4216400" y="2757488"/>
          <p14:tracePt t="10220" x="4092575" y="2757488"/>
          <p14:tracePt t="10236" x="3954463" y="2757488"/>
          <p14:tracePt t="10253" x="3846513" y="2757488"/>
          <p14:tracePt t="10270" x="3767138" y="2757488"/>
          <p14:tracePt t="10286" x="3700463" y="2757488"/>
          <p14:tracePt t="10303" x="3635375" y="2757488"/>
          <p14:tracePt t="10320" x="3592513" y="2765425"/>
          <p14:tracePt t="10336" x="3541713" y="2786063"/>
          <p14:tracePt t="10353" x="3482975" y="2794000"/>
          <p14:tracePt t="10370" x="3432175" y="2816225"/>
          <p14:tracePt t="10386" x="3395663" y="2822575"/>
          <p14:tracePt t="10403" x="3360738" y="2836863"/>
          <p14:tracePt t="10420" x="3338513" y="2844800"/>
          <p14:tracePt t="10436" x="3309938" y="2852738"/>
          <p14:tracePt t="10453" x="3279775" y="2867025"/>
          <p14:tracePt t="10470" x="3259138" y="2867025"/>
          <p14:tracePt t="10487" x="3178175" y="2895600"/>
          <p14:tracePt t="10503" x="3141663" y="2903538"/>
          <p14:tracePt t="10520" x="3098800" y="2909888"/>
          <p14:tracePt t="10537" x="3062288" y="2924175"/>
          <p14:tracePt t="10553" x="3033713" y="2924175"/>
          <p14:tracePt t="10570" x="2989263" y="2932113"/>
          <p14:tracePt t="10586" x="2946400" y="2932113"/>
          <p14:tracePt t="10603" x="2903538" y="2938463"/>
          <p14:tracePt t="10620" x="2852738" y="2946400"/>
          <p14:tracePt t="10636" x="2816225" y="2954338"/>
          <p14:tracePt t="10653" x="2786063" y="2960688"/>
          <p14:tracePt t="10670" x="2757488" y="2960688"/>
          <p14:tracePt t="10686" x="2735263" y="2968625"/>
          <p14:tracePt t="10703" x="2692400" y="2974975"/>
          <p14:tracePt t="10720" x="2670175" y="2974975"/>
          <p14:tracePt t="10736" x="2633663" y="2982913"/>
          <p14:tracePt t="10753" x="2598738" y="2989263"/>
          <p14:tracePt t="10770" x="2554288" y="2997200"/>
          <p14:tracePt t="10787" x="2511425" y="3005138"/>
          <p14:tracePt t="10803" x="2481263" y="3011488"/>
          <p14:tracePt t="10820" x="2452688" y="3019425"/>
          <p14:tracePt t="10836" x="2424113" y="3033713"/>
          <p14:tracePt t="10853" x="2409825" y="3040063"/>
          <p14:tracePt t="10870" x="2379663" y="3055938"/>
          <p14:tracePt t="10886" x="2365375" y="3062288"/>
          <p14:tracePt t="10903" x="2351088" y="3076575"/>
          <p14:tracePt t="10920" x="2344738" y="3084513"/>
          <p14:tracePt t="10936" x="2344738" y="3090863"/>
          <p14:tracePt t="10953" x="2344738" y="3106738"/>
          <p14:tracePt t="10970" x="2344738" y="3127375"/>
          <p14:tracePt t="10987" x="2344738" y="3141663"/>
          <p14:tracePt t="11003" x="2365375" y="3178175"/>
          <p14:tracePt t="11020" x="2387600" y="3208338"/>
          <p14:tracePt t="11037" x="2438400" y="3228975"/>
          <p14:tracePt t="11053" x="2497138" y="3243263"/>
          <p14:tracePt t="11070" x="2554288" y="3265488"/>
          <p14:tracePt t="11087" x="2627313" y="3273425"/>
          <p14:tracePt t="11103" x="2757488" y="3273425"/>
          <p14:tracePt t="11120" x="2822575" y="3273425"/>
          <p14:tracePt t="11137" x="2859088" y="3273425"/>
          <p14:tracePt t="11153" x="2873375" y="3273425"/>
          <p14:tracePt t="11170" x="2881313" y="3273425"/>
          <p14:tracePt t="11279" x="2895600" y="3273425"/>
          <p14:tracePt t="11295" x="2903538" y="3265488"/>
          <p14:tracePt t="11311" x="2909888" y="3265488"/>
          <p14:tracePt t="11327" x="2909888" y="3259138"/>
          <p14:tracePt t="11351" x="2917825" y="3259138"/>
          <p14:tracePt t="11359" x="2917825" y="3251200"/>
          <p14:tracePt t="11370" x="2924175" y="3251200"/>
          <p14:tracePt t="11387" x="2924175" y="3243263"/>
          <p14:tracePt t="11403" x="2932113" y="3236913"/>
          <p14:tracePt t="11420" x="2938463" y="3222625"/>
          <p14:tracePt t="11437" x="2946400" y="3214688"/>
          <p14:tracePt t="11453" x="2960688" y="3200400"/>
          <p14:tracePt t="11487" x="2968625" y="3192463"/>
          <p14:tracePt t="11503" x="2974975" y="3192463"/>
          <p14:tracePt t="11520" x="2974975" y="3186113"/>
          <p14:tracePt t="11551" x="2974975" y="3178175"/>
          <p14:tracePt t="11599" x="2974975" y="3171825"/>
          <p14:tracePt t="11639" x="2974975" y="3163888"/>
          <p14:tracePt t="11719" x="2974975" y="3157538"/>
          <p14:tracePt t="11751" x="2968625" y="3157538"/>
          <p14:tracePt t="11767" x="2960688" y="3157538"/>
          <p14:tracePt t="11783" x="2954338" y="3157538"/>
          <p14:tracePt t="11791" x="2946400" y="3149600"/>
          <p14:tracePt t="11807" x="2938463" y="3149600"/>
          <p14:tracePt t="12616" x="2932113" y="3149600"/>
          <p14:tracePt t="12632" x="2924175" y="3149600"/>
          <p14:tracePt t="12664" x="2917825" y="3149600"/>
          <p14:tracePt t="12671" x="2903538" y="3149600"/>
          <p14:tracePt t="12687" x="2895600" y="3149600"/>
          <p14:tracePt t="12695" x="2887663" y="3149600"/>
          <p14:tracePt t="12704" x="2881313" y="3149600"/>
          <p14:tracePt t="12720" x="2873375" y="3149600"/>
          <p14:tracePt t="12737" x="2859088" y="3149600"/>
          <p14:tracePt t="12799" x="2852738" y="3149600"/>
          <p14:tracePt t="12831" x="2844800" y="3149600"/>
          <p14:tracePt t="13128" x="2836863" y="3157538"/>
          <p14:tracePt t="13151" x="2836863" y="3163888"/>
          <p14:tracePt t="13159" x="2844800" y="3178175"/>
          <p14:tracePt t="13170" x="2852738" y="3178175"/>
          <p14:tracePt t="13187" x="2887663" y="3192463"/>
          <p14:tracePt t="13204" x="2924175" y="3214688"/>
          <p14:tracePt t="13221" x="2960688" y="3222625"/>
          <p14:tracePt t="13237" x="2997200" y="3228975"/>
          <p14:tracePt t="13254" x="3033713" y="3228975"/>
          <p14:tracePt t="13271" x="3070225" y="3228975"/>
          <p14:tracePt t="13287" x="3127375" y="3228975"/>
          <p14:tracePt t="13304" x="3163888" y="3228975"/>
          <p14:tracePt t="13321" x="3214688" y="3228975"/>
          <p14:tracePt t="13337" x="3251200" y="3222625"/>
          <p14:tracePt t="13354" x="3302000" y="3200400"/>
          <p14:tracePt t="13371" x="3338513" y="3192463"/>
          <p14:tracePt t="13387" x="3360738" y="3178175"/>
          <p14:tracePt t="13404" x="3395663" y="3171825"/>
          <p14:tracePt t="13421" x="3417888" y="3157538"/>
          <p14:tracePt t="13437" x="3440113" y="3141663"/>
          <p14:tracePt t="13454" x="3468688" y="3121025"/>
          <p14:tracePt t="13471" x="3513138" y="3098800"/>
          <p14:tracePt t="13487" x="3533775" y="3076575"/>
          <p14:tracePt t="13504" x="3541713" y="3070225"/>
          <p14:tracePt t="13543" x="3548063" y="3070225"/>
          <p14:tracePt t="13560" x="3563938" y="3062288"/>
          <p14:tracePt t="13576" x="3563938" y="3055938"/>
          <p14:tracePt t="13587" x="3570288" y="3048000"/>
          <p14:tracePt t="13604" x="3578225" y="3048000"/>
          <p14:tracePt t="13621" x="3592513" y="3048000"/>
          <p14:tracePt t="13637" x="3606800" y="3048000"/>
          <p14:tracePt t="13654" x="3649663" y="3048000"/>
          <p14:tracePt t="13671" x="3736975" y="3055938"/>
          <p14:tracePt t="13687" x="3781425" y="3070225"/>
          <p14:tracePt t="13704" x="3817938" y="3076575"/>
          <p14:tracePt t="13721" x="3838575" y="3084513"/>
          <p14:tracePt t="13738" x="3860800" y="3084513"/>
          <p14:tracePt t="13754" x="3883025" y="3084513"/>
          <p14:tracePt t="13771" x="3903663" y="3090863"/>
          <p14:tracePt t="13787" x="3919538" y="3090863"/>
          <p14:tracePt t="13804" x="3925888" y="3090863"/>
          <p14:tracePt t="13821" x="3940175" y="3090863"/>
          <p14:tracePt t="13837" x="3954463" y="3090863"/>
          <p14:tracePt t="13839" x="3962400" y="3090863"/>
          <p14:tracePt t="13854" x="3970338" y="3090863"/>
          <p14:tracePt t="13871" x="3990975" y="3090863"/>
          <p14:tracePt t="13887" x="4013200" y="3090863"/>
          <p14:tracePt t="13904" x="4027488" y="3090863"/>
          <p14:tracePt t="13921" x="4035425" y="3090863"/>
          <p14:tracePt t="13937" x="4049713" y="3098800"/>
          <p14:tracePt t="13954" x="4049713" y="3106738"/>
          <p14:tracePt t="13971" x="4056063" y="3106738"/>
          <p14:tracePt t="14004" x="4071938" y="3106738"/>
          <p14:tracePt t="14037" x="4078288" y="3106738"/>
          <p14:tracePt t="14103" x="4086225" y="3106738"/>
          <p14:tracePt t="14120" x="4092575" y="3106738"/>
          <p14:tracePt t="14135" x="4100513" y="3106738"/>
          <p14:tracePt t="14151" x="4106863" y="3106738"/>
          <p14:tracePt t="14159" x="4114800" y="3106738"/>
          <p14:tracePt t="14171" x="4122738" y="3106738"/>
          <p14:tracePt t="14188" x="4143375" y="3106738"/>
          <p14:tracePt t="14204" x="4157663" y="3106738"/>
          <p14:tracePt t="14221" x="4187825" y="3106738"/>
          <p14:tracePt t="14238" x="4216400" y="3106738"/>
          <p14:tracePt t="14254" x="4244975" y="3106738"/>
          <p14:tracePt t="14271" x="4295775" y="3106738"/>
          <p14:tracePt t="14287" x="4325938" y="3106738"/>
          <p14:tracePt t="14304" x="4376738" y="3106738"/>
          <p14:tracePt t="14321" x="4433888" y="3106738"/>
          <p14:tracePt t="14338" x="4506913" y="3106738"/>
          <p14:tracePt t="14354" x="4549775" y="3106738"/>
          <p14:tracePt t="14371" x="4572000" y="3106738"/>
          <p14:tracePt t="14388" x="4586288" y="3098800"/>
          <p14:tracePt t="14404" x="4622800" y="3090863"/>
          <p14:tracePt t="14421" x="4651375" y="3070225"/>
          <p14:tracePt t="14438" x="4673600" y="3033713"/>
          <p14:tracePt t="14454" x="4710113" y="2997200"/>
          <p14:tracePt t="14471" x="4738688" y="2968625"/>
          <p14:tracePt t="14488" x="4752975" y="2968625"/>
          <p14:tracePt t="14504" x="4760913" y="2968625"/>
          <p14:tracePt t="14591" x="4767263" y="2968625"/>
          <p14:tracePt t="14607" x="4775200" y="2968625"/>
          <p14:tracePt t="14616" x="4783138" y="2968625"/>
          <p14:tracePt t="14631" x="4789488" y="2968625"/>
          <p14:tracePt t="14648" x="4803775" y="2968625"/>
          <p14:tracePt t="14671" x="4811713" y="2968625"/>
          <p14:tracePt t="14695" x="4826000" y="2968625"/>
          <p14:tracePt t="14711" x="4833938" y="2968625"/>
          <p14:tracePt t="14719" x="4848225" y="2968625"/>
          <p14:tracePt t="14727" x="4854575" y="2968625"/>
          <p14:tracePt t="14738" x="4868863" y="2968625"/>
          <p14:tracePt t="14754" x="4884738" y="2968625"/>
          <p14:tracePt t="14771" x="4905375" y="2968625"/>
          <p14:tracePt t="14788" x="4927600" y="2968625"/>
          <p14:tracePt t="14804" x="4927600" y="2960688"/>
          <p14:tracePt t="14821" x="4935538" y="2960688"/>
          <p14:tracePt t="14838" x="4941888" y="2954338"/>
          <p14:tracePt t="14872" x="4935538" y="2954338"/>
          <p14:tracePt t="14880" x="4891088" y="2954338"/>
          <p14:tracePt t="14888" x="4848225" y="2954338"/>
          <p14:tracePt t="14904" x="4746625" y="2954338"/>
          <p14:tracePt t="14921" x="4600575" y="2982913"/>
          <p14:tracePt t="14938" x="4478338" y="3025775"/>
          <p14:tracePt t="14954" x="4376738" y="3048000"/>
          <p14:tracePt t="14971" x="4244975" y="3084513"/>
          <p14:tracePt t="14988" x="4106863" y="3113088"/>
          <p14:tracePt t="15005" x="3933825" y="3135313"/>
          <p14:tracePt t="15021" x="3730625" y="3163888"/>
          <p14:tracePt t="15038" x="3513138" y="3178175"/>
          <p14:tracePt t="15055" x="3330575" y="3178175"/>
          <p14:tracePt t="15071" x="3048000" y="3228975"/>
          <p14:tracePt t="15088" x="2903538" y="3243263"/>
          <p14:tracePt t="15105" x="2757488" y="3265488"/>
          <p14:tracePt t="15121" x="2633663" y="3294063"/>
          <p14:tracePt t="15138" x="2517775" y="3316288"/>
          <p14:tracePt t="15155" x="2416175" y="3344863"/>
          <p14:tracePt t="15171" x="2328863" y="3375025"/>
          <p14:tracePt t="15188" x="2249488" y="3389313"/>
          <p14:tracePt t="15205" x="2176463" y="3411538"/>
          <p14:tracePt t="15221" x="2090738" y="3440113"/>
          <p14:tracePt t="15238" x="2032000" y="3454400"/>
          <p14:tracePt t="15255" x="1930400" y="3482975"/>
          <p14:tracePt t="15272" x="1879600" y="3505200"/>
          <p14:tracePt t="15288" x="1843088" y="3505200"/>
          <p14:tracePt t="15305" x="1806575" y="3513138"/>
          <p14:tracePt t="15321" x="1770063" y="3533775"/>
          <p14:tracePt t="15338" x="1749425" y="3533775"/>
          <p14:tracePt t="15355" x="1719263" y="3541713"/>
          <p14:tracePt t="15371" x="1698625" y="3556000"/>
          <p14:tracePt t="15405" x="1684338" y="3556000"/>
          <p14:tracePt t="15421" x="1676400" y="3556000"/>
          <p14:tracePt t="15527" x="1712913" y="3527425"/>
          <p14:tracePt t="15535" x="1778000" y="3490913"/>
          <p14:tracePt t="15543" x="1851025" y="3454400"/>
          <p14:tracePt t="15555" x="1952625" y="3411538"/>
          <p14:tracePt t="15571" x="2198688" y="3360738"/>
          <p14:tracePt t="15588" x="2373313" y="3338513"/>
          <p14:tracePt t="15605" x="2503488" y="3338513"/>
          <p14:tracePt t="15621" x="2547938" y="3338513"/>
          <p14:tracePt t="15655" x="2554288" y="3338513"/>
          <p14:tracePt t="15719" x="2562225" y="3338513"/>
          <p14:tracePt t="15727" x="2562225" y="3344863"/>
          <p14:tracePt t="15743" x="2562225" y="3352800"/>
          <p14:tracePt t="15759" x="2562225" y="3367088"/>
          <p14:tracePt t="15771" x="2562225" y="3375025"/>
          <p14:tracePt t="15788" x="2568575" y="3375025"/>
          <p14:tracePt t="15805" x="2576513" y="3389313"/>
          <p14:tracePt t="15821" x="2590800" y="3395663"/>
          <p14:tracePt t="15838" x="2605088" y="3395663"/>
          <p14:tracePt t="15839" x="2619375" y="3395663"/>
          <p14:tracePt t="15855" x="2670175" y="3395663"/>
          <p14:tracePt t="15871" x="2735263" y="3395663"/>
          <p14:tracePt t="15888" x="2830513" y="3395663"/>
          <p14:tracePt t="15905" x="2924175" y="3395663"/>
          <p14:tracePt t="15921" x="3019425" y="3395663"/>
          <p14:tracePt t="15938" x="3121025" y="3395663"/>
          <p14:tracePt t="15955" x="3186113" y="3395663"/>
          <p14:tracePt t="15971" x="3273425" y="3395663"/>
          <p14:tracePt t="15988" x="3395663" y="3411538"/>
          <p14:tracePt t="16005" x="3584575" y="3432175"/>
          <p14:tracePt t="16021" x="3751263" y="3468688"/>
          <p14:tracePt t="16038" x="3919538" y="3482975"/>
          <p14:tracePt t="16055" x="4041775" y="3513138"/>
          <p14:tracePt t="16071" x="4064000" y="3513138"/>
          <p14:tracePt t="16088" x="4086225" y="3519488"/>
          <p14:tracePt t="16105" x="4122738" y="3533775"/>
          <p14:tracePt t="16121" x="4129088" y="3541713"/>
          <p14:tracePt t="16138" x="4143375" y="3541713"/>
          <p14:tracePt t="16263" x="4151313" y="3541713"/>
          <p14:tracePt t="16272" x="4165600" y="3541713"/>
          <p14:tracePt t="16280" x="4179888" y="3541713"/>
          <p14:tracePt t="16288" x="4202113" y="3541713"/>
          <p14:tracePt t="16305" x="4267200" y="3519488"/>
          <p14:tracePt t="16322" x="4360863" y="3476625"/>
          <p14:tracePt t="16338" x="4427538" y="3440113"/>
          <p14:tracePt t="16355" x="4492625" y="3417888"/>
          <p14:tracePt t="16372" x="4549775" y="3395663"/>
          <p14:tracePt t="16389" x="4572000" y="3395663"/>
          <p14:tracePt t="16405" x="4608513" y="3395663"/>
          <p14:tracePt t="16422" x="4637088" y="3395663"/>
          <p14:tracePt t="16438" x="4659313" y="3395663"/>
          <p14:tracePt t="16455" x="4687888" y="3395663"/>
          <p14:tracePt t="16472" x="4702175" y="3395663"/>
          <p14:tracePt t="16488" x="4710113" y="3395663"/>
          <p14:tracePt t="16505" x="4716463" y="3411538"/>
          <p14:tracePt t="16522" x="4732338" y="3425825"/>
          <p14:tracePt t="16538" x="4738688" y="3454400"/>
          <p14:tracePt t="16555" x="4738688" y="3490913"/>
          <p14:tracePt t="16572" x="4738688" y="3513138"/>
          <p14:tracePt t="16588" x="4738688" y="3533775"/>
          <p14:tracePt t="16605" x="4738688" y="3541713"/>
          <p14:tracePt t="16640" x="4738688" y="3548063"/>
          <p14:tracePt t="17783" x="4732338" y="3548063"/>
          <p14:tracePt t="17799" x="4716463" y="3548063"/>
          <p14:tracePt t="17815" x="4710113" y="3548063"/>
          <p14:tracePt t="17823" x="4687888" y="3548063"/>
          <p14:tracePt t="17831" x="4681538" y="3548063"/>
          <p14:tracePt t="17839" x="4665663" y="3548063"/>
          <p14:tracePt t="17855" x="4645025" y="3548063"/>
          <p14:tracePt t="17872" x="4614863" y="3548063"/>
          <p14:tracePt t="17889" x="4586288" y="3548063"/>
          <p14:tracePt t="17905" x="4564063" y="3548063"/>
          <p14:tracePt t="17922" x="4543425" y="3548063"/>
          <p14:tracePt t="17939" x="4513263" y="3548063"/>
          <p14:tracePt t="17955" x="4484688" y="3548063"/>
          <p14:tracePt t="17972" x="4462463" y="3533775"/>
          <p14:tracePt t="17989" x="4441825" y="3533775"/>
          <p14:tracePt t="18005" x="4433888" y="3527425"/>
          <p14:tracePt t="18022" x="4411663" y="3519488"/>
          <p14:tracePt t="18039" x="4411663" y="3513138"/>
          <p14:tracePt t="18055" x="4405313" y="3513138"/>
          <p14:tracePt t="18089" x="4405313" y="3505200"/>
          <p14:tracePt t="18105" x="4391025" y="3497263"/>
          <p14:tracePt t="18231" x="4383088" y="3490913"/>
          <p14:tracePt t="18247" x="4376738" y="3490913"/>
          <p14:tracePt t="18255" x="4368800" y="3490913"/>
          <p14:tracePt t="18263" x="4360863" y="3482975"/>
          <p14:tracePt t="18272" x="4346575" y="3476625"/>
          <p14:tracePt t="18289" x="4318000" y="3462338"/>
          <p14:tracePt t="18306" x="4252913" y="3440113"/>
          <p14:tracePt t="18322" x="4165600" y="3417888"/>
          <p14:tracePt t="18339" x="4086225" y="3403600"/>
          <p14:tracePt t="18355" x="4056063" y="3389313"/>
          <p14:tracePt t="18372" x="4027488" y="3381375"/>
          <p14:tracePt t="18389" x="4013200" y="3375025"/>
          <p14:tracePt t="18422" x="4005263" y="3367088"/>
          <p14:tracePt t="18439" x="3976688" y="3352800"/>
          <p14:tracePt t="18456" x="3962400" y="3338513"/>
          <p14:tracePt t="18472" x="3962400" y="3324225"/>
          <p14:tracePt t="18489" x="3954463" y="3302000"/>
          <p14:tracePt t="18506" x="3954463" y="3279775"/>
          <p14:tracePt t="18522" x="3954463" y="3259138"/>
          <p14:tracePt t="18539" x="3954463" y="3236913"/>
          <p14:tracePt t="18556" x="3954463" y="3214688"/>
          <p14:tracePt t="18572" x="3954463" y="3186113"/>
          <p14:tracePt t="18589" x="3954463" y="3163888"/>
          <p14:tracePt t="18606" x="3954463" y="3141663"/>
          <p14:tracePt t="18622" x="3954463" y="3127375"/>
          <p14:tracePt t="18639" x="3954463" y="3106738"/>
          <p14:tracePt t="18656" x="3954463" y="3090863"/>
          <p14:tracePt t="18672" x="3954463" y="3076575"/>
          <p14:tracePt t="18689" x="3954463" y="3062288"/>
          <p14:tracePt t="18706" x="3962400" y="3048000"/>
          <p14:tracePt t="18722" x="3970338" y="3025775"/>
          <p14:tracePt t="18739" x="3976688" y="3019425"/>
          <p14:tracePt t="18756" x="3984625" y="3011488"/>
          <p14:tracePt t="18772" x="3990975" y="3005138"/>
          <p14:tracePt t="18789" x="4005263" y="2997200"/>
          <p14:tracePt t="18822" x="4013200" y="2989263"/>
          <p14:tracePt t="18839" x="4021138" y="2989263"/>
          <p14:tracePt t="18871" x="4027488" y="2982913"/>
          <p14:tracePt t="18951" x="4035425" y="2982913"/>
          <p14:tracePt t="19287" x="4027488" y="2982913"/>
          <p14:tracePt t="19303" x="4013200" y="2989263"/>
          <p14:tracePt t="19311" x="3998913" y="2989263"/>
          <p14:tracePt t="19322" x="3976688" y="2989263"/>
          <p14:tracePt t="19339" x="3948113" y="2997200"/>
          <p14:tracePt t="19356" x="3919538" y="2997200"/>
          <p14:tracePt t="19372" x="3889375" y="2997200"/>
          <p14:tracePt t="19389" x="3875088" y="2997200"/>
          <p14:tracePt t="19406" x="3868738" y="2997200"/>
          <p14:tracePt t="19422" x="3860800" y="2997200"/>
          <p14:tracePt t="19439" x="3852863" y="2997200"/>
          <p14:tracePt t="19456" x="3846513" y="2997200"/>
          <p14:tracePt t="19473" x="3838575" y="2997200"/>
          <p14:tracePt t="19506" x="3832225" y="2997200"/>
          <p14:tracePt t="19535" x="3824288" y="2989263"/>
          <p14:tracePt t="20648" x="3832225" y="2989263"/>
          <p14:tracePt t="20775" x="3838575" y="2989263"/>
          <p14:tracePt t="20791" x="3846513" y="2989263"/>
          <p14:tracePt t="20831" x="3852863" y="2989263"/>
          <p14:tracePt t="20839" x="3860800" y="2989263"/>
          <p14:tracePt t="20855" x="3868738" y="2989263"/>
          <p14:tracePt t="20879" x="3875088" y="2989263"/>
          <p14:tracePt t="20887" x="3883025" y="2989263"/>
          <p14:tracePt t="20895" x="3889375" y="2989263"/>
          <p14:tracePt t="20906" x="3897313" y="2989263"/>
          <p14:tracePt t="20923" x="3911600" y="2989263"/>
          <p14:tracePt t="20940" x="3919538" y="2989263"/>
          <p14:tracePt t="20956" x="3933825" y="2989263"/>
          <p14:tracePt t="20973" x="3962400" y="2989263"/>
          <p14:tracePt t="20990" x="3984625" y="2989263"/>
          <p14:tracePt t="21006" x="4013200" y="2989263"/>
          <p14:tracePt t="21023" x="4071938" y="2989263"/>
          <p14:tracePt t="21040" x="4092575" y="2989263"/>
          <p14:tracePt t="21056" x="4122738" y="2989263"/>
          <p14:tracePt t="21073" x="4137025" y="2989263"/>
          <p14:tracePt t="21090" x="4157663" y="2989263"/>
          <p14:tracePt t="21106" x="4173538" y="2989263"/>
          <p14:tracePt t="21123" x="4194175" y="2997200"/>
          <p14:tracePt t="21140" x="4216400" y="2997200"/>
          <p14:tracePt t="21156" x="4230688" y="3011488"/>
          <p14:tracePt t="21173" x="4259263" y="3025775"/>
          <p14:tracePt t="21190" x="4289425" y="3033713"/>
          <p14:tracePt t="21207" x="4325938" y="3055938"/>
          <p14:tracePt t="21223" x="4360863" y="3076575"/>
          <p14:tracePt t="21240" x="4383088" y="3090863"/>
          <p14:tracePt t="21256" x="4411663" y="3106738"/>
          <p14:tracePt t="21273" x="4433888" y="3113088"/>
          <p14:tracePt t="21290" x="4456113" y="3127375"/>
          <p14:tracePt t="21306" x="4462463" y="3135313"/>
          <p14:tracePt t="21323" x="4484688" y="3157538"/>
          <p14:tracePt t="21356" x="4498975" y="3163888"/>
          <p14:tracePt t="21373" x="4498975" y="3171825"/>
          <p14:tracePt t="21390" x="4513263" y="3178175"/>
          <p14:tracePt t="21406" x="4513263" y="3186113"/>
          <p14:tracePt t="21423" x="4529138" y="3200400"/>
          <p14:tracePt t="21456" x="4535488" y="3208338"/>
          <p14:tracePt t="22088" x="4543425" y="3208338"/>
          <p14:tracePt t="22095" x="4549775" y="3208338"/>
          <p14:tracePt t="22103" x="4557713" y="3208338"/>
          <p14:tracePt t="22111" x="4564063" y="3208338"/>
          <p14:tracePt t="22123" x="4579938" y="3222625"/>
          <p14:tracePt t="22140" x="4594225" y="3222625"/>
          <p14:tracePt t="22157" x="4600575" y="3222625"/>
          <p14:tracePt t="22173" x="4614863" y="3222625"/>
          <p14:tracePt t="22190" x="4622800" y="3222625"/>
          <p14:tracePt t="22208" x="4637088" y="3222625"/>
          <p14:tracePt t="22231" x="4645025" y="3222625"/>
          <p14:tracePt t="22247" x="4651375" y="3228975"/>
          <p14:tracePt t="22375" x="4659313" y="3228975"/>
          <p14:tracePt t="22471" x="4665663" y="3228975"/>
          <p14:tracePt t="23112" x="4673600" y="3228975"/>
          <p14:tracePt t="23119" x="4687888" y="3228975"/>
          <p14:tracePt t="23127" x="4710113" y="3236913"/>
          <p14:tracePt t="23140" x="4738688" y="3243263"/>
          <p14:tracePt t="23157" x="4811713" y="3251200"/>
          <p14:tracePt t="23174" x="4905375" y="3287713"/>
          <p14:tracePt t="23190" x="4986338" y="3302000"/>
          <p14:tracePt t="23207" x="5102225" y="3338513"/>
          <p14:tracePt t="23224" x="5189538" y="3367088"/>
          <p14:tracePt t="23240" x="5268913" y="3395663"/>
          <p14:tracePt t="23257" x="5334000" y="3403600"/>
          <p14:tracePt t="23274" x="5399088" y="3432175"/>
          <p14:tracePt t="23290" x="5486400" y="3462338"/>
          <p14:tracePt t="23307" x="5565775" y="3490913"/>
          <p14:tracePt t="23324" x="5646738" y="3513138"/>
          <p14:tracePt t="23340" x="5754688" y="3570288"/>
          <p14:tracePt t="23357" x="5819775" y="3592513"/>
          <p14:tracePt t="23374" x="5900738" y="3629025"/>
          <p14:tracePt t="23390" x="5986463" y="3665538"/>
          <p14:tracePt t="23407" x="6124575" y="3722688"/>
          <p14:tracePt t="23424" x="6226175" y="3773488"/>
          <p14:tracePt t="23440" x="6321425" y="3810000"/>
          <p14:tracePt t="23457" x="6378575" y="3832225"/>
          <p14:tracePt t="23474" x="6423025" y="3852863"/>
          <p14:tracePt t="23491" x="6465888" y="3883025"/>
          <p14:tracePt t="23507" x="6524625" y="3919538"/>
          <p14:tracePt t="23524" x="6581775" y="3976688"/>
          <p14:tracePt t="23540" x="6654800" y="4027488"/>
          <p14:tracePt t="23557" x="6713538" y="4071938"/>
          <p14:tracePt t="23574" x="6748463" y="4114800"/>
          <p14:tracePt t="23592" x="6807200" y="4179888"/>
          <p14:tracePt t="23608" x="6835775" y="4230688"/>
          <p14:tracePt t="23625" x="6865938" y="4289425"/>
          <p14:tracePt t="23642" x="6900863" y="4346575"/>
          <p14:tracePt t="23658" x="6923088" y="4391025"/>
          <p14:tracePt t="23674" x="6959600" y="4448175"/>
          <p14:tracePt t="23691" x="6988175" y="4506913"/>
          <p14:tracePt t="23707" x="7018338" y="4564063"/>
          <p14:tracePt t="23724" x="7053263" y="4622800"/>
          <p14:tracePt t="23741" x="7075488" y="4673600"/>
          <p14:tracePt t="23757" x="7097713" y="4710113"/>
          <p14:tracePt t="23774" x="7112000" y="4752975"/>
          <p14:tracePt t="23791" x="7119938" y="4783138"/>
          <p14:tracePt t="23807" x="7126288" y="4811713"/>
          <p14:tracePt t="23824" x="7126288" y="4818063"/>
          <p14:tracePt t="23841" x="7134225" y="4826000"/>
          <p14:tracePt t="23857" x="7134225" y="4833938"/>
          <p14:tracePt t="23888" x="7134225" y="4840288"/>
          <p14:tracePt t="23912" x="7134225" y="4848225"/>
          <p14:tracePt t="23928" x="7140575" y="4848225"/>
          <p14:tracePt t="23951" x="7140575" y="4854575"/>
          <p14:tracePt t="23959" x="7140575" y="4862513"/>
          <p14:tracePt t="23967" x="7140575" y="4868863"/>
          <p14:tracePt t="24079" x="7140575" y="4884738"/>
          <p14:tracePt t="24087" x="7134225" y="4891088"/>
          <p14:tracePt t="24095" x="7075488" y="4884738"/>
          <p14:tracePt t="24107" x="7032625" y="4854575"/>
          <p14:tracePt t="24124" x="7024688" y="4854575"/>
          <p14:tracePt t="24455" x="7024688" y="4848225"/>
          <p14:tracePt t="24463" x="7038975" y="4848225"/>
          <p14:tracePt t="24471" x="7061200" y="4854575"/>
          <p14:tracePt t="24479" x="7075488" y="4862513"/>
          <p14:tracePt t="24491" x="7083425" y="4862513"/>
          <p14:tracePt t="24559" x="7097713" y="4862513"/>
          <p14:tracePt t="24575" x="7112000" y="4862513"/>
          <p14:tracePt t="24583" x="7119938" y="4862513"/>
          <p14:tracePt t="24592" x="7140575" y="4862513"/>
          <p14:tracePt t="24607" x="7191375" y="4862513"/>
          <p14:tracePt t="24624" x="7256463" y="4862513"/>
          <p14:tracePt t="24641" x="7315200" y="4862513"/>
          <p14:tracePt t="24657" x="7351713" y="4862513"/>
          <p14:tracePt t="24674" x="7380288" y="4862513"/>
          <p14:tracePt t="24691" x="7408863" y="4862513"/>
          <p14:tracePt t="24708" x="7467600" y="4862513"/>
          <p14:tracePt t="24724" x="7526338" y="4862513"/>
          <p14:tracePt t="24741" x="7569200" y="4862513"/>
          <p14:tracePt t="24757" x="7591425" y="4854575"/>
          <p14:tracePt t="24791" x="7612063" y="4854575"/>
          <p14:tracePt t="24807" x="7648575" y="4868863"/>
          <p14:tracePt t="24824" x="7707313" y="4891088"/>
          <p14:tracePt t="24841" x="7735888" y="4913313"/>
          <p14:tracePt t="24857" x="7750175" y="4927600"/>
          <p14:tracePt t="24874" x="7758113" y="4935538"/>
          <p14:tracePt t="24891" x="7764463" y="4964113"/>
          <p14:tracePt t="24908" x="7764463" y="4992688"/>
          <p14:tracePt t="24924" x="7764463" y="5014913"/>
          <p14:tracePt t="24941" x="7764463" y="5043488"/>
          <p14:tracePt t="24957" x="7764463" y="5072063"/>
          <p14:tracePt t="24974" x="7758113" y="5108575"/>
          <p14:tracePt t="24991" x="7735888" y="5153025"/>
          <p14:tracePt t="25008" x="7735888" y="5167313"/>
          <p14:tracePt t="25024" x="7729538" y="5173663"/>
          <p14:tracePt t="25058" x="7721600" y="5189538"/>
          <p14:tracePt t="25074" x="7713663" y="5195888"/>
          <p14:tracePt t="25091" x="7713663" y="5203825"/>
          <p14:tracePt t="25108" x="7707313" y="5203825"/>
          <p14:tracePt t="25303" x="7685088" y="5218113"/>
          <p14:tracePt t="25335" x="7678738" y="5218113"/>
          <p14:tracePt t="29552" x="7670800" y="5218113"/>
          <p14:tracePt t="29736" x="7662863" y="5218113"/>
          <p14:tracePt t="29744" x="7648575" y="5218113"/>
          <p14:tracePt t="29752" x="7642225" y="5218113"/>
          <p14:tracePt t="29760" x="7620000" y="5218113"/>
          <p14:tracePt t="29776" x="7583488" y="5218113"/>
          <p14:tracePt t="29792" x="7554913" y="5218113"/>
          <p14:tracePt t="29809" x="7546975" y="5218113"/>
          <p14:tracePt t="29826" x="7540625" y="5218113"/>
          <p14:tracePt t="29842" x="7532688" y="5218113"/>
          <p14:tracePt t="29859" x="7526338" y="5218113"/>
          <p14:tracePt t="29876" x="7496175" y="5218113"/>
          <p14:tracePt t="29892" x="7489825" y="5210175"/>
          <p14:tracePt t="29909" x="7467600" y="5195888"/>
          <p14:tracePt t="29926" x="7453313" y="5189538"/>
          <p14:tracePt t="29943" x="7416800" y="5167313"/>
          <p14:tracePt t="29959" x="7380288" y="5153025"/>
          <p14:tracePt t="29976" x="7343775" y="5138738"/>
          <p14:tracePt t="29992" x="7323138" y="5130800"/>
          <p14:tracePt t="30009" x="7307263" y="5116513"/>
          <p14:tracePt t="30026" x="7286625" y="5102225"/>
          <p14:tracePt t="30042" x="7264400" y="5087938"/>
          <p14:tracePt t="30059" x="7235825" y="5065713"/>
          <p14:tracePt t="30076" x="7221538" y="5057775"/>
          <p14:tracePt t="30093" x="7213600" y="5043488"/>
          <p14:tracePt t="30109" x="7185025" y="5029200"/>
          <p14:tracePt t="30126" x="7170738" y="5006975"/>
          <p14:tracePt t="30143" x="7154863" y="4992688"/>
          <p14:tracePt t="30159" x="7148513" y="4970463"/>
          <p14:tracePt t="30176" x="7148513" y="4941888"/>
          <p14:tracePt t="30193" x="7140575" y="4899025"/>
          <p14:tracePt t="30209" x="7134225" y="4862513"/>
          <p14:tracePt t="30226" x="7134225" y="4811713"/>
          <p14:tracePt t="30243" x="7134225" y="4783138"/>
          <p14:tracePt t="30259" x="7134225" y="4738688"/>
          <p14:tracePt t="30276" x="7134225" y="4710113"/>
          <p14:tracePt t="30293" x="7134225" y="4673600"/>
          <p14:tracePt t="30309" x="7148513" y="4645025"/>
          <p14:tracePt t="30326" x="7154863" y="4608513"/>
          <p14:tracePt t="30343" x="7185025" y="4586288"/>
          <p14:tracePt t="30344" x="7205663" y="4557713"/>
          <p14:tracePt t="30359" x="7227888" y="4535488"/>
          <p14:tracePt t="30376" x="7272338" y="4498975"/>
          <p14:tracePt t="30393" x="7329488" y="4456113"/>
          <p14:tracePt t="30409" x="7358063" y="4433888"/>
          <p14:tracePt t="30426" x="7380288" y="4419600"/>
          <p14:tracePt t="30443" x="7424738" y="4397375"/>
          <p14:tracePt t="30459" x="7467600" y="4376738"/>
          <p14:tracePt t="30476" x="7510463" y="4346575"/>
          <p14:tracePt t="30493" x="7554913" y="4346575"/>
          <p14:tracePt t="30509" x="7597775" y="4340225"/>
          <p14:tracePt t="30526" x="7620000" y="4332288"/>
          <p14:tracePt t="30543" x="7642225" y="4332288"/>
          <p14:tracePt t="30559" x="7678738" y="4332288"/>
          <p14:tracePt t="30576" x="7713663" y="4332288"/>
          <p14:tracePt t="30593" x="7750175" y="4332288"/>
          <p14:tracePt t="30609" x="7764463" y="4332288"/>
          <p14:tracePt t="30626" x="7780338" y="4332288"/>
          <p14:tracePt t="30643" x="7794625" y="4340225"/>
          <p14:tracePt t="30659" x="7831138" y="4360863"/>
          <p14:tracePt t="30676" x="7845425" y="4376738"/>
          <p14:tracePt t="30693" x="7881938" y="4397375"/>
          <p14:tracePt t="30709" x="7896225" y="4419600"/>
          <p14:tracePt t="30726" x="7910513" y="4441825"/>
          <p14:tracePt t="30743" x="7939088" y="4478338"/>
          <p14:tracePt t="30759" x="7953375" y="4506913"/>
          <p14:tracePt t="30776" x="7961313" y="4521200"/>
          <p14:tracePt t="30793" x="7967663" y="4543425"/>
          <p14:tracePt t="30809" x="7967663" y="4557713"/>
          <p14:tracePt t="30826" x="7975600" y="4572000"/>
          <p14:tracePt t="30843" x="7975600" y="4594225"/>
          <p14:tracePt t="30859" x="7975600" y="4614863"/>
          <p14:tracePt t="30876" x="7975600" y="4645025"/>
          <p14:tracePt t="30893" x="7975600" y="4681538"/>
          <p14:tracePt t="30909" x="7975600" y="4695825"/>
          <p14:tracePt t="30926" x="7975600" y="4716463"/>
          <p14:tracePt t="30943" x="7975600" y="4738688"/>
          <p14:tracePt t="30959" x="7961313" y="4767263"/>
          <p14:tracePt t="30976" x="7947025" y="4783138"/>
          <p14:tracePt t="30993" x="7932738" y="4797425"/>
          <p14:tracePt t="31009" x="7916863" y="4811713"/>
          <p14:tracePt t="31026" x="7888288" y="4818063"/>
          <p14:tracePt t="31043" x="7874000" y="4826000"/>
          <p14:tracePt t="31059" x="7837488" y="4840288"/>
          <p14:tracePt t="31076" x="7808913" y="4854575"/>
          <p14:tracePt t="31093" x="7764463" y="4876800"/>
          <p14:tracePt t="31109" x="7721600" y="4876800"/>
          <p14:tracePt t="31126" x="7693025" y="4891088"/>
          <p14:tracePt t="31143" x="7656513" y="4899025"/>
          <p14:tracePt t="31159" x="7634288" y="4899025"/>
          <p14:tracePt t="31176" x="7612063" y="4905375"/>
          <p14:tracePt t="31193" x="7569200" y="4905375"/>
          <p14:tracePt t="31209" x="7540625" y="4913313"/>
          <p14:tracePt t="31226" x="7518400" y="4913313"/>
          <p14:tracePt t="31243" x="7481888" y="4913313"/>
          <p14:tracePt t="31260" x="7453313" y="4913313"/>
          <p14:tracePt t="31276" x="7431088" y="4913313"/>
          <p14:tracePt t="31293" x="7388225" y="4913313"/>
          <p14:tracePt t="31309" x="7358063" y="4913313"/>
          <p14:tracePt t="31326" x="7337425" y="4913313"/>
          <p14:tracePt t="31343" x="7272338" y="4884738"/>
          <p14:tracePt t="31359" x="7242175" y="4862513"/>
          <p14:tracePt t="31376" x="7205663" y="4840288"/>
          <p14:tracePt t="31393" x="7185025" y="4818063"/>
          <p14:tracePt t="31410" x="7162800" y="4783138"/>
          <p14:tracePt t="31426" x="7154863" y="4746625"/>
          <p14:tracePt t="31443" x="7140575" y="4702175"/>
          <p14:tracePt t="31460" x="7126288" y="4645025"/>
          <p14:tracePt t="31476" x="7126288" y="4608513"/>
          <p14:tracePt t="31493" x="7126288" y="4572000"/>
          <p14:tracePt t="31510" x="7134225" y="4535488"/>
          <p14:tracePt t="31526" x="7140575" y="4498975"/>
          <p14:tracePt t="31543" x="7199313" y="4419600"/>
          <p14:tracePt t="31560" x="7235825" y="4383088"/>
          <p14:tracePt t="31576" x="7278688" y="4346575"/>
          <p14:tracePt t="31593" x="7315200" y="4318000"/>
          <p14:tracePt t="31610" x="7373938" y="4289425"/>
          <p14:tracePt t="31626" x="7416800" y="4267200"/>
          <p14:tracePt t="31643" x="7467600" y="4259263"/>
          <p14:tracePt t="31660" x="7496175" y="4259263"/>
          <p14:tracePt t="31676" x="7540625" y="4244975"/>
          <p14:tracePt t="31693" x="7577138" y="4244975"/>
          <p14:tracePt t="31710" x="7612063" y="4244975"/>
          <p14:tracePt t="31726" x="7662863" y="4244975"/>
          <p14:tracePt t="31743" x="7713663" y="4259263"/>
          <p14:tracePt t="31760" x="7750175" y="4281488"/>
          <p14:tracePt t="31776" x="7772400" y="4295775"/>
          <p14:tracePt t="31793" x="7794625" y="4318000"/>
          <p14:tracePt t="31810" x="7831138" y="4346575"/>
          <p14:tracePt t="31826" x="7851775" y="4383088"/>
          <p14:tracePt t="31843" x="7874000" y="4411663"/>
          <p14:tracePt t="31860" x="7888288" y="4433888"/>
          <p14:tracePt t="31876" x="7888288" y="4462463"/>
          <p14:tracePt t="31893" x="7902575" y="4492625"/>
          <p14:tracePt t="31910" x="7910513" y="4535488"/>
          <p14:tracePt t="31926" x="7924800" y="4594225"/>
          <p14:tracePt t="31943" x="7939088" y="4659313"/>
          <p14:tracePt t="31960" x="7939088" y="4702175"/>
          <p14:tracePt t="31976" x="7939088" y="4732338"/>
          <p14:tracePt t="31993" x="7939088" y="4775200"/>
          <p14:tracePt t="32010" x="7916863" y="4826000"/>
          <p14:tracePt t="32026" x="7896225" y="4868863"/>
          <p14:tracePt t="32043" x="7866063" y="4913313"/>
          <p14:tracePt t="32060" x="7831138" y="4956175"/>
          <p14:tracePt t="32076" x="7794625" y="5000625"/>
          <p14:tracePt t="32093" x="7758113" y="5021263"/>
          <p14:tracePt t="32110" x="7735888" y="5043488"/>
          <p14:tracePt t="32127" x="7699375" y="5051425"/>
          <p14:tracePt t="32143" x="7648575" y="5072063"/>
          <p14:tracePt t="32160" x="7597775" y="5080000"/>
          <p14:tracePt t="32176" x="7540625" y="5087938"/>
          <p14:tracePt t="32193" x="7496175" y="5087938"/>
          <p14:tracePt t="32210" x="7459663" y="5087938"/>
          <p14:tracePt t="32226" x="7439025" y="5087938"/>
          <p14:tracePt t="32243" x="7424738" y="5087938"/>
          <p14:tracePt t="32260" x="7408863" y="5087938"/>
          <p14:tracePt t="32276" x="7388225" y="5072063"/>
          <p14:tracePt t="32293" x="7358063" y="5051425"/>
          <p14:tracePt t="32310" x="7323138" y="5014913"/>
          <p14:tracePt t="32327" x="7292975" y="4964113"/>
          <p14:tracePt t="32343" x="7264400" y="4899025"/>
          <p14:tracePt t="32360" x="7256463" y="4854575"/>
          <p14:tracePt t="32377" x="7242175" y="4826000"/>
          <p14:tracePt t="32393" x="7227888" y="4803775"/>
          <p14:tracePt t="32410" x="7227888" y="4775200"/>
          <p14:tracePt t="32427" x="7227888" y="4746625"/>
          <p14:tracePt t="32443" x="7227888" y="4724400"/>
          <p14:tracePt t="32460" x="7227888" y="4695825"/>
          <p14:tracePt t="32477" x="7227888" y="4651375"/>
          <p14:tracePt t="32493" x="7235825" y="4622800"/>
          <p14:tracePt t="32510" x="7242175" y="4586288"/>
          <p14:tracePt t="32527" x="7272338" y="4543425"/>
          <p14:tracePt t="32543" x="7323138" y="4470400"/>
          <p14:tracePt t="32560" x="7343775" y="4448175"/>
          <p14:tracePt t="32577" x="7380288" y="4433888"/>
          <p14:tracePt t="32593" x="7416800" y="4411663"/>
          <p14:tracePt t="32610" x="7453313" y="4405313"/>
          <p14:tracePt t="32627" x="7518400" y="4383088"/>
          <p14:tracePt t="32643" x="7583488" y="4376738"/>
          <p14:tracePt t="32660" x="7634288" y="4368800"/>
          <p14:tracePt t="32677" x="7685088" y="4368800"/>
          <p14:tracePt t="32693" x="7721600" y="4368800"/>
          <p14:tracePt t="32710" x="7764463" y="4368800"/>
          <p14:tracePt t="32727" x="7808913" y="4368800"/>
          <p14:tracePt t="32743" x="7859713" y="4391025"/>
          <p14:tracePt t="32760" x="7896225" y="4411663"/>
          <p14:tracePt t="32777" x="7924800" y="4433888"/>
          <p14:tracePt t="32793" x="7947025" y="4462463"/>
          <p14:tracePt t="32810" x="7953375" y="4498975"/>
          <p14:tracePt t="32827" x="7961313" y="4543425"/>
          <p14:tracePt t="32843" x="7961313" y="4586288"/>
          <p14:tracePt t="32860" x="7961313" y="4681538"/>
          <p14:tracePt t="32877" x="7961313" y="4789488"/>
          <p14:tracePt t="32893" x="7924800" y="4905375"/>
          <p14:tracePt t="32910" x="7888288" y="4978400"/>
          <p14:tracePt t="32927" x="7851775" y="5037138"/>
          <p14:tracePt t="32943" x="7831138" y="5057775"/>
          <p14:tracePt t="32960" x="7800975" y="5080000"/>
          <p14:tracePt t="32977" x="7764463" y="5094288"/>
          <p14:tracePt t="32993" x="7699375" y="5108575"/>
          <p14:tracePt t="33010" x="7627938" y="5116513"/>
          <p14:tracePt t="33027" x="7577138" y="5116513"/>
          <p14:tracePt t="33043" x="7546975" y="5116513"/>
          <p14:tracePt t="33060" x="7518400" y="5116513"/>
          <p14:tracePt t="33077" x="7496175" y="5108575"/>
          <p14:tracePt t="33093" x="7489825" y="5108575"/>
          <p14:tracePt t="33110" x="7481888" y="5102225"/>
          <p14:tracePt t="33127" x="7467600" y="5087938"/>
          <p14:tracePt t="33143" x="7459663" y="5072063"/>
          <p14:tracePt t="36575" x="7431088" y="5065713"/>
          <p14:tracePt t="36583" x="7343775" y="5051425"/>
          <p14:tracePt t="36592" x="7292975" y="5037138"/>
          <p14:tracePt t="36599" x="7272338" y="5037138"/>
          <p14:tracePt t="36611" x="7264400" y="5037138"/>
          <p14:tracePt t="36628" x="7242175" y="5029200"/>
          <p14:tracePt t="36646" x="7191375" y="5006975"/>
          <p14:tracePt t="36662" x="7148513" y="4986338"/>
          <p14:tracePt t="36678" x="7083425" y="4949825"/>
          <p14:tracePt t="36695" x="7024688" y="4919663"/>
          <p14:tracePt t="36711" x="6996113" y="4913313"/>
          <p14:tracePt t="36728" x="6973888" y="4899025"/>
          <p14:tracePt t="36745" x="6959600" y="4884738"/>
          <p14:tracePt t="36761" x="6951663" y="4862513"/>
          <p14:tracePt t="36778" x="6945313" y="4833938"/>
          <p14:tracePt t="36795" x="6945313" y="4811713"/>
          <p14:tracePt t="36811" x="6945313" y="4789488"/>
          <p14:tracePt t="36828" x="6951663" y="4752975"/>
          <p14:tracePt t="36845" x="6967538" y="4710113"/>
          <p14:tracePt t="36849" x="6981825" y="4695825"/>
          <p14:tracePt t="36861" x="6996113" y="4673600"/>
          <p14:tracePt t="36878" x="7032625" y="4645025"/>
          <p14:tracePt t="36895" x="7083425" y="4594225"/>
          <p14:tracePt t="36912" x="7134225" y="4564063"/>
          <p14:tracePt t="36928" x="7191375" y="4535488"/>
          <p14:tracePt t="36945" x="7256463" y="4506913"/>
          <p14:tracePt t="36962" x="7292975" y="4492625"/>
          <p14:tracePt t="36978" x="7337425" y="4470400"/>
          <p14:tracePt t="36995" x="7373938" y="4470400"/>
          <p14:tracePt t="37012" x="7416800" y="4470400"/>
          <p14:tracePt t="37028" x="7459663" y="4462463"/>
          <p14:tracePt t="37045" x="7510463" y="4462463"/>
          <p14:tracePt t="37062" x="7569200" y="4462463"/>
          <p14:tracePt t="37078" x="7597775" y="4462463"/>
          <p14:tracePt t="37095" x="7620000" y="4462463"/>
          <p14:tracePt t="37112" x="7656513" y="4462463"/>
          <p14:tracePt t="37128" x="7685088" y="4478338"/>
          <p14:tracePt t="37145" x="7721600" y="4506913"/>
          <p14:tracePt t="37161" x="7735888" y="4513263"/>
          <p14:tracePt t="37178" x="7750175" y="4529138"/>
          <p14:tracePt t="37195" x="7750175" y="4543425"/>
          <p14:tracePt t="37212" x="7764463" y="4572000"/>
          <p14:tracePt t="37228" x="7772400" y="4600575"/>
          <p14:tracePt t="37245" x="7786688" y="4637088"/>
          <p14:tracePt t="37262" x="7800975" y="4673600"/>
          <p14:tracePt t="37278" x="7808913" y="4695825"/>
          <p14:tracePt t="37295" x="7808913" y="4752975"/>
          <p14:tracePt t="37312" x="7808913" y="4789488"/>
          <p14:tracePt t="37328" x="7808913" y="4818063"/>
          <p14:tracePt t="37345" x="7823200" y="4854575"/>
          <p14:tracePt t="37361" x="7831138" y="4891088"/>
          <p14:tracePt t="37378" x="7831138" y="4913313"/>
          <p14:tracePt t="37395" x="7831138" y="4941888"/>
          <p14:tracePt t="37412" x="7831138" y="4970463"/>
          <p14:tracePt t="37428" x="7831138" y="4992688"/>
          <p14:tracePt t="37445" x="7831138" y="5029200"/>
          <p14:tracePt t="37461" x="7808913" y="5080000"/>
          <p14:tracePt t="37478" x="7780338" y="5116513"/>
          <p14:tracePt t="37495" x="7750175" y="5159375"/>
          <p14:tracePt t="37512" x="7735888" y="5189538"/>
          <p14:tracePt t="37528" x="7713663" y="5210175"/>
          <p14:tracePt t="37545" x="7685088" y="5246688"/>
          <p14:tracePt t="37562" x="7648575" y="5268913"/>
          <p14:tracePt t="37578" x="7612063" y="5283200"/>
          <p14:tracePt t="37595" x="7577138" y="5297488"/>
          <p14:tracePt t="37612" x="7546975" y="5305425"/>
          <p14:tracePt t="37628" x="7518400" y="5311775"/>
          <p14:tracePt t="37645" x="7459663" y="5326063"/>
          <p14:tracePt t="37662" x="7424738" y="5326063"/>
          <p14:tracePt t="37678" x="7388225" y="5326063"/>
          <p14:tracePt t="37695" x="7323138" y="5326063"/>
          <p14:tracePt t="37712" x="7278688" y="5326063"/>
          <p14:tracePt t="37728" x="7242175" y="5326063"/>
          <p14:tracePt t="37745" x="7199313" y="5326063"/>
          <p14:tracePt t="37762" x="7170738" y="5326063"/>
          <p14:tracePt t="37778" x="7134225" y="5319713"/>
          <p14:tracePt t="37795" x="7112000" y="5305425"/>
          <p14:tracePt t="37812" x="7097713" y="5297488"/>
          <p14:tracePt t="37828" x="7083425" y="5291138"/>
          <p14:tracePt t="37845" x="7069138" y="5275263"/>
          <p14:tracePt t="37847" x="7061200" y="5268913"/>
          <p14:tracePt t="37862" x="7046913" y="5246688"/>
          <p14:tracePt t="37878" x="7018338" y="5218113"/>
          <p14:tracePt t="37895" x="6981825" y="5159375"/>
          <p14:tracePt t="37912" x="6973888" y="5122863"/>
          <p14:tracePt t="37928" x="6959600" y="5087938"/>
          <p14:tracePt t="37945" x="6951663" y="5051425"/>
          <p14:tracePt t="37962" x="6945313" y="5014913"/>
          <p14:tracePt t="37978" x="6937375" y="4978400"/>
          <p14:tracePt t="37995" x="6937375" y="4935538"/>
          <p14:tracePt t="38012" x="6937375" y="4899025"/>
          <p14:tracePt t="38028" x="6937375" y="4848225"/>
          <p14:tracePt t="38045" x="6959600" y="4818063"/>
          <p14:tracePt t="38062" x="6988175" y="4775200"/>
          <p14:tracePt t="38078" x="7002463" y="4752975"/>
          <p14:tracePt t="38095" x="7038975" y="4716463"/>
          <p14:tracePt t="38112" x="7061200" y="4702175"/>
          <p14:tracePt t="38128" x="7097713" y="4673600"/>
          <p14:tracePt t="38145" x="7126288" y="4651375"/>
          <p14:tracePt t="38162" x="7154863" y="4637088"/>
          <p14:tracePt t="38178" x="7185025" y="4614863"/>
          <p14:tracePt t="38195" x="7227888" y="4594225"/>
          <p14:tracePt t="38212" x="7250113" y="4572000"/>
          <p14:tracePt t="38228" x="7286625" y="4543425"/>
          <p14:tracePt t="38245" x="7329488" y="4521200"/>
          <p14:tracePt t="38262" x="7366000" y="4498975"/>
          <p14:tracePt t="38278" x="7408863" y="4484688"/>
          <p14:tracePt t="38295" x="7475538" y="4456113"/>
          <p14:tracePt t="38312" x="7510463" y="4448175"/>
          <p14:tracePt t="38328" x="7540625" y="4441825"/>
          <p14:tracePt t="38345" x="7569200" y="4433888"/>
          <p14:tracePt t="38362" x="7605713" y="4427538"/>
          <p14:tracePt t="38378" x="7642225" y="4427538"/>
          <p14:tracePt t="38395" x="7670800" y="4427538"/>
          <p14:tracePt t="38412" x="7693025" y="4427538"/>
          <p14:tracePt t="38428" x="7713663" y="4427538"/>
          <p14:tracePt t="38445" x="7721600" y="4427538"/>
          <p14:tracePt t="38462" x="7729538" y="4427538"/>
          <p14:tracePt t="38478" x="7743825" y="4433888"/>
          <p14:tracePt t="38495" x="7758113" y="4462463"/>
          <p14:tracePt t="38512" x="7772400" y="4492625"/>
          <p14:tracePt t="38528" x="7800975" y="4529138"/>
          <p14:tracePt t="38545" x="7823200" y="4579938"/>
          <p14:tracePt t="38562" x="7845425" y="4622800"/>
          <p14:tracePt t="38578" x="7859713" y="4665663"/>
          <p14:tracePt t="38595" x="7881938" y="4702175"/>
          <p14:tracePt t="38612" x="7888288" y="4738688"/>
          <p14:tracePt t="38628" x="7902575" y="4760913"/>
          <p14:tracePt t="38645" x="7902575" y="4789488"/>
          <p14:tracePt t="38662" x="7902575" y="4803775"/>
          <p14:tracePt t="38679" x="7910513" y="4833938"/>
          <p14:tracePt t="38695" x="7910513" y="4862513"/>
          <p14:tracePt t="38712" x="7910513" y="4884738"/>
          <p14:tracePt t="38728" x="7910513" y="4899025"/>
          <p14:tracePt t="38745" x="7916863" y="4927600"/>
          <p14:tracePt t="38762" x="7916863" y="4941888"/>
          <p14:tracePt t="38778" x="7916863" y="4964113"/>
          <p14:tracePt t="38795" x="7916863" y="4970463"/>
          <p14:tracePt t="38812" x="7916863" y="4986338"/>
          <p14:tracePt t="38828" x="7916863" y="5014913"/>
          <p14:tracePt t="38845" x="7902575" y="5029200"/>
          <p14:tracePt t="38862" x="7896225" y="5057775"/>
          <p14:tracePt t="38878" x="7874000" y="5102225"/>
          <p14:tracePt t="38895" x="7851775" y="5130800"/>
          <p14:tracePt t="38912" x="7837488" y="5153025"/>
          <p14:tracePt t="38929" x="7823200" y="5159375"/>
          <p14:tracePt t="38945" x="7808913" y="5173663"/>
          <p14:tracePt t="38962" x="7800975" y="5181600"/>
          <p14:tracePt t="38979" x="7780338" y="5195888"/>
          <p14:tracePt t="38995" x="7750175" y="5210175"/>
          <p14:tracePt t="39012" x="7707313" y="5224463"/>
          <p14:tracePt t="39029" x="7670800" y="5232400"/>
          <p14:tracePt t="39045" x="7634288" y="5232400"/>
          <p14:tracePt t="39062" x="7597775" y="5232400"/>
          <p14:tracePt t="39079" x="7546975" y="5232400"/>
          <p14:tracePt t="39095" x="7510463" y="5232400"/>
          <p14:tracePt t="39112" x="7467600" y="5232400"/>
          <p14:tracePt t="39129" x="7402513" y="5232400"/>
          <p14:tracePt t="39145" x="7329488" y="5210175"/>
          <p14:tracePt t="39162" x="7264400" y="5189538"/>
          <p14:tracePt t="39179" x="7227888" y="5173663"/>
          <p14:tracePt t="39195" x="7177088" y="5153025"/>
          <p14:tracePt t="39212" x="7162800" y="5145088"/>
          <p14:tracePt t="39229" x="7140575" y="5130800"/>
          <p14:tracePt t="39245" x="7126288" y="5122863"/>
          <p14:tracePt t="39262" x="7119938" y="5108575"/>
          <p14:tracePt t="39279" x="7119938" y="5094288"/>
          <p14:tracePt t="39295" x="7112000" y="5080000"/>
          <p14:tracePt t="39312" x="7112000" y="5072063"/>
          <p14:tracePt t="39329" x="7112000" y="5065713"/>
          <p14:tracePt t="39345" x="7112000" y="5051425"/>
          <p14:tracePt t="39362" x="7119938" y="5021263"/>
          <p14:tracePt t="39379" x="7148513" y="4978400"/>
          <p14:tracePt t="39395" x="7191375" y="4941888"/>
          <p14:tracePt t="39412" x="7272338" y="4884738"/>
          <p14:tracePt t="39429" x="7445375" y="4797425"/>
          <p14:tracePt t="39445" x="7648575" y="4716463"/>
          <p14:tracePt t="39462" x="7874000" y="4659313"/>
          <p14:tracePt t="39479" x="8113713" y="4622800"/>
          <p14:tracePt t="39496" x="8221663" y="4600575"/>
          <p14:tracePt t="39512" x="8258175" y="4594225"/>
          <p14:tracePt t="39529" x="8272463" y="4594225"/>
          <p14:tracePt t="39545" x="8288338" y="4586288"/>
          <p14:tracePt t="39562" x="8294688" y="4586288"/>
          <p14:tracePt t="39579" x="8323263" y="4586288"/>
          <p14:tracePt t="39595" x="8359775" y="4586288"/>
          <p14:tracePt t="39612" x="8374063" y="4586288"/>
          <p14:tracePt t="39629" x="8389938" y="4586288"/>
          <p14:tracePt t="39767" x="8382000" y="4586288"/>
          <p14:tracePt t="39775" x="8367713" y="4586288"/>
          <p14:tracePt t="39783" x="8339138" y="4579938"/>
          <p14:tracePt t="39795" x="8308975" y="4572000"/>
          <p14:tracePt t="39812" x="8221663" y="4557713"/>
          <p14:tracePt t="39829" x="8170863" y="4535488"/>
          <p14:tracePt t="39846" x="8128000" y="4521200"/>
          <p14:tracePt t="39847" x="8120063" y="4513263"/>
          <p14:tracePt t="39879" x="8120063" y="4484688"/>
          <p14:tracePt t="39896" x="8120063" y="4462463"/>
          <p14:tracePt t="39912" x="8120063" y="4433888"/>
          <p14:tracePt t="39929" x="8120063" y="4405313"/>
          <p14:tracePt t="39946" x="8120063" y="4360863"/>
          <p14:tracePt t="39962" x="8120063" y="4325938"/>
          <p14:tracePt t="39979" x="8135938" y="4295775"/>
          <p14:tracePt t="39996" x="8150225" y="4267200"/>
          <p14:tracePt t="40012" x="8156575" y="4238625"/>
          <p14:tracePt t="40029" x="8170863" y="4216400"/>
          <p14:tracePt t="40046" x="8193088" y="4179888"/>
          <p14:tracePt t="40062" x="8207375" y="4151313"/>
          <p14:tracePt t="40079" x="8258175" y="4100513"/>
          <p14:tracePt t="40096" x="8288338" y="4064000"/>
          <p14:tracePt t="40112" x="8331200" y="4035425"/>
          <p14:tracePt t="40129" x="8374063" y="4005263"/>
          <p14:tracePt t="40146" x="8440738" y="3970338"/>
          <p14:tracePt t="40162" x="8497888" y="3948113"/>
          <p14:tracePt t="40179" x="8548688" y="3933825"/>
          <p14:tracePt t="40196" x="8607425" y="3919538"/>
          <p14:tracePt t="40212" x="8636000" y="3911600"/>
          <p14:tracePt t="40229" x="8650288" y="3911600"/>
          <p14:tracePt t="40246" x="8658225" y="3911600"/>
          <p14:tracePt t="40262" x="8664575" y="3911600"/>
          <p14:tracePt t="40279" x="8686800" y="3911600"/>
          <p14:tracePt t="40296" x="8709025" y="3911600"/>
          <p14:tracePt t="40312" x="8737600" y="3933825"/>
          <p14:tracePt t="40329" x="8759825" y="3962400"/>
          <p14:tracePt t="40346" x="8780463" y="3984625"/>
          <p14:tracePt t="40362" x="8796338" y="4021138"/>
          <p14:tracePt t="40379" x="8802688" y="4056063"/>
          <p14:tracePt t="40396" x="8810625" y="4092575"/>
          <p14:tracePt t="40413" x="8816975" y="4114800"/>
          <p14:tracePt t="40429" x="8816975" y="4151313"/>
          <p14:tracePt t="40446" x="8816975" y="4194175"/>
          <p14:tracePt t="40463" x="8816975" y="4224338"/>
          <p14:tracePt t="40479" x="8816975" y="4275138"/>
          <p14:tracePt t="40496" x="8816975" y="4295775"/>
          <p14:tracePt t="40513" x="8816975" y="4325938"/>
          <p14:tracePt t="40530" x="8816975" y="4346575"/>
          <p14:tracePt t="40546" x="8810625" y="4368800"/>
          <p14:tracePt t="40563" x="8810625" y="4383088"/>
          <p14:tracePt t="40579" x="8796338" y="4405313"/>
          <p14:tracePt t="40596" x="8788400" y="4419600"/>
          <p14:tracePt t="40612" x="8774113" y="4441825"/>
          <p14:tracePt t="40629" x="8766175" y="4456113"/>
          <p14:tracePt t="40646" x="8751888" y="4478338"/>
          <p14:tracePt t="40663" x="8723313" y="4498975"/>
          <p14:tracePt t="40679" x="8701088" y="4521200"/>
          <p14:tracePt t="40696" x="8686800" y="4535488"/>
          <p14:tracePt t="40713" x="8664575" y="4549775"/>
          <p14:tracePt t="40729" x="8636000" y="4564063"/>
          <p14:tracePt t="40746" x="8628063" y="4572000"/>
          <p14:tracePt t="40762" x="8585200" y="4586288"/>
          <p14:tracePt t="40779" x="8570913" y="4594225"/>
          <p14:tracePt t="40796" x="8542338" y="4600575"/>
          <p14:tracePt t="40812" x="8520113" y="4608513"/>
          <p14:tracePt t="40829" x="8497888" y="4608513"/>
          <p14:tracePt t="40846" x="8469313" y="4614863"/>
          <p14:tracePt t="40847" x="8455025" y="4614863"/>
          <p14:tracePt t="40863" x="8440738" y="4622800"/>
          <p14:tracePt t="40879" x="8396288" y="4622800"/>
          <p14:tracePt t="40896" x="8367713" y="4622800"/>
          <p14:tracePt t="40913" x="8339138" y="4622800"/>
          <p14:tracePt t="40929" x="8308975" y="4622800"/>
          <p14:tracePt t="40946" x="8288338" y="4622800"/>
          <p14:tracePt t="40962" x="8258175" y="4622800"/>
          <p14:tracePt t="40979" x="8237538" y="4608513"/>
          <p14:tracePt t="40996" x="8207375" y="4608513"/>
          <p14:tracePt t="41013" x="8170863" y="4586288"/>
          <p14:tracePt t="41029" x="8135938" y="4579938"/>
          <p14:tracePt t="41046" x="8120063" y="4572000"/>
          <p14:tracePt t="41063" x="8105775" y="4564063"/>
          <p14:tracePt t="41079" x="8085138" y="4549775"/>
          <p14:tracePt t="41096" x="8077200" y="4535488"/>
          <p14:tracePt t="41113" x="8054975" y="4513263"/>
          <p14:tracePt t="41129" x="8054975" y="4498975"/>
          <p14:tracePt t="41146" x="8040688" y="4484688"/>
          <p14:tracePt t="41163" x="8040688" y="4470400"/>
          <p14:tracePt t="41179" x="8040688" y="4456113"/>
          <p14:tracePt t="41196" x="8034338" y="4441825"/>
          <p14:tracePt t="41213" x="8026400" y="4419600"/>
          <p14:tracePt t="41229" x="8018463" y="4397375"/>
          <p14:tracePt t="41246" x="8018463" y="4383088"/>
          <p14:tracePt t="41263" x="8018463" y="4368800"/>
          <p14:tracePt t="41279" x="8018463" y="4332288"/>
          <p14:tracePt t="41296" x="8018463" y="4318000"/>
          <p14:tracePt t="41313" x="8018463" y="4303713"/>
          <p14:tracePt t="41329" x="8018463" y="4275138"/>
          <p14:tracePt t="41346" x="8040688" y="4244975"/>
          <p14:tracePt t="41363" x="8054975" y="4216400"/>
          <p14:tracePt t="41379" x="8069263" y="4194175"/>
          <p14:tracePt t="41396" x="8099425" y="4165600"/>
          <p14:tracePt t="41413" x="8128000" y="4129088"/>
          <p14:tracePt t="41429" x="8142288" y="4114800"/>
          <p14:tracePt t="41446" x="8156575" y="4100513"/>
          <p14:tracePt t="41463" x="8178800" y="4086225"/>
          <p14:tracePt t="41479" x="8201025" y="4071938"/>
          <p14:tracePt t="41496" x="8221663" y="4064000"/>
          <p14:tracePt t="41513" x="8237538" y="4056063"/>
          <p14:tracePt t="41529" x="8258175" y="4049713"/>
          <p14:tracePt t="41546" x="8272463" y="4049713"/>
          <p14:tracePt t="41563" x="8288338" y="4049713"/>
          <p14:tracePt t="41579" x="8308975" y="4049713"/>
          <p14:tracePt t="41596" x="8323263" y="4049713"/>
          <p14:tracePt t="41613" x="8339138" y="4049713"/>
          <p14:tracePt t="41629" x="8374063" y="4056063"/>
          <p14:tracePt t="41646" x="8410575" y="4071938"/>
          <p14:tracePt t="41663" x="8469313" y="4092575"/>
          <p14:tracePt t="41679" x="8475663" y="4100513"/>
          <p14:tracePt t="41696" x="8497888" y="4114800"/>
          <p14:tracePt t="41713" x="8497888" y="4122738"/>
          <p14:tracePt t="41729" x="8512175" y="4137025"/>
          <p14:tracePt t="41746" x="8520113" y="4173538"/>
          <p14:tracePt t="41763" x="8534400" y="4208463"/>
          <p14:tracePt t="41779" x="8542338" y="4252913"/>
          <p14:tracePt t="41796" x="8548688" y="4289425"/>
          <p14:tracePt t="41813" x="8548688" y="4318000"/>
          <p14:tracePt t="41829" x="8548688" y="4354513"/>
          <p14:tracePt t="41846" x="8548688" y="4368800"/>
          <p14:tracePt t="41847" x="8548688" y="4383088"/>
          <p14:tracePt t="41863" x="8548688" y="4405313"/>
          <p14:tracePt t="41879" x="8548688" y="4419600"/>
          <p14:tracePt t="41896" x="8526463" y="4448175"/>
          <p14:tracePt t="41913" x="8505825" y="4478338"/>
          <p14:tracePt t="41929" x="8469313" y="4506913"/>
          <p14:tracePt t="41946" x="8440738" y="4529138"/>
          <p14:tracePt t="41963" x="8418513" y="4543425"/>
          <p14:tracePt t="41979" x="8404225" y="4549775"/>
          <p14:tracePt t="41996" x="8382000" y="4549775"/>
          <p14:tracePt t="42013" x="8367713" y="4557713"/>
          <p14:tracePt t="42030" x="8339138" y="4557713"/>
          <p14:tracePt t="42046" x="8323263" y="4557713"/>
          <p14:tracePt t="42063" x="8280400" y="4557713"/>
          <p14:tracePt t="42080" x="8258175" y="4557713"/>
          <p14:tracePt t="42096" x="8243888" y="4557713"/>
          <p14:tracePt t="42113" x="8221663" y="4557713"/>
          <p14:tracePt t="42130" x="8215313" y="4549775"/>
          <p14:tracePt t="42146" x="8201025" y="4535488"/>
          <p14:tracePt t="42163" x="8193088" y="4506913"/>
          <p14:tracePt t="42180" x="8178800" y="4484688"/>
          <p14:tracePt t="42196" x="8170863" y="4448175"/>
          <p14:tracePt t="42213" x="8164513" y="4427538"/>
          <p14:tracePt t="42230" x="8164513" y="4391025"/>
          <p14:tracePt t="42246" x="8164513" y="4368800"/>
          <p14:tracePt t="42263" x="8164513" y="4340225"/>
          <p14:tracePt t="42280" x="8164513" y="4325938"/>
          <p14:tracePt t="42296" x="8164513" y="4303713"/>
          <p14:tracePt t="42313" x="8170863" y="4281488"/>
          <p14:tracePt t="42330" x="8178800" y="4275138"/>
          <p14:tracePt t="42346" x="8193088" y="4244975"/>
          <p14:tracePt t="42363" x="8201025" y="4224338"/>
          <p14:tracePt t="42380" x="8221663" y="4202113"/>
          <p14:tracePt t="42396" x="8251825" y="4173538"/>
          <p14:tracePt t="42413" x="8272463" y="4143375"/>
          <p14:tracePt t="42430" x="8302625" y="4129088"/>
          <p14:tracePt t="42446" x="8323263" y="4114800"/>
          <p14:tracePt t="42463" x="8382000" y="4071938"/>
          <p14:tracePt t="42480" x="8432800" y="4056063"/>
          <p14:tracePt t="42496" x="8475663" y="4056063"/>
          <p14:tracePt t="42513" x="8505825" y="4041775"/>
          <p14:tracePt t="42530" x="8534400" y="4035425"/>
          <p14:tracePt t="42546" x="8548688" y="4035425"/>
          <p14:tracePt t="42563" x="8570913" y="4035425"/>
          <p14:tracePt t="42580" x="8585200" y="4035425"/>
          <p14:tracePt t="42596" x="8607425" y="4035425"/>
          <p14:tracePt t="42613" x="8613775" y="4035425"/>
          <p14:tracePt t="42630" x="8621713" y="4041775"/>
          <p14:tracePt t="42646" x="8643938" y="4064000"/>
          <p14:tracePt t="42663" x="8658225" y="4106863"/>
          <p14:tracePt t="42680" x="8664575" y="4143375"/>
          <p14:tracePt t="42696" x="8672513" y="4173538"/>
          <p14:tracePt t="42713" x="8672513" y="4216400"/>
          <p14:tracePt t="42730" x="8678863" y="4238625"/>
          <p14:tracePt t="42746" x="8678863" y="4252913"/>
          <p14:tracePt t="42763" x="8678863" y="4267200"/>
          <p14:tracePt t="42780" x="8678863" y="4295775"/>
          <p14:tracePt t="42797" x="8664575" y="4318000"/>
          <p14:tracePt t="42813" x="8664575" y="4332288"/>
          <p14:tracePt t="42830" x="8658225" y="4346575"/>
          <p14:tracePt t="42846" x="8643938" y="4360863"/>
          <p14:tracePt t="42847" x="8636000" y="4368800"/>
          <p14:tracePt t="42863" x="8621713" y="4391025"/>
          <p14:tracePt t="42880" x="8613775" y="4397375"/>
          <p14:tracePt t="42896" x="8599488" y="4411663"/>
          <p14:tracePt t="42930" x="8585200" y="4419600"/>
          <p14:tracePt t="42947" x="8577263" y="4419600"/>
          <p14:tracePt t="42963" x="8570913" y="4419600"/>
          <p14:tracePt t="42980" x="8562975" y="4419600"/>
          <p14:tracePt t="42997" x="8548688" y="4419600"/>
          <p14:tracePt t="43030" x="8542338" y="4419600"/>
          <p14:tracePt t="43048" x="8534400" y="4419600"/>
          <p14:tracePt t="45719" x="8512175" y="4419600"/>
          <p14:tracePt t="45727" x="8505825" y="4419600"/>
          <p14:tracePt t="45735" x="8491538" y="4419600"/>
          <p14:tracePt t="45747" x="8483600" y="4419600"/>
          <p14:tracePt t="45775" x="8475663" y="4419600"/>
          <p14:tracePt t="45783" x="8461375" y="4419600"/>
          <p14:tracePt t="45797" x="8418513" y="4427538"/>
          <p14:tracePt t="45814" x="8367713" y="4433888"/>
          <p14:tracePt t="45831" x="8308975" y="4441825"/>
          <p14:tracePt t="45848" x="8272463" y="4441825"/>
          <p14:tracePt t="45864" x="8243888" y="4441825"/>
          <p14:tracePt t="45881" x="8221663" y="4441825"/>
          <p14:tracePt t="45898" x="8193088" y="4433888"/>
          <p14:tracePt t="45914" x="8156575" y="4405313"/>
          <p14:tracePt t="45931" x="8113713" y="4376738"/>
          <p14:tracePt t="45948" x="8062913" y="4340225"/>
          <p14:tracePt t="45964" x="7967663" y="4295775"/>
          <p14:tracePt t="45981" x="7866063" y="4252913"/>
          <p14:tracePt t="45997" x="7721600" y="4187825"/>
          <p14:tracePt t="46014" x="7605713" y="4122738"/>
          <p14:tracePt t="46031" x="7496175" y="4035425"/>
          <p14:tracePt t="46047" x="7453313" y="3990975"/>
          <p14:tracePt t="46064" x="7416800" y="3954463"/>
          <p14:tracePt t="46081" x="7388225" y="3925888"/>
          <p14:tracePt t="46097" x="7358063" y="3889375"/>
          <p14:tracePt t="46114" x="7315200" y="3846513"/>
          <p14:tracePt t="46131" x="7256463" y="3802063"/>
          <p14:tracePt t="46147" x="7177088" y="3744913"/>
          <p14:tracePt t="46164" x="7140575" y="3716338"/>
          <p14:tracePt t="46181" x="7083425" y="3686175"/>
          <p14:tracePt t="46197" x="7046913" y="3671888"/>
          <p14:tracePt t="46214" x="7024688" y="3665538"/>
          <p14:tracePt t="46231" x="7010400" y="3657600"/>
          <p14:tracePt t="46327" x="7010400" y="3665538"/>
          <p14:tracePt t="46335" x="7010400" y="3679825"/>
          <p14:tracePt t="46343" x="7010400" y="3708400"/>
          <p14:tracePt t="46351" x="7010400" y="3736975"/>
          <p14:tracePt t="46364" x="7024688" y="3802063"/>
          <p14:tracePt t="46381" x="7069138" y="3897313"/>
          <p14:tracePt t="46398" x="7112000" y="4021138"/>
          <p14:tracePt t="46414" x="7191375" y="4143375"/>
          <p14:tracePt t="46431" x="7307263" y="4340225"/>
          <p14:tracePt t="46448" x="7402513" y="4456113"/>
          <p14:tracePt t="46464" x="7489825" y="4572000"/>
          <p14:tracePt t="46481" x="7577138" y="4695825"/>
          <p14:tracePt t="46498" x="7648575" y="4811713"/>
          <p14:tracePt t="46514" x="7729538" y="4913313"/>
          <p14:tracePt t="46531" x="7800975" y="5006975"/>
          <p14:tracePt t="46548" x="7859713" y="5102225"/>
          <p14:tracePt t="46564" x="7953375" y="5210175"/>
          <p14:tracePt t="46581" x="8018463" y="5319713"/>
          <p14:tracePt t="46598" x="8113713" y="5427663"/>
          <p14:tracePt t="46614" x="8170863" y="5508625"/>
          <p14:tracePt t="46631" x="8229600" y="5624513"/>
          <p14:tracePt t="46648" x="8266113" y="5697538"/>
          <p14:tracePt t="46664" x="8316913" y="5783263"/>
          <p14:tracePt t="46681" x="8353425" y="5870575"/>
          <p14:tracePt t="46698" x="8374063" y="5921375"/>
          <p14:tracePt t="46714" x="8389938" y="5935663"/>
          <p14:tracePt t="46731" x="8396288" y="5951538"/>
          <p14:tracePt t="46748" x="8396288" y="5957888"/>
          <p14:tracePt t="46764" x="8396288" y="5965825"/>
          <p14:tracePt t="46781" x="8404225" y="5980113"/>
          <p14:tracePt t="47392" x="8410575" y="5980113"/>
          <p14:tracePt t="47399" x="8410575" y="5972175"/>
          <p14:tracePt t="47407" x="8410575" y="5965825"/>
          <p14:tracePt t="47416" x="8418513" y="5935663"/>
          <p14:tracePt t="47431" x="8424863" y="5907088"/>
          <p14:tracePt t="47448" x="8455025" y="5834063"/>
          <p14:tracePt t="47465" x="8461375" y="5776913"/>
          <p14:tracePt t="47481" x="8483600" y="5726113"/>
          <p14:tracePt t="47498" x="8491538" y="5689600"/>
          <p14:tracePt t="47515" x="8491538" y="5661025"/>
          <p14:tracePt t="47531" x="8491538" y="5638800"/>
          <p14:tracePt t="47548" x="8491538" y="5616575"/>
          <p14:tracePt t="47565" x="8491538" y="5595938"/>
          <p14:tracePt t="47582" x="8491538" y="5588000"/>
          <p14:tracePt t="47598" x="8491538" y="5573713"/>
          <p14:tracePt t="47615" x="8491538" y="5565775"/>
          <p14:tracePt t="47671" x="8491538" y="5559425"/>
          <p14:tracePt t="47896" x="8491538" y="5551488"/>
          <p14:tracePt t="47903" x="8483600" y="5551488"/>
          <p14:tracePt t="47911" x="8469313" y="5551488"/>
          <p14:tracePt t="47919" x="8455025" y="5551488"/>
          <p14:tracePt t="47931" x="8440738" y="5551488"/>
          <p14:tracePt t="47948" x="8418513" y="5559425"/>
          <p14:tracePt t="47965" x="8382000" y="5565775"/>
          <p14:tracePt t="47981" x="8353425" y="5580063"/>
          <p14:tracePt t="47998" x="8339138" y="5580063"/>
          <p14:tracePt t="48015" x="8308975" y="5580063"/>
          <p14:tracePt t="48031" x="8294688" y="5580063"/>
          <p14:tracePt t="48048" x="8266113" y="5580063"/>
          <p14:tracePt t="48065" x="8215313" y="5580063"/>
          <p14:tracePt t="48082" x="8164513" y="5580063"/>
          <p14:tracePt t="48098" x="8120063" y="5580063"/>
          <p14:tracePt t="48115" x="8034338" y="5580063"/>
          <p14:tracePt t="48131" x="7953375" y="5573713"/>
          <p14:tracePt t="48148" x="7845425" y="5551488"/>
          <p14:tracePt t="48165" x="7743825" y="5522913"/>
          <p14:tracePt t="48181" x="7656513" y="5486400"/>
          <p14:tracePt t="48198" x="7612063" y="5472113"/>
          <p14:tracePt t="48215" x="7583488" y="5449888"/>
          <p14:tracePt t="48231" x="7561263" y="5435600"/>
          <p14:tracePt t="48248" x="7554913" y="5435600"/>
          <p14:tracePt t="48265" x="7540625" y="5399088"/>
          <p14:tracePt t="48281" x="7532688" y="5370513"/>
          <p14:tracePt t="48298" x="7526338" y="5334000"/>
          <p14:tracePt t="48315" x="7518400" y="5297488"/>
          <p14:tracePt t="48331" x="7510463" y="5268913"/>
          <p14:tracePt t="48348" x="7496175" y="5232400"/>
          <p14:tracePt t="48365" x="7481888" y="5189538"/>
          <p14:tracePt t="48381" x="7467600" y="5153025"/>
          <p14:tracePt t="48398" x="7459663" y="5130800"/>
          <p14:tracePt t="48415" x="7453313" y="5108575"/>
          <p14:tracePt t="48432" x="7453313" y="5102225"/>
          <p14:tracePt t="48448" x="7453313" y="5087938"/>
          <p14:tracePt t="48465" x="7453313" y="5072063"/>
          <p14:tracePt t="48481" x="7453313" y="5057775"/>
          <p14:tracePt t="48498" x="7453313" y="5043488"/>
          <p14:tracePt t="48515" x="7453313" y="5037138"/>
          <p14:tracePt t="48639" x="7453313" y="5029200"/>
          <p14:tracePt t="48679" x="7453313" y="5037138"/>
          <p14:tracePt t="48695" x="7453313" y="5043488"/>
          <p14:tracePt t="48703" x="7453313" y="5051425"/>
          <p14:tracePt t="48711" x="7453313" y="5057775"/>
          <p14:tracePt t="48719" x="7453313" y="5072063"/>
          <p14:tracePt t="48751" x="7453313" y="5080000"/>
          <p14:tracePt t="48775" x="7453313" y="5094288"/>
          <p14:tracePt t="48783" x="7445375" y="5094288"/>
          <p14:tracePt t="48791" x="7439025" y="5108575"/>
          <p14:tracePt t="48807" x="7431088" y="5108575"/>
          <p14:tracePt t="48815" x="7424738" y="5108575"/>
          <p14:tracePt t="48832" x="7416800" y="5108575"/>
          <p14:tracePt t="48848" x="7394575" y="5122863"/>
          <p14:tracePt t="48865" x="7373938" y="5130800"/>
          <p14:tracePt t="48882" x="7343775" y="5130800"/>
          <p14:tracePt t="48898" x="7300913" y="5130800"/>
          <p14:tracePt t="48915" x="7250113" y="5130800"/>
          <p14:tracePt t="48932" x="7213600" y="5130800"/>
          <p14:tracePt t="48948" x="7177088" y="5130800"/>
          <p14:tracePt t="48965" x="7154863" y="5130800"/>
          <p14:tracePt t="48982" x="7140575" y="5130800"/>
          <p14:tracePt t="48998" x="7119938" y="5130800"/>
          <p14:tracePt t="49015" x="7089775" y="5116513"/>
          <p14:tracePt t="49032" x="7053263" y="5087938"/>
          <p14:tracePt t="49048" x="7032625" y="5065713"/>
          <p14:tracePt t="49065" x="7018338" y="5051425"/>
          <p14:tracePt t="49082" x="7002463" y="5037138"/>
          <p14:tracePt t="49098" x="7002463" y="5021263"/>
          <p14:tracePt t="49115" x="6996113" y="5000625"/>
          <p14:tracePt t="49132" x="6996113" y="4986338"/>
          <p14:tracePt t="49148" x="6996113" y="4956175"/>
          <p14:tracePt t="49165" x="6996113" y="4949825"/>
          <p14:tracePt t="49182" x="6996113" y="4927600"/>
          <p14:tracePt t="49198" x="6996113" y="4913313"/>
          <p14:tracePt t="49215" x="6996113" y="4884738"/>
          <p14:tracePt t="49232" x="7010400" y="4868863"/>
          <p14:tracePt t="49248" x="7024688" y="4848225"/>
          <p14:tracePt t="49265" x="7038975" y="4833938"/>
          <p14:tracePt t="49282" x="7053263" y="4833938"/>
          <p14:tracePt t="49298" x="7069138" y="4826000"/>
          <p14:tracePt t="49315" x="7104063" y="4811713"/>
          <p14:tracePt t="49332" x="7140575" y="4803775"/>
          <p14:tracePt t="49348" x="7154863" y="4797425"/>
          <p14:tracePt t="49365" x="7185025" y="4797425"/>
          <p14:tracePt t="49382" x="7199313" y="4797425"/>
          <p14:tracePt t="49399" x="7227888" y="4797425"/>
          <p14:tracePt t="49415" x="7242175" y="4797425"/>
          <p14:tracePt t="49432" x="7264400" y="4797425"/>
          <p14:tracePt t="49448" x="7286625" y="4797425"/>
          <p14:tracePt t="49465" x="7307263" y="4811713"/>
          <p14:tracePt t="49482" x="7329488" y="4818063"/>
          <p14:tracePt t="49499" x="7343775" y="4840288"/>
          <p14:tracePt t="49515" x="7366000" y="4854575"/>
          <p14:tracePt t="49532" x="7380288" y="4868863"/>
          <p14:tracePt t="49548" x="7388225" y="4884738"/>
          <p14:tracePt t="49565" x="7402513" y="4899025"/>
          <p14:tracePt t="49582" x="7402513" y="4905375"/>
          <p14:tracePt t="49599" x="7408863" y="4927600"/>
          <p14:tracePt t="49615" x="7416800" y="4941888"/>
          <p14:tracePt t="49632" x="7416800" y="4949825"/>
          <p14:tracePt t="49665" x="7416800" y="4956175"/>
          <p14:tracePt t="49743" x="7416800" y="4964113"/>
          <p14:tracePt t="49767" x="7416800" y="4970463"/>
          <p14:tracePt t="49791" x="7424738" y="4978400"/>
          <p14:tracePt t="49799" x="7424738" y="4986338"/>
          <p14:tracePt t="49807" x="7424738" y="4992688"/>
          <p14:tracePt t="49831" x="7424738" y="5000625"/>
          <p14:tracePt t="49847" x="7424738" y="5006975"/>
          <p14:tracePt t="49879" x="7424738" y="5014913"/>
          <p14:tracePt t="49896" x="7424738" y="5021263"/>
          <p14:tracePt t="49903" x="7424738" y="5029200"/>
          <p14:tracePt t="49919" x="7424738" y="5037138"/>
          <p14:tracePt t="49943" x="7424738" y="5051425"/>
          <p14:tracePt t="49975" x="7424738" y="5057775"/>
          <p14:tracePt t="49983" x="7416800" y="5057775"/>
          <p14:tracePt t="50007" x="7416800" y="5065713"/>
          <p14:tracePt t="50015" x="7408863" y="5080000"/>
          <p14:tracePt t="50031" x="7402513" y="5080000"/>
          <p14:tracePt t="50039" x="7402513" y="5087938"/>
          <p14:tracePt t="50055" x="7394575" y="5094288"/>
          <p14:tracePt t="50065" x="7380288" y="5108575"/>
          <p14:tracePt t="50087" x="7373938" y="5116513"/>
          <p14:tracePt t="50103" x="7358063" y="5116513"/>
          <p14:tracePt t="50115" x="7358063" y="5122863"/>
          <p14:tracePt t="50132" x="7343775" y="5130800"/>
          <p14:tracePt t="50149" x="7329488" y="5130800"/>
          <p14:tracePt t="50165" x="7307263" y="5138738"/>
          <p14:tracePt t="50182" x="7286625" y="5138738"/>
          <p14:tracePt t="50199" x="7242175" y="5138738"/>
          <p14:tracePt t="50215" x="7213600" y="5138738"/>
          <p14:tracePt t="50232" x="7191375" y="5138738"/>
          <p14:tracePt t="50249" x="7162800" y="5122863"/>
          <p14:tracePt t="50265" x="7134225" y="5108575"/>
          <p14:tracePt t="50282" x="7112000" y="5087938"/>
          <p14:tracePt t="50299" x="7097713" y="5065713"/>
          <p14:tracePt t="50315" x="7083425" y="5037138"/>
          <p14:tracePt t="50332" x="7075488" y="5021263"/>
          <p14:tracePt t="50349" x="7075488" y="5000625"/>
          <p14:tracePt t="50365" x="7075488" y="4978400"/>
          <p14:tracePt t="50382" x="7075488" y="4956175"/>
          <p14:tracePt t="50399" x="7075488" y="4919663"/>
          <p14:tracePt t="50415" x="7075488" y="4899025"/>
          <p14:tracePt t="50432" x="7083425" y="4876800"/>
          <p14:tracePt t="50449" x="7083425" y="4854575"/>
          <p14:tracePt t="50465" x="7097713" y="4848225"/>
          <p14:tracePt t="50482" x="7112000" y="4833938"/>
          <p14:tracePt t="50499" x="7119938" y="4818063"/>
          <p14:tracePt t="50515" x="7134225" y="4811713"/>
          <p14:tracePt t="50532" x="7140575" y="4797425"/>
          <p14:tracePt t="50549" x="7154863" y="4789488"/>
          <p14:tracePt t="50565" x="7162800" y="4775200"/>
          <p14:tracePt t="50582" x="7177088" y="4775200"/>
          <p14:tracePt t="50599" x="7185025" y="4767263"/>
          <p14:tracePt t="50616" x="7191375" y="4760913"/>
          <p14:tracePt t="50632" x="7205663" y="4760913"/>
          <p14:tracePt t="50649" x="7213600" y="4760913"/>
          <p14:tracePt t="50682" x="7227888" y="4760913"/>
          <p14:tracePt t="50704" x="7235825" y="4760913"/>
          <p14:tracePt t="50735" x="7242175" y="4760913"/>
          <p14:tracePt t="50759" x="7250113" y="4760913"/>
          <p14:tracePt t="50767" x="7256463" y="4760913"/>
          <p14:tracePt t="50783" x="7272338" y="4760913"/>
          <p14:tracePt t="50799" x="7278688" y="4760913"/>
          <p14:tracePt t="50815" x="7292975" y="4767263"/>
          <p14:tracePt t="50831" x="7300913" y="4767263"/>
          <p14:tracePt t="50839" x="7307263" y="4775200"/>
          <p14:tracePt t="50849" x="7315200" y="4783138"/>
          <p14:tracePt t="50866" x="7329488" y="4797425"/>
          <p14:tracePt t="50882" x="7337425" y="4803775"/>
          <p14:tracePt t="50899" x="7351713" y="4811713"/>
          <p14:tracePt t="50916" x="7358063" y="4826000"/>
          <p14:tracePt t="50932" x="7373938" y="4840288"/>
          <p14:tracePt t="50966" x="7373938" y="4854575"/>
          <p14:tracePt t="50982" x="7380288" y="4862513"/>
          <p14:tracePt t="50999" x="7388225" y="4868863"/>
          <p14:tracePt t="51016" x="7388225" y="4876800"/>
          <p14:tracePt t="51032" x="7394575" y="4884738"/>
          <p14:tracePt t="51049" x="7394575" y="4891088"/>
          <p14:tracePt t="51087" x="7394575" y="4899025"/>
          <p14:tracePt t="51111" x="7394575" y="4905375"/>
          <p14:tracePt t="51207" x="7394575" y="4913313"/>
          <p14:tracePt t="51247" x="7402513" y="4919663"/>
          <p14:tracePt t="51255" x="7402513" y="4927600"/>
          <p14:tracePt t="51303" x="7402513" y="4935538"/>
          <p14:tracePt t="51319" x="7402513" y="4941888"/>
          <p14:tracePt t="51336" x="7402513" y="4956175"/>
          <p14:tracePt t="51343" x="7402513" y="4970463"/>
          <p14:tracePt t="51351" x="7402513" y="4986338"/>
          <p14:tracePt t="51367" x="7402513" y="5006975"/>
          <p14:tracePt t="51383" x="7402513" y="5014913"/>
          <p14:tracePt t="51399" x="7380288" y="5057775"/>
          <p14:tracePt t="51416" x="7351713" y="5102225"/>
          <p14:tracePt t="51432" x="7329488" y="5130800"/>
          <p14:tracePt t="51449" x="7307263" y="5153025"/>
          <p14:tracePt t="51466" x="7286625" y="5173663"/>
          <p14:tracePt t="51482" x="7272338" y="5173663"/>
          <p14:tracePt t="51499" x="7272338" y="5181600"/>
          <p14:tracePt t="51516" x="7264400" y="5181600"/>
          <p14:tracePt t="51549" x="7242175" y="5173663"/>
          <p14:tracePt t="51566" x="7221538" y="5130800"/>
          <p14:tracePt t="51583" x="7191375" y="5080000"/>
          <p14:tracePt t="51599" x="7170738" y="5029200"/>
          <p14:tracePt t="51616" x="7162800" y="5006975"/>
          <p14:tracePt t="51633" x="7162800" y="4986338"/>
          <p14:tracePt t="51649" x="7162800" y="4970463"/>
          <p14:tracePt t="51666" x="7162800" y="4956175"/>
          <p14:tracePt t="51682" x="7162800" y="4935538"/>
          <p14:tracePt t="51699" x="7162800" y="4919663"/>
          <p14:tracePt t="51716" x="7162800" y="4913313"/>
          <p14:tracePt t="51732" x="7162800" y="4891088"/>
          <p14:tracePt t="51749" x="7162800" y="4876800"/>
          <p14:tracePt t="51766" x="7170738" y="4868863"/>
          <p14:tracePt t="51783" x="7170738" y="4854575"/>
          <p14:tracePt t="51799" x="7177088" y="4848225"/>
          <p14:tracePt t="51816" x="7185025" y="4840288"/>
          <p14:tracePt t="51833" x="7185025" y="4833938"/>
          <p14:tracePt t="51849" x="7191375" y="4826000"/>
          <p14:tracePt t="51866" x="7199313" y="4818063"/>
          <p14:tracePt t="51883" x="7205663" y="4811713"/>
          <p14:tracePt t="51899" x="7213600" y="4803775"/>
          <p14:tracePt t="51916" x="7235825" y="4803775"/>
          <p14:tracePt t="51933" x="7256463" y="4803775"/>
          <p14:tracePt t="51949" x="7264400" y="4803775"/>
          <p14:tracePt t="51966" x="7278688" y="4803775"/>
          <p14:tracePt t="51983" x="7292975" y="4803775"/>
          <p14:tracePt t="51999" x="7307263" y="4803775"/>
          <p14:tracePt t="52016" x="7315200" y="4803775"/>
          <p14:tracePt t="52033" x="7323138" y="4811713"/>
          <p14:tracePt t="52049" x="7329488" y="4818063"/>
          <p14:tracePt t="52066" x="7343775" y="4833938"/>
          <p14:tracePt t="52083" x="7351713" y="4840288"/>
          <p14:tracePt t="52099" x="7358063" y="4862513"/>
          <p14:tracePt t="52116" x="7366000" y="4868863"/>
          <p14:tracePt t="52133" x="7373938" y="4884738"/>
          <p14:tracePt t="52167" x="7380288" y="4891088"/>
          <p14:tracePt t="52184" x="7380288" y="4905375"/>
          <p14:tracePt t="52199" x="7380288" y="4913313"/>
          <p14:tracePt t="52216" x="7388225" y="4919663"/>
          <p14:tracePt t="52233" x="7388225" y="4927600"/>
          <p14:tracePt t="52327" x="7388225" y="4935538"/>
          <p14:tracePt t="52336" x="7388225" y="4941888"/>
          <p14:tracePt t="52351" x="7388225" y="4949825"/>
          <p14:tracePt t="52367" x="7388225" y="4964113"/>
          <p14:tracePt t="52375" x="7394575" y="4978400"/>
          <p14:tracePt t="52383" x="7402513" y="5006975"/>
          <p14:tracePt t="52399" x="7453313" y="5080000"/>
          <p14:tracePt t="52416" x="7504113" y="5153025"/>
          <p14:tracePt t="52433" x="7561263" y="5232400"/>
          <p14:tracePt t="52449" x="7597775" y="5283200"/>
          <p14:tracePt t="52466" x="7620000" y="5305425"/>
          <p14:tracePt t="52483" x="7642225" y="5341938"/>
          <p14:tracePt t="52500" x="7662863" y="5362575"/>
          <p14:tracePt t="52516" x="7693025" y="5407025"/>
          <p14:tracePt t="52533" x="7713663" y="5435600"/>
          <p14:tracePt t="52549" x="7721600" y="5457825"/>
          <p14:tracePt t="52566" x="7743825" y="5486400"/>
          <p14:tracePt t="52583" x="7764463" y="5537200"/>
          <p14:tracePt t="52599" x="7786688" y="5565775"/>
          <p14:tracePt t="52616" x="7794625" y="5580063"/>
          <p14:tracePt t="52633" x="7794625" y="5588000"/>
          <p14:tracePt t="52711" x="7800975" y="5588000"/>
          <p14:tracePt t="52719" x="7815263" y="5573713"/>
          <p14:tracePt t="52727" x="7851775" y="5508625"/>
          <p14:tracePt t="52735" x="7888288" y="5449888"/>
          <p14:tracePt t="52749" x="7932738" y="5370513"/>
          <p14:tracePt t="52766" x="8018463" y="5195888"/>
          <p14:tracePt t="52783" x="8164513" y="4956175"/>
          <p14:tracePt t="52800" x="8215313" y="4848225"/>
          <p14:tracePt t="52816" x="8258175" y="4732338"/>
          <p14:tracePt t="52833" x="8308975" y="4622800"/>
          <p14:tracePt t="52850" x="8345488" y="4543425"/>
          <p14:tracePt t="52866" x="8367713" y="4492625"/>
          <p14:tracePt t="52883" x="8382000" y="4441825"/>
          <p14:tracePt t="52900" x="8396288" y="4405313"/>
          <p14:tracePt t="52916" x="8410575" y="4376738"/>
          <p14:tracePt t="52933" x="8418513" y="4346575"/>
          <p14:tracePt t="52950" x="8440738" y="4310063"/>
          <p14:tracePt t="52966" x="8447088" y="4281488"/>
          <p14:tracePt t="52983" x="8475663" y="4216400"/>
          <p14:tracePt t="53000" x="8497888" y="4173538"/>
          <p14:tracePt t="53016" x="8520113" y="4122738"/>
          <p14:tracePt t="53033" x="8526463" y="4092575"/>
          <p14:tracePt t="53050" x="8542338" y="4064000"/>
          <p14:tracePt t="53083" x="8548688" y="4056063"/>
          <p14:tracePt t="53100" x="8548688" y="4049713"/>
          <p14:tracePt t="53116" x="8548688" y="4041775"/>
          <p14:tracePt t="53133" x="8556625" y="4027488"/>
          <p14:tracePt t="53150" x="8556625" y="4021138"/>
          <p14:tracePt t="53166" x="8562975" y="4021138"/>
          <p14:tracePt t="53183" x="8562975" y="4013200"/>
          <p14:tracePt t="53200" x="8570913" y="3998913"/>
          <p14:tracePt t="53336" x="8570913" y="4005263"/>
          <p14:tracePt t="53343" x="8570913" y="4027488"/>
          <p14:tracePt t="53351" x="8570913" y="4071938"/>
          <p14:tracePt t="53366" x="8562975" y="4114800"/>
          <p14:tracePt t="53383" x="8520113" y="4303713"/>
          <p14:tracePt t="53400" x="8505825" y="4478338"/>
          <p14:tracePt t="53416" x="8475663" y="4645025"/>
          <p14:tracePt t="53433" x="8455025" y="4811713"/>
          <p14:tracePt t="53450" x="8432800" y="4970463"/>
          <p14:tracePt t="53466" x="8404225" y="5130800"/>
          <p14:tracePt t="53483" x="8374063" y="5268913"/>
          <p14:tracePt t="53500" x="8353425" y="5392738"/>
          <p14:tracePt t="53516" x="8339138" y="5486400"/>
          <p14:tracePt t="53533" x="8316913" y="5573713"/>
          <p14:tracePt t="53550" x="8288338" y="5638800"/>
          <p14:tracePt t="53567" x="8266113" y="5711825"/>
          <p14:tracePt t="53583" x="8243888" y="5754688"/>
          <p14:tracePt t="53600" x="8215313" y="5791200"/>
          <p14:tracePt t="53617" x="8186738" y="5819775"/>
          <p14:tracePt t="53633" x="8164513" y="5842000"/>
          <p14:tracePt t="53650" x="8128000" y="5864225"/>
          <p14:tracePt t="53666" x="8054975" y="5892800"/>
          <p14:tracePt t="53683" x="7961313" y="5921375"/>
          <p14:tracePt t="53700" x="7851775" y="5929313"/>
          <p14:tracePt t="53717" x="7743825" y="5929313"/>
          <p14:tracePt t="53733" x="7642225" y="5929313"/>
          <p14:tracePt t="53750" x="7526338" y="5929313"/>
          <p14:tracePt t="53767" x="7394575" y="5921375"/>
          <p14:tracePt t="53783" x="7337425" y="5915025"/>
          <p14:tracePt t="53800" x="7315200" y="5915025"/>
          <p14:tracePt t="53816" x="7307263" y="5915025"/>
          <p14:tracePt t="53833" x="7300913" y="5900738"/>
          <p14:tracePt t="53850" x="7286625" y="5878513"/>
          <p14:tracePt t="53867" x="7272338" y="5834063"/>
          <p14:tracePt t="53883" x="7221538" y="5754688"/>
          <p14:tracePt t="53900" x="7199313" y="5703888"/>
          <p14:tracePt t="53917" x="7177088" y="5667375"/>
          <p14:tracePt t="53933" x="7162800" y="5624513"/>
          <p14:tracePt t="53950" x="7154863" y="5616575"/>
          <p14:tracePt t="53967" x="7148513" y="5602288"/>
          <p14:tracePt t="53983" x="7134225" y="5580063"/>
          <p14:tracePt t="54017" x="7134225" y="5573713"/>
          <p14:tracePt t="54033" x="7126288" y="5573713"/>
          <p14:tracePt t="54050" x="7126288" y="5559425"/>
          <p14:tracePt t="54067" x="7126288" y="5508625"/>
          <p14:tracePt t="54083" x="7126288" y="5500688"/>
          <p14:tracePt t="54623" x="7126288" y="5494338"/>
          <p14:tracePt t="54639" x="7126288" y="5486400"/>
          <p14:tracePt t="57495" x="7126288" y="5478463"/>
          <p14:tracePt t="57503" x="7221538" y="5449888"/>
          <p14:tracePt t="57511" x="7394575" y="5449888"/>
          <p14:tracePt t="57519" x="7597775" y="5449888"/>
          <p14:tracePt t="57534" x="7815263" y="5449888"/>
          <p14:tracePt t="57551" x="7924800" y="5449888"/>
          <p14:tracePt t="57584" x="7932738" y="5449888"/>
          <p14:tracePt t="57601" x="7947025" y="5427663"/>
          <p14:tracePt t="57618" x="7967663" y="5370513"/>
          <p14:tracePt t="57634" x="7989888" y="5311775"/>
          <p14:tracePt t="57651" x="8004175" y="5275263"/>
          <p14:tracePt t="57668" x="8004175" y="5254625"/>
          <p14:tracePt t="57684" x="8004175" y="5240338"/>
          <p14:tracePt t="57701" x="8004175" y="5224463"/>
          <p14:tracePt t="57718" x="8012113" y="5203825"/>
          <p14:tracePt t="57734" x="8018463" y="5181600"/>
          <p14:tracePt t="57751" x="8026400" y="5145088"/>
          <p14:tracePt t="57768" x="8034338" y="5138738"/>
          <p14:tracePt t="57784" x="8034338" y="5130800"/>
          <p14:tracePt t="57887" x="8040688" y="5130800"/>
          <p14:tracePt t="57895" x="8048625" y="5130800"/>
          <p14:tracePt t="57903" x="8048625" y="5145088"/>
          <p14:tracePt t="57919" x="8048625" y="5153025"/>
          <p14:tracePt t="57934" x="8048625" y="5173663"/>
          <p14:tracePt t="57951" x="8048625" y="5232400"/>
          <p14:tracePt t="57968" x="8048625" y="5260975"/>
          <p14:tracePt t="57984" x="8048625" y="5283200"/>
          <p14:tracePt t="58001" x="8048625" y="5305425"/>
          <p14:tracePt t="58018" x="8048625" y="5319713"/>
          <p14:tracePt t="58034" x="8048625" y="5348288"/>
          <p14:tracePt t="58051" x="8048625" y="5362575"/>
          <p14:tracePt t="58068" x="8048625" y="5392738"/>
          <p14:tracePt t="58085" x="8040688" y="5407025"/>
          <p14:tracePt t="58101" x="8018463" y="5421313"/>
          <p14:tracePt t="58118" x="7997825" y="5449888"/>
          <p14:tracePt t="58135" x="7953375" y="5486400"/>
          <p14:tracePt t="58151" x="7874000" y="5537200"/>
          <p14:tracePt t="58168" x="7831138" y="5545138"/>
          <p14:tracePt t="58185" x="7764463" y="5565775"/>
          <p14:tracePt t="58201" x="7713663" y="5573713"/>
          <p14:tracePt t="58218" x="7670800" y="5573713"/>
          <p14:tracePt t="58235" x="7620000" y="5573713"/>
          <p14:tracePt t="58251" x="7569200" y="5573713"/>
          <p14:tracePt t="58268" x="7526338" y="5573713"/>
          <p14:tracePt t="58285" x="7489825" y="5573713"/>
          <p14:tracePt t="58301" x="7467600" y="5573713"/>
          <p14:tracePt t="58318" x="7439025" y="5573713"/>
          <p14:tracePt t="58335" x="7388225" y="5573713"/>
          <p14:tracePt t="58351" x="7358063" y="5565775"/>
          <p14:tracePt t="58368" x="7329488" y="5565775"/>
          <p14:tracePt t="58385" x="7300913" y="5559425"/>
          <p14:tracePt t="58401" x="7272338" y="5545138"/>
          <p14:tracePt t="58418" x="7242175" y="5522913"/>
          <p14:tracePt t="58435" x="7213600" y="5508625"/>
          <p14:tracePt t="58452" x="7177088" y="5472113"/>
          <p14:tracePt t="58468" x="7134225" y="5421313"/>
          <p14:tracePt t="58485" x="7097713" y="5376863"/>
          <p14:tracePt t="58501" x="7075488" y="5341938"/>
          <p14:tracePt t="58518" x="7046913" y="5305425"/>
          <p14:tracePt t="58535" x="7032625" y="5268913"/>
          <p14:tracePt t="58551" x="7018338" y="5232400"/>
          <p14:tracePt t="58568" x="7010400" y="5189538"/>
          <p14:tracePt t="58585" x="6981825" y="5145088"/>
          <p14:tracePt t="58601" x="6967538" y="5102225"/>
          <p14:tracePt t="58618" x="6959600" y="5065713"/>
          <p14:tracePt t="58635" x="6951663" y="5006975"/>
          <p14:tracePt t="58651" x="6931025" y="4970463"/>
          <p14:tracePt t="58668" x="6923088" y="4935538"/>
          <p14:tracePt t="58685" x="6923088" y="4899025"/>
          <p14:tracePt t="58701" x="6923088" y="4884738"/>
          <p14:tracePt t="58718" x="6923088" y="4854575"/>
          <p14:tracePt t="58735" x="6923088" y="4826000"/>
          <p14:tracePt t="58751" x="6931025" y="4803775"/>
          <p14:tracePt t="58768" x="6937375" y="4775200"/>
          <p14:tracePt t="58785" x="6945313" y="4760913"/>
          <p14:tracePt t="58801" x="6951663" y="4746625"/>
          <p14:tracePt t="58818" x="6967538" y="4724400"/>
          <p14:tracePt t="58835" x="6973888" y="4724400"/>
          <p14:tracePt t="58851" x="7002463" y="4702175"/>
          <p14:tracePt t="58868" x="7038975" y="4681538"/>
          <p14:tracePt t="58885" x="7097713" y="4665663"/>
          <p14:tracePt t="58901" x="7148513" y="4659313"/>
          <p14:tracePt t="58918" x="7199313" y="4651375"/>
          <p14:tracePt t="58935" x="7256463" y="4651375"/>
          <p14:tracePt t="58951" x="7292975" y="4651375"/>
          <p14:tracePt t="58968" x="7366000" y="4659313"/>
          <p14:tracePt t="58985" x="7459663" y="4695825"/>
          <p14:tracePt t="59001" x="7591425" y="4752975"/>
          <p14:tracePt t="59018" x="7707313" y="4803775"/>
          <p14:tracePt t="59035" x="7800975" y="4840288"/>
          <p14:tracePt t="59051" x="7874000" y="4884738"/>
          <p14:tracePt t="59068" x="7932738" y="4927600"/>
          <p14:tracePt t="59085" x="7989888" y="4986338"/>
          <p14:tracePt t="59101" x="8012113" y="5029200"/>
          <p14:tracePt t="59118" x="8048625" y="5072063"/>
          <p14:tracePt t="59135" x="8091488" y="5159375"/>
          <p14:tracePt t="59152" x="8105775" y="5210175"/>
          <p14:tracePt t="59168" x="8128000" y="5291138"/>
          <p14:tracePt t="59185" x="8128000" y="5348288"/>
          <p14:tracePt t="59201" x="8142288" y="5427663"/>
          <p14:tracePt t="59218" x="8156575" y="5494338"/>
          <p14:tracePt t="59235" x="8156575" y="5537200"/>
          <p14:tracePt t="59251" x="8156575" y="5559425"/>
          <p14:tracePt t="59268" x="8156575" y="5595938"/>
          <p14:tracePt t="59285" x="8156575" y="5638800"/>
          <p14:tracePt t="59302" x="8150225" y="5689600"/>
          <p14:tracePt t="59318" x="8120063" y="5726113"/>
          <p14:tracePt t="59335" x="8091488" y="5776913"/>
          <p14:tracePt t="59352" x="8062913" y="5799138"/>
          <p14:tracePt t="59368" x="8040688" y="5813425"/>
          <p14:tracePt t="59385" x="7983538" y="5849938"/>
          <p14:tracePt t="59402" x="7932738" y="5864225"/>
          <p14:tracePt t="59418" x="7881938" y="5870575"/>
          <p14:tracePt t="59435" x="7808913" y="5870575"/>
          <p14:tracePt t="59452" x="7735888" y="5864225"/>
          <p14:tracePt t="59468" x="7627938" y="5819775"/>
          <p14:tracePt t="59485" x="7532688" y="5776913"/>
          <p14:tracePt t="59502" x="7453313" y="5732463"/>
          <p14:tracePt t="59518" x="7402513" y="5689600"/>
          <p14:tracePt t="59535" x="7351713" y="5630863"/>
          <p14:tracePt t="59552" x="7329488" y="5588000"/>
          <p14:tracePt t="59568" x="7292975" y="5522913"/>
          <p14:tracePt t="59585" x="7264400" y="5457825"/>
          <p14:tracePt t="59602" x="7242175" y="5384800"/>
          <p14:tracePt t="59618" x="7227888" y="5326063"/>
          <p14:tracePt t="59635" x="7213600" y="5268913"/>
          <p14:tracePt t="59652" x="7213600" y="5224463"/>
          <p14:tracePt t="59668" x="7213600" y="5173663"/>
          <p14:tracePt t="59685" x="7213600" y="5130800"/>
          <p14:tracePt t="59702" x="7213600" y="5080000"/>
          <p14:tracePt t="59718" x="7213600" y="5051425"/>
          <p14:tracePt t="59735" x="7213600" y="4992688"/>
          <p14:tracePt t="59752" x="7235825" y="4935538"/>
          <p14:tracePt t="59768" x="7256463" y="4854575"/>
          <p14:tracePt t="59785" x="7286625" y="4789488"/>
          <p14:tracePt t="59802" x="7307263" y="4746625"/>
          <p14:tracePt t="59818" x="7351713" y="4702175"/>
          <p14:tracePt t="59835" x="7408863" y="4645025"/>
          <p14:tracePt t="59852" x="7459663" y="4600575"/>
          <p14:tracePt t="59868" x="7518400" y="4549775"/>
          <p14:tracePt t="59885" x="7577138" y="4506913"/>
          <p14:tracePt t="59902" x="7634288" y="4456113"/>
          <p14:tracePt t="59918" x="7713663" y="4397375"/>
          <p14:tracePt t="59935" x="7845425" y="4310063"/>
          <p14:tracePt t="59952" x="7902575" y="4267200"/>
          <p14:tracePt t="59968" x="7932738" y="4224338"/>
          <p14:tracePt t="59985" x="7975600" y="4179888"/>
          <p14:tracePt t="60002" x="8018463" y="4137025"/>
          <p14:tracePt t="60018" x="8069263" y="4106863"/>
          <p14:tracePt t="60035" x="8120063" y="4078288"/>
          <p14:tracePt t="60052" x="8170863" y="4049713"/>
          <p14:tracePt t="60069" x="8207375" y="4027488"/>
          <p14:tracePt t="60085" x="8237538" y="4013200"/>
          <p14:tracePt t="60102" x="8258175" y="3990975"/>
          <p14:tracePt t="60119" x="8302625" y="3970338"/>
          <p14:tracePt t="60135" x="8367713" y="3948113"/>
          <p14:tracePt t="60152" x="8389938" y="3948113"/>
          <p14:tracePt t="60169" x="8404225" y="3940175"/>
          <p14:tracePt t="60185" x="8410575" y="3933825"/>
          <p14:tracePt t="60202" x="8418513" y="3933825"/>
          <p14:tracePt t="60219" x="8424863" y="3925888"/>
          <p14:tracePt t="60263" x="8424863" y="3919538"/>
          <p14:tracePt t="60271" x="8424863" y="3903663"/>
          <p14:tracePt t="60285" x="8424863" y="3889375"/>
          <p14:tracePt t="60302" x="8424863" y="3875088"/>
          <p14:tracePt t="60319" x="8424863" y="3860800"/>
          <p14:tracePt t="60335" x="8424863" y="3832225"/>
          <p14:tracePt t="60352" x="8424863" y="3810000"/>
          <p14:tracePt t="60369" x="8432800" y="3795713"/>
          <p14:tracePt t="60385" x="8455025" y="3759200"/>
          <p14:tracePt t="60402" x="8461375" y="3744913"/>
          <p14:tracePt t="60419" x="8491538" y="3716338"/>
          <p14:tracePt t="60435" x="8520113" y="3700463"/>
          <p14:tracePt t="60452" x="8562975" y="3671888"/>
          <p14:tracePt t="60469" x="8599488" y="3665538"/>
          <p14:tracePt t="60485" x="8643938" y="3657600"/>
          <p14:tracePt t="60502" x="8672513" y="3649663"/>
          <p14:tracePt t="60519" x="8709025" y="3635375"/>
          <p14:tracePt t="60535" x="8737600" y="3629025"/>
          <p14:tracePt t="60552" x="8766175" y="3629025"/>
          <p14:tracePt t="60569" x="8788400" y="3629025"/>
          <p14:tracePt t="60585" x="8796338" y="3629025"/>
          <p14:tracePt t="60631" x="8816975" y="3629025"/>
          <p14:tracePt t="60639" x="8816975" y="3635375"/>
          <p14:tracePt t="60652" x="8824913" y="3649663"/>
          <p14:tracePt t="60669" x="8839200" y="3686175"/>
          <p14:tracePt t="60685" x="8853488" y="3722688"/>
          <p14:tracePt t="60702" x="8853488" y="3744913"/>
          <p14:tracePt t="60719" x="8867775" y="3802063"/>
          <p14:tracePt t="60735" x="8875713" y="3838575"/>
          <p14:tracePt t="60752" x="8875713" y="3875088"/>
          <p14:tracePt t="60769" x="8875713" y="3903663"/>
          <p14:tracePt t="60785" x="8875713" y="3925888"/>
          <p14:tracePt t="60802" x="8882063" y="3933825"/>
          <p14:tracePt t="60819" x="8882063" y="3940175"/>
          <p14:tracePt t="60835" x="8882063" y="3948113"/>
          <p14:tracePt t="60863" x="8882063" y="3954463"/>
          <p14:tracePt t="60879" x="8882063" y="3962400"/>
          <p14:tracePt t="60959" x="8875713" y="3970338"/>
          <p14:tracePt t="60983" x="8867775" y="3970338"/>
          <p14:tracePt t="61063" x="8861425" y="3970338"/>
          <p14:tracePt t="61079" x="8853488" y="3970338"/>
          <p14:tracePt t="61103" x="8853488" y="3976688"/>
          <p14:tracePt t="61143" x="8847138" y="3976688"/>
          <p14:tracePt t="61183" x="8839200" y="3984625"/>
          <p14:tracePt t="61199" x="8824913" y="3998913"/>
          <p14:tracePt t="61207" x="8824913" y="4005263"/>
          <p14:tracePt t="61215" x="8802688" y="4041775"/>
          <p14:tracePt t="61223" x="8788400" y="4078288"/>
          <p14:tracePt t="61235" x="8766175" y="4122738"/>
          <p14:tracePt t="61252" x="8715375" y="4216400"/>
          <p14:tracePt t="61269" x="8650288" y="4332288"/>
          <p14:tracePt t="61285" x="8562975" y="4462463"/>
          <p14:tracePt t="61302" x="8447088" y="4594225"/>
          <p14:tracePt t="61319" x="8280400" y="4746625"/>
          <p14:tracePt t="61335" x="8193088" y="4797425"/>
          <p14:tracePt t="61352" x="8085138" y="4840288"/>
          <p14:tracePt t="61369" x="8004175" y="4876800"/>
          <p14:tracePt t="61386" x="7916863" y="4919663"/>
          <p14:tracePt t="61402" x="7845425" y="4949825"/>
          <p14:tracePt t="61419" x="7764463" y="4978400"/>
          <p14:tracePt t="61435" x="7662863" y="5014913"/>
          <p14:tracePt t="61452" x="7612063" y="5043488"/>
          <p14:tracePt t="61469" x="7569200" y="5057775"/>
          <p14:tracePt t="61486" x="7554913" y="5065713"/>
          <p14:tracePt t="61502" x="7540625" y="5072063"/>
          <p14:tracePt t="61519" x="7526338" y="5072063"/>
          <p14:tracePt t="61536" x="7518400" y="5072063"/>
          <p14:tracePt t="61552" x="7510463" y="5080000"/>
          <p14:tracePt t="61586" x="7504113" y="5087938"/>
          <p14:tracePt t="61602" x="7504113" y="5094288"/>
          <p14:tracePt t="61619" x="7489825" y="5102225"/>
          <p14:tracePt t="61636" x="7481888" y="5116513"/>
          <p14:tracePt t="61652" x="7467600" y="5122863"/>
          <p14:tracePt t="61669" x="7459663" y="5130800"/>
          <p14:tracePt t="61686" x="7453313" y="5138738"/>
          <p14:tracePt t="61702" x="7445375" y="5145088"/>
          <p14:tracePt t="61719" x="7439025" y="5153025"/>
          <p14:tracePt t="61736" x="7424738" y="5167313"/>
          <p14:tracePt t="61752" x="7416800" y="5173663"/>
          <p14:tracePt t="61791" x="7408863" y="5173663"/>
          <p14:tracePt t="61815" x="7394575" y="5173663"/>
          <p14:tracePt t="61831" x="7380288" y="5181600"/>
          <p14:tracePt t="61847" x="7373938" y="5181600"/>
          <p14:tracePt t="61863" x="7366000" y="5181600"/>
          <p14:tracePt t="61879" x="7358063" y="5181600"/>
          <p14:tracePt t="61887" x="7351713" y="5181600"/>
          <p14:tracePt t="61902" x="7343775" y="5181600"/>
          <p14:tracePt t="61919" x="7307263" y="5181600"/>
          <p14:tracePt t="61936" x="7292975" y="5181600"/>
          <p14:tracePt t="61952" x="7278688" y="5181600"/>
          <p14:tracePt t="61986" x="7272338" y="5181600"/>
          <p14:tracePt t="62002" x="7264400" y="5181600"/>
          <p14:tracePt t="62019" x="7256463" y="5181600"/>
          <p14:tracePt t="62036" x="7250113" y="5181600"/>
          <p14:tracePt t="62052" x="7242175" y="5173663"/>
          <p14:tracePt t="62069" x="7235825" y="5167313"/>
          <p14:tracePt t="62086" x="7227888" y="5159375"/>
          <p14:tracePt t="62103" x="7191375" y="5116513"/>
          <p14:tracePt t="62119" x="7177088" y="5094288"/>
          <p14:tracePt t="62136" x="7154863" y="5072063"/>
          <p14:tracePt t="62153" x="7154863" y="5057775"/>
          <p14:tracePt t="62169" x="7148513" y="5043488"/>
          <p14:tracePt t="62186" x="7140575" y="5021263"/>
          <p14:tracePt t="62202" x="7140575" y="5006975"/>
          <p14:tracePt t="62219" x="7134225" y="4986338"/>
          <p14:tracePt t="62236" x="7134225" y="4978400"/>
          <p14:tracePt t="62252" x="7134225" y="4956175"/>
          <p14:tracePt t="62269" x="7134225" y="4941888"/>
          <p14:tracePt t="62286" x="7134225" y="4913313"/>
          <p14:tracePt t="62303" x="7134225" y="4891088"/>
          <p14:tracePt t="62319" x="7134225" y="4868863"/>
          <p14:tracePt t="62336" x="7134225" y="4840288"/>
          <p14:tracePt t="62359" x="7134225" y="4833938"/>
          <p14:tracePt t="62375" x="7134225" y="4826000"/>
          <p14:tracePt t="62391" x="7134225" y="4818063"/>
          <p14:tracePt t="62455" x="7134225" y="4811713"/>
          <p14:tracePt t="62495" x="7134225" y="4803775"/>
          <p14:tracePt t="62599" x="7134225" y="4818063"/>
          <p14:tracePt t="62607" x="7134225" y="4840288"/>
          <p14:tracePt t="62615" x="7134225" y="4854575"/>
          <p14:tracePt t="62623" x="7134225" y="4868863"/>
          <p14:tracePt t="62636" x="7134225" y="4891088"/>
          <p14:tracePt t="62653" x="7134225" y="4927600"/>
          <p14:tracePt t="62669" x="7134225" y="4956175"/>
          <p14:tracePt t="62686" x="7140575" y="5000625"/>
          <p14:tracePt t="62703" x="7177088" y="5057775"/>
          <p14:tracePt t="62719" x="7213600" y="5130800"/>
          <p14:tracePt t="62736" x="7278688" y="5195888"/>
          <p14:tracePt t="62753" x="7337425" y="5275263"/>
          <p14:tracePt t="62769" x="7380288" y="5319713"/>
          <p14:tracePt t="62786" x="7416800" y="5362575"/>
          <p14:tracePt t="62803" x="7445375" y="5399088"/>
          <p14:tracePt t="62819" x="7467600" y="5421313"/>
          <p14:tracePt t="62836" x="7504113" y="5457825"/>
          <p14:tracePt t="62853" x="7546975" y="5494338"/>
          <p14:tracePt t="62869" x="7583488" y="5522913"/>
          <p14:tracePt t="62886" x="7605713" y="5551488"/>
          <p14:tracePt t="62903" x="7620000" y="5573713"/>
          <p14:tracePt t="62919" x="7634288" y="5588000"/>
          <p14:tracePt t="62936" x="7648575" y="5610225"/>
          <p14:tracePt t="62953" x="7670800" y="5624513"/>
          <p14:tracePt t="62969" x="7685088" y="5630863"/>
          <p14:tracePt t="62986" x="7699375" y="5646738"/>
          <p14:tracePt t="63063" x="7707313" y="5646738"/>
          <p14:tracePt t="63071" x="7713663" y="5646738"/>
          <p14:tracePt t="63079" x="7721600" y="5646738"/>
          <p14:tracePt t="63087" x="7735888" y="5646738"/>
          <p14:tracePt t="63103" x="7808913" y="5646738"/>
          <p14:tracePt t="63119" x="7924800" y="5610225"/>
          <p14:tracePt t="63136" x="8069263" y="5537200"/>
          <p14:tracePt t="63153" x="8156575" y="5464175"/>
          <p14:tracePt t="63169" x="8251825" y="5356225"/>
          <p14:tracePt t="63186" x="8323263" y="5195888"/>
          <p14:tracePt t="63203" x="8396288" y="5014913"/>
          <p14:tracePt t="63219" x="8469313" y="4833938"/>
          <p14:tracePt t="63236" x="8534400" y="4702175"/>
          <p14:tracePt t="63253" x="8593138" y="4594225"/>
          <p14:tracePt t="63269" x="8628063" y="4535488"/>
          <p14:tracePt t="63286" x="8650288" y="4478338"/>
          <p14:tracePt t="63303" x="8686800" y="4391025"/>
          <p14:tracePt t="63319" x="8715375" y="4325938"/>
          <p14:tracePt t="63336" x="8737600" y="4275138"/>
          <p14:tracePt t="63353" x="8759825" y="4244975"/>
          <p14:tracePt t="63370" x="8780463" y="4216400"/>
          <p14:tracePt t="63386" x="8802688" y="4187825"/>
          <p14:tracePt t="63403" x="8831263" y="4157663"/>
          <p14:tracePt t="63419" x="8861425" y="4129088"/>
          <p14:tracePt t="63436" x="8875713" y="4106863"/>
          <p14:tracePt t="63453" x="8890000" y="4086225"/>
          <p14:tracePt t="63469" x="8912225" y="4056063"/>
          <p14:tracePt t="63486" x="8912225" y="4041775"/>
          <p14:tracePt t="63503" x="8926513" y="4021138"/>
          <p14:tracePt t="63520" x="8932863" y="4013200"/>
          <p14:tracePt t="63536" x="8932863" y="4005263"/>
          <p14:tracePt t="63553" x="8948738" y="3984625"/>
          <p14:tracePt t="63570" x="8948738" y="3976688"/>
          <p14:tracePt t="63586" x="8948738" y="3962400"/>
          <p14:tracePt t="63603" x="8948738" y="3948113"/>
          <p14:tracePt t="63620" x="8948738" y="3925888"/>
          <p14:tracePt t="63636" x="8948738" y="3897313"/>
          <p14:tracePt t="63653" x="8948738" y="3889375"/>
          <p14:tracePt t="63670" x="8918575" y="3868738"/>
          <p14:tracePt t="63686" x="8867775" y="3838575"/>
          <p14:tracePt t="63703" x="8774113" y="3817938"/>
          <p14:tracePt t="63720" x="8701088" y="3795713"/>
          <p14:tracePt t="63736" x="8628063" y="3781425"/>
          <p14:tracePt t="63753" x="8542338" y="3773488"/>
          <p14:tracePt t="63770" x="8432800" y="3751263"/>
          <p14:tracePt t="63786" x="8353425" y="3751263"/>
          <p14:tracePt t="63803" x="8266113" y="3751263"/>
          <p14:tracePt t="63820" x="8193088" y="3751263"/>
          <p14:tracePt t="63836" x="8120063" y="3773488"/>
          <p14:tracePt t="63853" x="8034338" y="3802063"/>
          <p14:tracePt t="63870" x="7961313" y="3846513"/>
          <p14:tracePt t="63886" x="7874000" y="3903663"/>
          <p14:tracePt t="63903" x="7713663" y="4021138"/>
          <p14:tracePt t="63920" x="7612063" y="4122738"/>
          <p14:tracePt t="63936" x="7510463" y="4208463"/>
          <p14:tracePt t="63953" x="7408863" y="4275138"/>
          <p14:tracePt t="63970" x="7315200" y="4354513"/>
          <p14:tracePt t="63986" x="7199313" y="4433888"/>
          <p14:tracePt t="64003" x="7119938" y="4498975"/>
          <p14:tracePt t="64020" x="7069138" y="4535488"/>
          <p14:tracePt t="64036" x="7024688" y="4579938"/>
          <p14:tracePt t="64053" x="6981825" y="4608513"/>
          <p14:tracePt t="64070" x="6967538" y="4622800"/>
          <p14:tracePt t="64086" x="6951663" y="4630738"/>
          <p14:tracePt t="64103" x="6945313" y="4645025"/>
          <p14:tracePt t="64120" x="6937375" y="4645025"/>
          <p14:tracePt t="64136" x="6931025" y="4659313"/>
          <p14:tracePt t="64170" x="6916738" y="4665663"/>
          <p14:tracePt t="64199" x="6916738" y="4673600"/>
          <p14:tracePt t="64207" x="6908800" y="4673600"/>
          <p14:tracePt t="64231" x="6894513" y="4681538"/>
          <p14:tracePt t="64239" x="6872288" y="4687888"/>
          <p14:tracePt t="64253" x="6850063" y="4702175"/>
          <p14:tracePt t="64270" x="6835775" y="4710113"/>
          <p14:tracePt t="64287" x="6815138" y="4716463"/>
          <p14:tracePt t="64303" x="6807200" y="4724400"/>
          <p14:tracePt t="64320" x="6792913" y="4738688"/>
          <p14:tracePt t="64336" x="6784975" y="4746625"/>
          <p14:tracePt t="64359" x="6784975" y="4752975"/>
          <p14:tracePt t="64370" x="6778625" y="4752975"/>
          <p14:tracePt t="64386" x="6778625" y="4767263"/>
          <p14:tracePt t="64403" x="6778625" y="4783138"/>
          <p14:tracePt t="64420" x="6778625" y="4811713"/>
          <p14:tracePt t="64436" x="6770688" y="4854575"/>
          <p14:tracePt t="64453" x="6770688" y="4905375"/>
          <p14:tracePt t="64470" x="6770688" y="4956175"/>
          <p14:tracePt t="64487" x="6770688" y="5006975"/>
          <p14:tracePt t="64503" x="6770688" y="5065713"/>
          <p14:tracePt t="64520" x="6778625" y="5116513"/>
          <p14:tracePt t="64536" x="6784975" y="5145088"/>
          <p14:tracePt t="64553" x="6807200" y="5189538"/>
          <p14:tracePt t="64570" x="6821488" y="5224463"/>
          <p14:tracePt t="64587" x="6835775" y="5254625"/>
          <p14:tracePt t="64603" x="6843713" y="5275263"/>
          <p14:tracePt t="64620" x="6858000" y="5297488"/>
          <p14:tracePt t="64637" x="6872288" y="5311775"/>
          <p14:tracePt t="64653" x="6886575" y="5326063"/>
          <p14:tracePt t="64670" x="6916738" y="5356225"/>
          <p14:tracePt t="64687" x="6945313" y="5384800"/>
          <p14:tracePt t="64703" x="6981825" y="5407025"/>
          <p14:tracePt t="64720" x="7024688" y="5421313"/>
          <p14:tracePt t="64737" x="7061200" y="5443538"/>
          <p14:tracePt t="64753" x="7112000" y="5449888"/>
          <p14:tracePt t="64770" x="7148513" y="5472113"/>
          <p14:tracePt t="64787" x="7191375" y="5494338"/>
          <p14:tracePt t="64803" x="7242175" y="5500688"/>
          <p14:tracePt t="64820" x="7278688" y="5514975"/>
          <p14:tracePt t="64837" x="7337425" y="5522913"/>
          <p14:tracePt t="64853" x="7380288" y="5537200"/>
          <p14:tracePt t="64870" x="7408863" y="5551488"/>
          <p14:tracePt t="64887" x="7453313" y="5559425"/>
          <p14:tracePt t="64903" x="7489825" y="5573713"/>
          <p14:tracePt t="64920" x="7546975" y="5588000"/>
          <p14:tracePt t="64937" x="7612063" y="5616575"/>
          <p14:tracePt t="64953" x="7670800" y="5624513"/>
          <p14:tracePt t="64970" x="7707313" y="5638800"/>
          <p14:tracePt t="64987" x="7721600" y="5646738"/>
          <p14:tracePt t="65003" x="7735888" y="5646738"/>
          <p14:tracePt t="65020" x="7743825" y="5653088"/>
          <p14:tracePt t="65037" x="7764463" y="5653088"/>
          <p14:tracePt t="65053" x="7772400" y="5667375"/>
          <p14:tracePt t="65070" x="7794625" y="5667375"/>
          <p14:tracePt t="65087" x="7815263" y="5667375"/>
          <p14:tracePt t="65103" x="7823200" y="5675313"/>
          <p14:tracePt t="65120" x="7845425" y="5675313"/>
          <p14:tracePt t="65137" x="7866063" y="5681663"/>
          <p14:tracePt t="65153" x="7888288" y="5689600"/>
          <p14:tracePt t="65187" x="7896225" y="5689600"/>
          <p14:tracePt t="65223" x="7910513" y="5689600"/>
          <p14:tracePt t="65239" x="7916863" y="5689600"/>
          <p14:tracePt t="65255" x="7924800" y="5689600"/>
          <p14:tracePt t="65271" x="7932738" y="5681663"/>
          <p14:tracePt t="65279" x="7939088" y="5681663"/>
          <p14:tracePt t="65287" x="7947025" y="5667375"/>
          <p14:tracePt t="65304" x="7953375" y="5661025"/>
          <p14:tracePt t="65320" x="7967663" y="5653088"/>
          <p14:tracePt t="65337" x="7983538" y="5630863"/>
          <p14:tracePt t="65353" x="7997825" y="5624513"/>
          <p14:tracePt t="65370" x="7997825" y="5610225"/>
          <p14:tracePt t="65387" x="8012113" y="5610225"/>
          <p14:tracePt t="65403" x="8012113" y="5602288"/>
          <p14:tracePt t="65420" x="8026400" y="5588000"/>
          <p14:tracePt t="65437" x="8034338" y="5573713"/>
          <p14:tracePt t="65453" x="8034338" y="5551488"/>
          <p14:tracePt t="65470" x="8048625" y="5514975"/>
          <p14:tracePt t="65487" x="8054975" y="5464175"/>
          <p14:tracePt t="65504" x="8054975" y="5435600"/>
          <p14:tracePt t="65520" x="8054975" y="5407025"/>
          <p14:tracePt t="65537" x="8054975" y="5392738"/>
          <p14:tracePt t="65554" x="8054975" y="5370513"/>
          <p14:tracePt t="65570" x="8054975" y="5341938"/>
          <p14:tracePt t="65587" x="8026400" y="5268913"/>
          <p14:tracePt t="65603" x="8012113" y="5224463"/>
          <p14:tracePt t="65620" x="7989888" y="5181600"/>
          <p14:tracePt t="65637" x="7975600" y="5153025"/>
          <p14:tracePt t="65654" x="7953375" y="5130800"/>
          <p14:tracePt t="65670" x="7947025" y="5116513"/>
          <p14:tracePt t="65687" x="7916863" y="5094288"/>
          <p14:tracePt t="65704" x="7896225" y="5057775"/>
          <p14:tracePt t="65720" x="7866063" y="5029200"/>
          <p14:tracePt t="65737" x="7837488" y="4992688"/>
          <p14:tracePt t="65754" x="7815263" y="4964113"/>
          <p14:tracePt t="65770" x="7780338" y="4927600"/>
          <p14:tracePt t="65787" x="7764463" y="4913313"/>
          <p14:tracePt t="65804" x="7743825" y="4891088"/>
          <p14:tracePt t="65820" x="7707313" y="4876800"/>
          <p14:tracePt t="65837" x="7678738" y="4848225"/>
          <p14:tracePt t="65854" x="7648575" y="4833938"/>
          <p14:tracePt t="65870" x="7612063" y="4803775"/>
          <p14:tracePt t="65887" x="7577138" y="4775200"/>
          <p14:tracePt t="65904" x="7546975" y="4752975"/>
          <p14:tracePt t="65920" x="7510463" y="4738688"/>
          <p14:tracePt t="65937" x="7481888" y="4724400"/>
          <p14:tracePt t="65954" x="7459663" y="4710113"/>
          <p14:tracePt t="65970" x="7445375" y="4710113"/>
          <p14:tracePt t="65987" x="7439025" y="4702175"/>
          <p14:tracePt t="66004" x="7424738" y="4702175"/>
          <p14:tracePt t="66020" x="7408863" y="4687888"/>
          <p14:tracePt t="66037" x="7380288" y="4687888"/>
          <p14:tracePt t="66054" x="7366000" y="4687888"/>
          <p14:tracePt t="66070" x="7343775" y="4687888"/>
          <p14:tracePt t="66087" x="7329488" y="4681538"/>
          <p14:tracePt t="66104" x="7323138" y="4681538"/>
          <p14:tracePt t="66120" x="7307263" y="4681538"/>
          <p14:tracePt t="66154" x="7300913" y="4681538"/>
          <p14:tracePt t="66170" x="7286625" y="4681538"/>
          <p14:tracePt t="66191" x="7272338" y="4681538"/>
          <p14:tracePt t="66207" x="7264400" y="4681538"/>
          <p14:tracePt t="66220" x="7264400" y="4687888"/>
          <p14:tracePt t="66237" x="7256463" y="4687888"/>
          <p14:tracePt t="66254" x="7242175" y="4695825"/>
          <p14:tracePt t="66271" x="7221538" y="4702175"/>
          <p14:tracePt t="66304" x="7199313" y="4716463"/>
          <p14:tracePt t="66320" x="7191375" y="4716463"/>
          <p14:tracePt t="66337" x="7170738" y="4732338"/>
          <p14:tracePt t="66354" x="7154863" y="4746625"/>
          <p14:tracePt t="66370" x="7140575" y="4752975"/>
          <p14:tracePt t="66387" x="7119938" y="4760913"/>
          <p14:tracePt t="66404" x="7104063" y="4767263"/>
          <p14:tracePt t="66421" x="7089775" y="4783138"/>
          <p14:tracePt t="66437" x="7083425" y="4783138"/>
          <p14:tracePt t="66454" x="7075488" y="4797425"/>
          <p14:tracePt t="66471" x="7069138" y="4803775"/>
          <p14:tracePt t="66487" x="7038975" y="4826000"/>
          <p14:tracePt t="66504" x="7032625" y="4848225"/>
          <p14:tracePt t="66520" x="7024688" y="4854575"/>
          <p14:tracePt t="66537" x="7010400" y="4868863"/>
          <p14:tracePt t="66554" x="7002463" y="4884738"/>
          <p14:tracePt t="66571" x="6996113" y="4899025"/>
          <p14:tracePt t="66587" x="6988175" y="4919663"/>
          <p14:tracePt t="66604" x="6981825" y="4927600"/>
          <p14:tracePt t="66620" x="6981825" y="4935538"/>
          <p14:tracePt t="66637" x="6973888" y="4941888"/>
          <p14:tracePt t="66654" x="6973888" y="4956175"/>
          <p14:tracePt t="66671" x="6973888" y="4970463"/>
          <p14:tracePt t="66687" x="6973888" y="4992688"/>
          <p14:tracePt t="66704" x="6973888" y="5000625"/>
          <p14:tracePt t="66721" x="6973888" y="5006975"/>
          <p14:tracePt t="66737" x="6973888" y="5021263"/>
          <p14:tracePt t="66771" x="6973888" y="5029200"/>
          <p14:tracePt t="66787" x="6973888" y="5043488"/>
          <p14:tracePt t="66804" x="6973888" y="5057775"/>
          <p14:tracePt t="66821" x="6981825" y="5072063"/>
          <p14:tracePt t="66837" x="6981825" y="5087938"/>
          <p14:tracePt t="66854" x="6988175" y="5094288"/>
          <p14:tracePt t="66871" x="6988175" y="5102225"/>
          <p14:tracePt t="66887" x="7002463" y="5116513"/>
          <p14:tracePt t="66904" x="7002463" y="5122863"/>
          <p14:tracePt t="66921" x="7010400" y="5130800"/>
          <p14:tracePt t="66937" x="7010400" y="5138738"/>
          <p14:tracePt t="66954" x="7018338" y="5138738"/>
          <p14:tracePt t="66971" x="7024688" y="5145088"/>
          <p14:tracePt t="66987" x="7032625" y="5153025"/>
          <p14:tracePt t="67004" x="7032625" y="5159375"/>
          <p14:tracePt t="67021" x="7038975" y="5167313"/>
          <p14:tracePt t="67037" x="7046913" y="5167313"/>
          <p14:tracePt t="67054" x="7046913" y="5173663"/>
          <p14:tracePt t="67071" x="7061200" y="5181600"/>
          <p14:tracePt t="67087" x="7069138" y="5189538"/>
          <p14:tracePt t="67104" x="7075488" y="5189538"/>
          <p14:tracePt t="67121" x="7083425" y="5195888"/>
          <p14:tracePt t="67154" x="7089775" y="5195888"/>
          <p14:tracePt t="67171" x="7104063" y="5203825"/>
          <p14:tracePt t="67187" x="7112000" y="5203825"/>
          <p14:tracePt t="67204" x="7126288" y="5210175"/>
          <p14:tracePt t="67221" x="7134225" y="5210175"/>
          <p14:tracePt t="67237" x="7148513" y="5218113"/>
          <p14:tracePt t="67254" x="7154863" y="5218113"/>
          <p14:tracePt t="67271" x="7177088" y="5224463"/>
          <p14:tracePt t="67287" x="7191375" y="5224463"/>
          <p14:tracePt t="67304" x="7213600" y="5224463"/>
          <p14:tracePt t="67321" x="7235825" y="5224463"/>
          <p14:tracePt t="67337" x="7250113" y="5232400"/>
          <p14:tracePt t="67354" x="7278688" y="5240338"/>
          <p14:tracePt t="67371" x="7286625" y="5240338"/>
          <p14:tracePt t="67387" x="7300913" y="5240338"/>
          <p14:tracePt t="67404" x="7307263" y="5240338"/>
          <p14:tracePt t="67421" x="7315200" y="5240338"/>
          <p14:tracePt t="67437" x="7329488" y="5240338"/>
          <p14:tracePt t="67454" x="7351713" y="5240338"/>
          <p14:tracePt t="67471" x="7358063" y="5240338"/>
          <p14:tracePt t="67487" x="7373938" y="5240338"/>
          <p14:tracePt t="67504" x="7380288" y="5240338"/>
          <p14:tracePt t="67521" x="7394575" y="5240338"/>
          <p14:tracePt t="67537" x="7402513" y="5232400"/>
          <p14:tracePt t="67554" x="7408863" y="5232400"/>
          <p14:tracePt t="67571" x="7424738" y="5218113"/>
          <p14:tracePt t="67604" x="7431088" y="5210175"/>
          <p14:tracePt t="67621" x="7453313" y="5195888"/>
          <p14:tracePt t="67638" x="7467600" y="5189538"/>
          <p14:tracePt t="67654" x="7481888" y="5173663"/>
          <p14:tracePt t="67671" x="7496175" y="5167313"/>
          <p14:tracePt t="67687" x="7504113" y="5167313"/>
          <p14:tracePt t="67704" x="7518400" y="5159375"/>
          <p14:tracePt t="67721" x="7518400" y="5153025"/>
          <p14:tracePt t="67738" x="7526338" y="5145088"/>
          <p14:tracePt t="67754" x="7532688" y="5130800"/>
          <p14:tracePt t="67771" x="7532688" y="5116513"/>
          <p14:tracePt t="67787" x="7540625" y="5108575"/>
          <p14:tracePt t="67821" x="7546975" y="5087938"/>
          <p14:tracePt t="67854" x="7546975" y="5072063"/>
          <p14:tracePt t="67871" x="7546975" y="5065713"/>
          <p14:tracePt t="67888" x="7546975" y="5051425"/>
          <p14:tracePt t="67904" x="7546975" y="5043488"/>
          <p14:tracePt t="67921" x="7546975" y="5037138"/>
          <p14:tracePt t="67938" x="7546975" y="5021263"/>
          <p14:tracePt t="67971" x="7546975" y="5006975"/>
          <p14:tracePt t="67988" x="7546975" y="5000625"/>
          <p14:tracePt t="68004" x="7540625" y="4992688"/>
          <p14:tracePt t="68021" x="7540625" y="4986338"/>
          <p14:tracePt t="68038" x="7540625" y="4978400"/>
          <p14:tracePt t="68071" x="7532688" y="4970463"/>
          <p14:tracePt t="68088" x="7532688" y="4964113"/>
          <p14:tracePt t="68695" x="7532688" y="4956175"/>
          <p14:tracePt t="68703" x="7532688" y="4935538"/>
          <p14:tracePt t="68711" x="7532688" y="4927600"/>
          <p14:tracePt t="68721" x="7546975" y="4899025"/>
          <p14:tracePt t="68738" x="7583488" y="4803775"/>
          <p14:tracePt t="68754" x="7620000" y="4724400"/>
          <p14:tracePt t="68771" x="7699375" y="4622800"/>
          <p14:tracePt t="68788" x="7743825" y="4535488"/>
          <p14:tracePt t="68805" x="7786688" y="4441825"/>
          <p14:tracePt t="68821" x="7845425" y="4354513"/>
          <p14:tracePt t="68838" x="7874000" y="4303713"/>
          <p14:tracePt t="68839" x="7902575" y="4259263"/>
          <p14:tracePt t="68855" x="7916863" y="4244975"/>
          <p14:tracePt t="68871" x="7975600" y="4179888"/>
          <p14:tracePt t="68888" x="8026400" y="4129088"/>
          <p14:tracePt t="68905" x="8069263" y="4071938"/>
          <p14:tracePt t="68921" x="8120063" y="4035425"/>
          <p14:tracePt t="68938" x="8164513" y="4005263"/>
          <p14:tracePt t="68955" x="8215313" y="3984625"/>
          <p14:tracePt t="68971" x="8258175" y="3948113"/>
          <p14:tracePt t="68988" x="8308975" y="3925888"/>
          <p14:tracePt t="69005" x="8374063" y="3883025"/>
          <p14:tracePt t="69021" x="8440738" y="3860800"/>
          <p14:tracePt t="69038" x="8497888" y="3838575"/>
          <p14:tracePt t="69055" x="8548688" y="3824288"/>
          <p14:tracePt t="69071" x="8570913" y="3810000"/>
          <p14:tracePt t="69088" x="8593138" y="3802063"/>
          <p14:tracePt t="69105" x="8621713" y="3802063"/>
          <p14:tracePt t="69121" x="8628063" y="3802063"/>
          <p14:tracePt t="69138" x="8643938" y="3802063"/>
          <p14:tracePt t="69155" x="8650288" y="3802063"/>
          <p14:tracePt t="69171" x="8658225" y="3802063"/>
          <p14:tracePt t="69188" x="8664575" y="3802063"/>
          <p14:tracePt t="69205" x="8686800" y="3802063"/>
          <p14:tracePt t="69221" x="8709025" y="3817938"/>
          <p14:tracePt t="69238" x="8715375" y="3824288"/>
          <p14:tracePt t="69255" x="8723313" y="3824288"/>
          <p14:tracePt t="69519" x="8729663" y="3832225"/>
          <p14:tracePt t="69527" x="8715375" y="3846513"/>
          <p14:tracePt t="69535" x="8672513" y="3860800"/>
          <p14:tracePt t="69543" x="8628063" y="3897313"/>
          <p14:tracePt t="69555" x="8577263" y="3933825"/>
          <p14:tracePt t="69571" x="8323263" y="4056063"/>
          <p14:tracePt t="69588" x="8034338" y="4224338"/>
          <p14:tracePt t="69605" x="7794625" y="4383088"/>
          <p14:tracePt t="69621" x="7546975" y="4572000"/>
          <p14:tracePt t="69638" x="7439025" y="4659313"/>
          <p14:tracePt t="69655" x="7329488" y="4760913"/>
          <p14:tracePt t="69671" x="7307263" y="4797425"/>
          <p14:tracePt t="69688" x="7292975" y="4818063"/>
          <p14:tracePt t="69705" x="7272338" y="4848225"/>
          <p14:tracePt t="69721" x="7264400" y="4876800"/>
          <p14:tracePt t="69738" x="7242175" y="4913313"/>
          <p14:tracePt t="69755" x="7235825" y="4941888"/>
          <p14:tracePt t="69771" x="7221538" y="4970463"/>
          <p14:tracePt t="69788" x="7221538" y="5006975"/>
          <p14:tracePt t="69805" x="7213600" y="5057775"/>
          <p14:tracePt t="69821" x="7205663" y="5094288"/>
          <p14:tracePt t="69838" x="7205663" y="5130800"/>
          <p14:tracePt t="69839" x="7205663" y="5138738"/>
          <p14:tracePt t="69863" x="7205663" y="5145088"/>
          <p14:tracePt t="69871" x="7205663" y="5153025"/>
          <p14:tracePt t="69888" x="7235825" y="5153025"/>
          <p14:tracePt t="69905" x="7264400" y="5159375"/>
          <p14:tracePt t="69921" x="7292975" y="5159375"/>
          <p14:tracePt t="69938" x="7323138" y="5159375"/>
          <p14:tracePt t="69955" x="7343775" y="5159375"/>
          <p14:tracePt t="69971" x="7366000" y="5159375"/>
          <p14:tracePt t="69988" x="7380288" y="5130800"/>
          <p14:tracePt t="70005" x="7402513" y="5065713"/>
          <p14:tracePt t="70021" x="7431088" y="4978400"/>
          <p14:tracePt t="70038" x="7431088" y="4876800"/>
          <p14:tracePt t="70055" x="7431088" y="4803775"/>
          <p14:tracePt t="70072" x="7424738" y="4783138"/>
          <p14:tracePt t="70088" x="7424738" y="4760913"/>
          <p14:tracePt t="70105" x="7408863" y="4752975"/>
          <p14:tracePt t="70122" x="7402513" y="4752975"/>
          <p14:tracePt t="70138" x="7380288" y="4738688"/>
          <p14:tracePt t="70155" x="7351713" y="4732338"/>
          <p14:tracePt t="70172" x="7315200" y="4724400"/>
          <p14:tracePt t="70188" x="7286625" y="4724400"/>
          <p14:tracePt t="70205" x="7256463" y="4724400"/>
          <p14:tracePt t="70222" x="7221538" y="4724400"/>
          <p14:tracePt t="70238" x="7177088" y="4724400"/>
          <p14:tracePt t="70255" x="7154863" y="4724400"/>
          <p14:tracePt t="70272" x="7134225" y="4724400"/>
          <p14:tracePt t="70288" x="7097713" y="4746625"/>
          <p14:tracePt t="70305" x="7053263" y="4783138"/>
          <p14:tracePt t="70322" x="7010400" y="4833938"/>
          <p14:tracePt t="70338" x="6973888" y="4884738"/>
          <p14:tracePt t="70355" x="6951663" y="4935538"/>
          <p14:tracePt t="70372" x="6931025" y="5000625"/>
          <p14:tracePt t="70388" x="6931025" y="5043488"/>
          <p14:tracePt t="70405" x="6931025" y="5072063"/>
          <p14:tracePt t="70422" x="6931025" y="5108575"/>
          <p14:tracePt t="70438" x="6937375" y="5159375"/>
          <p14:tracePt t="70455" x="6996113" y="5232400"/>
          <p14:tracePt t="70472" x="7038975" y="5291138"/>
          <p14:tracePt t="70488" x="7097713" y="5348288"/>
          <p14:tracePt t="70505" x="7162800" y="5392738"/>
          <p14:tracePt t="70522" x="7221538" y="5435600"/>
          <p14:tracePt t="70538" x="7286625" y="5478463"/>
          <p14:tracePt t="70555" x="7337425" y="5522913"/>
          <p14:tracePt t="70572" x="7394575" y="5551488"/>
          <p14:tracePt t="70588" x="7439025" y="5580063"/>
          <p14:tracePt t="70605" x="7467600" y="5595938"/>
          <p14:tracePt t="70622" x="7481888" y="5616575"/>
          <p14:tracePt t="70638" x="7510463" y="5630863"/>
          <p14:tracePt t="70655" x="7546975" y="5661025"/>
          <p14:tracePt t="70672" x="7577138" y="5675313"/>
          <p14:tracePt t="70688" x="7627938" y="5697538"/>
          <p14:tracePt t="70705" x="7648575" y="5711825"/>
          <p14:tracePt t="70722" x="7707313" y="5732463"/>
          <p14:tracePt t="70738" x="7735888" y="5748338"/>
          <p14:tracePt t="70755" x="7794625" y="5776913"/>
          <p14:tracePt t="70772" x="7823200" y="5783263"/>
          <p14:tracePt t="70788" x="7859713" y="5799138"/>
          <p14:tracePt t="70805" x="7874000" y="5805488"/>
          <p14:tracePt t="70822" x="7902575" y="5813425"/>
          <p14:tracePt t="70839" x="7932738" y="5819775"/>
          <p14:tracePt t="70839" x="7953375" y="5819775"/>
          <p14:tracePt t="70855" x="7997825" y="5819775"/>
          <p14:tracePt t="70872" x="8026400" y="5819775"/>
          <p14:tracePt t="70889" x="8054975" y="5819775"/>
          <p14:tracePt t="70905" x="8077200" y="5819775"/>
          <p14:tracePt t="70922" x="8105775" y="5799138"/>
          <p14:tracePt t="70938" x="8142288" y="5762625"/>
          <p14:tracePt t="70955" x="8170863" y="5718175"/>
          <p14:tracePt t="70972" x="8178800" y="5697538"/>
          <p14:tracePt t="70989" x="8193088" y="5675313"/>
          <p14:tracePt t="71005" x="8193088" y="5646738"/>
          <p14:tracePt t="71022" x="8193088" y="5624513"/>
          <p14:tracePt t="71039" x="8193088" y="5588000"/>
          <p14:tracePt t="71055" x="8193088" y="5494338"/>
          <p14:tracePt t="71072" x="8193088" y="5435600"/>
          <p14:tracePt t="71089" x="8193088" y="5384800"/>
          <p14:tracePt t="71105" x="8178800" y="5348288"/>
          <p14:tracePt t="71122" x="8170863" y="5326063"/>
          <p14:tracePt t="71139" x="8156575" y="5291138"/>
          <p14:tracePt t="71155" x="8120063" y="5246688"/>
          <p14:tracePt t="71172" x="8099425" y="5210175"/>
          <p14:tracePt t="71189" x="8062913" y="5159375"/>
          <p14:tracePt t="71205" x="8026400" y="5116513"/>
          <p14:tracePt t="71222" x="8004175" y="5087938"/>
          <p14:tracePt t="71239" x="7961313" y="5065713"/>
          <p14:tracePt t="71255" x="7939088" y="5051425"/>
          <p14:tracePt t="71272" x="7910513" y="5029200"/>
          <p14:tracePt t="71289" x="7866063" y="5006975"/>
          <p14:tracePt t="71305" x="7815263" y="4978400"/>
          <p14:tracePt t="71322" x="7772400" y="4970463"/>
          <p14:tracePt t="71339" x="7735888" y="4949825"/>
          <p14:tracePt t="71355" x="7685088" y="4919663"/>
          <p14:tracePt t="71372" x="7656513" y="4919663"/>
          <p14:tracePt t="71389" x="7634288" y="4905375"/>
          <p14:tracePt t="71405" x="7612063" y="4899025"/>
          <p14:tracePt t="71422" x="7591425" y="4891088"/>
          <p14:tracePt t="71439" x="7554913" y="4876800"/>
          <p14:tracePt t="71455" x="7532688" y="4862513"/>
          <p14:tracePt t="71472" x="7504113" y="4854575"/>
          <p14:tracePt t="71489" x="7475538" y="4840288"/>
          <p14:tracePt t="71505" x="7424738" y="4818063"/>
          <p14:tracePt t="71522" x="7388225" y="4811713"/>
          <p14:tracePt t="71539" x="7358063" y="4797425"/>
          <p14:tracePt t="71555" x="7337425" y="4789488"/>
          <p14:tracePt t="71572" x="7323138" y="4789488"/>
          <p14:tracePt t="71589" x="7300913" y="4789488"/>
          <p14:tracePt t="71605" x="7286625" y="4789488"/>
          <p14:tracePt t="71622" x="7272338" y="4789488"/>
          <p14:tracePt t="71639" x="7250113" y="4783138"/>
          <p14:tracePt t="71655" x="7235825" y="4783138"/>
          <p14:tracePt t="71672" x="7227888" y="4783138"/>
          <p14:tracePt t="71705" x="7213600" y="4783138"/>
          <p14:tracePt t="71722" x="7205663" y="4783138"/>
          <p14:tracePt t="71739" x="7199313" y="4783138"/>
          <p14:tracePt t="71755" x="7191375" y="4783138"/>
          <p14:tracePt t="71772" x="7177088" y="4789488"/>
          <p14:tracePt t="71789" x="7162800" y="4803775"/>
          <p14:tracePt t="71805" x="7154863" y="4818063"/>
          <p14:tracePt t="71822" x="7140575" y="4833938"/>
          <p14:tracePt t="71839" x="7112000" y="4868863"/>
          <p14:tracePt t="71855" x="7089775" y="4891088"/>
          <p14:tracePt t="71872" x="7089775" y="4913313"/>
          <p14:tracePt t="71889" x="7075488" y="4927600"/>
          <p14:tracePt t="71905" x="7069138" y="4941888"/>
          <p14:tracePt t="71922" x="7069138" y="4956175"/>
          <p14:tracePt t="71939" x="7069138" y="4970463"/>
          <p14:tracePt t="71955" x="7061200" y="4986338"/>
          <p14:tracePt t="71972" x="7061200" y="5006975"/>
          <p14:tracePt t="71989" x="7061200" y="5014913"/>
          <p14:tracePt t="72006" x="7061200" y="5029200"/>
          <p14:tracePt t="72022" x="7061200" y="5051425"/>
          <p14:tracePt t="72039" x="7061200" y="5080000"/>
          <p14:tracePt t="72056" x="7061200" y="5094288"/>
          <p14:tracePt t="72072" x="7061200" y="5122863"/>
          <p14:tracePt t="72089" x="7061200" y="5153025"/>
          <p14:tracePt t="72105" x="7061200" y="5173663"/>
          <p14:tracePt t="72122" x="7061200" y="5210175"/>
          <p14:tracePt t="72139" x="7061200" y="5246688"/>
          <p14:tracePt t="72156" x="7061200" y="5283200"/>
          <p14:tracePt t="72172" x="7083425" y="5326063"/>
          <p14:tracePt t="72189" x="7104063" y="5362575"/>
          <p14:tracePt t="72206" x="7134225" y="5399088"/>
          <p14:tracePt t="72222" x="7162800" y="5443538"/>
          <p14:tracePt t="72239" x="7199313" y="5494338"/>
          <p14:tracePt t="72256" x="7235825" y="5537200"/>
          <p14:tracePt t="72272" x="7286625" y="5573713"/>
          <p14:tracePt t="72289" x="7329488" y="5602288"/>
          <p14:tracePt t="72306" x="7358063" y="5630863"/>
          <p14:tracePt t="72322" x="7408863" y="5661025"/>
          <p14:tracePt t="72339" x="7445375" y="5689600"/>
          <p14:tracePt t="72356" x="7481888" y="5711825"/>
          <p14:tracePt t="72372" x="7518400" y="5732463"/>
          <p14:tracePt t="72389" x="7561263" y="5748338"/>
          <p14:tracePt t="72406" x="7597775" y="5768975"/>
          <p14:tracePt t="72422" x="7662863" y="5783263"/>
          <p14:tracePt t="72439" x="7743825" y="5813425"/>
          <p14:tracePt t="72456" x="7780338" y="5819775"/>
          <p14:tracePt t="72472" x="7831138" y="5834063"/>
          <p14:tracePt t="72489" x="7881938" y="5849938"/>
          <p14:tracePt t="72506" x="7916863" y="5856288"/>
          <p14:tracePt t="72522" x="7961313" y="5864225"/>
          <p14:tracePt t="72539" x="7967663" y="5864225"/>
          <p14:tracePt t="72556" x="7989888" y="5864225"/>
          <p14:tracePt t="72572" x="8012113" y="5864225"/>
          <p14:tracePt t="72589" x="8040688" y="5864225"/>
          <p14:tracePt t="72606" x="8091488" y="5864225"/>
          <p14:tracePt t="72622" x="8128000" y="5864225"/>
          <p14:tracePt t="72639" x="8170863" y="5864225"/>
          <p14:tracePt t="72656" x="8178800" y="5864225"/>
          <p14:tracePt t="72689" x="8193088" y="5864225"/>
          <p14:tracePt t="72751" x="8201025" y="5864225"/>
          <p14:tracePt t="72999" x="8207375" y="5870575"/>
          <p14:tracePt t="73007" x="8215313" y="5878513"/>
          <p14:tracePt t="73015" x="8229600" y="5884863"/>
          <p14:tracePt t="73023" x="8243888" y="5900738"/>
          <p14:tracePt t="73039" x="8272463" y="5915025"/>
          <p14:tracePt t="73056" x="8288338" y="5915025"/>
          <p14:tracePt t="73072" x="8302625" y="5929313"/>
          <p14:tracePt t="73089" x="8316913" y="5929313"/>
          <p14:tracePt t="73106" x="8323263" y="5929313"/>
          <p14:tracePt t="73123" x="8345488" y="5929313"/>
          <p14:tracePt t="73139" x="8367713" y="5929313"/>
          <p14:tracePt t="73156" x="8374063" y="5929313"/>
          <p14:tracePt t="73173" x="8396288" y="5915025"/>
          <p14:tracePt t="73189" x="8404225" y="5892800"/>
          <p14:tracePt t="73206" x="8418513" y="5856288"/>
          <p14:tracePt t="73223" x="8424863" y="5827713"/>
          <p14:tracePt t="73239" x="8424863" y="5805488"/>
          <p14:tracePt t="73256" x="8424863" y="5783263"/>
          <p14:tracePt t="73273" x="8424863" y="5754688"/>
          <p14:tracePt t="73289" x="8424863" y="5732463"/>
          <p14:tracePt t="73306" x="8418513" y="5718175"/>
          <p14:tracePt t="73323" x="8410575" y="5711825"/>
          <p14:tracePt t="73339" x="8404225" y="5697538"/>
          <p14:tracePt t="73356" x="8396288" y="5689600"/>
          <p14:tracePt t="73373" x="8389938" y="5681663"/>
          <p14:tracePt t="73389" x="8367713" y="5667375"/>
          <p14:tracePt t="73406" x="8353425" y="5646738"/>
          <p14:tracePt t="73423" x="8323263" y="5624513"/>
          <p14:tracePt t="73439" x="8302625" y="5602288"/>
          <p14:tracePt t="73456" x="8280400" y="5580063"/>
          <p14:tracePt t="73473" x="8266113" y="5573713"/>
          <p14:tracePt t="73489" x="8243888" y="5559425"/>
          <p14:tracePt t="73506" x="8237538" y="5551488"/>
          <p14:tracePt t="73523" x="8207375" y="5537200"/>
          <p14:tracePt t="73539" x="8186738" y="5514975"/>
          <p14:tracePt t="73556" x="8135938" y="5472113"/>
          <p14:tracePt t="73573" x="8062913" y="5392738"/>
          <p14:tracePt t="73589" x="7997825" y="5297488"/>
          <p14:tracePt t="73606" x="7939088" y="5218113"/>
          <p14:tracePt t="73623" x="7851775" y="5122863"/>
          <p14:tracePt t="73639" x="7808913" y="5065713"/>
          <p14:tracePt t="73656" x="7772400" y="5029200"/>
          <p14:tracePt t="73673" x="7729538" y="4986338"/>
          <p14:tracePt t="73689" x="7693025" y="4949825"/>
          <p14:tracePt t="73706" x="7656513" y="4913313"/>
          <p14:tracePt t="73723" x="7627938" y="4899025"/>
          <p14:tracePt t="73739" x="7591425" y="4876800"/>
          <p14:tracePt t="73756" x="7554913" y="4854575"/>
          <p14:tracePt t="73773" x="7540625" y="4848225"/>
          <p14:tracePt t="73789" x="7504113" y="4833938"/>
          <p14:tracePt t="73806" x="7467600" y="4811713"/>
          <p14:tracePt t="73823" x="7408863" y="4789488"/>
          <p14:tracePt t="73839" x="7373938" y="4767263"/>
          <p14:tracePt t="73856" x="7337425" y="4752975"/>
          <p14:tracePt t="73873" x="7315200" y="4746625"/>
          <p14:tracePt t="73889" x="7292975" y="4746625"/>
          <p14:tracePt t="73906" x="7272338" y="4738688"/>
          <p14:tracePt t="73923" x="7242175" y="4724400"/>
          <p14:tracePt t="73939" x="7221538" y="4724400"/>
          <p14:tracePt t="73956" x="7213600" y="4724400"/>
          <p14:tracePt t="73973" x="7199313" y="4724400"/>
          <p14:tracePt t="73989" x="7191375" y="4724400"/>
          <p14:tracePt t="74023" x="7185025" y="4724400"/>
          <p14:tracePt t="74039" x="7162800" y="4724400"/>
          <p14:tracePt t="74056" x="7154863" y="4724400"/>
          <p14:tracePt t="74073" x="7140575" y="4724400"/>
          <p14:tracePt t="74089" x="7119938" y="4732338"/>
          <p14:tracePt t="74106" x="7097713" y="4752975"/>
          <p14:tracePt t="74123" x="7061200" y="4775200"/>
          <p14:tracePt t="74140" x="7046913" y="4789488"/>
          <p14:tracePt t="74156" x="7024688" y="4826000"/>
          <p14:tracePt t="74173" x="7010400" y="4848225"/>
          <p14:tracePt t="74189" x="6996113" y="4891088"/>
          <p14:tracePt t="74206" x="6988175" y="4913313"/>
          <p14:tracePt t="74223" x="6981825" y="4956175"/>
          <p14:tracePt t="74240" x="6959600" y="4986338"/>
          <p14:tracePt t="74256" x="6959600" y="5014913"/>
          <p14:tracePt t="74273" x="6959600" y="5037138"/>
          <p14:tracePt t="74290" x="6959600" y="5072063"/>
          <p14:tracePt t="74306" x="6959600" y="5094288"/>
          <p14:tracePt t="74323" x="6959600" y="5130800"/>
          <p14:tracePt t="74340" x="6973888" y="5167313"/>
          <p14:tracePt t="74356" x="6996113" y="5218113"/>
          <p14:tracePt t="74373" x="7024688" y="5268913"/>
          <p14:tracePt t="74390" x="7069138" y="5334000"/>
          <p14:tracePt t="74406" x="7104063" y="5392738"/>
          <p14:tracePt t="74423" x="7191375" y="5478463"/>
          <p14:tracePt t="74440" x="7242175" y="5545138"/>
          <p14:tracePt t="74456" x="7329488" y="5602288"/>
          <p14:tracePt t="74473" x="7402513" y="5646738"/>
          <p14:tracePt t="74490" x="7496175" y="5711825"/>
          <p14:tracePt t="74506" x="7561263" y="5740400"/>
          <p14:tracePt t="74523" x="7627938" y="5776913"/>
          <p14:tracePt t="74540" x="7693025" y="5805488"/>
          <p14:tracePt t="74556" x="7735888" y="5805488"/>
          <p14:tracePt t="74573" x="7780338" y="5819775"/>
          <p14:tracePt t="74590" x="7815263" y="5827713"/>
          <p14:tracePt t="74606" x="7831138" y="5827713"/>
          <p14:tracePt t="74623" x="7859713" y="5827713"/>
          <p14:tracePt t="74640" x="7888288" y="5827713"/>
          <p14:tracePt t="74656" x="7916863" y="5813425"/>
          <p14:tracePt t="74673" x="7947025" y="5805488"/>
          <p14:tracePt t="74690" x="7967663" y="5799138"/>
          <p14:tracePt t="74706" x="7983538" y="5791200"/>
          <p14:tracePt t="74723" x="7997825" y="5783263"/>
          <p14:tracePt t="74740" x="8018463" y="5776913"/>
          <p14:tracePt t="74756" x="8040688" y="5748338"/>
          <p14:tracePt t="74773" x="8069263" y="5726113"/>
          <p14:tracePt t="74790" x="8091488" y="5697538"/>
          <p14:tracePt t="74806" x="8105775" y="5681663"/>
          <p14:tracePt t="74823" x="8120063" y="5661025"/>
          <p14:tracePt t="74840" x="8120063" y="5630863"/>
          <p14:tracePt t="74856" x="8128000" y="5595938"/>
          <p14:tracePt t="74873" x="8128000" y="5537200"/>
          <p14:tracePt t="74890" x="8128000" y="5478463"/>
          <p14:tracePt t="74906" x="8128000" y="5427663"/>
          <p14:tracePt t="74923" x="8105775" y="5376863"/>
          <p14:tracePt t="74940" x="8077200" y="5334000"/>
          <p14:tracePt t="74957" x="8062913" y="5311775"/>
          <p14:tracePt t="74973" x="8054975" y="5283200"/>
          <p14:tracePt t="74990" x="8026400" y="5260975"/>
          <p14:tracePt t="75006" x="7997825" y="5232400"/>
          <p14:tracePt t="75023" x="7947025" y="5203825"/>
          <p14:tracePt t="75040" x="7916863" y="5181600"/>
          <p14:tracePt t="75057" x="7888288" y="5159375"/>
          <p14:tracePt t="75073" x="7866063" y="5153025"/>
          <p14:tracePt t="75090" x="7851775" y="5145088"/>
          <p14:tracePt t="75107" x="7837488" y="5145088"/>
          <p14:tracePt t="75123" x="7823200" y="5145088"/>
          <p14:tracePt t="75140" x="7808913" y="5130800"/>
          <p14:tracePt t="75157" x="7800975" y="5130800"/>
          <p14:tracePt t="75173" x="7794625" y="5130800"/>
          <p14:tracePt t="75207" x="7786688" y="5130800"/>
          <p14:tracePt t="75223" x="7772400" y="5130800"/>
          <p14:tracePt t="75240" x="7764463" y="5130800"/>
          <p14:tracePt t="75257" x="7743825" y="5130800"/>
          <p14:tracePt t="75273" x="7735888" y="5130800"/>
          <p14:tracePt t="75290" x="7721600" y="5130800"/>
          <p14:tracePt t="75306" x="7707313" y="5130800"/>
          <p14:tracePt t="75323" x="7693025" y="5130800"/>
          <p14:tracePt t="75340" x="7670800" y="5130800"/>
          <p14:tracePt t="75357" x="7648575" y="5122863"/>
          <p14:tracePt t="75373" x="7627938" y="5122863"/>
          <p14:tracePt t="75390" x="7620000" y="5122863"/>
          <p14:tracePt t="75407" x="7605713" y="5122863"/>
          <p14:tracePt t="75423" x="7597775" y="5122863"/>
          <p14:tracePt t="75440" x="7583488" y="5122863"/>
          <p14:tracePt t="75457" x="7569200" y="5116513"/>
          <p14:tracePt t="75474" x="7561263" y="5108575"/>
          <p14:tracePt t="75513" x="7554913" y="5108575"/>
          <p14:tracePt t="75577" x="7546975" y="5108575"/>
          <p14:tracePt t="75802" x="7540625" y="5108575"/>
          <p14:tracePt t="75818" x="7532688" y="5108575"/>
          <p14:tracePt t="75827" x="7526338" y="5108575"/>
          <p14:tracePt t="75849" x="7518400" y="5108575"/>
          <p14:tracePt t="75944" x="7510463" y="5108575"/>
          <p14:tracePt t="75970" x="7504113" y="5108575"/>
          <p14:tracePt t="76009" x="7496175" y="5102225"/>
          <p14:tracePt t="76016" x="7496175" y="5080000"/>
          <p14:tracePt t="76024" x="7496175" y="5057775"/>
          <p14:tracePt t="76040" x="7504113" y="4978400"/>
          <p14:tracePt t="76059" x="7546975" y="4876800"/>
          <p14:tracePt t="76074" x="7569200" y="4811713"/>
          <p14:tracePt t="76091" x="7597775" y="4738688"/>
          <p14:tracePt t="76107" x="7612063" y="4695825"/>
          <p14:tracePt t="76124" x="7648575" y="4637088"/>
          <p14:tracePt t="76140" x="7693025" y="4572000"/>
          <p14:tracePt t="76157" x="7735888" y="4529138"/>
          <p14:tracePt t="76174" x="7786688" y="4470400"/>
          <p14:tracePt t="76190" x="7888288" y="4383088"/>
          <p14:tracePt t="76207" x="8048625" y="4267200"/>
          <p14:tracePt t="76224" x="8156575" y="4187825"/>
          <p14:tracePt t="76240" x="8243888" y="4100513"/>
          <p14:tracePt t="76257" x="8316913" y="4049713"/>
          <p14:tracePt t="76274" x="8374063" y="3998913"/>
          <p14:tracePt t="76290" x="8432800" y="3948113"/>
          <p14:tracePt t="76308" x="8483600" y="3919538"/>
          <p14:tracePt t="76324" x="8542338" y="3897313"/>
          <p14:tracePt t="76340" x="8562975" y="3883025"/>
          <p14:tracePt t="76343" x="8570913" y="3883025"/>
          <p14:tracePt t="76357" x="8585200" y="3883025"/>
          <p14:tracePt t="76374" x="8593138" y="3875088"/>
          <p14:tracePt t="76391" x="8621713" y="3868738"/>
          <p14:tracePt t="76407" x="8636000" y="3860800"/>
          <p14:tracePt t="76424" x="8658225" y="3852863"/>
          <p14:tracePt t="76440" x="8664575" y="3852863"/>
          <p14:tracePt t="76457" x="8678863" y="3852863"/>
          <p14:tracePt t="76474" x="8686800" y="3852863"/>
          <p14:tracePt t="76528" x="8701088" y="3852863"/>
          <p14:tracePt t="76536" x="8709025" y="3860800"/>
          <p14:tracePt t="76552" x="8715375" y="3868738"/>
          <p14:tracePt t="76576" x="8715375" y="3875088"/>
          <p14:tracePt t="76592" x="8715375" y="3883025"/>
          <p14:tracePt t="77096" x="8715375" y="3889375"/>
          <p14:tracePt t="77112" x="8723313" y="3897313"/>
          <p14:tracePt t="77194" x="8729663" y="3903663"/>
          <p14:tracePt t="77209" x="8737600" y="3903663"/>
          <p14:tracePt t="77216" x="8745538" y="3903663"/>
          <p14:tracePt t="77233" x="8759825" y="3903663"/>
          <p14:tracePt t="77249" x="8774113" y="3889375"/>
          <p14:tracePt t="77265" x="8774113" y="3875088"/>
          <p14:tracePt t="77274" x="8774113" y="3860800"/>
          <p14:tracePt t="77291" x="8780463" y="3838575"/>
          <p14:tracePt t="77307" x="8780463" y="3817938"/>
          <p14:tracePt t="77324" x="8780463" y="3810000"/>
          <p14:tracePt t="77341" x="8780463" y="3795713"/>
          <p14:tracePt t="77343" x="8780463" y="3781425"/>
          <p14:tracePt t="77357" x="8774113" y="3781425"/>
          <p14:tracePt t="77374" x="8774113" y="3773488"/>
          <p14:tracePt t="77391" x="8751888" y="3751263"/>
          <p14:tracePt t="77408" x="8737600" y="3736975"/>
          <p14:tracePt t="77424" x="8723313" y="3722688"/>
          <p14:tracePt t="77441" x="8715375" y="3716338"/>
          <p14:tracePt t="77459" x="8709025" y="3716338"/>
          <p14:tracePt t="77475" x="8694738" y="3716338"/>
          <p14:tracePt t="77491" x="8686800" y="3716338"/>
          <p14:tracePt t="77508" x="8672513" y="3716338"/>
          <p14:tracePt t="77524" x="8643938" y="3716338"/>
          <p14:tracePt t="77541" x="8613775" y="3716338"/>
          <p14:tracePt t="77558" x="8593138" y="3716338"/>
          <p14:tracePt t="77575" x="8562975" y="3716338"/>
          <p14:tracePt t="77591" x="8526463" y="3716338"/>
          <p14:tracePt t="77608" x="8505825" y="3716338"/>
          <p14:tracePt t="77624" x="8475663" y="3716338"/>
          <p14:tracePt t="77641" x="8447088" y="3730625"/>
          <p14:tracePt t="77657" x="8410575" y="3744913"/>
          <p14:tracePt t="77674" x="8389938" y="3759200"/>
          <p14:tracePt t="77691" x="8367713" y="3781425"/>
          <p14:tracePt t="77708" x="8339138" y="3810000"/>
          <p14:tracePt t="77724" x="8316913" y="3832225"/>
          <p14:tracePt t="77741" x="8294688" y="3868738"/>
          <p14:tracePt t="77758" x="8280400" y="3903663"/>
          <p14:tracePt t="77774" x="8266113" y="3933825"/>
          <p14:tracePt t="77791" x="8266113" y="3970338"/>
          <p14:tracePt t="77808" x="8266113" y="3998913"/>
          <p14:tracePt t="77824" x="8266113" y="4013200"/>
          <p14:tracePt t="77841" x="8266113" y="4035425"/>
          <p14:tracePt t="77857" x="8280400" y="4064000"/>
          <p14:tracePt t="77874" x="8308975" y="4100513"/>
          <p14:tracePt t="77891" x="8331200" y="4122738"/>
          <p14:tracePt t="77907" x="8359775" y="4143375"/>
          <p14:tracePt t="77924" x="8382000" y="4151313"/>
          <p14:tracePt t="77941" x="8410575" y="4165600"/>
          <p14:tracePt t="77958" x="8440738" y="4179888"/>
          <p14:tracePt t="77974" x="8475663" y="4194175"/>
          <p14:tracePt t="77991" x="8505825" y="4194175"/>
          <p14:tracePt t="78008" x="8534400" y="4202113"/>
          <p14:tracePt t="78024" x="8542338" y="4208463"/>
          <p14:tracePt t="78042" x="8577263" y="4208463"/>
          <p14:tracePt t="78058" x="8593138" y="4216400"/>
          <p14:tracePt t="78074" x="8621713" y="4216400"/>
          <p14:tracePt t="78091" x="8643938" y="4224338"/>
          <p14:tracePt t="78108" x="8672513" y="4224338"/>
          <p14:tracePt t="78124" x="8701088" y="4230688"/>
          <p14:tracePt t="78141" x="8715375" y="4230688"/>
          <p14:tracePt t="78158" x="8729663" y="4230688"/>
          <p14:tracePt t="78175" x="8751888" y="4230688"/>
          <p14:tracePt t="78191" x="8766175" y="4230688"/>
          <p14:tracePt t="78207" x="8774113" y="4230688"/>
          <p14:tracePt t="78224" x="8788400" y="4230688"/>
          <p14:tracePt t="78241" x="8802688" y="4224338"/>
          <p14:tracePt t="78258" x="8810625" y="4216400"/>
          <p14:tracePt t="78275" x="8824913" y="4194175"/>
          <p14:tracePt t="78291" x="8839200" y="4179888"/>
          <p14:tracePt t="78308" x="8861425" y="4143375"/>
          <p14:tracePt t="78324" x="8875713" y="4078288"/>
          <p14:tracePt t="78341" x="8890000" y="4035425"/>
          <p14:tracePt t="78346" x="8890000" y="4021138"/>
          <p14:tracePt t="78358" x="8890000" y="4005263"/>
          <p14:tracePt t="78375" x="8890000" y="3970338"/>
          <p14:tracePt t="78391" x="8890000" y="3954463"/>
          <p14:tracePt t="78408" x="8890000" y="3933825"/>
          <p14:tracePt t="78425" x="8890000" y="3919538"/>
          <p14:tracePt t="78442" x="8890000" y="3889375"/>
          <p14:tracePt t="78460" x="8875713" y="3868738"/>
          <p14:tracePt t="78475" x="8867775" y="3846513"/>
          <p14:tracePt t="78491" x="8861425" y="3838575"/>
          <p14:tracePt t="78508" x="8847138" y="3810000"/>
          <p14:tracePt t="78525" x="8831263" y="3795713"/>
          <p14:tracePt t="78541" x="8816975" y="3773488"/>
          <p14:tracePt t="78558" x="8802688" y="3759200"/>
          <p14:tracePt t="78575" x="8774113" y="3730625"/>
          <p14:tracePt t="78591" x="8745538" y="3716338"/>
          <p14:tracePt t="78608" x="8723313" y="3700463"/>
          <p14:tracePt t="78624" x="8686800" y="3694113"/>
          <p14:tracePt t="78641" x="8664575" y="3679825"/>
          <p14:tracePt t="78658" x="8643938" y="3671888"/>
          <p14:tracePt t="78675" x="8621713" y="3657600"/>
          <p14:tracePt t="78691" x="8607425" y="3657600"/>
          <p14:tracePt t="78708" x="8585200" y="3657600"/>
          <p14:tracePt t="78725" x="8562975" y="3657600"/>
          <p14:tracePt t="78741" x="8548688" y="3657600"/>
          <p14:tracePt t="78758" x="8526463" y="3657600"/>
          <p14:tracePt t="78775" x="8497888" y="3657600"/>
          <p14:tracePt t="78792" x="8483600" y="3657600"/>
          <p14:tracePt t="78808" x="8469313" y="3657600"/>
          <p14:tracePt t="78825" x="8447088" y="3665538"/>
          <p14:tracePt t="78842" x="8424863" y="3679825"/>
          <p14:tracePt t="78847" x="8418513" y="3679825"/>
          <p14:tracePt t="78858" x="8404225" y="3686175"/>
          <p14:tracePt t="78875" x="8374063" y="3694113"/>
          <p14:tracePt t="78891" x="8359775" y="3708400"/>
          <p14:tracePt t="78909" x="8339138" y="3722688"/>
          <p14:tracePt t="78925" x="8323263" y="3736975"/>
          <p14:tracePt t="78942" x="8316913" y="3744913"/>
          <p14:tracePt t="78959" x="8302625" y="3759200"/>
          <p14:tracePt t="78976" x="8272463" y="3802063"/>
          <p14:tracePt t="78994" x="8272463" y="3824288"/>
          <p14:tracePt t="79009" x="8266113" y="3846513"/>
          <p14:tracePt t="79026" x="8266113" y="3875088"/>
          <p14:tracePt t="79042" x="8266113" y="3889375"/>
          <p14:tracePt t="79059" x="8266113" y="3911600"/>
          <p14:tracePt t="79075" x="8266113" y="3948113"/>
          <p14:tracePt t="79091" x="8266113" y="3976688"/>
          <p14:tracePt t="79108" x="8280400" y="4013200"/>
          <p14:tracePt t="79124" x="8302625" y="4041775"/>
          <p14:tracePt t="79141" x="8308975" y="4064000"/>
          <p14:tracePt t="79158" x="8331200" y="4092575"/>
          <p14:tracePt t="79175" x="8353425" y="4114800"/>
          <p14:tracePt t="79192" x="8389938" y="4143375"/>
          <p14:tracePt t="79208" x="8418513" y="4151313"/>
          <p14:tracePt t="79224" x="8440738" y="4165600"/>
          <p14:tracePt t="79241" x="8455025" y="4173538"/>
          <p14:tracePt t="79258" x="8491538" y="4179888"/>
          <p14:tracePt t="79274" x="8520113" y="4179888"/>
          <p14:tracePt t="79291" x="8542338" y="4187825"/>
          <p14:tracePt t="79308" x="8570913" y="4187825"/>
          <p14:tracePt t="79325" x="8593138" y="4187825"/>
          <p14:tracePt t="79341" x="8628063" y="4187825"/>
          <p14:tracePt t="79344" x="8636000" y="4187825"/>
          <p14:tracePt t="79358" x="8658225" y="4187825"/>
          <p14:tracePt t="79375" x="8678863" y="4165600"/>
          <p14:tracePt t="79391" x="8709025" y="4143375"/>
          <p14:tracePt t="79408" x="8723313" y="4129088"/>
          <p14:tracePt t="79425" x="8737600" y="4092575"/>
          <p14:tracePt t="79441" x="8745538" y="4064000"/>
          <p14:tracePt t="79458" x="8766175" y="4013200"/>
          <p14:tracePt t="79475" x="8766175" y="3990975"/>
          <p14:tracePt t="79493" x="8766175" y="3976688"/>
          <p14:tracePt t="79508" x="8766175" y="3954463"/>
          <p14:tracePt t="79525" x="8766175" y="3925888"/>
          <p14:tracePt t="79542" x="8766175" y="3889375"/>
          <p14:tracePt t="79559" x="8751888" y="3846513"/>
          <p14:tracePt t="79575" x="8745538" y="3832225"/>
          <p14:tracePt t="79591" x="8737600" y="3824288"/>
          <p14:tracePt t="79608" x="8729663" y="3810000"/>
          <p14:tracePt t="79625" x="8723313" y="3787775"/>
          <p14:tracePt t="79641" x="8715375" y="3781425"/>
          <p14:tracePt t="79658" x="8701088" y="3759200"/>
          <p14:tracePt t="79675" x="8686800" y="3751263"/>
          <p14:tracePt t="79691" x="8678863" y="3744913"/>
          <p14:tracePt t="79708" x="8672513" y="3744913"/>
          <p14:tracePt t="79725" x="8658225" y="3736975"/>
          <p14:tracePt t="79741" x="8650288" y="3736975"/>
          <p14:tracePt t="79758" x="8636000" y="3730625"/>
          <p14:tracePt t="79775" x="8621713" y="3722688"/>
          <p14:tracePt t="79792" x="8599488" y="3716338"/>
          <p14:tracePt t="79825" x="8593138" y="3716338"/>
          <p14:tracePt t="79841" x="8585200" y="3716338"/>
          <p14:tracePt t="79858" x="8577263" y="3716338"/>
          <p14:tracePt t="79875" x="8570913" y="3716338"/>
          <p14:tracePt t="79892" x="8562975" y="3716338"/>
          <p14:tracePt t="79908" x="8542338" y="3716338"/>
          <p14:tracePt t="79925" x="8542338" y="3722688"/>
          <p14:tracePt t="79942" x="8526463" y="3722688"/>
          <p14:tracePt t="79958" x="8505825" y="3736975"/>
          <p14:tracePt t="79975" x="8497888" y="3744913"/>
          <p14:tracePt t="79992" x="8483600" y="3759200"/>
          <p14:tracePt t="80008" x="8469313" y="3767138"/>
          <p14:tracePt t="80042" x="8455025" y="3781425"/>
          <p14:tracePt t="80058" x="8447088" y="3787775"/>
          <p14:tracePt t="80075" x="8432800" y="3802063"/>
          <p14:tracePt t="80092" x="8424863" y="3810000"/>
          <p14:tracePt t="80108" x="8424863" y="3824288"/>
          <p14:tracePt t="80125" x="8418513" y="3838575"/>
          <p14:tracePt t="80142" x="8418513" y="3852863"/>
          <p14:tracePt t="80160" x="8418513" y="3883025"/>
          <p14:tracePt t="80175" x="8418513" y="3911600"/>
          <p14:tracePt t="80193" x="8418513" y="3919538"/>
          <p14:tracePt t="80209" x="8418513" y="3940175"/>
          <p14:tracePt t="80225" x="8418513" y="3954463"/>
          <p14:tracePt t="80242" x="8424863" y="3976688"/>
          <p14:tracePt t="80258" x="8455025" y="4005263"/>
          <p14:tracePt t="80275" x="8461375" y="4021138"/>
          <p14:tracePt t="80292" x="8475663" y="4056063"/>
          <p14:tracePt t="80308" x="8491538" y="4071938"/>
          <p14:tracePt t="80325" x="8505825" y="4092575"/>
          <p14:tracePt t="80341" x="8512175" y="4106863"/>
          <p14:tracePt t="80344" x="8526463" y="4106863"/>
          <p14:tracePt t="80358" x="8534400" y="4114800"/>
          <p14:tracePt t="80375" x="8548688" y="4122738"/>
          <p14:tracePt t="80391" x="8570913" y="4137025"/>
          <p14:tracePt t="80408" x="8577263" y="4143375"/>
          <p14:tracePt t="80425" x="8607425" y="4151313"/>
          <p14:tracePt t="80442" x="8628063" y="4165600"/>
          <p14:tracePt t="80458" x="8664575" y="4165600"/>
          <p14:tracePt t="80475" x="8694738" y="4165600"/>
          <p14:tracePt t="80492" x="8701088" y="4165600"/>
          <p14:tracePt t="80508" x="8715375" y="4165600"/>
          <p14:tracePt t="80525" x="8723313" y="4165600"/>
          <p14:tracePt t="80558" x="8737600" y="4165600"/>
          <p14:tracePt t="80575" x="8751888" y="4137025"/>
          <p14:tracePt t="80592" x="8766175" y="4106863"/>
          <p14:tracePt t="80608" x="8774113" y="4086225"/>
          <p14:tracePt t="80625" x="8788400" y="4049713"/>
          <p14:tracePt t="80642" x="8796338" y="4021138"/>
          <p14:tracePt t="80658" x="8796338" y="3984625"/>
          <p14:tracePt t="80675" x="8796338" y="3954463"/>
          <p14:tracePt t="80692" x="8796338" y="3911600"/>
          <p14:tracePt t="80709" x="8796338" y="3889375"/>
          <p14:tracePt t="80725" x="8796338" y="3860800"/>
          <p14:tracePt t="80742" x="8780463" y="3846513"/>
          <p14:tracePt t="80758" x="8774113" y="3832225"/>
          <p14:tracePt t="80775" x="8766175" y="3817938"/>
          <p14:tracePt t="80792" x="8751888" y="3802063"/>
          <p14:tracePt t="80808" x="8745538" y="3802063"/>
          <p14:tracePt t="80848" x="8745538" y="3795713"/>
          <p14:tracePt t="80880" x="8737600" y="3787775"/>
          <p14:tracePt t="81192" x="8729663" y="3787775"/>
          <p14:tracePt t="81201" x="8723313" y="3781425"/>
          <p14:tracePt t="81211" x="8715375" y="3781425"/>
          <p14:tracePt t="81225" x="8694738" y="3751263"/>
          <p14:tracePt t="81242" x="8664575" y="3730625"/>
          <p14:tracePt t="81259" x="8643938" y="3716338"/>
          <p14:tracePt t="81275" x="8613775" y="3708400"/>
          <p14:tracePt t="81292" x="8593138" y="3700463"/>
          <p14:tracePt t="81310" x="8577263" y="3700463"/>
          <p14:tracePt t="81326" x="8556625" y="3700463"/>
          <p14:tracePt t="81342" x="8542338" y="3700463"/>
          <p14:tracePt t="81348" x="8534400" y="3700463"/>
          <p14:tracePt t="81359" x="8526463" y="3700463"/>
          <p14:tracePt t="81375" x="8505825" y="3700463"/>
          <p14:tracePt t="81392" x="8483600" y="3700463"/>
          <p14:tracePt t="81409" x="8469313" y="3700463"/>
          <p14:tracePt t="81426" x="8455025" y="3700463"/>
          <p14:tracePt t="81442" x="8424863" y="3708400"/>
          <p14:tracePt t="81459" x="8389938" y="3730625"/>
          <p14:tracePt t="81475" x="8374063" y="3744913"/>
          <p14:tracePt t="81492" x="8353425" y="3767138"/>
          <p14:tracePt t="81509" x="8331200" y="3795713"/>
          <p14:tracePt t="81525" x="8308975" y="3824288"/>
          <p14:tracePt t="81542" x="8302625" y="3852863"/>
          <p14:tracePt t="81559" x="8294688" y="3875088"/>
          <p14:tracePt t="81575" x="8280400" y="3925888"/>
          <p14:tracePt t="81592" x="8280400" y="3940175"/>
          <p14:tracePt t="81609" x="8280400" y="3970338"/>
          <p14:tracePt t="81625" x="8280400" y="3990975"/>
          <p14:tracePt t="81642" x="8280400" y="4013200"/>
          <p14:tracePt t="81659" x="8280400" y="4027488"/>
          <p14:tracePt t="81675" x="8288338" y="4064000"/>
          <p14:tracePt t="81692" x="8302625" y="4086225"/>
          <p14:tracePt t="81709" x="8339138" y="4129088"/>
          <p14:tracePt t="81725" x="8359775" y="4143375"/>
          <p14:tracePt t="81742" x="8396288" y="4165600"/>
          <p14:tracePt t="81759" x="8461375" y="4187825"/>
          <p14:tracePt t="81775" x="8505825" y="4216400"/>
          <p14:tracePt t="81792" x="8526463" y="4216400"/>
          <p14:tracePt t="81809" x="8548688" y="4216400"/>
          <p14:tracePt t="81826" x="8562975" y="4216400"/>
          <p14:tracePt t="81842" x="8577263" y="4216400"/>
          <p14:tracePt t="81859" x="8585200" y="4216400"/>
          <p14:tracePt t="81875" x="8599488" y="4216400"/>
          <p14:tracePt t="81892" x="8613775" y="4216400"/>
          <p14:tracePt t="81925" x="8643938" y="4216400"/>
          <p14:tracePt t="81942" x="8658225" y="4208463"/>
          <p14:tracePt t="81959" x="8694738" y="4179888"/>
          <p14:tracePt t="81975" x="8709025" y="4165600"/>
          <p14:tracePt t="81992" x="8723313" y="4151313"/>
          <p14:tracePt t="82009" x="8729663" y="4137025"/>
          <p14:tracePt t="82026" x="8745538" y="4100513"/>
          <p14:tracePt t="82042" x="8751888" y="4064000"/>
          <p14:tracePt t="82059" x="8759825" y="4035425"/>
          <p14:tracePt t="82076" x="8766175" y="3990975"/>
          <p14:tracePt t="82092" x="8766175" y="3962400"/>
          <p14:tracePt t="82109" x="8766175" y="3925888"/>
          <p14:tracePt t="82125" x="8766175" y="3903663"/>
          <p14:tracePt t="82142" x="8759825" y="3868738"/>
          <p14:tracePt t="82159" x="8751888" y="3838575"/>
          <p14:tracePt t="82176" x="8737600" y="3817938"/>
          <p14:tracePt t="82192" x="8729663" y="3795713"/>
          <p14:tracePt t="82209" x="8715375" y="3781425"/>
          <p14:tracePt t="82226" x="8709025" y="3773488"/>
          <p14:tracePt t="82242" x="8694738" y="3767138"/>
          <p14:tracePt t="82259" x="8678863" y="3751263"/>
          <p14:tracePt t="82292" x="8664575" y="3751263"/>
          <p14:tracePt t="82309" x="8658225" y="3744913"/>
          <p14:tracePt t="82325" x="8650288" y="3744913"/>
          <p14:tracePt t="82342" x="8643938" y="3736975"/>
          <p14:tracePt t="82359" x="8621713" y="3730625"/>
          <p14:tracePt t="82376" x="8613775" y="3730625"/>
          <p14:tracePt t="82392" x="8599488" y="3730625"/>
          <p14:tracePt t="82409" x="8593138" y="3730625"/>
          <p14:tracePt t="82426" x="8585200" y="3730625"/>
          <p14:tracePt t="82442" x="8570913" y="3730625"/>
          <p14:tracePt t="82459" x="8556625" y="3730625"/>
          <p14:tracePt t="82476" x="8534400" y="3730625"/>
          <p14:tracePt t="82492" x="8520113" y="3736975"/>
          <p14:tracePt t="82526" x="8505825" y="3736975"/>
          <p14:tracePt t="82542" x="8497888" y="3736975"/>
          <p14:tracePt t="82559" x="8469313" y="3751263"/>
          <p14:tracePt t="82576" x="8461375" y="3759200"/>
          <p14:tracePt t="82592" x="8455025" y="3759200"/>
          <p14:tracePt t="82609" x="8447088" y="3767138"/>
          <p14:tracePt t="82626" x="8432800" y="3767138"/>
          <p14:tracePt t="82642" x="8424863" y="3767138"/>
          <p14:tracePt t="82659" x="8418513" y="3773488"/>
          <p14:tracePt t="82676" x="8410575" y="3773488"/>
          <p14:tracePt t="82692" x="8404225" y="3781425"/>
          <p14:tracePt t="82709" x="8404225" y="3787775"/>
          <p14:tracePt t="82726" x="8389938" y="3787775"/>
          <p14:tracePt t="82743" x="8367713" y="3810000"/>
          <p14:tracePt t="82759" x="8353425" y="3817938"/>
          <p14:tracePt t="82776" x="8345488" y="3824288"/>
          <p14:tracePt t="82792" x="8339138" y="3832225"/>
          <p14:tracePt t="82809" x="8331200" y="3846513"/>
          <p14:tracePt t="82826" x="8323263" y="3868738"/>
          <p14:tracePt t="82842" x="8316913" y="3889375"/>
          <p14:tracePt t="82859" x="8308975" y="3911600"/>
          <p14:tracePt t="82876" x="8308975" y="3940175"/>
          <p14:tracePt t="82892" x="8308975" y="3948113"/>
          <p14:tracePt t="82909" x="8308975" y="3962400"/>
          <p14:tracePt t="82926" x="8308975" y="3984625"/>
          <p14:tracePt t="82943" x="8323263" y="3998913"/>
          <p14:tracePt t="82959" x="8345488" y="4021138"/>
          <p14:tracePt t="82976" x="8359775" y="4041775"/>
          <p14:tracePt t="82992" x="8382000" y="4041775"/>
          <p14:tracePt t="83009" x="8396288" y="4056063"/>
          <p14:tracePt t="83026" x="8418513" y="4071938"/>
          <p14:tracePt t="83042" x="8440738" y="4078288"/>
          <p14:tracePt t="83059" x="8475663" y="4086225"/>
          <p14:tracePt t="83076" x="8505825" y="4100513"/>
          <p14:tracePt t="83092" x="8542338" y="4106863"/>
          <p14:tracePt t="83109" x="8570913" y="4122738"/>
          <p14:tracePt t="83126" x="8607425" y="4122738"/>
          <p14:tracePt t="83143" x="8643938" y="4129088"/>
          <p14:tracePt t="83159" x="8664575" y="4129088"/>
          <p14:tracePt t="83176" x="8678863" y="4129088"/>
          <p14:tracePt t="83193" x="8694738" y="4137025"/>
          <p14:tracePt t="83209" x="8709025" y="4137025"/>
          <p14:tracePt t="83243" x="8715375" y="4137025"/>
          <p14:tracePt t="83265" x="8723313" y="4137025"/>
          <p14:tracePt t="83281" x="8729663" y="4137025"/>
          <p14:tracePt t="83293" x="8737600" y="4137025"/>
          <p14:tracePt t="83313" x="8745538" y="4137025"/>
          <p14:tracePt t="83328" x="8751888" y="4129088"/>
          <p14:tracePt t="83344" x="8751888" y="4122738"/>
          <p14:tracePt t="83359" x="8759825" y="4106863"/>
          <p14:tracePt t="83376" x="8766175" y="4092575"/>
          <p14:tracePt t="83409" x="8774113" y="4078288"/>
          <p14:tracePt t="83426" x="8774113" y="4064000"/>
          <p14:tracePt t="83443" x="8774113" y="4056063"/>
          <p14:tracePt t="83459" x="8774113" y="4049713"/>
          <p14:tracePt t="83480" x="8774113" y="4041775"/>
          <p14:tracePt t="83496" x="8774113" y="4035425"/>
          <p14:tracePt t="83509" x="8774113" y="4027488"/>
          <p14:tracePt t="83536" x="8774113" y="4021138"/>
          <p14:tracePt t="83544" x="8774113" y="4013200"/>
          <p14:tracePt t="83576" x="8774113" y="4005263"/>
          <p14:tracePt t="83617" x="8774113" y="3998913"/>
          <p14:tracePt t="83624" x="8766175" y="3998913"/>
          <p14:tracePt t="83976" x="8751888" y="3990975"/>
          <p14:tracePt t="83992" x="8745538" y="3984625"/>
          <p14:tracePt t="84008" x="8737600" y="3984625"/>
          <p14:tracePt t="84015" x="8729663" y="3976688"/>
          <p14:tracePt t="84032" x="8715375" y="3962400"/>
          <p14:tracePt t="84047" x="8701088" y="3962400"/>
          <p14:tracePt t="84112" x="8694738" y="3962400"/>
          <p14:tracePt t="84128" x="8686800" y="3962400"/>
          <p14:tracePt t="84160" x="8678863" y="3962400"/>
          <p14:tracePt t="84175" x="8664575" y="3962400"/>
          <p14:tracePt t="84200" x="8658225" y="3962400"/>
          <p14:tracePt t="84208" x="8650288" y="3962400"/>
          <p14:tracePt t="84216" x="8643938" y="3962400"/>
          <p14:tracePt t="84239" x="8643938" y="3970338"/>
          <p14:tracePt t="84255" x="8636000" y="3976688"/>
          <p14:tracePt t="84272" x="8621713" y="3984625"/>
          <p14:tracePt t="84296" x="8621713" y="3990975"/>
          <p14:tracePt t="84312" x="8613775" y="3990975"/>
          <p14:tracePt t="84336" x="8613775" y="3998913"/>
          <p14:tracePt t="84368" x="8607425" y="4005263"/>
          <p14:tracePt t="84375" x="8599488" y="4013200"/>
          <p14:tracePt t="84456" x="8599488" y="4021138"/>
          <p14:tracePt t="85072" x="8593138" y="4021138"/>
          <p14:tracePt t="85136" x="8585200" y="4021138"/>
          <p14:tracePt t="85842" x="8607425" y="4021138"/>
          <p14:tracePt t="85849" x="8664575" y="3998913"/>
          <p14:tracePt t="85860" x="8723313" y="3990975"/>
          <p14:tracePt t="85877" x="8882063" y="3948113"/>
          <p14:tracePt t="85893" x="9070975" y="3897313"/>
          <p14:tracePt t="85910" x="9245600" y="3868738"/>
          <p14:tracePt t="85927" x="9456738" y="3802063"/>
          <p14:tracePt t="85943" x="9528175" y="3781425"/>
          <p14:tracePt t="85960" x="9572625" y="3759200"/>
          <p14:tracePt t="85977" x="9623425" y="3730625"/>
          <p14:tracePt t="85993" x="9674225" y="3686175"/>
          <p14:tracePt t="86010" x="9725025" y="3635375"/>
          <p14:tracePt t="86027" x="9761538" y="3614738"/>
          <p14:tracePt t="86043" x="9796463" y="3584575"/>
          <p14:tracePt t="86060" x="9818688" y="3563938"/>
          <p14:tracePt t="86077" x="9863138" y="3533775"/>
          <p14:tracePt t="86094" x="9891713" y="3505200"/>
          <p14:tracePt t="86110" x="9913938" y="3476625"/>
          <p14:tracePt t="86127" x="9948863" y="3440113"/>
          <p14:tracePt t="86144" x="9964738" y="3403600"/>
          <p14:tracePt t="86160" x="9971088" y="3375025"/>
          <p14:tracePt t="86178" x="9971088" y="3338513"/>
          <p14:tracePt t="86194" x="9971088" y="3316288"/>
          <p14:tracePt t="86210" x="9964738" y="3294063"/>
          <p14:tracePt t="86227" x="9928225" y="3259138"/>
          <p14:tracePt t="86244" x="9869488" y="3228975"/>
          <p14:tracePt t="86260" x="9812338" y="3214688"/>
          <p14:tracePt t="86277" x="9775825" y="3214688"/>
          <p14:tracePt t="86294" x="9731375" y="3214688"/>
          <p14:tracePt t="86310" x="9674225" y="3214688"/>
          <p14:tracePt t="86327" x="9586913" y="3214688"/>
          <p14:tracePt t="86344" x="9521825" y="3243263"/>
          <p14:tracePt t="86360" x="9434513" y="3273425"/>
          <p14:tracePt t="86377" x="9383713" y="3294063"/>
          <p14:tracePt t="86393" x="9288463" y="3324225"/>
          <p14:tracePt t="86410" x="9231313" y="3352800"/>
          <p14:tracePt t="86427" x="9186863" y="3381375"/>
          <p14:tracePt t="86444" x="9144000" y="3411538"/>
          <p14:tracePt t="86460" x="9115425" y="3432175"/>
          <p14:tracePt t="86477" x="9078913" y="3462338"/>
          <p14:tracePt t="86493" x="9056688" y="3490913"/>
          <p14:tracePt t="86510" x="8999538" y="3548063"/>
          <p14:tracePt t="86527" x="8918575" y="3635375"/>
          <p14:tracePt t="86543" x="8867775" y="3694113"/>
          <p14:tracePt t="86560" x="8824913" y="3744913"/>
          <p14:tracePt t="86577" x="8788400" y="3781425"/>
          <p14:tracePt t="86594" x="8759825" y="3817938"/>
          <p14:tracePt t="86610" x="8715375" y="3875088"/>
          <p14:tracePt t="86627" x="8686800" y="3925888"/>
          <p14:tracePt t="86643" x="8658225" y="3962400"/>
          <p14:tracePt t="86660" x="8628063" y="3998913"/>
          <p14:tracePt t="86677" x="8613775" y="4021138"/>
          <p14:tracePt t="86694" x="8585200" y="4071938"/>
          <p14:tracePt t="86710" x="8577263" y="4092575"/>
          <p14:tracePt t="86727" x="8556625" y="4129088"/>
          <p14:tracePt t="86743" x="8548688" y="4143375"/>
          <p14:tracePt t="87016" x="8556625" y="4143375"/>
          <p14:tracePt t="87048" x="8562975" y="4143375"/>
          <p14:tracePt t="87056" x="8577263" y="4137025"/>
          <p14:tracePt t="87088" x="8593138" y="4129088"/>
          <p14:tracePt t="87096" x="8599488" y="4122738"/>
          <p14:tracePt t="87112" x="8607425" y="4114800"/>
          <p14:tracePt t="87152" x="8613775" y="4100513"/>
          <p14:tracePt t="87176" x="8621713" y="4100513"/>
          <p14:tracePt t="87200" x="8628063" y="4092575"/>
          <p14:tracePt t="87208" x="8628063" y="4086225"/>
          <p14:tracePt t="87215" x="8628063" y="4078288"/>
          <p14:tracePt t="87232" x="8628063" y="4071938"/>
          <p14:tracePt t="87244" x="8628063" y="4064000"/>
          <p14:tracePt t="87260" x="8628063" y="4056063"/>
          <p14:tracePt t="87277" x="8636000" y="4049713"/>
          <p14:tracePt t="87297" x="8636000" y="4041775"/>
          <p14:tracePt t="87313" x="8636000" y="4035425"/>
          <p14:tracePt t="87345" x="8636000" y="4027488"/>
          <p14:tracePt t="87360" x="8636000" y="4021138"/>
          <p14:tracePt t="88155" x="8636000" y="4013200"/>
          <p14:tracePt t="88178" x="8628063" y="4013200"/>
          <p14:tracePt t="88193" x="8621713" y="4013200"/>
          <p14:tracePt t="88201" x="8613775" y="4013200"/>
          <p14:tracePt t="88211" x="8607425" y="4013200"/>
          <p14:tracePt t="88227" x="8599488" y="4013200"/>
          <p14:tracePt t="88244" x="8585200" y="4013200"/>
          <p14:tracePt t="88261" x="8577263" y="4013200"/>
          <p14:tracePt t="88277" x="8562975" y="4013200"/>
          <p14:tracePt t="88294" x="8556625" y="4013200"/>
          <p14:tracePt t="88311" x="8548688" y="4013200"/>
          <p14:tracePt t="88328" x="8526463" y="4021138"/>
          <p14:tracePt t="88344" x="8497888" y="4041775"/>
          <p14:tracePt t="88361" x="8483600" y="4041775"/>
          <p14:tracePt t="88378" x="8447088" y="4056063"/>
          <p14:tracePt t="88394" x="8418513" y="4071938"/>
          <p14:tracePt t="88411" x="8359775" y="4086225"/>
          <p14:tracePt t="88428" x="8316913" y="4100513"/>
          <p14:tracePt t="88444" x="8243888" y="4122738"/>
          <p14:tracePt t="88461" x="8178800" y="4129088"/>
          <p14:tracePt t="88477" x="8120063" y="4157663"/>
          <p14:tracePt t="88494" x="8085138" y="4165600"/>
          <p14:tracePt t="88511" x="8026400" y="4194175"/>
          <p14:tracePt t="88528" x="7983538" y="4208463"/>
          <p14:tracePt t="88544" x="7924800" y="4224338"/>
          <p14:tracePt t="88561" x="7866063" y="4259263"/>
          <p14:tracePt t="88577" x="7808913" y="4281488"/>
          <p14:tracePt t="88594" x="7758113" y="4310063"/>
          <p14:tracePt t="88611" x="7721600" y="4318000"/>
          <p14:tracePt t="88628" x="7685088" y="4346575"/>
          <p14:tracePt t="88644" x="7634288" y="4376738"/>
          <p14:tracePt t="88661" x="7591425" y="4397375"/>
          <p14:tracePt t="88678" x="7540625" y="4427538"/>
          <p14:tracePt t="88694" x="7504113" y="4456113"/>
          <p14:tracePt t="88711" x="7439025" y="4498975"/>
          <p14:tracePt t="88728" x="7402513" y="4529138"/>
          <p14:tracePt t="88744" x="7373938" y="4543425"/>
          <p14:tracePt t="88761" x="7337425" y="4557713"/>
          <p14:tracePt t="88778" x="7315200" y="4579938"/>
          <p14:tracePt t="88794" x="7278688" y="4608513"/>
          <p14:tracePt t="88811" x="7264400" y="4630738"/>
          <p14:tracePt t="88828" x="7235825" y="4651375"/>
          <p14:tracePt t="88844" x="7221538" y="4665663"/>
          <p14:tracePt t="88861" x="7205663" y="4681538"/>
          <p14:tracePt t="88878" x="7185025" y="4695825"/>
          <p14:tracePt t="88894" x="7154863" y="4710113"/>
          <p14:tracePt t="88911" x="7134225" y="4738688"/>
          <p14:tracePt t="88928" x="7112000" y="4752975"/>
          <p14:tracePt t="88944" x="7104063" y="4775200"/>
          <p14:tracePt t="88961" x="7089775" y="4811713"/>
          <p14:tracePt t="88978" x="7075488" y="4854575"/>
          <p14:tracePt t="88994" x="7061200" y="4884738"/>
          <p14:tracePt t="89011" x="7046913" y="4927600"/>
          <p14:tracePt t="89028" x="7046913" y="4964113"/>
          <p14:tracePt t="89044" x="7032625" y="4992688"/>
          <p14:tracePt t="89061" x="7024688" y="5037138"/>
          <p14:tracePt t="89078" x="7024688" y="5072063"/>
          <p14:tracePt t="89094" x="7024688" y="5108575"/>
          <p14:tracePt t="89111" x="7024688" y="5145088"/>
          <p14:tracePt t="89128" x="7024688" y="5173663"/>
          <p14:tracePt t="89144" x="7024688" y="5195888"/>
          <p14:tracePt t="89161" x="7024688" y="5232400"/>
          <p14:tracePt t="89178" x="7024688" y="5268913"/>
          <p14:tracePt t="89194" x="7024688" y="5311775"/>
          <p14:tracePt t="89211" x="7038975" y="5348288"/>
          <p14:tracePt t="89228" x="7038975" y="5376863"/>
          <p14:tracePt t="89245" x="7061200" y="5413375"/>
          <p14:tracePt t="89261" x="7069138" y="5443538"/>
          <p14:tracePt t="89278" x="7089775" y="5494338"/>
          <p14:tracePt t="89295" x="7119938" y="5545138"/>
          <p14:tracePt t="89311" x="7148513" y="5580063"/>
          <p14:tracePt t="89328" x="7162800" y="5610225"/>
          <p14:tracePt t="89345" x="7177088" y="5630863"/>
          <p14:tracePt t="89361" x="7199313" y="5661025"/>
          <p14:tracePt t="89378" x="7213600" y="5667375"/>
          <p14:tracePt t="89395" x="7242175" y="5689600"/>
          <p14:tracePt t="89411" x="7264400" y="5711825"/>
          <p14:tracePt t="89428" x="7307263" y="5726113"/>
          <p14:tracePt t="89444" x="7337425" y="5748338"/>
          <p14:tracePt t="89461" x="7351713" y="5748338"/>
          <p14:tracePt t="89478" x="7380288" y="5762625"/>
          <p14:tracePt t="89495" x="7431088" y="5783263"/>
          <p14:tracePt t="89511" x="7467600" y="5791200"/>
          <p14:tracePt t="89528" x="7518400" y="5805488"/>
          <p14:tracePt t="89544" x="7577138" y="5819775"/>
          <p14:tracePt t="89561" x="7620000" y="5819775"/>
          <p14:tracePt t="89578" x="7662863" y="5834063"/>
          <p14:tracePt t="89595" x="7713663" y="5834063"/>
          <p14:tracePt t="89611" x="7750175" y="5842000"/>
          <p14:tracePt t="89628" x="7800975" y="5849938"/>
          <p14:tracePt t="89645" x="7837488" y="5849938"/>
          <p14:tracePt t="89661" x="7859713" y="5849938"/>
          <p14:tracePt t="89679" x="7888288" y="5849938"/>
          <p14:tracePt t="89695" x="7916863" y="5849938"/>
          <p14:tracePt t="89711" x="7932738" y="5849938"/>
          <p14:tracePt t="89728" x="7953375" y="5842000"/>
          <p14:tracePt t="89745" x="7961313" y="5842000"/>
          <p14:tracePt t="89761" x="7975600" y="5834063"/>
          <p14:tracePt t="89840" x="7975600" y="5827713"/>
          <p14:tracePt t="89874" x="7983538" y="5819775"/>
          <p14:tracePt t="89915" x="7989888" y="5819775"/>
          <p14:tracePt t="89977" x="7997825" y="5813425"/>
          <p14:tracePt t="90192" x="8004175" y="5813425"/>
          <p14:tracePt t="90455" x="8004175" y="5805488"/>
          <p14:tracePt t="90472" x="8004175" y="5791200"/>
          <p14:tracePt t="90479" x="8018463" y="5776913"/>
          <p14:tracePt t="90488" x="8034338" y="5754688"/>
          <p14:tracePt t="90496" x="8048625" y="5740400"/>
          <p14:tracePt t="90511" x="8077200" y="5689600"/>
          <p14:tracePt t="90528" x="8085138" y="5667375"/>
          <p14:tracePt t="90545" x="8099425" y="5646738"/>
          <p14:tracePt t="90562" x="8099425" y="5624513"/>
          <p14:tracePt t="90578" x="8099425" y="5610225"/>
          <p14:tracePt t="90595" x="8099425" y="5573713"/>
          <p14:tracePt t="90611" x="8099425" y="5537200"/>
          <p14:tracePt t="90628" x="8099425" y="5449888"/>
          <p14:tracePt t="90645" x="8069263" y="5341938"/>
          <p14:tracePt t="90662" x="8026400" y="5246688"/>
          <p14:tracePt t="90678" x="7983538" y="5153025"/>
          <p14:tracePt t="90695" x="7924800" y="5065713"/>
          <p14:tracePt t="90712" x="7896225" y="5021263"/>
          <p14:tracePt t="90728" x="7851775" y="4992688"/>
          <p14:tracePt t="90745" x="7786688" y="4949825"/>
          <p14:tracePt t="90762" x="7713663" y="4891088"/>
          <p14:tracePt t="90778" x="7648575" y="4854575"/>
          <p14:tracePt t="90795" x="7591425" y="4811713"/>
          <p14:tracePt t="90812" x="7532688" y="4783138"/>
          <p14:tracePt t="90828" x="7504113" y="4767263"/>
          <p14:tracePt t="90845" x="7475538" y="4752975"/>
          <p14:tracePt t="90862" x="7445375" y="4738688"/>
          <p14:tracePt t="90878" x="7408863" y="4732338"/>
          <p14:tracePt t="90895" x="7373938" y="4732338"/>
          <p14:tracePt t="90912" x="7351713" y="4732338"/>
          <p14:tracePt t="90928" x="7329488" y="4732338"/>
          <p14:tracePt t="90945" x="7300913" y="4732338"/>
          <p14:tracePt t="90962" x="7278688" y="4732338"/>
          <p14:tracePt t="90978" x="7264400" y="4732338"/>
          <p14:tracePt t="90995" x="7250113" y="4732338"/>
          <p14:tracePt t="91012" x="7221538" y="4738688"/>
          <p14:tracePt t="91028" x="7199313" y="4752975"/>
          <p14:tracePt t="91045" x="7177088" y="4767263"/>
          <p14:tracePt t="91061" x="7162800" y="4775200"/>
          <p14:tracePt t="91079" x="7104063" y="4818063"/>
          <p14:tracePt t="91095" x="7075488" y="4848225"/>
          <p14:tracePt t="91112" x="7038975" y="4884738"/>
          <p14:tracePt t="91128" x="7018338" y="4905375"/>
          <p14:tracePt t="91145" x="6996113" y="4935538"/>
          <p14:tracePt t="91162" x="6967538" y="4978400"/>
          <p14:tracePt t="91178" x="6945313" y="5006975"/>
          <p14:tracePt t="91195" x="6931025" y="5037138"/>
          <p14:tracePt t="91212" x="6923088" y="5057775"/>
          <p14:tracePt t="91228" x="6923088" y="5080000"/>
          <p14:tracePt t="91245" x="6908800" y="5094288"/>
          <p14:tracePt t="91262" x="6900863" y="5116513"/>
          <p14:tracePt t="91278" x="6900863" y="5138738"/>
          <p14:tracePt t="91295" x="6894513" y="5153025"/>
          <p14:tracePt t="91312" x="6886575" y="5167313"/>
          <p14:tracePt t="91345" x="6886575" y="5173663"/>
          <p14:tracePt t="110949" x="6900863" y="5173663"/>
          <p14:tracePt t="110956" x="6931025" y="5173663"/>
          <p14:tracePt t="110968" x="6996113" y="5138738"/>
          <p14:tracePt t="110985" x="7038975" y="5116513"/>
          <p14:tracePt t="111001" x="7089775" y="5080000"/>
          <p14:tracePt t="111018" x="7126288" y="5051425"/>
          <p14:tracePt t="111034" x="7177088" y="5014913"/>
          <p14:tracePt t="111051" x="7221538" y="4978400"/>
          <p14:tracePt t="111068" x="7256463" y="4935538"/>
          <p14:tracePt t="111084" x="7292975" y="4905375"/>
          <p14:tracePt t="111101" x="7315200" y="4876800"/>
          <p14:tracePt t="111118" x="7323138" y="4868863"/>
          <p14:tracePt t="111135" x="7380288" y="4862513"/>
          <p14:tracePt t="111151" x="7489825" y="4862513"/>
          <p14:tracePt t="111168" x="7648575" y="4862513"/>
          <p14:tracePt t="111184" x="7845425" y="4862513"/>
          <p14:tracePt t="111201" x="7983538" y="4862513"/>
          <p14:tracePt t="111218" x="8069263" y="4854575"/>
          <p14:tracePt t="111235" x="8099425" y="4840288"/>
          <p14:tracePt t="111251" x="8135938" y="4833938"/>
          <p14:tracePt t="111268" x="8164513" y="4826000"/>
          <p14:tracePt t="111284" x="8201025" y="4818063"/>
          <p14:tracePt t="111301" x="8251825" y="4789488"/>
          <p14:tracePt t="111318" x="8266113" y="4789488"/>
          <p14:tracePt t="111335" x="8266113" y="4783138"/>
          <p14:tracePt t="111351" x="8272463" y="4775200"/>
          <p14:tracePt t="111376" x="8288338" y="4775200"/>
          <p14:tracePt t="111392" x="8294688" y="4767263"/>
          <p14:tracePt t="111407" x="8308975" y="4752975"/>
          <p14:tracePt t="111424" x="8316913" y="4752975"/>
          <p14:tracePt t="111434" x="8323263" y="4746625"/>
          <p14:tracePt t="111451" x="8331200" y="4738688"/>
          <p14:tracePt t="111468" x="8353425" y="4732338"/>
          <p14:tracePt t="111484" x="8359775" y="4732338"/>
          <p14:tracePt t="111501" x="8374063" y="4732338"/>
          <p14:tracePt t="111518" x="8382000" y="4732338"/>
          <p14:tracePt t="111535" x="8396288" y="4732338"/>
          <p14:tracePt t="111551" x="8410575" y="4738688"/>
          <p14:tracePt t="111568" x="8418513" y="4760913"/>
          <p14:tracePt t="111585" x="8440738" y="4797425"/>
          <p14:tracePt t="111601" x="8440738" y="4833938"/>
          <p14:tracePt t="111618" x="8447088" y="4862513"/>
          <p14:tracePt t="111635" x="8447088" y="4891088"/>
          <p14:tracePt t="111651" x="8447088" y="4913313"/>
          <p14:tracePt t="111668" x="8447088" y="4935538"/>
          <p14:tracePt t="111685" x="8447088" y="4964113"/>
          <p14:tracePt t="111701" x="8432800" y="4992688"/>
          <p14:tracePt t="111718" x="8418513" y="5014913"/>
          <p14:tracePt t="111735" x="8404225" y="5029200"/>
          <p14:tracePt t="111768" x="8389938" y="5029200"/>
          <p14:tracePt t="111785" x="8374063" y="5037138"/>
          <p14:tracePt t="111801" x="8353425" y="5037138"/>
          <p14:tracePt t="111818" x="8308975" y="5037138"/>
          <p14:tracePt t="111835" x="8266113" y="5037138"/>
          <p14:tracePt t="111851" x="8207375" y="5037138"/>
          <p14:tracePt t="111868" x="8170863" y="5029200"/>
          <p14:tracePt t="111885" x="8113713" y="5021263"/>
          <p14:tracePt t="111901" x="8062913" y="4992688"/>
          <p14:tracePt t="111918" x="8026400" y="4970463"/>
          <p14:tracePt t="111935" x="7975600" y="4935538"/>
          <p14:tracePt t="111951" x="7939088" y="4905375"/>
          <p14:tracePt t="111968" x="7924800" y="4884738"/>
          <p14:tracePt t="111985" x="7910513" y="4862513"/>
          <p14:tracePt t="112001" x="7896225" y="4818063"/>
          <p14:tracePt t="112018" x="7888288" y="4797425"/>
          <p14:tracePt t="112035" x="7881938" y="4752975"/>
          <p14:tracePt t="112051" x="7881938" y="4732338"/>
          <p14:tracePt t="112068" x="7881938" y="4702175"/>
          <p14:tracePt t="112085" x="7896225" y="4665663"/>
          <p14:tracePt t="112102" x="7902575" y="4651375"/>
          <p14:tracePt t="112118" x="7924800" y="4608513"/>
          <p14:tracePt t="112135" x="7967663" y="4564063"/>
          <p14:tracePt t="112152" x="8004175" y="4529138"/>
          <p14:tracePt t="112168" x="8040688" y="4506913"/>
          <p14:tracePt t="112185" x="8085138" y="4478338"/>
          <p14:tracePt t="112202" x="8128000" y="4462463"/>
          <p14:tracePt t="112218" x="8156575" y="4448175"/>
          <p14:tracePt t="112235" x="8178800" y="4448175"/>
          <p14:tracePt t="112251" x="8193088" y="4448175"/>
          <p14:tracePt t="112268" x="8215313" y="4448175"/>
          <p14:tracePt t="112285" x="8237538" y="4448175"/>
          <p14:tracePt t="112301" x="8266113" y="4448175"/>
          <p14:tracePt t="112318" x="8288338" y="4448175"/>
          <p14:tracePt t="112335" x="8323263" y="4456113"/>
          <p14:tracePt t="112352" x="8339138" y="4462463"/>
          <p14:tracePt t="112368" x="8367713" y="4470400"/>
          <p14:tracePt t="112385" x="8389938" y="4484688"/>
          <p14:tracePt t="112418" x="8396288" y="4498975"/>
          <p14:tracePt t="112435" x="8404225" y="4513263"/>
          <p14:tracePt t="112451" x="8410575" y="4529138"/>
          <p14:tracePt t="112468" x="8418513" y="4543425"/>
          <p14:tracePt t="112485" x="8432800" y="4557713"/>
          <p14:tracePt t="112502" x="8440738" y="4579938"/>
          <p14:tracePt t="112518" x="8447088" y="4594225"/>
          <p14:tracePt t="112535" x="8455025" y="4622800"/>
          <p14:tracePt t="112552" x="8461375" y="4645025"/>
          <p14:tracePt t="112568" x="8461375" y="4659313"/>
          <p14:tracePt t="112585" x="8461375" y="4665663"/>
          <p14:tracePt t="112601" x="8461375" y="4687888"/>
          <p14:tracePt t="112618" x="8461375" y="4695825"/>
          <p14:tracePt t="112635" x="8461375" y="4710113"/>
          <p14:tracePt t="112651" x="8461375" y="4716463"/>
          <p14:tracePt t="112668" x="8461375" y="4724400"/>
          <p14:tracePt t="112685" x="8461375" y="4732338"/>
          <p14:tracePt t="112702" x="8461375" y="4746625"/>
          <p14:tracePt t="112718" x="8440738" y="4767263"/>
          <p14:tracePt t="112735" x="8389938" y="4803775"/>
          <p14:tracePt t="112752" x="8359775" y="4826000"/>
          <p14:tracePt t="112768" x="8339138" y="4840288"/>
          <p14:tracePt t="112785" x="8331200" y="4848225"/>
          <p14:tracePt t="112802" x="8316913" y="4848225"/>
          <p14:tracePt t="112835" x="8308975" y="4848225"/>
          <p14:tracePt t="112856" x="8302625" y="4848225"/>
          <p14:tracePt t="119920" x="8288338" y="4848225"/>
          <p14:tracePt t="119927" x="8288338" y="4826000"/>
          <p14:tracePt t="119937" x="8288338" y="4783138"/>
          <p14:tracePt t="119954" x="8288338" y="4775200"/>
          <p14:tracePt t="120224" x="8288338" y="4767263"/>
          <p14:tracePt t="120232" x="8280400" y="4767263"/>
          <p14:tracePt t="120256" x="8272463" y="4767263"/>
          <p14:tracePt t="120264" x="8258175" y="4767263"/>
          <p14:tracePt t="120272" x="8237538" y="4767263"/>
          <p14:tracePt t="120287" x="8186738" y="4752975"/>
          <p14:tracePt t="120304" x="8156575" y="4746625"/>
          <p14:tracePt t="120321" x="8120063" y="4732338"/>
          <p14:tracePt t="120337" x="8085138" y="4710113"/>
          <p14:tracePt t="120354" x="8034338" y="4687888"/>
          <p14:tracePt t="120371" x="7953375" y="4659313"/>
          <p14:tracePt t="120387" x="7896225" y="4645025"/>
          <p14:tracePt t="120404" x="7837488" y="4637088"/>
          <p14:tracePt t="120421" x="7808913" y="4630738"/>
          <p14:tracePt t="120437" x="7780338" y="4622800"/>
          <p14:tracePt t="120454" x="7758113" y="4622800"/>
          <p14:tracePt t="120487" x="7750175" y="4614863"/>
          <p14:tracePt t="120504" x="7750175" y="4608513"/>
          <p14:tracePt t="120521" x="7750175" y="4600575"/>
          <p14:tracePt t="120543" x="7750175" y="4594225"/>
          <p14:tracePt t="120568" x="7750175" y="4586288"/>
          <p14:tracePt t="120576" x="7750175" y="4579938"/>
          <p14:tracePt t="120587" x="7750175" y="4564063"/>
          <p14:tracePt t="120604" x="7764463" y="4543425"/>
          <p14:tracePt t="120621" x="7794625" y="4529138"/>
          <p14:tracePt t="120637" x="7845425" y="4506913"/>
          <p14:tracePt t="120654" x="7896225" y="4506913"/>
          <p14:tracePt t="120671" x="7967663" y="4506913"/>
          <p14:tracePt t="120687" x="8012113" y="4506913"/>
          <p14:tracePt t="120704" x="8054975" y="4513263"/>
          <p14:tracePt t="120721" x="8085138" y="4529138"/>
          <p14:tracePt t="120737" x="8105775" y="4549775"/>
          <p14:tracePt t="120754" x="8135938" y="4586288"/>
          <p14:tracePt t="120771" x="8150225" y="4622800"/>
          <p14:tracePt t="120788" x="8156575" y="4665663"/>
          <p14:tracePt t="120804" x="8178800" y="4702175"/>
          <p14:tracePt t="120821" x="8178800" y="4732338"/>
          <p14:tracePt t="120837" x="8186738" y="4789488"/>
          <p14:tracePt t="120839" x="8193088" y="4811713"/>
          <p14:tracePt t="120854" x="8193088" y="4840288"/>
          <p14:tracePt t="120871" x="8215313" y="4913313"/>
          <p14:tracePt t="120887" x="8215313" y="4949825"/>
          <p14:tracePt t="120904" x="8215313" y="4964113"/>
          <p14:tracePt t="120921" x="8207375" y="4978400"/>
          <p14:tracePt t="120937" x="8201025" y="4992688"/>
          <p14:tracePt t="120954" x="8186738" y="5006975"/>
          <p14:tracePt t="120987" x="8164513" y="5014913"/>
          <p14:tracePt t="121004" x="8135938" y="5014913"/>
          <p14:tracePt t="121021" x="8113713" y="5014913"/>
          <p14:tracePt t="121038" x="8099425" y="5014913"/>
          <p14:tracePt t="121054" x="8077200" y="5014913"/>
          <p14:tracePt t="121071" x="8062913" y="4992688"/>
          <p14:tracePt t="121088" x="8054975" y="4978400"/>
          <p14:tracePt t="121104" x="8054975" y="4956175"/>
          <p14:tracePt t="121121" x="8054975" y="4935538"/>
          <p14:tracePt t="121137" x="8054975" y="4905375"/>
          <p14:tracePt t="121154" x="8054975" y="4876800"/>
          <p14:tracePt t="121171" x="8069263" y="4833938"/>
          <p14:tracePt t="121188" x="8069263" y="4789488"/>
          <p14:tracePt t="121204" x="8069263" y="4767263"/>
          <p14:tracePt t="121221" x="8069263" y="4752975"/>
          <p14:tracePt t="121257" x="8077200" y="4738688"/>
          <p14:tracePt t="121304" x="8077200" y="4732338"/>
          <p14:tracePt t="121312" x="8085138" y="4732338"/>
          <p14:tracePt t="121328" x="8085138" y="4724400"/>
          <p14:tracePt t="121338" x="8085138" y="4716463"/>
          <p14:tracePt t="121354" x="8085138" y="4681538"/>
          <p14:tracePt t="121371" x="8085138" y="4622800"/>
          <p14:tracePt t="121388" x="8085138" y="4549775"/>
          <p14:tracePt t="121404" x="8040688" y="4462463"/>
          <p14:tracePt t="121421" x="7997825" y="4411663"/>
          <p14:tracePt t="121438" x="7967663" y="4376738"/>
          <p14:tracePt t="121454" x="7947025" y="4360863"/>
          <p14:tracePt t="121471" x="7924800" y="4354513"/>
          <p14:tracePt t="121488" x="7896225" y="4346575"/>
          <p14:tracePt t="121504" x="7881938" y="4340225"/>
          <p14:tracePt t="121522" x="7866063" y="4340225"/>
          <p14:tracePt t="121538" x="7845425" y="4340225"/>
          <p14:tracePt t="121555" x="7808913" y="4340225"/>
          <p14:tracePt t="121571" x="7772400" y="4340225"/>
          <p14:tracePt t="121588" x="7729538" y="4332288"/>
          <p14:tracePt t="121605" x="7713663" y="4332288"/>
          <p14:tracePt t="121621" x="7685088" y="4332288"/>
          <p14:tracePt t="121638" x="7642225" y="4332288"/>
          <p14:tracePt t="121655" x="7583488" y="4360863"/>
          <p14:tracePt t="121671" x="7554913" y="4376738"/>
          <p14:tracePt t="121688" x="7518400" y="4397375"/>
          <p14:tracePt t="121704" x="7481888" y="4419600"/>
          <p14:tracePt t="121721" x="7431088" y="4462463"/>
          <p14:tracePt t="121738" x="7373938" y="4498975"/>
          <p14:tracePt t="121754" x="7329488" y="4535488"/>
          <p14:tracePt t="121771" x="7272338" y="4572000"/>
          <p14:tracePt t="121788" x="7227888" y="4608513"/>
          <p14:tracePt t="121804" x="7191375" y="4659313"/>
          <p14:tracePt t="121821" x="7140575" y="4716463"/>
          <p14:tracePt t="121838" x="7097713" y="4775200"/>
          <p14:tracePt t="121840" x="7083425" y="4811713"/>
          <p14:tracePt t="121855" x="7053263" y="4854575"/>
          <p14:tracePt t="121871" x="7002463" y="4949825"/>
          <p14:tracePt t="121888" x="6981825" y="5014913"/>
          <p14:tracePt t="121904" x="6967538" y="5072063"/>
          <p14:tracePt t="121921" x="6967538" y="5138738"/>
          <p14:tracePt t="121938" x="6967538" y="5224463"/>
          <p14:tracePt t="121954" x="6967538" y="5283200"/>
          <p14:tracePt t="121971" x="6988175" y="5334000"/>
          <p14:tracePt t="121988" x="7032625" y="5370513"/>
          <p14:tracePt t="122005" x="7083425" y="5399088"/>
          <p14:tracePt t="122021" x="7148513" y="5421313"/>
          <p14:tracePt t="122038" x="7235825" y="5427663"/>
          <p14:tracePt t="122055" x="7307263" y="5427663"/>
          <p14:tracePt t="122071" x="7475538" y="5427663"/>
          <p14:tracePt t="122088" x="7569200" y="5399088"/>
          <p14:tracePt t="122105" x="7662863" y="5356225"/>
          <p14:tracePt t="122121" x="7729538" y="5326063"/>
          <p14:tracePt t="122138" x="7786688" y="5275263"/>
          <p14:tracePt t="122155" x="7851775" y="5224463"/>
          <p14:tracePt t="122171" x="7916863" y="5167313"/>
          <p14:tracePt t="122188" x="7975600" y="5108575"/>
          <p14:tracePt t="122205" x="8018463" y="5065713"/>
          <p14:tracePt t="122221" x="8048625" y="5014913"/>
          <p14:tracePt t="122238" x="8077200" y="4956175"/>
          <p14:tracePt t="122255" x="8105775" y="4891088"/>
          <p14:tracePt t="122271" x="8135938" y="4789488"/>
          <p14:tracePt t="122288" x="8156575" y="4724400"/>
          <p14:tracePt t="122305" x="8156575" y="4665663"/>
          <p14:tracePt t="122321" x="8156575" y="4608513"/>
          <p14:tracePt t="122338" x="8156575" y="4564063"/>
          <p14:tracePt t="122355" x="8150225" y="4513263"/>
          <p14:tracePt t="122371" x="8128000" y="4478338"/>
          <p14:tracePt t="122388" x="8105775" y="4448175"/>
          <p14:tracePt t="122405" x="8077200" y="4411663"/>
          <p14:tracePt t="122421" x="8040688" y="4383088"/>
          <p14:tracePt t="122438" x="8004175" y="4360863"/>
          <p14:tracePt t="122455" x="7924800" y="4318000"/>
          <p14:tracePt t="122471" x="7859713" y="4303713"/>
          <p14:tracePt t="122488" x="7815263" y="4281488"/>
          <p14:tracePt t="122505" x="7780338" y="4281488"/>
          <p14:tracePt t="122522" x="7735888" y="4281488"/>
          <p14:tracePt t="122538" x="7707313" y="4281488"/>
          <p14:tracePt t="122555" x="7662863" y="4281488"/>
          <p14:tracePt t="122572" x="7620000" y="4281488"/>
          <p14:tracePt t="122588" x="7583488" y="4295775"/>
          <p14:tracePt t="122605" x="7532688" y="4318000"/>
          <p14:tracePt t="122622" x="7496175" y="4346575"/>
          <p14:tracePt t="122638" x="7467600" y="4368800"/>
          <p14:tracePt t="122655" x="7445375" y="4383088"/>
          <p14:tracePt t="122671" x="7408863" y="4419600"/>
          <p14:tracePt t="122689" x="7394575" y="4427538"/>
          <p14:tracePt t="122705" x="7394575" y="4433888"/>
          <p14:tracePt t="122817" x="7388225" y="4433888"/>
          <p14:tracePt t="122833" x="7373938" y="4441825"/>
          <p14:tracePt t="122840" x="7373938" y="4448175"/>
          <p14:tracePt t="122849" x="7366000" y="4448175"/>
          <p14:tracePt t="122857" x="7343775" y="4470400"/>
          <p14:tracePt t="122872" x="7315200" y="4492625"/>
          <p14:tracePt t="122888" x="7264400" y="4543425"/>
          <p14:tracePt t="122905" x="7221538" y="4594225"/>
          <p14:tracePt t="122922" x="7185025" y="4651375"/>
          <p14:tracePt t="122938" x="7154863" y="4710113"/>
          <p14:tracePt t="122955" x="7126288" y="4775200"/>
          <p14:tracePt t="122972" x="7104063" y="4826000"/>
          <p14:tracePt t="122988" x="7089775" y="4876800"/>
          <p14:tracePt t="123005" x="7075488" y="4941888"/>
          <p14:tracePt t="123023" x="7075488" y="5000625"/>
          <p14:tracePt t="123040" x="7075488" y="5021263"/>
          <p14:tracePt t="123055" x="7083425" y="5057775"/>
          <p14:tracePt t="123072" x="7097713" y="5102225"/>
          <p14:tracePt t="123088" x="7112000" y="5130800"/>
          <p14:tracePt t="123105" x="7148513" y="5189538"/>
          <p14:tracePt t="123122" x="7191375" y="5224463"/>
          <p14:tracePt t="123138" x="7213600" y="5246688"/>
          <p14:tracePt t="123155" x="7250113" y="5254625"/>
          <p14:tracePt t="123172" x="7292975" y="5275263"/>
          <p14:tracePt t="123188" x="7351713" y="5275263"/>
          <p14:tracePt t="123205" x="7424738" y="5275263"/>
          <p14:tracePt t="123222" x="7518400" y="5275263"/>
          <p14:tracePt t="123240" x="7634288" y="5254625"/>
          <p14:tracePt t="123255" x="7685088" y="5224463"/>
          <p14:tracePt t="123272" x="7735888" y="5189538"/>
          <p14:tracePt t="123289" x="7780338" y="5145088"/>
          <p14:tracePt t="123305" x="7808913" y="5108575"/>
          <p14:tracePt t="123322" x="7866063" y="5057775"/>
          <p14:tracePt t="123338" x="7888288" y="5021263"/>
          <p14:tracePt t="123355" x="7916863" y="4970463"/>
          <p14:tracePt t="123372" x="7947025" y="4919663"/>
          <p14:tracePt t="123389" x="7961313" y="4876800"/>
          <p14:tracePt t="123405" x="7975600" y="4826000"/>
          <p14:tracePt t="123422" x="7997825" y="4775200"/>
          <p14:tracePt t="123438" x="7997825" y="4732338"/>
          <p14:tracePt t="123455" x="8018463" y="4673600"/>
          <p14:tracePt t="123472" x="8018463" y="4645025"/>
          <p14:tracePt t="123488" x="8018463" y="4614863"/>
          <p14:tracePt t="123505" x="8018463" y="4579938"/>
          <p14:tracePt t="123522" x="8018463" y="4549775"/>
          <p14:tracePt t="123539" x="7997825" y="4521200"/>
          <p14:tracePt t="123556" x="7975600" y="4484688"/>
          <p14:tracePt t="123572" x="7953375" y="4470400"/>
          <p14:tracePt t="123589" x="7916863" y="4448175"/>
          <p14:tracePt t="123605" x="7888288" y="4433888"/>
          <p14:tracePt t="123622" x="7859713" y="4427538"/>
          <p14:tracePt t="123639" x="7815263" y="4411663"/>
          <p14:tracePt t="123655" x="7786688" y="4405313"/>
          <p14:tracePt t="123672" x="7764463" y="4397375"/>
          <p14:tracePt t="123688" x="7729538" y="4397375"/>
          <p14:tracePt t="123705" x="7707313" y="4397375"/>
          <p14:tracePt t="123722" x="7662863" y="4397375"/>
          <p14:tracePt t="123739" x="7627938" y="4405313"/>
          <p14:tracePt t="123755" x="7591425" y="4419600"/>
          <p14:tracePt t="123772" x="7554913" y="4441825"/>
          <p14:tracePt t="123788" x="7510463" y="4470400"/>
          <p14:tracePt t="123805" x="7481888" y="4492625"/>
          <p14:tracePt t="123822" x="7453313" y="4506913"/>
          <p14:tracePt t="123838" x="7431088" y="4521200"/>
          <p14:tracePt t="123855" x="7424738" y="4529138"/>
          <p14:tracePt t="123935" x="7416800" y="4529138"/>
          <p14:tracePt t="124023" x="7431088" y="4529138"/>
          <p14:tracePt t="124031" x="7445375" y="4529138"/>
          <p14:tracePt t="124039" x="7467600" y="4521200"/>
          <p14:tracePt t="124055" x="7510463" y="4513263"/>
          <p14:tracePt t="124072" x="7577138" y="4492625"/>
          <p14:tracePt t="124089" x="7627938" y="4484688"/>
          <p14:tracePt t="124105" x="7678738" y="4456113"/>
          <p14:tracePt t="124122" x="7713663" y="4448175"/>
          <p14:tracePt t="124139" x="7729538" y="4441825"/>
          <p14:tracePt t="124208" x="7729538" y="4433888"/>
          <p14:tracePt t="124224" x="7729538" y="4427538"/>
          <p14:tracePt t="124232" x="7721600" y="4411663"/>
          <p14:tracePt t="124240" x="7721600" y="4405313"/>
          <p14:tracePt t="124255" x="7693025" y="4383088"/>
          <p14:tracePt t="124272" x="7678738" y="4376738"/>
          <p14:tracePt t="124289" x="7648575" y="4360863"/>
          <p14:tracePt t="124305" x="7620000" y="4360863"/>
          <p14:tracePt t="124322" x="7591425" y="4360863"/>
          <p14:tracePt t="124339" x="7546975" y="4360863"/>
          <p14:tracePt t="124355" x="7489825" y="4391025"/>
          <p14:tracePt t="124372" x="7416800" y="4433888"/>
          <p14:tracePt t="124389" x="7343775" y="4478338"/>
          <p14:tracePt t="124405" x="7264400" y="4543425"/>
          <p14:tracePt t="124422" x="7199313" y="4608513"/>
          <p14:tracePt t="124439" x="7126288" y="4665663"/>
          <p14:tracePt t="124455" x="7032625" y="4767263"/>
          <p14:tracePt t="124472" x="6996113" y="4826000"/>
          <p14:tracePt t="124489" x="6988175" y="4862513"/>
          <p14:tracePt t="124505" x="6959600" y="4913313"/>
          <p14:tracePt t="124522" x="6959600" y="4941888"/>
          <p14:tracePt t="124539" x="6959600" y="4964113"/>
          <p14:tracePt t="124555" x="6959600" y="5000625"/>
          <p14:tracePt t="124572" x="6973888" y="5037138"/>
          <p14:tracePt t="124589" x="7002463" y="5072063"/>
          <p14:tracePt t="124605" x="7046913" y="5122863"/>
          <p14:tracePt t="124622" x="7097713" y="5159375"/>
          <p14:tracePt t="124639" x="7154863" y="5195888"/>
          <p14:tracePt t="124656" x="7199313" y="5210175"/>
          <p14:tracePt t="124672" x="7272338" y="5218113"/>
          <p14:tracePt t="124689" x="7343775" y="5218113"/>
          <p14:tracePt t="124705" x="7453313" y="5195888"/>
          <p14:tracePt t="124722" x="7569200" y="5130800"/>
          <p14:tracePt t="124739" x="7693025" y="5029200"/>
          <p14:tracePt t="124755" x="7800975" y="4941888"/>
          <p14:tracePt t="124772" x="7845425" y="4876800"/>
          <p14:tracePt t="124789" x="7902575" y="4803775"/>
          <p14:tracePt t="124805" x="7947025" y="4752975"/>
          <p14:tracePt t="124822" x="8004175" y="4673600"/>
          <p14:tracePt t="124839" x="8120063" y="4572000"/>
          <p14:tracePt t="124855" x="8186738" y="4549775"/>
          <p14:tracePt t="124872" x="8229600" y="4549775"/>
          <p14:tracePt t="124889" x="8280400" y="4549775"/>
          <p14:tracePt t="124905" x="8339138" y="4549775"/>
          <p14:tracePt t="124922" x="8418513" y="4549775"/>
          <p14:tracePt t="124939" x="8497888" y="4535488"/>
          <p14:tracePt t="124955" x="8548688" y="4513263"/>
          <p14:tracePt t="124972" x="8607425" y="4470400"/>
          <p14:tracePt t="124989" x="8643938" y="4419600"/>
          <p14:tracePt t="125006" x="8678863" y="4360863"/>
          <p14:tracePt t="125022" x="8709025" y="4289425"/>
          <p14:tracePt t="125039" x="8759825" y="4151313"/>
          <p14:tracePt t="125055" x="8774113" y="4086225"/>
          <p14:tracePt t="125072" x="8780463" y="4027488"/>
          <p14:tracePt t="125089" x="8780463" y="3990975"/>
          <p14:tracePt t="125106" x="8780463" y="3948113"/>
          <p14:tracePt t="125122" x="8780463" y="3897313"/>
          <p14:tracePt t="125139" x="8780463" y="3846513"/>
          <p14:tracePt t="125155" x="8751888" y="3787775"/>
          <p14:tracePt t="125172" x="8729663" y="3759200"/>
          <p14:tracePt t="125189" x="8715375" y="3744913"/>
          <p14:tracePt t="125206" x="8694738" y="3730625"/>
          <p14:tracePt t="125222" x="8686800" y="3722688"/>
          <p14:tracePt t="125239" x="8650288" y="3716338"/>
          <p14:tracePt t="125256" x="8607425" y="3716338"/>
          <p14:tracePt t="125272" x="8562975" y="3716338"/>
          <p14:tracePt t="125289" x="8497888" y="3716338"/>
          <p14:tracePt t="125306" x="8410575" y="3722688"/>
          <p14:tracePt t="125322" x="8316913" y="3736975"/>
          <p14:tracePt t="125339" x="8201025" y="3751263"/>
          <p14:tracePt t="125356" x="8099425" y="3767138"/>
          <p14:tracePt t="125372" x="8004175" y="3795713"/>
          <p14:tracePt t="125389" x="7932738" y="3817938"/>
          <p14:tracePt t="125406" x="7888288" y="3824288"/>
          <p14:tracePt t="125422" x="7851775" y="3838575"/>
          <p14:tracePt t="125439" x="7794625" y="3875088"/>
          <p14:tracePt t="125456" x="7750175" y="3897313"/>
          <p14:tracePt t="125473" x="7699375" y="3933825"/>
          <p14:tracePt t="125489" x="7634288" y="3984625"/>
          <p14:tracePt t="125506" x="7583488" y="4027488"/>
          <p14:tracePt t="125522" x="7510463" y="4086225"/>
          <p14:tracePt t="125539" x="7459663" y="4129088"/>
          <p14:tracePt t="125556" x="7402513" y="4173538"/>
          <p14:tracePt t="125572" x="7366000" y="4216400"/>
          <p14:tracePt t="125589" x="7329488" y="4252913"/>
          <p14:tracePt t="125606" x="7286625" y="4295775"/>
          <p14:tracePt t="125622" x="7250113" y="4346575"/>
          <p14:tracePt t="125639" x="7177088" y="4433888"/>
          <p14:tracePt t="125656" x="7119938" y="4498975"/>
          <p14:tracePt t="125672" x="7083425" y="4543425"/>
          <p14:tracePt t="125689" x="7061200" y="4586288"/>
          <p14:tracePt t="125706" x="7032625" y="4637088"/>
          <p14:tracePt t="125722" x="7002463" y="4673600"/>
          <p14:tracePt t="125739" x="6988175" y="4702175"/>
          <p14:tracePt t="125756" x="6973888" y="4746625"/>
          <p14:tracePt t="125772" x="6937375" y="4818063"/>
          <p14:tracePt t="125789" x="6931025" y="4876800"/>
          <p14:tracePt t="125806" x="6900863" y="4941888"/>
          <p14:tracePt t="125823" x="6886575" y="5021263"/>
          <p14:tracePt t="125839" x="6872288" y="5087938"/>
          <p14:tracePt t="125856" x="6872288" y="5153025"/>
          <p14:tracePt t="125873" x="6872288" y="5218113"/>
          <p14:tracePt t="125889" x="6880225" y="5268913"/>
          <p14:tracePt t="125906" x="6894513" y="5311775"/>
          <p14:tracePt t="125922" x="6916738" y="5348288"/>
          <p14:tracePt t="125939" x="6937375" y="5370513"/>
          <p14:tracePt t="125956" x="6951663" y="5399088"/>
          <p14:tracePt t="125973" x="6973888" y="5407025"/>
          <p14:tracePt t="125989" x="7010400" y="5427663"/>
          <p14:tracePt t="126006" x="7061200" y="5443538"/>
          <p14:tracePt t="126023" x="7119938" y="5457825"/>
          <p14:tracePt t="126039" x="7185025" y="5464175"/>
          <p14:tracePt t="126056" x="7235825" y="5464175"/>
          <p14:tracePt t="126072" x="7286625" y="5464175"/>
          <p14:tracePt t="126089" x="7329488" y="5457825"/>
          <p14:tracePt t="126106" x="7366000" y="5443538"/>
          <p14:tracePt t="126123" x="7416800" y="5399088"/>
          <p14:tracePt t="126139" x="7459663" y="5356225"/>
          <p14:tracePt t="126156" x="7504113" y="5319713"/>
          <p14:tracePt t="126173" x="7540625" y="5254625"/>
          <p14:tracePt t="126189" x="7569200" y="5218113"/>
          <p14:tracePt t="126206" x="7577138" y="5173663"/>
          <p14:tracePt t="126223" x="7597775" y="5130800"/>
          <p14:tracePt t="126239" x="7597775" y="5102225"/>
          <p14:tracePt t="126256" x="7597775" y="5094288"/>
          <p14:tracePt t="126273" x="7597775" y="5087938"/>
          <p14:tracePt t="126306" x="7597775" y="5080000"/>
          <p14:tracePt t="126376" x="7597775" y="5072063"/>
          <p14:tracePt t="126424" x="7597775" y="5065713"/>
          <p14:tracePt t="132965" x="7597775" y="5057775"/>
          <p14:tracePt t="132971" x="7583488" y="5057775"/>
          <p14:tracePt t="132979" x="7526338" y="5057775"/>
          <p14:tracePt t="132993" x="7351713" y="5051425"/>
          <p14:tracePt t="133008" x="7140575" y="5006975"/>
          <p14:tracePt t="133025" x="7002463" y="4992688"/>
          <p14:tracePt t="133042" x="6894513" y="4978400"/>
          <p14:tracePt t="133059" x="6799263" y="4970463"/>
          <p14:tracePt t="133075" x="6727825" y="4956175"/>
          <p14:tracePt t="133092" x="6626225" y="4941888"/>
          <p14:tracePt t="133109" x="6516688" y="4905375"/>
          <p14:tracePt t="133125" x="6342063" y="4862513"/>
          <p14:tracePt t="133144" x="6045200" y="4760913"/>
          <p14:tracePt t="133159" x="5842000" y="4710113"/>
          <p14:tracePt t="133176" x="5646738" y="4651375"/>
          <p14:tracePt t="133192" x="5457825" y="4594225"/>
          <p14:tracePt t="133209" x="5275263" y="4549775"/>
          <p14:tracePt t="133225" x="5116513" y="4513263"/>
          <p14:tracePt t="133242" x="5000625" y="4478338"/>
          <p14:tracePt t="133260" x="4891088" y="4462463"/>
          <p14:tracePt t="133275" x="4826000" y="4456113"/>
          <p14:tracePt t="133292" x="4752975" y="4441825"/>
          <p14:tracePt t="133309" x="4687888" y="4433888"/>
          <p14:tracePt t="133325" x="4608513" y="4427538"/>
          <p14:tracePt t="133342" x="4535488" y="4397375"/>
          <p14:tracePt t="133348" x="4498975" y="4391025"/>
          <p14:tracePt t="133358" x="4448175" y="4376738"/>
          <p14:tracePt t="133375" x="4354513" y="4346575"/>
          <p14:tracePt t="133392" x="4318000" y="4340225"/>
          <p14:tracePt t="133408" x="4295775" y="4332288"/>
          <p14:tracePt t="133425" x="4267200" y="4325938"/>
          <p14:tracePt t="133443" x="4238625" y="4310063"/>
          <p14:tracePt t="133459" x="4202113" y="4303713"/>
          <p14:tracePt t="133475" x="4151313" y="4275138"/>
          <p14:tracePt t="133493" x="4092575" y="4238625"/>
          <p14:tracePt t="133508" x="4041775" y="4216400"/>
          <p14:tracePt t="133525" x="3998913" y="4194175"/>
          <p14:tracePt t="133542" x="3948113" y="4157663"/>
          <p14:tracePt t="133558" x="3897313" y="4129088"/>
          <p14:tracePt t="133575" x="3832225" y="4092575"/>
          <p14:tracePt t="133592" x="3802063" y="4071938"/>
          <p14:tracePt t="133608" x="3767138" y="4056063"/>
          <p14:tracePt t="133625" x="3751263" y="4041775"/>
          <p14:tracePt t="133642" x="3744913" y="4035425"/>
          <p14:tracePt t="133658" x="3736975" y="4027488"/>
          <p14:tracePt t="133675" x="3736975" y="4021138"/>
          <p14:tracePt t="133692" x="3730625" y="4013200"/>
          <p14:tracePt t="133709" x="3730625" y="4005263"/>
          <p14:tracePt t="133725" x="3722688" y="3998913"/>
          <p14:tracePt t="133742" x="3722688" y="3984625"/>
          <p14:tracePt t="133759" x="3722688" y="3976688"/>
          <p14:tracePt t="133775" x="3722688" y="3970338"/>
          <p14:tracePt t="133792" x="3722688" y="3962400"/>
          <p14:tracePt t="133809" x="3722688" y="3948113"/>
          <p14:tracePt t="133825" x="3722688" y="3940175"/>
          <p14:tracePt t="133842" x="3730625" y="3919538"/>
          <p14:tracePt t="133858" x="3744913" y="3903663"/>
          <p14:tracePt t="133875" x="3751263" y="3897313"/>
          <p14:tracePt t="133892" x="3767138" y="3883025"/>
          <p14:tracePt t="133908" x="3773488" y="3868738"/>
          <p14:tracePt t="133925" x="3787775" y="3860800"/>
          <p14:tracePt t="133942" x="3795713" y="3852863"/>
          <p14:tracePt t="133959" x="3810000" y="3838575"/>
          <p14:tracePt t="133992" x="3824288" y="3824288"/>
          <p14:tracePt t="134008" x="3838575" y="3817938"/>
          <p14:tracePt t="134025" x="3868738" y="3802063"/>
          <p14:tracePt t="134042" x="3889375" y="3795713"/>
          <p14:tracePt t="134059" x="3919538" y="3787775"/>
          <p14:tracePt t="134075" x="3970338" y="3773488"/>
          <p14:tracePt t="134092" x="4005263" y="3773488"/>
          <p14:tracePt t="134108" x="4049713" y="3767138"/>
          <p14:tracePt t="134125" x="4100513" y="3767138"/>
          <p14:tracePt t="134142" x="4137025" y="3767138"/>
          <p14:tracePt t="134159" x="4187825" y="3767138"/>
          <p14:tracePt t="134175" x="4208463" y="3767138"/>
          <p14:tracePt t="134192" x="4230688" y="3767138"/>
          <p14:tracePt t="134208" x="4244975" y="3781425"/>
          <p14:tracePt t="134242" x="4252913" y="3787775"/>
          <p14:tracePt t="134259" x="4267200" y="3824288"/>
          <p14:tracePt t="134275" x="4267200" y="3846513"/>
          <p14:tracePt t="134292" x="4281488" y="3883025"/>
          <p14:tracePt t="134309" x="4281488" y="3897313"/>
          <p14:tracePt t="134325" x="4281488" y="3925888"/>
          <p14:tracePt t="134342" x="4281488" y="3970338"/>
          <p14:tracePt t="134344" x="4275138" y="3984625"/>
          <p14:tracePt t="134359" x="4259263" y="4021138"/>
          <p14:tracePt t="134375" x="4252913" y="4049713"/>
          <p14:tracePt t="134392" x="4230688" y="4071938"/>
          <p14:tracePt t="134408" x="4202113" y="4106863"/>
          <p14:tracePt t="134425" x="4165600" y="4137025"/>
          <p14:tracePt t="134442" x="4122738" y="4165600"/>
          <p14:tracePt t="134459" x="4078288" y="4194175"/>
          <p14:tracePt t="134475" x="4035425" y="4208463"/>
          <p14:tracePt t="134492" x="3998913" y="4224338"/>
          <p14:tracePt t="134509" x="3948113" y="4230688"/>
          <p14:tracePt t="134525" x="3897313" y="4238625"/>
          <p14:tracePt t="134542" x="3838575" y="4238625"/>
          <p14:tracePt t="134560" x="3751263" y="4238625"/>
          <p14:tracePt t="134575" x="3700463" y="4238625"/>
          <p14:tracePt t="134592" x="3649663" y="4238625"/>
          <p14:tracePt t="134609" x="3598863" y="4238625"/>
          <p14:tracePt t="134625" x="3533775" y="4238625"/>
          <p14:tracePt t="134642" x="3482975" y="4238625"/>
          <p14:tracePt t="134659" x="3432175" y="4238625"/>
          <p14:tracePt t="134675" x="3403600" y="4238625"/>
          <p14:tracePt t="134692" x="3375025" y="4238625"/>
          <p14:tracePt t="134709" x="3344863" y="4238625"/>
          <p14:tracePt t="134725" x="3316288" y="4238625"/>
          <p14:tracePt t="134742" x="3287713" y="4238625"/>
          <p14:tracePt t="134759" x="3251200" y="4238625"/>
          <p14:tracePt t="134775" x="3243263" y="4238625"/>
          <p14:tracePt t="134792" x="3228975" y="4238625"/>
          <p14:tracePt t="134809" x="3208338" y="4238625"/>
          <p14:tracePt t="134825" x="3200400" y="4238625"/>
          <p14:tracePt t="134842" x="3186113" y="4238625"/>
          <p14:tracePt t="134864" x="3178175" y="4238625"/>
          <p14:tracePt t="134937" x="3171825" y="4238625"/>
          <p14:tracePt t="135122" x="3163888" y="4238625"/>
          <p14:tracePt t="135129" x="3157538" y="4238625"/>
          <p14:tracePt t="135146" x="3141663" y="4238625"/>
          <p14:tracePt t="135154" x="3135313" y="4238625"/>
          <p14:tracePt t="135162" x="3113088" y="4238625"/>
          <p14:tracePt t="135177" x="3070225" y="4238625"/>
          <p14:tracePt t="135193" x="3011488" y="4238625"/>
          <p14:tracePt t="135209" x="2938463" y="4238625"/>
          <p14:tracePt t="135226" x="2859088" y="4252913"/>
          <p14:tracePt t="135242" x="2779713" y="4252913"/>
          <p14:tracePt t="135259" x="2706688" y="4252913"/>
          <p14:tracePt t="135276" x="2641600" y="4252913"/>
          <p14:tracePt t="135292" x="2590800" y="4252913"/>
          <p14:tracePt t="135309" x="2554288" y="4252913"/>
          <p14:tracePt t="135326" x="2525713" y="4252913"/>
          <p14:tracePt t="135342" x="2511425" y="4252913"/>
          <p14:tracePt t="135359" x="2466975" y="4252913"/>
          <p14:tracePt t="135376" x="2430463" y="4252913"/>
          <p14:tracePt t="135393" x="2387600" y="4252913"/>
          <p14:tracePt t="135409" x="2351088" y="4252913"/>
          <p14:tracePt t="135426" x="2322513" y="4252913"/>
          <p14:tracePt t="135442" x="2278063" y="4252913"/>
          <p14:tracePt t="135459" x="2235200" y="4252913"/>
          <p14:tracePt t="135476" x="2176463" y="4252913"/>
          <p14:tracePt t="135492" x="2119313" y="4252913"/>
          <p14:tracePt t="135509" x="2068513" y="4252913"/>
          <p14:tracePt t="135526" x="2017713" y="4252913"/>
          <p14:tracePt t="135543" x="1958975" y="4252913"/>
          <p14:tracePt t="135559" x="1871663" y="4252913"/>
          <p14:tracePt t="135576" x="1806575" y="4252913"/>
          <p14:tracePt t="135593" x="1770063" y="4252913"/>
          <p14:tracePt t="135609" x="1749425" y="4252913"/>
          <p14:tracePt t="135626" x="1719263" y="4252913"/>
          <p14:tracePt t="135643" x="1690688" y="4244975"/>
          <p14:tracePt t="135659" x="1654175" y="4230688"/>
          <p14:tracePt t="135676" x="1611313" y="4194175"/>
          <p14:tracePt t="135693" x="1574800" y="4157663"/>
          <p14:tracePt t="135709" x="1552575" y="4137025"/>
          <p14:tracePt t="135726" x="1538288" y="4114800"/>
          <p14:tracePt t="135744" x="1538288" y="4092575"/>
          <p14:tracePt t="135759" x="1538288" y="4078288"/>
          <p14:tracePt t="135776" x="1538288" y="4056063"/>
          <p14:tracePt t="135793" x="1538288" y="4041775"/>
          <p14:tracePt t="135809" x="1552575" y="4021138"/>
          <p14:tracePt t="135826" x="1582738" y="3990975"/>
          <p14:tracePt t="135843" x="1603375" y="3970338"/>
          <p14:tracePt t="135847" x="1611313" y="3970338"/>
          <p14:tracePt t="135859" x="1617663" y="3962400"/>
          <p14:tracePt t="135876" x="1647825" y="3940175"/>
          <p14:tracePt t="135893" x="1668463" y="3919538"/>
          <p14:tracePt t="135909" x="1727200" y="3889375"/>
          <p14:tracePt t="135926" x="1778000" y="3875088"/>
          <p14:tracePt t="135943" x="1887538" y="3846513"/>
          <p14:tracePt t="135959" x="1958975" y="3824288"/>
          <p14:tracePt t="135976" x="2060575" y="3810000"/>
          <p14:tracePt t="135993" x="2162175" y="3787775"/>
          <p14:tracePt t="136009" x="2257425" y="3781425"/>
          <p14:tracePt t="136026" x="2365375" y="3759200"/>
          <p14:tracePt t="136043" x="2452688" y="3744913"/>
          <p14:tracePt t="136059" x="2547938" y="3736975"/>
          <p14:tracePt t="136076" x="2619375" y="3736975"/>
          <p14:tracePt t="136093" x="2684463" y="3736975"/>
          <p14:tracePt t="136109" x="2735263" y="3736975"/>
          <p14:tracePt t="136126" x="2801938" y="3736975"/>
          <p14:tracePt t="136143" x="2881313" y="3736975"/>
          <p14:tracePt t="136159" x="2932113" y="3736975"/>
          <p14:tracePt t="136176" x="2974975" y="3736975"/>
          <p14:tracePt t="136193" x="3019425" y="3736975"/>
          <p14:tracePt t="136210" x="3055938" y="3736975"/>
          <p14:tracePt t="136226" x="3098800" y="3736975"/>
          <p14:tracePt t="136243" x="3157538" y="3736975"/>
          <p14:tracePt t="136261" x="3208338" y="3736975"/>
          <p14:tracePt t="136276" x="3265488" y="3736975"/>
          <p14:tracePt t="136292" x="3316288" y="3736975"/>
          <p14:tracePt t="136309" x="3367088" y="3736975"/>
          <p14:tracePt t="136326" x="3411538" y="3736975"/>
          <p14:tracePt t="136343" x="3513138" y="3736975"/>
          <p14:tracePt t="136359" x="3584575" y="3736975"/>
          <p14:tracePt t="136376" x="3671888" y="3736975"/>
          <p14:tracePt t="136393" x="3736975" y="3736975"/>
          <p14:tracePt t="136409" x="3787775" y="3736975"/>
          <p14:tracePt t="136427" x="3852863" y="3736975"/>
          <p14:tracePt t="136443" x="3911600" y="3736975"/>
          <p14:tracePt t="136459" x="3970338" y="3736975"/>
          <p14:tracePt t="136476" x="4027488" y="3736975"/>
          <p14:tracePt t="136493" x="4092575" y="3736975"/>
          <p14:tracePt t="136509" x="4122738" y="3736975"/>
          <p14:tracePt t="136526" x="4151313" y="3736975"/>
          <p14:tracePt t="136543" x="4187825" y="3744913"/>
          <p14:tracePt t="136559" x="4208463" y="3751263"/>
          <p14:tracePt t="136576" x="4224338" y="3751263"/>
          <p14:tracePt t="136593" x="4281488" y="3767138"/>
          <p14:tracePt t="136610" x="4303713" y="3773488"/>
          <p14:tracePt t="136626" x="4332288" y="3787775"/>
          <p14:tracePt t="136643" x="4360863" y="3795713"/>
          <p14:tracePt t="136659" x="4383088" y="3802063"/>
          <p14:tracePt t="136676" x="4391025" y="3810000"/>
          <p14:tracePt t="136694" x="4411663" y="3817938"/>
          <p14:tracePt t="136710" x="4419600" y="3832225"/>
          <p14:tracePt t="136726" x="4441825" y="3846513"/>
          <p14:tracePt t="136743" x="4456113" y="3860800"/>
          <p14:tracePt t="136760" x="4470400" y="3875088"/>
          <p14:tracePt t="136776" x="4478338" y="3883025"/>
          <p14:tracePt t="136793" x="4484688" y="3889375"/>
          <p14:tracePt t="136810" x="4484688" y="3911600"/>
          <p14:tracePt t="136826" x="4484688" y="3933825"/>
          <p14:tracePt t="136843" x="4484688" y="3954463"/>
          <p14:tracePt t="136859" x="4484688" y="3970338"/>
          <p14:tracePt t="136876" x="4484688" y="3984625"/>
          <p14:tracePt t="136893" x="4484688" y="3990975"/>
          <p14:tracePt t="136910" x="4478338" y="4005263"/>
          <p14:tracePt t="136927" x="4478338" y="4013200"/>
          <p14:tracePt t="136943" x="4456113" y="4027488"/>
          <p14:tracePt t="136960" x="4448175" y="4035425"/>
          <p14:tracePt t="136976" x="4433888" y="4035425"/>
          <p14:tracePt t="136993" x="4405313" y="4056063"/>
          <p14:tracePt t="137010" x="4391025" y="4056063"/>
          <p14:tracePt t="137026" x="4360863" y="4078288"/>
          <p14:tracePt t="137043" x="4346575" y="4078288"/>
          <p14:tracePt t="137060" x="4325938" y="4086225"/>
          <p14:tracePt t="137076" x="4303713" y="4086225"/>
          <p14:tracePt t="137093" x="4289425" y="4086225"/>
          <p14:tracePt t="137110" x="4275138" y="4100513"/>
          <p14:tracePt t="137126" x="4267200" y="4100513"/>
          <p14:tracePt t="137143" x="4259263" y="4100513"/>
          <p14:tracePt t="137160" x="4244975" y="4100513"/>
          <p14:tracePt t="137202" x="4238625" y="4106863"/>
          <p14:tracePt t="137835" x="4238625" y="4114800"/>
          <p14:tracePt t="137841" x="4238625" y="4122738"/>
          <p14:tracePt t="137849" x="4238625" y="4129088"/>
          <p14:tracePt t="137860" x="4238625" y="4151313"/>
          <p14:tracePt t="137877" x="4202113" y="4224338"/>
          <p14:tracePt t="137893" x="4151313" y="4295775"/>
          <p14:tracePt t="137910" x="4100513" y="4346575"/>
          <p14:tracePt t="137927" x="4013200" y="4441825"/>
          <p14:tracePt t="137944" x="3933825" y="4498975"/>
          <p14:tracePt t="137960" x="3832225" y="4557713"/>
          <p14:tracePt t="137976" x="3736975" y="4594225"/>
          <p14:tracePt t="137993" x="3643313" y="4614863"/>
          <p14:tracePt t="138010" x="3563938" y="4645025"/>
          <p14:tracePt t="138027" x="3476625" y="4665663"/>
          <p14:tracePt t="138043" x="3417888" y="4665663"/>
          <p14:tracePt t="138060" x="3352800" y="4673600"/>
          <p14:tracePt t="138077" x="3287713" y="4673600"/>
          <p14:tracePt t="138093" x="3228975" y="4681538"/>
          <p14:tracePt t="138110" x="3214688" y="4681538"/>
          <p14:tracePt t="138127" x="3192463" y="4695825"/>
          <p14:tracePt t="138143" x="3186113" y="4695825"/>
          <p14:tracePt t="138160" x="3171825" y="4695825"/>
          <p14:tracePt t="138178" x="3163888" y="4695825"/>
          <p14:tracePt t="138193" x="3157538" y="4702175"/>
          <p14:tracePt t="138210" x="3141663" y="4702175"/>
          <p14:tracePt t="138227" x="3135313" y="4702175"/>
          <p14:tracePt t="138243" x="3127375" y="4702175"/>
          <p14:tracePt t="138261" x="3113088" y="4710113"/>
          <p14:tracePt t="138314" x="3106738" y="4710113"/>
          <p14:tracePt t="138994" x="3106738" y="4716463"/>
          <p14:tracePt t="139587" x="3098800" y="4716463"/>
          <p14:tracePt t="139602" x="3090863" y="4716463"/>
          <p14:tracePt t="139634" x="3090863" y="4710113"/>
          <p14:tracePt t="139642" x="3090863" y="4695825"/>
          <p14:tracePt t="139658" x="3098800" y="4673600"/>
          <p14:tracePt t="139666" x="3098800" y="4665663"/>
          <p14:tracePt t="139677" x="3106738" y="4651375"/>
          <p14:tracePt t="139695" x="3106738" y="4630738"/>
          <p14:tracePt t="139711" x="3135313" y="4600575"/>
          <p14:tracePt t="139727" x="3163888" y="4594225"/>
          <p14:tracePt t="139744" x="3192463" y="4572000"/>
          <p14:tracePt t="139760" x="3243263" y="4549775"/>
          <p14:tracePt t="139777" x="3302000" y="4529138"/>
          <p14:tracePt t="139794" x="3360738" y="4506913"/>
          <p14:tracePt t="139811" x="3425825" y="4498975"/>
          <p14:tracePt t="139827" x="3505200" y="4484688"/>
          <p14:tracePt t="139844" x="3570288" y="4484688"/>
          <p14:tracePt t="139848" x="3606800" y="4484688"/>
          <p14:tracePt t="139860" x="3643313" y="4484688"/>
          <p14:tracePt t="139877" x="3730625" y="4484688"/>
          <p14:tracePt t="139894" x="3817938" y="4470400"/>
          <p14:tracePt t="139911" x="3948113" y="4448175"/>
          <p14:tracePt t="139927" x="3976688" y="4441825"/>
          <p14:tracePt t="139944" x="4035425" y="4427538"/>
          <p14:tracePt t="139961" x="4086225" y="4411663"/>
          <p14:tracePt t="139977" x="4114800" y="4405313"/>
          <p14:tracePt t="139995" x="4157663" y="4391025"/>
          <p14:tracePt t="140011" x="4216400" y="4376738"/>
          <p14:tracePt t="140027" x="4281488" y="4354513"/>
          <p14:tracePt t="140044" x="4332288" y="4346575"/>
          <p14:tracePt t="140061" x="4397375" y="4340225"/>
          <p14:tracePt t="140077" x="4492625" y="4325938"/>
          <p14:tracePt t="140094" x="4600575" y="4318000"/>
          <p14:tracePt t="140111" x="4702175" y="4310063"/>
          <p14:tracePt t="140127" x="4783138" y="4310063"/>
          <p14:tracePt t="140144" x="4868863" y="4310063"/>
          <p14:tracePt t="140160" x="4927600" y="4310063"/>
          <p14:tracePt t="140179" x="4992688" y="4310063"/>
          <p14:tracePt t="140194" x="5051425" y="4310063"/>
          <p14:tracePt t="140211" x="5116513" y="4310063"/>
          <p14:tracePt t="140227" x="5181600" y="4310063"/>
          <p14:tracePt t="140244" x="5224463" y="4310063"/>
          <p14:tracePt t="140262" x="5254625" y="4325938"/>
          <p14:tracePt t="140277" x="5275263" y="4346575"/>
          <p14:tracePt t="140294" x="5283200" y="4354513"/>
          <p14:tracePt t="140311" x="5283200" y="4391025"/>
          <p14:tracePt t="140327" x="5283200" y="4448175"/>
          <p14:tracePt t="140344" x="5268913" y="4513263"/>
          <p14:tracePt t="140360" x="5232400" y="4579938"/>
          <p14:tracePt t="140377" x="5181600" y="4659313"/>
          <p14:tracePt t="140394" x="5130800" y="4710113"/>
          <p14:tracePt t="140411" x="5065713" y="4767263"/>
          <p14:tracePt t="140427" x="5000625" y="4826000"/>
          <p14:tracePt t="140444" x="4884738" y="4868863"/>
          <p14:tracePt t="140461" x="4746625" y="4927600"/>
          <p14:tracePt t="140477" x="4600575" y="4970463"/>
          <p14:tracePt t="140494" x="4492625" y="4986338"/>
          <p14:tracePt t="140511" x="4281488" y="5014913"/>
          <p14:tracePt t="140527" x="4165600" y="5014913"/>
          <p14:tracePt t="140545" x="4049713" y="5014913"/>
          <p14:tracePt t="140561" x="3919538" y="5014913"/>
          <p14:tracePt t="140577" x="3781425" y="4992688"/>
          <p14:tracePt t="140594" x="3621088" y="4956175"/>
          <p14:tracePt t="140611" x="3440113" y="4927600"/>
          <p14:tracePt t="140627" x="3294063" y="4913313"/>
          <p14:tracePt t="140644" x="3200400" y="4891088"/>
          <p14:tracePt t="140662" x="3121025" y="4891088"/>
          <p14:tracePt t="140677" x="3090863" y="4891088"/>
          <p14:tracePt t="140695" x="3019425" y="4919663"/>
          <p14:tracePt t="140711" x="2974975" y="4956175"/>
          <p14:tracePt t="140727" x="2932113" y="5000625"/>
          <p14:tracePt t="140744" x="2852738" y="5057775"/>
          <p14:tracePt t="140761" x="2779713" y="5122863"/>
          <p14:tracePt t="140778" x="2706688" y="5181600"/>
          <p14:tracePt t="140794" x="2619375" y="5246688"/>
          <p14:tracePt t="140810" x="2532063" y="5305425"/>
          <p14:tracePt t="140827" x="2438400" y="5348288"/>
          <p14:tracePt t="140844" x="2336800" y="5376863"/>
          <p14:tracePt t="140860" x="2206625" y="5407025"/>
          <p14:tracePt t="140877" x="2097088" y="5413375"/>
          <p14:tracePt t="140894" x="1952625" y="5413375"/>
          <p14:tracePt t="140911" x="1763713" y="5413375"/>
          <p14:tracePt t="140927" x="1639888" y="5407025"/>
          <p14:tracePt t="140944" x="1524000" y="5376863"/>
          <p14:tracePt t="140961" x="1430338" y="5356225"/>
          <p14:tracePt t="140977" x="1357313" y="5341938"/>
          <p14:tracePt t="140994" x="1284288" y="5311775"/>
          <p14:tracePt t="141011" x="1247775" y="5297488"/>
          <p14:tracePt t="141027" x="1211263" y="5275263"/>
          <p14:tracePt t="141044" x="1190625" y="5260975"/>
          <p14:tracePt t="141060" x="1160463" y="5240338"/>
          <p14:tracePt t="141077" x="1131888" y="5195888"/>
          <p14:tracePt t="141094" x="1095375" y="5153025"/>
          <p14:tracePt t="141111" x="1058863" y="5108575"/>
          <p14:tracePt t="141127" x="1038225" y="5080000"/>
          <p14:tracePt t="141144" x="1023938" y="5043488"/>
          <p14:tracePt t="141161" x="1008063" y="4992688"/>
          <p14:tracePt t="141177" x="993775" y="4949825"/>
          <p14:tracePt t="141194" x="993775" y="4913313"/>
          <p14:tracePt t="141211" x="993775" y="4868863"/>
          <p14:tracePt t="141227" x="1008063" y="4818063"/>
          <p14:tracePt t="141244" x="1023938" y="4775200"/>
          <p14:tracePt t="141261" x="1058863" y="4710113"/>
          <p14:tracePt t="141277" x="1089025" y="4651375"/>
          <p14:tracePt t="141294" x="1131888" y="4600575"/>
          <p14:tracePt t="141311" x="1190625" y="4529138"/>
          <p14:tracePt t="141327" x="1211263" y="4498975"/>
          <p14:tracePt t="141344" x="1241425" y="4462463"/>
          <p14:tracePt t="141361" x="1277938" y="4427538"/>
          <p14:tracePt t="141377" x="1335088" y="4397375"/>
          <p14:tracePt t="141395" x="1393825" y="4368800"/>
          <p14:tracePt t="141411" x="1430338" y="4360863"/>
          <p14:tracePt t="141427" x="1487488" y="4340225"/>
          <p14:tracePt t="141444" x="1531938" y="4332288"/>
          <p14:tracePt t="141461" x="1589088" y="4325938"/>
          <p14:tracePt t="141478" x="1662113" y="4318000"/>
          <p14:tracePt t="141494" x="1735138" y="4318000"/>
          <p14:tracePt t="141511" x="1828800" y="4318000"/>
          <p14:tracePt t="141527" x="1981200" y="4318000"/>
          <p14:tracePt t="141544" x="2054225" y="4340225"/>
          <p14:tracePt t="141561" x="2119313" y="4368800"/>
          <p14:tracePt t="141577" x="2176463" y="4397375"/>
          <p14:tracePt t="141594" x="2235200" y="4448175"/>
          <p14:tracePt t="141611" x="2286000" y="4498975"/>
          <p14:tracePt t="141627" x="2351088" y="4557713"/>
          <p14:tracePt t="141644" x="2409825" y="4630738"/>
          <p14:tracePt t="141661" x="2446338" y="4681538"/>
          <p14:tracePt t="141678" x="2466975" y="4738688"/>
          <p14:tracePt t="141695" x="2503488" y="4833938"/>
          <p14:tracePt t="141711" x="2517775" y="4913313"/>
          <p14:tracePt t="141727" x="2517775" y="4992688"/>
          <p14:tracePt t="141744" x="2517775" y="5057775"/>
          <p14:tracePt t="141761" x="2497138" y="5153025"/>
          <p14:tracePt t="141777" x="2438400" y="5224463"/>
          <p14:tracePt t="141794" x="2395538" y="5268913"/>
          <p14:tracePt t="141811" x="2344738" y="5311775"/>
          <p14:tracePt t="141827" x="2278063" y="5341938"/>
          <p14:tracePt t="141844" x="2206625" y="5384800"/>
          <p14:tracePt t="141861" x="2133600" y="5413375"/>
          <p14:tracePt t="141877" x="2046288" y="5435600"/>
          <p14:tracePt t="141894" x="1981200" y="5443538"/>
          <p14:tracePt t="141911" x="1893888" y="5443538"/>
          <p14:tracePt t="141928" x="1828800" y="5449888"/>
          <p14:tracePt t="141944" x="1770063" y="5449888"/>
          <p14:tracePt t="141961" x="1719263" y="5449888"/>
          <p14:tracePt t="141977" x="1676400" y="5449888"/>
          <p14:tracePt t="141994" x="1639888" y="5449888"/>
          <p14:tracePt t="142011" x="1603375" y="5427663"/>
          <p14:tracePt t="142027" x="1560513" y="5407025"/>
          <p14:tracePt t="142044" x="1501775" y="5376863"/>
          <p14:tracePt t="142061" x="1436688" y="5334000"/>
          <p14:tracePt t="142078" x="1400175" y="5311775"/>
          <p14:tracePt t="142094" x="1371600" y="5291138"/>
          <p14:tracePt t="142111" x="1343025" y="5268913"/>
          <p14:tracePt t="142128" x="1320800" y="5240338"/>
          <p14:tracePt t="142144" x="1312863" y="5210175"/>
          <p14:tracePt t="142161" x="1306513" y="5195888"/>
          <p14:tracePt t="142178" x="1292225" y="5181600"/>
          <p14:tracePt t="142194" x="1292225" y="5159375"/>
          <p14:tracePt t="142211" x="1284288" y="5145088"/>
          <p14:tracePt t="142228" x="1270000" y="5116513"/>
          <p14:tracePt t="142244" x="1270000" y="5102225"/>
          <p14:tracePt t="142261" x="1255713" y="5072063"/>
          <p14:tracePt t="142278" x="1241425" y="5057775"/>
          <p14:tracePt t="142294" x="1227138" y="5037138"/>
          <p14:tracePt t="142311" x="1204913" y="4986338"/>
          <p14:tracePt t="142327" x="1204913" y="4964113"/>
          <p14:tracePt t="142344" x="1196975" y="4919663"/>
          <p14:tracePt t="142361" x="1196975" y="4876800"/>
          <p14:tracePt t="142378" x="1196975" y="4833938"/>
          <p14:tracePt t="142394" x="1196975" y="4803775"/>
          <p14:tracePt t="142411" x="1196975" y="4775200"/>
          <p14:tracePt t="142428" x="1196975" y="4746625"/>
          <p14:tracePt t="142444" x="1204913" y="4732338"/>
          <p14:tracePt t="142461" x="1219200" y="4710113"/>
          <p14:tracePt t="142478" x="1233488" y="4687888"/>
          <p14:tracePt t="142494" x="1255713" y="4665663"/>
          <p14:tracePt t="142511" x="1277938" y="4645025"/>
          <p14:tracePt t="142528" x="1298575" y="4645025"/>
          <p14:tracePt t="142544" x="1306513" y="4645025"/>
          <p14:tracePt t="142561" x="1320800" y="4637088"/>
          <p14:tracePt t="142578" x="1328738" y="4637088"/>
          <p14:tracePt t="142611" x="1343025" y="4637088"/>
          <p14:tracePt t="142628" x="1349375" y="4637088"/>
          <p14:tracePt t="142644" x="1371600" y="4637088"/>
          <p14:tracePt t="142661" x="1393825" y="4630738"/>
          <p14:tracePt t="142679" x="1408113" y="4630738"/>
          <p14:tracePt t="142694" x="1436688" y="4630738"/>
          <p14:tracePt t="142711" x="1458913" y="4630738"/>
          <p14:tracePt t="142728" x="1473200" y="4630738"/>
          <p14:tracePt t="142744" x="1481138" y="4630738"/>
          <p14:tracePt t="142761" x="1495425" y="4630738"/>
          <p14:tracePt t="142778" x="1509713" y="4630738"/>
          <p14:tracePt t="142794" x="1516063" y="4630738"/>
          <p14:tracePt t="142811" x="1524000" y="4645025"/>
          <p14:tracePt t="142828" x="1531938" y="4645025"/>
          <p14:tracePt t="142845" x="1531938" y="4665663"/>
          <p14:tracePt t="142847" x="1531938" y="4687888"/>
          <p14:tracePt t="142861" x="1531938" y="4710113"/>
          <p14:tracePt t="142878" x="1531938" y="4760913"/>
          <p14:tracePt t="142895" x="1531938" y="4826000"/>
          <p14:tracePt t="142911" x="1531938" y="4854575"/>
          <p14:tracePt t="142928" x="1531938" y="4876800"/>
          <p14:tracePt t="142945" x="1531938" y="4899025"/>
          <p14:tracePt t="142961" x="1531938" y="4913313"/>
          <p14:tracePt t="142978" x="1531938" y="4927600"/>
          <p14:tracePt t="142995" x="1531938" y="4941888"/>
          <p14:tracePt t="143011" x="1531938" y="4949825"/>
          <p14:tracePt t="143137" x="1546225" y="4941888"/>
          <p14:tracePt t="143144" x="1552575" y="4935538"/>
          <p14:tracePt t="143152" x="1552575" y="4927600"/>
          <p14:tracePt t="143161" x="1574800" y="4905375"/>
          <p14:tracePt t="143178" x="1582738" y="4891088"/>
          <p14:tracePt t="143195" x="1597025" y="4876800"/>
          <p14:tracePt t="143211" x="1603375" y="4862513"/>
          <p14:tracePt t="143228" x="1617663" y="4848225"/>
          <p14:tracePt t="143245" x="1633538" y="4833938"/>
          <p14:tracePt t="143261" x="1639888" y="4826000"/>
          <p14:tracePt t="143278" x="1654175" y="4811713"/>
          <p14:tracePt t="143295" x="1676400" y="4803775"/>
          <p14:tracePt t="143311" x="1698625" y="4783138"/>
          <p14:tracePt t="143328" x="1704975" y="4783138"/>
          <p14:tracePt t="143361" x="1712913" y="4783138"/>
          <p14:tracePt t="143384" x="1719263" y="4775200"/>
          <p14:tracePt t="143401" x="1727200" y="4775200"/>
          <p14:tracePt t="143425" x="1735138" y="4775200"/>
          <p14:tracePt t="143440" x="1749425" y="4783138"/>
          <p14:tracePt t="143448" x="1755775" y="4783138"/>
          <p14:tracePt t="143461" x="1763713" y="4789488"/>
          <p14:tracePt t="143478" x="1778000" y="4797425"/>
          <p14:tracePt t="143495" x="1785938" y="4803775"/>
          <p14:tracePt t="143521" x="1792288" y="4803775"/>
          <p14:tracePt t="143537" x="1800225" y="4803775"/>
          <p14:tracePt t="143544" x="1820863" y="4803775"/>
          <p14:tracePt t="143561" x="1843088" y="4783138"/>
          <p14:tracePt t="143578" x="1879600" y="4732338"/>
          <p14:tracePt t="143595" x="1908175" y="4687888"/>
          <p14:tracePt t="143611" x="1922463" y="4651375"/>
          <p14:tracePt t="143628" x="1938338" y="4637088"/>
          <p14:tracePt t="143645" x="1944688" y="4630738"/>
          <p14:tracePt t="143661" x="1944688" y="4622800"/>
          <p14:tracePt t="143678" x="1952625" y="4614863"/>
          <p14:tracePt t="143697" x="1958975" y="4614863"/>
          <p14:tracePt t="143711" x="1966913" y="4608513"/>
          <p14:tracePt t="143728" x="1989138" y="4594225"/>
          <p14:tracePt t="143761" x="1995488" y="4594225"/>
          <p14:tracePt t="143778" x="2003425" y="4586288"/>
          <p14:tracePt t="143800" x="2009775" y="4586288"/>
          <p14:tracePt t="143811" x="2017713" y="4579938"/>
          <p14:tracePt t="143828" x="2032000" y="4572000"/>
          <p14:tracePt t="143872" x="2039938" y="4572000"/>
          <p14:tracePt t="143888" x="2046288" y="4572000"/>
          <p14:tracePt t="143904" x="2054225" y="4572000"/>
          <p14:tracePt t="143912" x="2060575" y="4572000"/>
          <p14:tracePt t="143929" x="2068513" y="4572000"/>
          <p14:tracePt t="143952" x="2082800" y="4572000"/>
          <p14:tracePt t="143961" x="2090738" y="4572000"/>
          <p14:tracePt t="144000" x="2097088" y="4579938"/>
          <p14:tracePt t="144032" x="2105025" y="4594225"/>
          <p14:tracePt t="144040" x="2111375" y="4594225"/>
          <p14:tracePt t="144056" x="2111375" y="4608513"/>
          <p14:tracePt t="144064" x="2111375" y="4614863"/>
          <p14:tracePt t="144078" x="2111375" y="4630738"/>
          <p14:tracePt t="144095" x="2111375" y="4659313"/>
          <p14:tracePt t="144112" x="2111375" y="4665663"/>
          <p14:tracePt t="144128" x="2111375" y="4681538"/>
          <p14:tracePt t="144145" x="2111375" y="4687888"/>
          <p14:tracePt t="144161" x="2105025" y="4702175"/>
          <p14:tracePt t="144178" x="2090738" y="4710113"/>
          <p14:tracePt t="144195" x="2074863" y="4724400"/>
          <p14:tracePt t="144212" x="2060575" y="4738688"/>
          <p14:tracePt t="144228" x="2024063" y="4752975"/>
          <p14:tracePt t="144245" x="1995488" y="4760913"/>
          <p14:tracePt t="144262" x="1981200" y="4775200"/>
          <p14:tracePt t="144278" x="1966913" y="4775200"/>
          <p14:tracePt t="144295" x="1958975" y="4775200"/>
          <p14:tracePt t="144312" x="1952625" y="4775200"/>
          <p14:tracePt t="144328" x="1944688" y="4775200"/>
          <p14:tracePt t="144345" x="1938338" y="4775200"/>
          <p14:tracePt t="144362" x="1930400" y="4775200"/>
          <p14:tracePt t="144378" x="1930400" y="4767263"/>
          <p14:tracePt t="144416" x="1930400" y="4760913"/>
          <p14:tracePt t="144517" x="1930400" y="4752975"/>
          <p14:tracePt t="144540" x="1930400" y="4738688"/>
          <p14:tracePt t="144565" x="1938338" y="4738688"/>
          <p14:tracePt t="144572" x="1944688" y="4738688"/>
          <p14:tracePt t="144603" x="1952625" y="4738688"/>
          <p14:tracePt t="144611" x="1958975" y="4738688"/>
          <p14:tracePt t="144646" x="1966913" y="4738688"/>
          <p14:tracePt t="144667" x="1973263" y="4738688"/>
          <p14:tracePt t="144689" x="1973263" y="4752975"/>
          <p14:tracePt t="144697" x="1973263" y="4760913"/>
          <p14:tracePt t="144704" x="1966913" y="4767263"/>
          <p14:tracePt t="144712" x="1958975" y="4775200"/>
          <p14:tracePt t="144728" x="1930400" y="4811713"/>
          <p14:tracePt t="144745" x="1901825" y="4840288"/>
          <p14:tracePt t="144762" x="1879600" y="4862513"/>
          <p14:tracePt t="144778" x="1857375" y="4868863"/>
          <p14:tracePt t="144795" x="1836738" y="4868863"/>
          <p14:tracePt t="144812" x="1820863" y="4868863"/>
          <p14:tracePt t="144828" x="1814513" y="4868863"/>
          <p14:tracePt t="144845" x="1792288" y="4884738"/>
          <p14:tracePt t="144847" x="1785938" y="4884738"/>
          <p14:tracePt t="144862" x="1778000" y="4884738"/>
          <p14:tracePt t="144878" x="1770063" y="4884738"/>
          <p14:tracePt t="144895" x="1763713" y="4884738"/>
          <p14:tracePt t="144983" x="1755775" y="4884738"/>
          <p14:tracePt t="144991" x="1749425" y="4891088"/>
          <p14:tracePt t="145024" x="1749425" y="4899025"/>
          <p14:tracePt t="145048" x="1749425" y="4905375"/>
          <p14:tracePt t="145063" x="1755775" y="4905375"/>
          <p14:tracePt t="145071" x="1755775" y="4913313"/>
          <p14:tracePt t="145080" x="1763713" y="4913313"/>
          <p14:tracePt t="145095" x="1770063" y="4927600"/>
          <p14:tracePt t="145112" x="1785938" y="4927600"/>
          <p14:tracePt t="145128" x="1792288" y="4935538"/>
          <p14:tracePt t="145145" x="1800225" y="4935538"/>
          <p14:tracePt t="145162" x="1806575" y="4935538"/>
          <p14:tracePt t="145178" x="1814513" y="4935538"/>
          <p14:tracePt t="145195" x="1820863" y="4935538"/>
          <p14:tracePt t="145212" x="1828800" y="4935538"/>
          <p14:tracePt t="145228" x="1836738" y="4935538"/>
          <p14:tracePt t="145245" x="1865313" y="4927600"/>
          <p14:tracePt t="145262" x="1893888" y="4905375"/>
          <p14:tracePt t="145279" x="1922463" y="4876800"/>
          <p14:tracePt t="145295" x="1938338" y="4862513"/>
          <p14:tracePt t="145312" x="1973263" y="4840288"/>
          <p14:tracePt t="145329" x="1995488" y="4826000"/>
          <p14:tracePt t="145345" x="2017713" y="4818063"/>
          <p14:tracePt t="145362" x="2032000" y="4811713"/>
          <p14:tracePt t="145378" x="2054225" y="4803775"/>
          <p14:tracePt t="145395" x="2074863" y="4803775"/>
          <p14:tracePt t="145412" x="2111375" y="4797425"/>
          <p14:tracePt t="145429" x="2133600" y="4797425"/>
          <p14:tracePt t="145445" x="2155825" y="4797425"/>
          <p14:tracePt t="145462" x="2176463" y="4797425"/>
          <p14:tracePt t="145479" x="2184400" y="4797425"/>
          <p14:tracePt t="145495" x="2192338" y="4797425"/>
          <p14:tracePt t="145512" x="2206625" y="4797425"/>
          <p14:tracePt t="145529" x="2206625" y="4811713"/>
          <p14:tracePt t="145545" x="2220913" y="4840288"/>
          <p14:tracePt t="145562" x="2227263" y="4868863"/>
          <p14:tracePt t="145579" x="2235200" y="4905375"/>
          <p14:tracePt t="145595" x="2235200" y="4941888"/>
          <p14:tracePt t="145612" x="2235200" y="4978400"/>
          <p14:tracePt t="145629" x="2235200" y="5014913"/>
          <p14:tracePt t="145645" x="2235200" y="5037138"/>
          <p14:tracePt t="145662" x="2235200" y="5065713"/>
          <p14:tracePt t="145679" x="2235200" y="5094288"/>
          <p14:tracePt t="145695" x="2227263" y="5122863"/>
          <p14:tracePt t="145712" x="2212975" y="5145088"/>
          <p14:tracePt t="145729" x="2192338" y="5167313"/>
          <p14:tracePt t="145746" x="2162175" y="5189538"/>
          <p14:tracePt t="145762" x="2147888" y="5195888"/>
          <p14:tracePt t="145779" x="2111375" y="5210175"/>
          <p14:tracePt t="145795" x="2097088" y="5210175"/>
          <p14:tracePt t="145812" x="2060575" y="5210175"/>
          <p14:tracePt t="145829" x="2032000" y="5218113"/>
          <p14:tracePt t="145845" x="2003425" y="5218113"/>
          <p14:tracePt t="145848" x="1989138" y="5218113"/>
          <p14:tracePt t="145862" x="1973263" y="5218113"/>
          <p14:tracePt t="145879" x="1944688" y="5218113"/>
          <p14:tracePt t="145895" x="1908175" y="5218113"/>
          <p14:tracePt t="145912" x="1887538" y="5218113"/>
          <p14:tracePt t="145929" x="1871663" y="5218113"/>
          <p14:tracePt t="145945" x="1851025" y="5218113"/>
          <p14:tracePt t="145963" x="1820863" y="5210175"/>
          <p14:tracePt t="145979" x="1806575" y="5203825"/>
          <p14:tracePt t="145995" x="1792288" y="5203825"/>
          <p14:tracePt t="146012" x="1778000" y="5189538"/>
          <p14:tracePt t="146029" x="1770063" y="5189538"/>
          <p14:tracePt t="146045" x="1763713" y="5181600"/>
          <p14:tracePt t="146062" x="1749425" y="5167313"/>
          <p14:tracePt t="146079" x="1727200" y="5138738"/>
          <p14:tracePt t="146095" x="1719263" y="5122863"/>
          <p14:tracePt t="146112" x="1712913" y="5116513"/>
          <p14:tracePt t="146129" x="1712913" y="5102225"/>
          <p14:tracePt t="146146" x="1712913" y="5072063"/>
          <p14:tracePt t="146162" x="1712913" y="5057775"/>
          <p14:tracePt t="146179" x="1712913" y="5037138"/>
          <p14:tracePt t="146196" x="1712913" y="5021263"/>
          <p14:tracePt t="146212" x="1712913" y="5006975"/>
          <p14:tracePt t="146229" x="1712913" y="5000625"/>
          <p14:tracePt t="146246" x="1712913" y="4986338"/>
          <p14:tracePt t="146263" x="1719263" y="4956175"/>
          <p14:tracePt t="146280" x="1727200" y="4941888"/>
          <p14:tracePt t="146296" x="1735138" y="4927600"/>
          <p14:tracePt t="146313" x="1755775" y="4919663"/>
          <p14:tracePt t="146329" x="1763713" y="4905375"/>
          <p14:tracePt t="146346" x="1792288" y="4899025"/>
          <p14:tracePt t="146363" x="1814513" y="4884738"/>
          <p14:tracePt t="146379" x="1851025" y="4868863"/>
          <p14:tracePt t="146396" x="1865313" y="4862513"/>
          <p14:tracePt t="146413" x="1893888" y="4854575"/>
          <p14:tracePt t="146429" x="1922463" y="4840288"/>
          <p14:tracePt t="146446" x="1944688" y="4840288"/>
          <p14:tracePt t="146463" x="1995488" y="4833938"/>
          <p14:tracePt t="146479" x="2039938" y="4833938"/>
          <p14:tracePt t="146496" x="2068513" y="4833938"/>
          <p14:tracePt t="146513" x="2111375" y="4833938"/>
          <p14:tracePt t="146529" x="2147888" y="4833938"/>
          <p14:tracePt t="146546" x="2184400" y="4848225"/>
          <p14:tracePt t="146562" x="2220913" y="4862513"/>
          <p14:tracePt t="146579" x="2249488" y="4876800"/>
          <p14:tracePt t="146596" x="2278063" y="4899025"/>
          <p14:tracePt t="146613" x="2293938" y="4913313"/>
          <p14:tracePt t="146630" x="2293938" y="4935538"/>
          <p14:tracePt t="146646" x="2308225" y="4956175"/>
          <p14:tracePt t="146663" x="2308225" y="5006975"/>
          <p14:tracePt t="146679" x="2308225" y="5037138"/>
          <p14:tracePt t="146696" x="2308225" y="5065713"/>
          <p14:tracePt t="146714" x="2308225" y="5102225"/>
          <p14:tracePt t="146729" x="2300288" y="5138738"/>
          <p14:tracePt t="146747" x="2278063" y="5173663"/>
          <p14:tracePt t="146762" x="2257425" y="5189538"/>
          <p14:tracePt t="146779" x="2243138" y="5203825"/>
          <p14:tracePt t="146796" x="2227263" y="5218113"/>
          <p14:tracePt t="146813" x="2198688" y="5232400"/>
          <p14:tracePt t="146829" x="2176463" y="5240338"/>
          <p14:tracePt t="146846" x="2147888" y="5254625"/>
          <p14:tracePt t="146850" x="2125663" y="5254625"/>
          <p14:tracePt t="146863" x="2105025" y="5254625"/>
          <p14:tracePt t="146879" x="2082800" y="5254625"/>
          <p14:tracePt t="146896" x="2054225" y="5254625"/>
          <p14:tracePt t="146912" x="2039938" y="5254625"/>
          <p14:tracePt t="146929" x="2024063" y="5254625"/>
          <p14:tracePt t="146946" x="2009775" y="5254625"/>
          <p14:tracePt t="147274" x="2046288" y="5254625"/>
          <p14:tracePt t="147281" x="2105025" y="5254625"/>
          <p14:tracePt t="147289" x="2147888" y="5246688"/>
          <p14:tracePt t="147297" x="2176463" y="5240338"/>
        </p14:tracePtLst>
      </p14:laserTraceLst>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Feature Weight - SVM</a:t>
            </a:r>
            <a:endParaRPr lang="en-US" dirty="0"/>
          </a:p>
        </p:txBody>
      </p:sp>
      <mc:AlternateContent xmlns:mc="http://schemas.openxmlformats.org/markup-compatibility/2006" xmlns:a14="http://schemas.microsoft.com/office/drawing/2010/main">
        <mc:Choice Requires="a14">
          <p:sp>
            <p:nvSpPr>
              <p:cNvPr id="8" name="Content Placeholder 2"/>
              <p:cNvSpPr>
                <a:spLocks noGrp="1"/>
              </p:cNvSpPr>
              <p:nvPr>
                <p:ph idx="1"/>
              </p:nvPr>
            </p:nvSpPr>
            <p:spPr>
              <a:xfrm>
                <a:off x="838200" y="1825624"/>
                <a:ext cx="5220347" cy="4927023"/>
              </a:xfrm>
            </p:spPr>
            <p:txBody>
              <a:bodyPr>
                <a:normAutofit/>
              </a:bodyPr>
              <a:lstStyle/>
              <a:p>
                <a:r>
                  <a:rPr lang="en-US" dirty="0" smtClean="0"/>
                  <a:t>SVM model produces the </a:t>
                </a:r>
                <a:r>
                  <a:rPr lang="en-US" b="1" dirty="0" smtClean="0"/>
                  <a:t>best hyperplane</a:t>
                </a:r>
                <a:r>
                  <a:rPr lang="en-US" dirty="0" smtClean="0"/>
                  <a:t> which has maximum </a:t>
                </a:r>
                <a:r>
                  <a:rPr lang="en-US" b="1" dirty="0" smtClean="0"/>
                  <a:t>margin</a:t>
                </a:r>
              </a:p>
              <a:p>
                <a:endParaRPr lang="en-US" b="1" dirty="0" smtClean="0"/>
              </a:p>
              <a:p>
                <a:r>
                  <a:rPr lang="en-US" dirty="0" smtClean="0"/>
                  <a:t>The best weight </a:t>
                </a:r>
                <a:r>
                  <a:rPr lang="en-US" dirty="0"/>
                  <a:t>(</a:t>
                </a:r>
                <a14:m>
                  <m:oMath xmlns:m="http://schemas.openxmlformats.org/officeDocument/2006/math">
                    <m:r>
                      <a:rPr lang="en-US" i="1">
                        <a:latin typeface="Cambria Math" panose="02040503050406030204" pitchFamily="18" charset="0"/>
                      </a:rPr>
                      <m:t>𝑤</m:t>
                    </m:r>
                  </m:oMath>
                </a14:m>
                <a:r>
                  <a:rPr lang="en-US" dirty="0" smtClean="0"/>
                  <a:t>) also depends on </a:t>
                </a:r>
                <a:r>
                  <a:rPr lang="en-US" b="1" dirty="0" smtClean="0"/>
                  <a:t>support vectors </a:t>
                </a:r>
                <a:r>
                  <a:rPr lang="en-US" dirty="0" smtClean="0"/>
                  <a:t>containing features (</a:t>
                </a:r>
                <a14:m>
                  <m:oMath xmlns:m="http://schemas.openxmlformats.org/officeDocument/2006/math">
                    <m:r>
                      <a:rPr lang="en-US" b="0" i="1" smtClean="0">
                        <a:latin typeface="Cambria Math" panose="02040503050406030204" pitchFamily="18" charset="0"/>
                      </a:rPr>
                      <m:t>𝐴</m:t>
                    </m:r>
                    <m:r>
                      <a:rPr lang="en-US" i="1">
                        <a:latin typeface="Cambria Math" panose="02040503050406030204" pitchFamily="18" charset="0"/>
                      </a:rPr>
                      <m:t>,</m:t>
                    </m:r>
                    <m:r>
                      <a:rPr lang="en-US" b="0" i="1" smtClean="0">
                        <a:latin typeface="Cambria Math" panose="02040503050406030204" pitchFamily="18" charset="0"/>
                      </a:rPr>
                      <m:t>𝐵</m:t>
                    </m:r>
                  </m:oMath>
                </a14:m>
                <a:r>
                  <a:rPr lang="en-US" dirty="0" smtClean="0"/>
                  <a:t>), thus </a:t>
                </a:r>
                <a:r>
                  <a:rPr lang="en-US" b="1" dirty="0" smtClean="0"/>
                  <a:t>Feature Weight </a:t>
                </a:r>
                <a:r>
                  <a:rPr lang="en-US" dirty="0" smtClean="0"/>
                  <a:t>of each </a:t>
                </a:r>
                <a:r>
                  <a:rPr lang="en-US" dirty="0"/>
                  <a:t>support </a:t>
                </a:r>
                <a:r>
                  <a:rPr lang="en-US" dirty="0" smtClean="0"/>
                  <a:t>vector has </a:t>
                </a:r>
                <a:r>
                  <a:rPr lang="en-US" b="1" dirty="0" smtClean="0"/>
                  <a:t>important</a:t>
                </a:r>
                <a:r>
                  <a:rPr lang="en-US" dirty="0" smtClean="0"/>
                  <a:t> role in forming a hyperplane</a:t>
                </a:r>
              </a:p>
            </p:txBody>
          </p:sp>
        </mc:Choice>
        <mc:Fallback xmlns="">
          <p:sp>
            <p:nvSpPr>
              <p:cNvPr id="8" name="Content Placeholder 2"/>
              <p:cNvSpPr>
                <a:spLocks noGrp="1" noRot="1" noChangeAspect="1" noMove="1" noResize="1" noEditPoints="1" noAdjustHandles="1" noChangeArrowheads="1" noChangeShapeType="1" noTextEdit="1"/>
              </p:cNvSpPr>
              <p:nvPr>
                <p:ph idx="1"/>
              </p:nvPr>
            </p:nvSpPr>
            <p:spPr>
              <a:xfrm>
                <a:off x="838200" y="1825624"/>
                <a:ext cx="5220347" cy="4927023"/>
              </a:xfrm>
              <a:blipFill>
                <a:blip r:embed="rId6"/>
                <a:stretch>
                  <a:fillRect l="-1051" t="-989" r="-1636"/>
                </a:stretch>
              </a:blipFill>
            </p:spPr>
            <p:txBody>
              <a:bodyPr/>
              <a:lstStyle/>
              <a:p>
                <a:r>
                  <a:rPr lang="en-US">
                    <a:noFill/>
                  </a:rPr>
                  <a:t> </a:t>
                </a:r>
              </a:p>
            </p:txBody>
          </p:sp>
        </mc:Fallback>
      </mc:AlternateContent>
      <p:pic>
        <p:nvPicPr>
          <p:cNvPr id="14" name="Picture 13"/>
          <p:cNvPicPr>
            <a:picLocks noChangeAspect="1"/>
          </p:cNvPicPr>
          <p:nvPr/>
        </p:nvPicPr>
        <p:blipFill>
          <a:blip r:embed="rId7"/>
          <a:stretch>
            <a:fillRect/>
          </a:stretch>
        </p:blipFill>
        <p:spPr>
          <a:xfrm>
            <a:off x="6181131" y="1699869"/>
            <a:ext cx="5172669" cy="4674625"/>
          </a:xfrm>
          <a:prstGeom prst="rect">
            <a:avLst/>
          </a:prstGeom>
        </p:spPr>
      </p:pic>
      <p:cxnSp>
        <p:nvCxnSpPr>
          <p:cNvPr id="15" name="Straight Connector 14"/>
          <p:cNvCxnSpPr/>
          <p:nvPr/>
        </p:nvCxnSpPr>
        <p:spPr>
          <a:xfrm>
            <a:off x="6610816" y="3621648"/>
            <a:ext cx="2881388" cy="2248199"/>
          </a:xfrm>
          <a:prstGeom prst="line">
            <a:avLst/>
          </a:prstGeom>
          <a:ln w="25400">
            <a:solidFill>
              <a:srgbClr val="7030A0"/>
            </a:solidFill>
            <a:prstDash val="sysDash"/>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6391808" y="2489112"/>
            <a:ext cx="362600" cy="369332"/>
          </a:xfrm>
          <a:prstGeom prst="rect">
            <a:avLst/>
          </a:prstGeom>
          <a:noFill/>
        </p:spPr>
        <p:txBody>
          <a:bodyPr wrap="none" rtlCol="0">
            <a:spAutoFit/>
          </a:bodyPr>
          <a:lstStyle/>
          <a:p>
            <a:r>
              <a:rPr lang="en-US" dirty="0" smtClean="0"/>
              <a:t>x</a:t>
            </a:r>
            <a:r>
              <a:rPr lang="en-US" baseline="-25000" dirty="0" smtClean="0"/>
              <a:t>2</a:t>
            </a:r>
            <a:endParaRPr lang="en-US" baseline="-25000" dirty="0"/>
          </a:p>
        </p:txBody>
      </p:sp>
      <p:sp>
        <p:nvSpPr>
          <p:cNvPr id="17" name="TextBox 16"/>
          <p:cNvSpPr txBox="1"/>
          <p:nvPr/>
        </p:nvSpPr>
        <p:spPr>
          <a:xfrm>
            <a:off x="10920141" y="5989026"/>
            <a:ext cx="362600" cy="369332"/>
          </a:xfrm>
          <a:prstGeom prst="rect">
            <a:avLst/>
          </a:prstGeom>
          <a:noFill/>
        </p:spPr>
        <p:txBody>
          <a:bodyPr wrap="none" rtlCol="0">
            <a:spAutoFit/>
          </a:bodyPr>
          <a:lstStyle/>
          <a:p>
            <a:r>
              <a:rPr lang="en-US" dirty="0" smtClean="0"/>
              <a:t>x</a:t>
            </a:r>
            <a:r>
              <a:rPr lang="en-US" baseline="-25000" dirty="0" smtClean="0"/>
              <a:t>1</a:t>
            </a:r>
            <a:endParaRPr lang="en-US" baseline="-25000" dirty="0"/>
          </a:p>
        </p:txBody>
      </p:sp>
      <p:cxnSp>
        <p:nvCxnSpPr>
          <p:cNvPr id="20" name="Straight Connector 19"/>
          <p:cNvCxnSpPr/>
          <p:nvPr/>
        </p:nvCxnSpPr>
        <p:spPr>
          <a:xfrm>
            <a:off x="6423196" y="4486399"/>
            <a:ext cx="2049247" cy="1609868"/>
          </a:xfrm>
          <a:prstGeom prst="line">
            <a:avLst/>
          </a:prstGeom>
          <a:ln w="25400">
            <a:solidFill>
              <a:srgbClr val="7030A0"/>
            </a:solidFill>
            <a:prstDash val="solid"/>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7119640" y="2990316"/>
            <a:ext cx="2566939" cy="2002851"/>
          </a:xfrm>
          <a:prstGeom prst="line">
            <a:avLst/>
          </a:prstGeom>
          <a:ln w="25400">
            <a:solidFill>
              <a:srgbClr val="7030A0"/>
            </a:solidFill>
            <a:prstDash val="solid"/>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a:off x="6962416" y="3675967"/>
            <a:ext cx="974953" cy="1159983"/>
          </a:xfrm>
          <a:prstGeom prst="line">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7514963" y="4032234"/>
            <a:ext cx="359394" cy="338554"/>
          </a:xfrm>
          <a:prstGeom prst="rect">
            <a:avLst/>
          </a:prstGeom>
          <a:noFill/>
        </p:spPr>
        <p:txBody>
          <a:bodyPr wrap="square" rtlCol="0">
            <a:spAutoFit/>
          </a:bodyPr>
          <a:lstStyle/>
          <a:p>
            <a:r>
              <a:rPr lang="en-US" sz="1600" dirty="0" smtClean="0"/>
              <a:t>m</a:t>
            </a:r>
            <a:endParaRPr lang="en-US" sz="1600" baseline="-25000" dirty="0"/>
          </a:p>
        </p:txBody>
      </p:sp>
      <p:sp>
        <p:nvSpPr>
          <p:cNvPr id="9" name="Rectangle 8"/>
          <p:cNvSpPr/>
          <p:nvPr/>
        </p:nvSpPr>
        <p:spPr>
          <a:xfrm>
            <a:off x="8084943" y="4523346"/>
            <a:ext cx="909223" cy="276999"/>
          </a:xfrm>
          <a:prstGeom prst="rect">
            <a:avLst/>
          </a:prstGeom>
        </p:spPr>
        <p:txBody>
          <a:bodyPr wrap="none">
            <a:spAutoFit/>
          </a:bodyPr>
          <a:lstStyle/>
          <a:p>
            <a:r>
              <a:rPr lang="en-US" sz="1200" b="1" dirty="0" err="1"/>
              <a:t>w</a:t>
            </a:r>
            <a:r>
              <a:rPr lang="en-US" sz="1200" baseline="30000" dirty="0" err="1"/>
              <a:t>T</a:t>
            </a:r>
            <a:r>
              <a:rPr lang="en-US" sz="1200" dirty="0"/>
              <a:t> </a:t>
            </a:r>
            <a:r>
              <a:rPr lang="en-US" sz="1200" b="1" dirty="0"/>
              <a:t>x</a:t>
            </a:r>
            <a:r>
              <a:rPr lang="en-US" sz="1200" dirty="0"/>
              <a:t> + b = 0</a:t>
            </a:r>
          </a:p>
        </p:txBody>
      </p:sp>
      <p:sp>
        <p:nvSpPr>
          <p:cNvPr id="18" name="Rectangle 17"/>
          <p:cNvSpPr/>
          <p:nvPr/>
        </p:nvSpPr>
        <p:spPr>
          <a:xfrm>
            <a:off x="9012666" y="4223070"/>
            <a:ext cx="909223" cy="276999"/>
          </a:xfrm>
          <a:prstGeom prst="rect">
            <a:avLst/>
          </a:prstGeom>
        </p:spPr>
        <p:txBody>
          <a:bodyPr wrap="none">
            <a:spAutoFit/>
          </a:bodyPr>
          <a:lstStyle/>
          <a:p>
            <a:r>
              <a:rPr lang="en-US" sz="1200" b="1" dirty="0" err="1"/>
              <a:t>w</a:t>
            </a:r>
            <a:r>
              <a:rPr lang="en-US" sz="1200" baseline="30000" dirty="0" err="1"/>
              <a:t>T</a:t>
            </a:r>
            <a:r>
              <a:rPr lang="en-US" sz="1200" dirty="0"/>
              <a:t> </a:t>
            </a:r>
            <a:r>
              <a:rPr lang="en-US" sz="1200" b="1" dirty="0"/>
              <a:t>x</a:t>
            </a:r>
            <a:r>
              <a:rPr lang="en-US" sz="1200" dirty="0"/>
              <a:t> + b = </a:t>
            </a:r>
            <a:r>
              <a:rPr lang="en-US" sz="1200" dirty="0" smtClean="0"/>
              <a:t>1</a:t>
            </a:r>
            <a:endParaRPr lang="en-US" sz="1200" dirty="0"/>
          </a:p>
        </p:txBody>
      </p:sp>
      <p:sp>
        <p:nvSpPr>
          <p:cNvPr id="19" name="Rectangle 18"/>
          <p:cNvSpPr/>
          <p:nvPr/>
        </p:nvSpPr>
        <p:spPr>
          <a:xfrm>
            <a:off x="7660407" y="5293177"/>
            <a:ext cx="955711" cy="276999"/>
          </a:xfrm>
          <a:prstGeom prst="rect">
            <a:avLst/>
          </a:prstGeom>
        </p:spPr>
        <p:txBody>
          <a:bodyPr wrap="none">
            <a:spAutoFit/>
          </a:bodyPr>
          <a:lstStyle/>
          <a:p>
            <a:r>
              <a:rPr lang="en-US" sz="1200" b="1" dirty="0" err="1"/>
              <a:t>w</a:t>
            </a:r>
            <a:r>
              <a:rPr lang="en-US" sz="1200" baseline="30000" dirty="0" err="1"/>
              <a:t>T</a:t>
            </a:r>
            <a:r>
              <a:rPr lang="en-US" sz="1200" dirty="0"/>
              <a:t> </a:t>
            </a:r>
            <a:r>
              <a:rPr lang="en-US" sz="1200" b="1" dirty="0"/>
              <a:t>x</a:t>
            </a:r>
            <a:r>
              <a:rPr lang="en-US" sz="1200" dirty="0"/>
              <a:t> + b = </a:t>
            </a:r>
            <a:r>
              <a:rPr lang="en-US" sz="1200" dirty="0" smtClean="0"/>
              <a:t>-1</a:t>
            </a:r>
            <a:endParaRPr lang="en-US" sz="1200" dirty="0"/>
          </a:p>
        </p:txBody>
      </p:sp>
      <p:sp>
        <p:nvSpPr>
          <p:cNvPr id="21" name="Oval 32"/>
          <p:cNvSpPr>
            <a:spLocks noChangeArrowheads="1"/>
          </p:cNvSpPr>
          <p:nvPr/>
        </p:nvSpPr>
        <p:spPr bwMode="auto">
          <a:xfrm>
            <a:off x="6750928" y="4759661"/>
            <a:ext cx="228600" cy="219075"/>
          </a:xfrm>
          <a:prstGeom prst="ellipse">
            <a:avLst/>
          </a:pr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Lucida Sans" charset="0"/>
                <a:ea typeface="ＭＳ Ｐゴシック" charset="-128"/>
              </a:defRPr>
            </a:lvl1pPr>
            <a:lvl2pPr marL="742950" indent="-285750" eaLnBrk="0" hangingPunct="0">
              <a:defRPr sz="2400">
                <a:solidFill>
                  <a:schemeClr val="tx1"/>
                </a:solidFill>
                <a:latin typeface="Lucida Sans" charset="0"/>
                <a:ea typeface="ＭＳ Ｐゴシック" charset="-128"/>
              </a:defRPr>
            </a:lvl2pPr>
            <a:lvl3pPr marL="1143000" indent="-228600" eaLnBrk="0" hangingPunct="0">
              <a:defRPr sz="2400">
                <a:solidFill>
                  <a:schemeClr val="tx1"/>
                </a:solidFill>
                <a:latin typeface="Lucida Sans" charset="0"/>
                <a:ea typeface="ＭＳ Ｐゴシック" charset="-128"/>
              </a:defRPr>
            </a:lvl3pPr>
            <a:lvl4pPr marL="1600200" indent="-228600" eaLnBrk="0" hangingPunct="0">
              <a:defRPr sz="2400">
                <a:solidFill>
                  <a:schemeClr val="tx1"/>
                </a:solidFill>
                <a:latin typeface="Lucida Sans" charset="0"/>
                <a:ea typeface="ＭＳ Ｐゴシック" charset="-128"/>
              </a:defRPr>
            </a:lvl4pPr>
            <a:lvl5pPr marL="2057400" indent="-228600" eaLnBrk="0" hangingPunct="0">
              <a:defRPr sz="2400">
                <a:solidFill>
                  <a:schemeClr val="tx1"/>
                </a:solidFill>
                <a:latin typeface="Lucida Sans" charset="0"/>
                <a:ea typeface="ＭＳ Ｐゴシック" charset="-128"/>
              </a:defRPr>
            </a:lvl5pPr>
            <a:lvl6pPr marL="2514600" indent="-228600" eaLnBrk="0" fontAlgn="base" hangingPunct="0">
              <a:spcBef>
                <a:spcPct val="0"/>
              </a:spcBef>
              <a:spcAft>
                <a:spcPct val="0"/>
              </a:spcAft>
              <a:defRPr sz="2400">
                <a:solidFill>
                  <a:schemeClr val="tx1"/>
                </a:solidFill>
                <a:latin typeface="Lucida Sans" charset="0"/>
                <a:ea typeface="ＭＳ Ｐゴシック" charset="-128"/>
              </a:defRPr>
            </a:lvl6pPr>
            <a:lvl7pPr marL="2971800" indent="-228600" eaLnBrk="0" fontAlgn="base" hangingPunct="0">
              <a:spcBef>
                <a:spcPct val="0"/>
              </a:spcBef>
              <a:spcAft>
                <a:spcPct val="0"/>
              </a:spcAft>
              <a:defRPr sz="2400">
                <a:solidFill>
                  <a:schemeClr val="tx1"/>
                </a:solidFill>
                <a:latin typeface="Lucida Sans" charset="0"/>
                <a:ea typeface="ＭＳ Ｐゴシック" charset="-128"/>
              </a:defRPr>
            </a:lvl7pPr>
            <a:lvl8pPr marL="3429000" indent="-228600" eaLnBrk="0" fontAlgn="base" hangingPunct="0">
              <a:spcBef>
                <a:spcPct val="0"/>
              </a:spcBef>
              <a:spcAft>
                <a:spcPct val="0"/>
              </a:spcAft>
              <a:defRPr sz="2400">
                <a:solidFill>
                  <a:schemeClr val="tx1"/>
                </a:solidFill>
                <a:latin typeface="Lucida Sans" charset="0"/>
                <a:ea typeface="ＭＳ Ｐゴシック" charset="-128"/>
              </a:defRPr>
            </a:lvl8pPr>
            <a:lvl9pPr marL="3886200" indent="-228600" eaLnBrk="0" fontAlgn="base" hangingPunct="0">
              <a:spcBef>
                <a:spcPct val="0"/>
              </a:spcBef>
              <a:spcAft>
                <a:spcPct val="0"/>
              </a:spcAft>
              <a:defRPr sz="2400">
                <a:solidFill>
                  <a:schemeClr val="tx1"/>
                </a:solidFill>
                <a:latin typeface="Lucida Sans" charset="0"/>
                <a:ea typeface="ＭＳ Ｐゴシック" charset="-128"/>
              </a:defRPr>
            </a:lvl9pPr>
          </a:lstStyle>
          <a:p>
            <a:pPr eaLnBrk="1" hangingPunct="1"/>
            <a:endParaRPr lang="x-none" altLang="x-none"/>
          </a:p>
        </p:txBody>
      </p:sp>
      <p:sp>
        <p:nvSpPr>
          <p:cNvPr id="22" name="Oval 32"/>
          <p:cNvSpPr>
            <a:spLocks noChangeArrowheads="1"/>
          </p:cNvSpPr>
          <p:nvPr/>
        </p:nvSpPr>
        <p:spPr bwMode="auto">
          <a:xfrm>
            <a:off x="7414311" y="5285949"/>
            <a:ext cx="228600" cy="219075"/>
          </a:xfrm>
          <a:prstGeom prst="ellipse">
            <a:avLst/>
          </a:pr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Lucida Sans" charset="0"/>
                <a:ea typeface="ＭＳ Ｐゴシック" charset="-128"/>
              </a:defRPr>
            </a:lvl1pPr>
            <a:lvl2pPr marL="742950" indent="-285750" eaLnBrk="0" hangingPunct="0">
              <a:defRPr sz="2400">
                <a:solidFill>
                  <a:schemeClr val="tx1"/>
                </a:solidFill>
                <a:latin typeface="Lucida Sans" charset="0"/>
                <a:ea typeface="ＭＳ Ｐゴシック" charset="-128"/>
              </a:defRPr>
            </a:lvl2pPr>
            <a:lvl3pPr marL="1143000" indent="-228600" eaLnBrk="0" hangingPunct="0">
              <a:defRPr sz="2400">
                <a:solidFill>
                  <a:schemeClr val="tx1"/>
                </a:solidFill>
                <a:latin typeface="Lucida Sans" charset="0"/>
                <a:ea typeface="ＭＳ Ｐゴシック" charset="-128"/>
              </a:defRPr>
            </a:lvl3pPr>
            <a:lvl4pPr marL="1600200" indent="-228600" eaLnBrk="0" hangingPunct="0">
              <a:defRPr sz="2400">
                <a:solidFill>
                  <a:schemeClr val="tx1"/>
                </a:solidFill>
                <a:latin typeface="Lucida Sans" charset="0"/>
                <a:ea typeface="ＭＳ Ｐゴシック" charset="-128"/>
              </a:defRPr>
            </a:lvl4pPr>
            <a:lvl5pPr marL="2057400" indent="-228600" eaLnBrk="0" hangingPunct="0">
              <a:defRPr sz="2400">
                <a:solidFill>
                  <a:schemeClr val="tx1"/>
                </a:solidFill>
                <a:latin typeface="Lucida Sans" charset="0"/>
                <a:ea typeface="ＭＳ Ｐゴシック" charset="-128"/>
              </a:defRPr>
            </a:lvl5pPr>
            <a:lvl6pPr marL="2514600" indent="-228600" eaLnBrk="0" fontAlgn="base" hangingPunct="0">
              <a:spcBef>
                <a:spcPct val="0"/>
              </a:spcBef>
              <a:spcAft>
                <a:spcPct val="0"/>
              </a:spcAft>
              <a:defRPr sz="2400">
                <a:solidFill>
                  <a:schemeClr val="tx1"/>
                </a:solidFill>
                <a:latin typeface="Lucida Sans" charset="0"/>
                <a:ea typeface="ＭＳ Ｐゴシック" charset="-128"/>
              </a:defRPr>
            </a:lvl6pPr>
            <a:lvl7pPr marL="2971800" indent="-228600" eaLnBrk="0" fontAlgn="base" hangingPunct="0">
              <a:spcBef>
                <a:spcPct val="0"/>
              </a:spcBef>
              <a:spcAft>
                <a:spcPct val="0"/>
              </a:spcAft>
              <a:defRPr sz="2400">
                <a:solidFill>
                  <a:schemeClr val="tx1"/>
                </a:solidFill>
                <a:latin typeface="Lucida Sans" charset="0"/>
                <a:ea typeface="ＭＳ Ｐゴシック" charset="-128"/>
              </a:defRPr>
            </a:lvl7pPr>
            <a:lvl8pPr marL="3429000" indent="-228600" eaLnBrk="0" fontAlgn="base" hangingPunct="0">
              <a:spcBef>
                <a:spcPct val="0"/>
              </a:spcBef>
              <a:spcAft>
                <a:spcPct val="0"/>
              </a:spcAft>
              <a:defRPr sz="2400">
                <a:solidFill>
                  <a:schemeClr val="tx1"/>
                </a:solidFill>
                <a:latin typeface="Lucida Sans" charset="0"/>
                <a:ea typeface="ＭＳ Ｐゴシック" charset="-128"/>
              </a:defRPr>
            </a:lvl8pPr>
            <a:lvl9pPr marL="3886200" indent="-228600" eaLnBrk="0" fontAlgn="base" hangingPunct="0">
              <a:spcBef>
                <a:spcPct val="0"/>
              </a:spcBef>
              <a:spcAft>
                <a:spcPct val="0"/>
              </a:spcAft>
              <a:defRPr sz="2400">
                <a:solidFill>
                  <a:schemeClr val="tx1"/>
                </a:solidFill>
                <a:latin typeface="Lucida Sans" charset="0"/>
                <a:ea typeface="ＭＳ Ｐゴシック" charset="-128"/>
              </a:defRPr>
            </a:lvl9pPr>
          </a:lstStyle>
          <a:p>
            <a:pPr eaLnBrk="1" hangingPunct="1"/>
            <a:endParaRPr lang="x-none" altLang="x-none" dirty="0"/>
          </a:p>
        </p:txBody>
      </p:sp>
      <p:sp>
        <p:nvSpPr>
          <p:cNvPr id="23" name="Oval 32"/>
          <p:cNvSpPr>
            <a:spLocks noChangeArrowheads="1"/>
          </p:cNvSpPr>
          <p:nvPr/>
        </p:nvSpPr>
        <p:spPr bwMode="auto">
          <a:xfrm>
            <a:off x="8080945" y="3698009"/>
            <a:ext cx="228600" cy="219075"/>
          </a:xfrm>
          <a:prstGeom prst="ellipse">
            <a:avLst/>
          </a:pr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Lucida Sans" charset="0"/>
                <a:ea typeface="ＭＳ Ｐゴシック" charset="-128"/>
              </a:defRPr>
            </a:lvl1pPr>
            <a:lvl2pPr marL="742950" indent="-285750" eaLnBrk="0" hangingPunct="0">
              <a:defRPr sz="2400">
                <a:solidFill>
                  <a:schemeClr val="tx1"/>
                </a:solidFill>
                <a:latin typeface="Lucida Sans" charset="0"/>
                <a:ea typeface="ＭＳ Ｐゴシック" charset="-128"/>
              </a:defRPr>
            </a:lvl2pPr>
            <a:lvl3pPr marL="1143000" indent="-228600" eaLnBrk="0" hangingPunct="0">
              <a:defRPr sz="2400">
                <a:solidFill>
                  <a:schemeClr val="tx1"/>
                </a:solidFill>
                <a:latin typeface="Lucida Sans" charset="0"/>
                <a:ea typeface="ＭＳ Ｐゴシック" charset="-128"/>
              </a:defRPr>
            </a:lvl3pPr>
            <a:lvl4pPr marL="1600200" indent="-228600" eaLnBrk="0" hangingPunct="0">
              <a:defRPr sz="2400">
                <a:solidFill>
                  <a:schemeClr val="tx1"/>
                </a:solidFill>
                <a:latin typeface="Lucida Sans" charset="0"/>
                <a:ea typeface="ＭＳ Ｐゴシック" charset="-128"/>
              </a:defRPr>
            </a:lvl4pPr>
            <a:lvl5pPr marL="2057400" indent="-228600" eaLnBrk="0" hangingPunct="0">
              <a:defRPr sz="2400">
                <a:solidFill>
                  <a:schemeClr val="tx1"/>
                </a:solidFill>
                <a:latin typeface="Lucida Sans" charset="0"/>
                <a:ea typeface="ＭＳ Ｐゴシック" charset="-128"/>
              </a:defRPr>
            </a:lvl5pPr>
            <a:lvl6pPr marL="2514600" indent="-228600" eaLnBrk="0" fontAlgn="base" hangingPunct="0">
              <a:spcBef>
                <a:spcPct val="0"/>
              </a:spcBef>
              <a:spcAft>
                <a:spcPct val="0"/>
              </a:spcAft>
              <a:defRPr sz="2400">
                <a:solidFill>
                  <a:schemeClr val="tx1"/>
                </a:solidFill>
                <a:latin typeface="Lucida Sans" charset="0"/>
                <a:ea typeface="ＭＳ Ｐゴシック" charset="-128"/>
              </a:defRPr>
            </a:lvl6pPr>
            <a:lvl7pPr marL="2971800" indent="-228600" eaLnBrk="0" fontAlgn="base" hangingPunct="0">
              <a:spcBef>
                <a:spcPct val="0"/>
              </a:spcBef>
              <a:spcAft>
                <a:spcPct val="0"/>
              </a:spcAft>
              <a:defRPr sz="2400">
                <a:solidFill>
                  <a:schemeClr val="tx1"/>
                </a:solidFill>
                <a:latin typeface="Lucida Sans" charset="0"/>
                <a:ea typeface="ＭＳ Ｐゴシック" charset="-128"/>
              </a:defRPr>
            </a:lvl7pPr>
            <a:lvl8pPr marL="3429000" indent="-228600" eaLnBrk="0" fontAlgn="base" hangingPunct="0">
              <a:spcBef>
                <a:spcPct val="0"/>
              </a:spcBef>
              <a:spcAft>
                <a:spcPct val="0"/>
              </a:spcAft>
              <a:defRPr sz="2400">
                <a:solidFill>
                  <a:schemeClr val="tx1"/>
                </a:solidFill>
                <a:latin typeface="Lucida Sans" charset="0"/>
                <a:ea typeface="ＭＳ Ｐゴシック" charset="-128"/>
              </a:defRPr>
            </a:lvl8pPr>
            <a:lvl9pPr marL="3886200" indent="-228600" eaLnBrk="0" fontAlgn="base" hangingPunct="0">
              <a:spcBef>
                <a:spcPct val="0"/>
              </a:spcBef>
              <a:spcAft>
                <a:spcPct val="0"/>
              </a:spcAft>
              <a:defRPr sz="2400">
                <a:solidFill>
                  <a:schemeClr val="tx1"/>
                </a:solidFill>
                <a:latin typeface="Lucida Sans" charset="0"/>
                <a:ea typeface="ＭＳ Ｐゴシック" charset="-128"/>
              </a:defRPr>
            </a:lvl9pPr>
          </a:lstStyle>
          <a:p>
            <a:pPr eaLnBrk="1" hangingPunct="1"/>
            <a:endParaRPr lang="x-none" altLang="x-none"/>
          </a:p>
        </p:txBody>
      </p:sp>
      <mc:AlternateContent xmlns:mc="http://schemas.openxmlformats.org/markup-compatibility/2006" xmlns:a14="http://schemas.microsoft.com/office/drawing/2010/main">
        <mc:Choice Requires="a14">
          <p:sp>
            <p:nvSpPr>
              <p:cNvPr id="26" name="Rectangle 25"/>
              <p:cNvSpPr/>
              <p:nvPr/>
            </p:nvSpPr>
            <p:spPr>
              <a:xfrm>
                <a:off x="2311460" y="2443782"/>
                <a:ext cx="2929812" cy="57849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2800" b="1" i="1" smtClean="0">
                              <a:solidFill>
                                <a:schemeClr val="tx1"/>
                              </a:solidFill>
                              <a:latin typeface="Cambria Math" panose="02040503050406030204" pitchFamily="18" charset="0"/>
                            </a:rPr>
                          </m:ctrlPr>
                        </m:sSupPr>
                        <m:e>
                          <m:r>
                            <a:rPr lang="en-US" sz="2800" b="1" i="1">
                              <a:solidFill>
                                <a:schemeClr val="tx1"/>
                              </a:solidFill>
                              <a:latin typeface="Cambria Math" panose="02040503050406030204" pitchFamily="18" charset="0"/>
                            </a:rPr>
                            <m:t>𝒘</m:t>
                          </m:r>
                        </m:e>
                        <m:sup>
                          <m:r>
                            <a:rPr lang="en-US" sz="2800" b="1" i="1">
                              <a:solidFill>
                                <a:schemeClr val="tx1"/>
                              </a:solidFill>
                              <a:latin typeface="Cambria Math" panose="02040503050406030204" pitchFamily="18" charset="0"/>
                            </a:rPr>
                            <m:t>𝑻</m:t>
                          </m:r>
                        </m:sup>
                      </m:sSup>
                      <m:r>
                        <a:rPr lang="en-US" sz="2800" b="1" i="1">
                          <a:solidFill>
                            <a:schemeClr val="tx1"/>
                          </a:solidFill>
                          <a:latin typeface="Cambria Math" panose="02040503050406030204" pitchFamily="18" charset="0"/>
                        </a:rPr>
                        <m:t>𝒙</m:t>
                      </m:r>
                      <m:r>
                        <a:rPr lang="en-US" sz="2800" i="1">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𝑏</m:t>
                      </m:r>
                      <m:r>
                        <a:rPr lang="en-US" sz="2800" i="1">
                          <a:solidFill>
                            <a:schemeClr val="tx1"/>
                          </a:solidFill>
                          <a:latin typeface="Cambria Math" panose="02040503050406030204" pitchFamily="18" charset="0"/>
                        </a:rPr>
                        <m:t>=0</m:t>
                      </m:r>
                    </m:oMath>
                  </m:oMathPara>
                </a14:m>
                <a:endParaRPr lang="en-US" sz="2800" dirty="0">
                  <a:solidFill>
                    <a:schemeClr val="tx1"/>
                  </a:solidFill>
                </a:endParaRPr>
              </a:p>
            </p:txBody>
          </p:sp>
        </mc:Choice>
        <mc:Fallback xmlns="">
          <p:sp>
            <p:nvSpPr>
              <p:cNvPr id="26" name="Rectangle 25"/>
              <p:cNvSpPr>
                <a:spLocks noRot="1" noChangeAspect="1" noMove="1" noResize="1" noEditPoints="1" noAdjustHandles="1" noChangeArrowheads="1" noChangeShapeType="1" noTextEdit="1"/>
              </p:cNvSpPr>
              <p:nvPr/>
            </p:nvSpPr>
            <p:spPr>
              <a:xfrm>
                <a:off x="2311460" y="2443782"/>
                <a:ext cx="2929812" cy="578498"/>
              </a:xfrm>
              <a:prstGeom prst="rect">
                <a:avLst/>
              </a:prstGeom>
              <a:blipFill>
                <a:blip r:embed="rId8"/>
                <a:stretch>
                  <a:fillRect/>
                </a:stretch>
              </a:blipFill>
              <a:ln>
                <a:solidFill>
                  <a:schemeClr val="tx1"/>
                </a:solidFill>
              </a:ln>
            </p:spPr>
            <p:txBody>
              <a:bodyPr/>
              <a:lstStyle/>
              <a:p>
                <a:r>
                  <a:rPr lang="en-US">
                    <a:noFill/>
                  </a:rPr>
                  <a:t> </a:t>
                </a:r>
              </a:p>
            </p:txBody>
          </p:sp>
        </mc:Fallback>
      </mc:AlternateContent>
      <p:pic>
        <p:nvPicPr>
          <p:cNvPr id="28" name="Picture 27"/>
          <p:cNvPicPr>
            <a:picLocks noChangeAspect="1"/>
          </p:cNvPicPr>
          <p:nvPr/>
        </p:nvPicPr>
        <p:blipFill>
          <a:blip r:embed="rId9"/>
          <a:stretch>
            <a:fillRect/>
          </a:stretch>
        </p:blipFill>
        <p:spPr>
          <a:xfrm>
            <a:off x="6181131" y="1699869"/>
            <a:ext cx="5198127" cy="4680164"/>
          </a:xfrm>
          <a:prstGeom prst="rect">
            <a:avLst/>
          </a:prstGeom>
        </p:spPr>
      </p:pic>
      <p:pic>
        <p:nvPicPr>
          <p:cNvPr id="29" name="Picture 28"/>
          <p:cNvPicPr>
            <a:picLocks noChangeAspect="1"/>
          </p:cNvPicPr>
          <p:nvPr/>
        </p:nvPicPr>
        <p:blipFill>
          <a:blip r:embed="rId10"/>
          <a:stretch>
            <a:fillRect/>
          </a:stretch>
        </p:blipFill>
        <p:spPr>
          <a:xfrm>
            <a:off x="6186323" y="1700304"/>
            <a:ext cx="5180206" cy="4708492"/>
          </a:xfrm>
          <a:prstGeom prst="rect">
            <a:avLst/>
          </a:prstGeom>
        </p:spPr>
      </p:pic>
      <p:sp>
        <p:nvSpPr>
          <p:cNvPr id="24" name="TextBox 23"/>
          <p:cNvSpPr txBox="1"/>
          <p:nvPr/>
        </p:nvSpPr>
        <p:spPr>
          <a:xfrm>
            <a:off x="9895601" y="2969676"/>
            <a:ext cx="1123256" cy="307777"/>
          </a:xfrm>
          <a:prstGeom prst="rect">
            <a:avLst/>
          </a:prstGeom>
          <a:noFill/>
        </p:spPr>
        <p:txBody>
          <a:bodyPr wrap="none" rtlCol="0">
            <a:spAutoFit/>
          </a:bodyPr>
          <a:lstStyle/>
          <a:p>
            <a:r>
              <a:rPr lang="en-US" sz="1400" dirty="0" smtClean="0"/>
              <a:t>positive data</a:t>
            </a:r>
            <a:endParaRPr lang="en-US" sz="1400" baseline="-25000" dirty="0"/>
          </a:p>
        </p:txBody>
      </p:sp>
      <p:sp>
        <p:nvSpPr>
          <p:cNvPr id="25" name="TextBox 24"/>
          <p:cNvSpPr txBox="1"/>
          <p:nvPr/>
        </p:nvSpPr>
        <p:spPr>
          <a:xfrm>
            <a:off x="8687249" y="5585388"/>
            <a:ext cx="1172757" cy="307777"/>
          </a:xfrm>
          <a:prstGeom prst="rect">
            <a:avLst/>
          </a:prstGeom>
          <a:noFill/>
        </p:spPr>
        <p:txBody>
          <a:bodyPr wrap="none" rtlCol="0">
            <a:spAutoFit/>
          </a:bodyPr>
          <a:lstStyle/>
          <a:p>
            <a:r>
              <a:rPr lang="en-US" sz="1400" dirty="0" smtClean="0"/>
              <a:t>negative data</a:t>
            </a:r>
            <a:endParaRPr lang="en-US" sz="1400" baseline="-25000" dirty="0"/>
          </a:p>
        </p:txBody>
      </p:sp>
      <p:sp>
        <p:nvSpPr>
          <p:cNvPr id="27" name="TextBox 26"/>
          <p:cNvSpPr txBox="1"/>
          <p:nvPr/>
        </p:nvSpPr>
        <p:spPr>
          <a:xfrm>
            <a:off x="6438457" y="2652948"/>
            <a:ext cx="324128" cy="369332"/>
          </a:xfrm>
          <a:prstGeom prst="rect">
            <a:avLst/>
          </a:prstGeom>
          <a:noFill/>
        </p:spPr>
        <p:txBody>
          <a:bodyPr wrap="none" rtlCol="0">
            <a:spAutoFit/>
          </a:bodyPr>
          <a:lstStyle/>
          <a:p>
            <a:r>
              <a:rPr lang="en-US" dirty="0" smtClean="0"/>
              <a:t>B</a:t>
            </a:r>
            <a:endParaRPr lang="en-US" baseline="-25000" dirty="0"/>
          </a:p>
        </p:txBody>
      </p:sp>
      <p:sp>
        <p:nvSpPr>
          <p:cNvPr id="30" name="TextBox 29"/>
          <p:cNvSpPr txBox="1"/>
          <p:nvPr/>
        </p:nvSpPr>
        <p:spPr>
          <a:xfrm>
            <a:off x="10635014" y="6088899"/>
            <a:ext cx="308098" cy="369332"/>
          </a:xfrm>
          <a:prstGeom prst="rect">
            <a:avLst/>
          </a:prstGeom>
          <a:noFill/>
        </p:spPr>
        <p:txBody>
          <a:bodyPr wrap="none" rtlCol="0">
            <a:spAutoFit/>
          </a:bodyPr>
          <a:lstStyle/>
          <a:p>
            <a:r>
              <a:rPr lang="en-US" dirty="0" smtClean="0"/>
              <a:t>A</a:t>
            </a:r>
            <a:endParaRPr lang="en-US" baseline="-25000" dirty="0"/>
          </a:p>
        </p:txBody>
      </p:sp>
    </p:spTree>
    <p:custDataLst>
      <p:tags r:id="rId1"/>
    </p:custDataLst>
    <p:extLst>
      <p:ext uri="{BB962C8B-B14F-4D97-AF65-F5344CB8AC3E}">
        <p14:creationId xmlns:p14="http://schemas.microsoft.com/office/powerpoint/2010/main" val="1881261425"/>
      </p:ext>
    </p:extLst>
  </p:cSld>
  <p:clrMapOvr>
    <a:masterClrMapping/>
  </p:clrMapOvr>
  <mc:AlternateContent xmlns:mc="http://schemas.openxmlformats.org/markup-compatibility/2006" xmlns:p14="http://schemas.microsoft.com/office/powerpoint/2010/main">
    <mc:Choice Requires="p14">
      <p:transition spd="slow" p14:dur="2000" advTm="50580">
        <p:cut/>
      </p:transition>
    </mc:Choice>
    <mc:Fallback xmlns="">
      <p:transition spd="slow" advTm="50580">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500"/>
                                        <p:tgtEl>
                                          <p:spTgt spid="20"/>
                                        </p:tgtEl>
                                      </p:cBhvr>
                                    </p:animEffect>
                                  </p:childTnLst>
                                </p:cTn>
                              </p:par>
                              <p:par>
                                <p:cTn id="8" presetID="1"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childTnLst>
                                </p:cTn>
                              </p:par>
                            </p:childTnLst>
                          </p:cTn>
                        </p:par>
                        <p:par>
                          <p:cTn id="10" fill="hold">
                            <p:stCondLst>
                              <p:cond delay="500"/>
                            </p:stCondLst>
                            <p:childTnLst>
                              <p:par>
                                <p:cTn id="11" presetID="22" presetClass="entr" presetSubtype="4" fill="hold"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down)">
                                      <p:cBhvr>
                                        <p:cTn id="13" dur="500"/>
                                        <p:tgtEl>
                                          <p:spTgt spid="15"/>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par>
                          <p:cTn id="16" fill="hold">
                            <p:stCondLst>
                              <p:cond delay="1000"/>
                            </p:stCondLst>
                            <p:childTnLst>
                              <p:par>
                                <p:cTn id="17" presetID="22" presetClass="entr" presetSubtype="4"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down)">
                                      <p:cBhvr>
                                        <p:cTn id="19" dur="500"/>
                                        <p:tgtEl>
                                          <p:spTgt spid="12"/>
                                        </p:tgtEl>
                                      </p:cBhvr>
                                    </p:animEffect>
                                  </p:childTnLst>
                                </p:cTn>
                              </p:par>
                              <p:par>
                                <p:cTn id="20" presetID="1"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down)">
                                      <p:cBhvr>
                                        <p:cTn id="26" dur="500"/>
                                        <p:tgtEl>
                                          <p:spTgt spid="10"/>
                                        </p:tgtEl>
                                      </p:cBhvr>
                                    </p:animEffec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500"/>
                                        <p:tgtEl>
                                          <p:spTgt spid="2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fade">
                                      <p:cBhvr>
                                        <p:cTn id="44" dur="500"/>
                                        <p:tgtEl>
                                          <p:spTgt spid="2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nodeType="clickEffect">
                                  <p:stCondLst>
                                    <p:cond delay="0"/>
                                  </p:stCondLst>
                                  <p:childTnLst>
                                    <p:animEffect transition="out" filter="fade">
                                      <p:cBhvr>
                                        <p:cTn id="48" dur="500"/>
                                        <p:tgtEl>
                                          <p:spTgt spid="28"/>
                                        </p:tgtEl>
                                      </p:cBhvr>
                                    </p:animEffect>
                                    <p:set>
                                      <p:cBhvr>
                                        <p:cTn id="49" dur="1" fill="hold">
                                          <p:stCondLst>
                                            <p:cond delay="499"/>
                                          </p:stCondLst>
                                        </p:cTn>
                                        <p:tgtEl>
                                          <p:spTgt spid="28"/>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51" dur="500"/>
                                        <p:tgtEl>
                                          <p:spTgt spid="29"/>
                                        </p:tgtEl>
                                      </p:cBhvr>
                                    </p:animEffect>
                                    <p:set>
                                      <p:cBhvr>
                                        <p:cTn id="52" dur="1" fill="hold">
                                          <p:stCondLst>
                                            <p:cond delay="499"/>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9" grpId="0"/>
      <p:bldP spid="18" grpId="0"/>
      <p:bldP spid="19" grpId="0"/>
      <p:bldP spid="21" grpId="0" animBg="1"/>
      <p:bldP spid="22" grpId="0" animBg="1"/>
      <p:bldP spid="23" grpId="0" animBg="1"/>
    </p:bldLst>
  </p:timing>
  <p:extLst mod="1">
    <p:ext uri="{3A86A75C-4F4B-4683-9AE1-C65F6400EC91}">
      <p14:laserTraceLst xmlns:p14="http://schemas.microsoft.com/office/powerpoint/2010/main">
        <p14:tracePtLst>
          <p14:tracePt t="11938" x="2206625" y="5240338"/>
          <p14:tracePt t="11945" x="2293938" y="5240338"/>
          <p14:tracePt t="11953" x="2409825" y="5240338"/>
          <p14:tracePt t="11970" x="2605088" y="5240338"/>
          <p14:tracePt t="11986" x="2801938" y="5240338"/>
          <p14:tracePt t="12003" x="3055938" y="5240338"/>
          <p14:tracePt t="12020" x="3330575" y="5240338"/>
          <p14:tracePt t="12036" x="3592513" y="5240338"/>
          <p14:tracePt t="12053" x="3889375" y="5240338"/>
          <p14:tracePt t="12070" x="4173538" y="5240338"/>
          <p14:tracePt t="12086" x="4391025" y="5240338"/>
          <p14:tracePt t="12103" x="4608513" y="5240338"/>
          <p14:tracePt t="12120" x="4927600" y="5240338"/>
          <p14:tracePt t="12136" x="5087938" y="5240338"/>
          <p14:tracePt t="12153" x="5195888" y="5240338"/>
          <p14:tracePt t="12170" x="5218113" y="5240338"/>
          <p14:tracePt t="30737" x="5218113" y="5232400"/>
          <p14:tracePt t="30762" x="5218113" y="5224463"/>
          <p14:tracePt t="31372" x="5218113" y="5218113"/>
          <p14:tracePt t="31387" x="5210175" y="5203825"/>
          <p14:tracePt t="31403" x="5210175" y="5189538"/>
          <p14:tracePt t="31409" x="5210175" y="5181600"/>
          <p14:tracePt t="31418" x="5210175" y="5167313"/>
          <p14:tracePt t="31426" x="5210175" y="5159375"/>
          <p14:tracePt t="31442" x="5210175" y="5138738"/>
          <p14:tracePt t="31459" x="5210175" y="5116513"/>
          <p14:tracePt t="33703" x="5189538" y="5116513"/>
          <p14:tracePt t="33709" x="5173663" y="5116513"/>
          <p14:tracePt t="33716" x="5145088" y="5116513"/>
          <p14:tracePt t="33727" x="5116513" y="5116513"/>
          <p14:tracePt t="33744" x="5021263" y="5122863"/>
          <p14:tracePt t="33761" x="4949825" y="5138738"/>
          <p14:tracePt t="33777" x="4848225" y="5153025"/>
          <p14:tracePt t="33794" x="4760913" y="5159375"/>
          <p14:tracePt t="33811" x="4673600" y="5181600"/>
          <p14:tracePt t="33827" x="4614863" y="5181600"/>
          <p14:tracePt t="33843" x="4579938" y="5189538"/>
          <p14:tracePt t="33860" x="4549775" y="5189538"/>
          <p14:tracePt t="33877" x="4498975" y="5203825"/>
          <p14:tracePt t="33893" x="4470400" y="5203825"/>
          <p14:tracePt t="33910" x="4419600" y="5210175"/>
          <p14:tracePt t="33927" x="4376738" y="5232400"/>
          <p14:tracePt t="33944" x="4303713" y="5246688"/>
          <p14:tracePt t="33960" x="4281488" y="5260975"/>
          <p14:tracePt t="33977" x="4187825" y="5275263"/>
          <p14:tracePt t="33994" x="4114800" y="5291138"/>
          <p14:tracePt t="34010" x="4005263" y="5305425"/>
          <p14:tracePt t="34027" x="3911600" y="5311775"/>
          <p14:tracePt t="34043" x="3787775" y="5334000"/>
          <p14:tracePt t="34060" x="3657600" y="5348288"/>
          <p14:tracePt t="34077" x="3519488" y="5348288"/>
          <p14:tracePt t="34095" x="3411538" y="5348288"/>
          <p14:tracePt t="34110" x="3309938" y="5348288"/>
          <p14:tracePt t="34127" x="3243263" y="5348288"/>
          <p14:tracePt t="34143" x="3163888" y="5348288"/>
          <p14:tracePt t="34160" x="3011488" y="5326063"/>
          <p14:tracePt t="34177" x="2968625" y="5319713"/>
          <p14:tracePt t="34193" x="2946400" y="5305425"/>
          <p14:tracePt t="34210" x="2938463" y="5297488"/>
          <p14:tracePt t="34227" x="2924175" y="5275263"/>
          <p14:tracePt t="34244" x="2887663" y="5224463"/>
          <p14:tracePt t="34260" x="2830513" y="5153025"/>
          <p14:tracePt t="34277" x="2786063" y="5108575"/>
          <p14:tracePt t="34294" x="2720975" y="5072063"/>
          <p14:tracePt t="34310" x="2663825" y="5029200"/>
          <p14:tracePt t="34327" x="2598738" y="5006975"/>
          <p14:tracePt t="34344" x="2395538" y="4949825"/>
          <p14:tracePt t="34360" x="2257425" y="4935538"/>
          <p14:tracePt t="34377" x="2147888" y="4927600"/>
          <p14:tracePt t="34393" x="2060575" y="4927600"/>
          <p14:tracePt t="34410" x="1966913" y="4927600"/>
          <p14:tracePt t="34427" x="1879600" y="4927600"/>
          <p14:tracePt t="34444" x="1785938" y="4927600"/>
          <p14:tracePt t="34460" x="1654175" y="4927600"/>
          <p14:tracePt t="34477" x="1487488" y="4927600"/>
          <p14:tracePt t="34494" x="1233488" y="4927600"/>
          <p14:tracePt t="34510" x="914400" y="4927600"/>
          <p14:tracePt t="34527" x="442913" y="4927600"/>
          <p14:tracePt t="40281" x="14288" y="4259263"/>
          <p14:tracePt t="40288" x="384175" y="4157663"/>
          <p14:tracePt t="40297" x="544513" y="4114800"/>
          <p14:tracePt t="40312" x="674688" y="4100513"/>
          <p14:tracePt t="40329" x="942975" y="4013200"/>
          <p14:tracePt t="40345" x="1074738" y="3984625"/>
          <p14:tracePt t="40363" x="1196975" y="3948113"/>
          <p14:tracePt t="40379" x="1298575" y="3919538"/>
          <p14:tracePt t="40396" x="1408113" y="3897313"/>
          <p14:tracePt t="40412" x="1473200" y="3868738"/>
          <p14:tracePt t="40429" x="1501775" y="3860800"/>
          <p14:tracePt t="40445" x="1516063" y="3852863"/>
          <p14:tracePt t="40462" x="1552575" y="3846513"/>
          <p14:tracePt t="40479" x="1597025" y="3838575"/>
          <p14:tracePt t="40496" x="1639888" y="3817938"/>
          <p14:tracePt t="40512" x="1712913" y="3802063"/>
          <p14:tracePt t="40529" x="1741488" y="3787775"/>
          <p14:tracePt t="40546" x="1763713" y="3787775"/>
          <p14:tracePt t="40562" x="1770063" y="3787775"/>
          <p14:tracePt t="40579" x="1785938" y="3781425"/>
          <p14:tracePt t="40612" x="1792288" y="3773488"/>
          <p14:tracePt t="40629" x="1851025" y="3751263"/>
          <p14:tracePt t="40645" x="1908175" y="3730625"/>
          <p14:tracePt t="40662" x="1966913" y="3722688"/>
          <p14:tracePt t="40679" x="2009775" y="3708400"/>
          <p14:tracePt t="40696" x="2046288" y="3700463"/>
          <p14:tracePt t="40712" x="2068513" y="3700463"/>
          <p14:tracePt t="40729" x="2097088" y="3700463"/>
          <p14:tracePt t="40745" x="2133600" y="3700463"/>
          <p14:tracePt t="40762" x="2184400" y="3700463"/>
          <p14:tracePt t="40779" x="2243138" y="3700463"/>
          <p14:tracePt t="40796" x="2344738" y="3700463"/>
          <p14:tracePt t="40812" x="2460625" y="3700463"/>
          <p14:tracePt t="40829" x="2619375" y="3700463"/>
          <p14:tracePt t="40845" x="2779713" y="3730625"/>
          <p14:tracePt t="40862" x="2917825" y="3744913"/>
          <p14:tracePt t="40879" x="3033713" y="3751263"/>
          <p14:tracePt t="40896" x="3186113" y="3751263"/>
          <p14:tracePt t="40912" x="3316288" y="3751263"/>
          <p14:tracePt t="40929" x="3440113" y="3751263"/>
          <p14:tracePt t="40945" x="3556000" y="3751263"/>
          <p14:tracePt t="40962" x="3671888" y="3751263"/>
          <p14:tracePt t="40979" x="3773488" y="3751263"/>
          <p14:tracePt t="40995" x="3852863" y="3759200"/>
          <p14:tracePt t="41012" x="3933825" y="3759200"/>
          <p14:tracePt t="41029" x="3998913" y="3767138"/>
          <p14:tracePt t="41045" x="4056063" y="3773488"/>
          <p14:tracePt t="41062" x="4114800" y="3781425"/>
          <p14:tracePt t="41079" x="4216400" y="3795713"/>
          <p14:tracePt t="41096" x="4332288" y="3817938"/>
          <p14:tracePt t="41112" x="4543425" y="3852863"/>
          <p14:tracePt t="41129" x="4681538" y="3868738"/>
          <p14:tracePt t="41146" x="4818063" y="3889375"/>
          <p14:tracePt t="41162" x="4927600" y="3897313"/>
          <p14:tracePt t="41179" x="4978400" y="3911600"/>
          <p14:tracePt t="41195" x="5029200" y="3911600"/>
          <p14:tracePt t="41212" x="5057775" y="3919538"/>
          <p14:tracePt t="41229" x="5102225" y="3925888"/>
          <p14:tracePt t="41245" x="5130800" y="3933825"/>
          <p14:tracePt t="41262" x="5167313" y="3948113"/>
          <p14:tracePt t="41279" x="5210175" y="3954463"/>
          <p14:tracePt t="41296" x="5291138" y="3984625"/>
          <p14:tracePt t="41312" x="5334000" y="3990975"/>
          <p14:tracePt t="41329" x="5370513" y="4005263"/>
          <p14:tracePt t="41346" x="5384800" y="4005263"/>
          <p14:tracePt t="41362" x="5399088" y="4021138"/>
          <p14:tracePt t="41380" x="5413375" y="4027488"/>
          <p14:tracePt t="41396" x="5427663" y="4035425"/>
          <p14:tracePt t="41413" x="5449888" y="4049713"/>
          <p14:tracePt t="41430" x="5478463" y="4064000"/>
          <p14:tracePt t="41446" x="5500688" y="4064000"/>
          <p14:tracePt t="41463" x="5514975" y="4078288"/>
          <p14:tracePt t="41479" x="5529263" y="4078288"/>
          <p14:tracePt t="41496" x="5545138" y="4086225"/>
          <p14:tracePt t="41513" x="5551488" y="4086225"/>
          <p14:tracePt t="41530" x="5559425" y="4100513"/>
          <p14:tracePt t="41546" x="5565775" y="4100513"/>
          <p14:tracePt t="41579" x="5573713" y="4100513"/>
          <p14:tracePt t="41596" x="5580063" y="4100513"/>
          <p14:tracePt t="41613" x="5595938" y="4100513"/>
          <p14:tracePt t="41629" x="5610225" y="4106863"/>
          <p14:tracePt t="41646" x="5616575" y="4106863"/>
          <p14:tracePt t="41694" x="5624513" y="4106863"/>
          <p14:tracePt t="41726" x="5630863" y="4106863"/>
          <p14:tracePt t="42068" x="5638800" y="4106863"/>
          <p14:tracePt t="42095" x="5646738" y="4106863"/>
          <p14:tracePt t="42116" x="5653088" y="4106863"/>
          <p14:tracePt t="42181" x="5661025" y="4106863"/>
          <p14:tracePt t="42195" x="5667375" y="4122738"/>
          <p14:tracePt t="42212" x="5675313" y="4122738"/>
          <p14:tracePt t="42229" x="5681663" y="4122738"/>
          <p14:tracePt t="42270" x="5697538" y="4122738"/>
          <p14:tracePt t="42280" x="5703888" y="4129088"/>
          <p14:tracePt t="42315" x="5726113" y="4151313"/>
          <p14:tracePt t="42330" x="5732463" y="4157663"/>
          <p14:tracePt t="42363" x="5740400" y="4165600"/>
          <p14:tracePt t="42380" x="5748338" y="4165600"/>
        </p14:tracePtLst>
      </p14:laserTraceLst>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graphicFrame>
        <p:nvGraphicFramePr>
          <p:cNvPr id="5" name="Diagram 4"/>
          <p:cNvGraphicFramePr/>
          <p:nvPr>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31172980"/>
      </p:ext>
    </p:extLst>
  </p:cSld>
  <p:clrMapOvr>
    <a:masterClrMapping/>
  </p:clrMapOvr>
  <mc:AlternateContent xmlns:mc="http://schemas.openxmlformats.org/markup-compatibility/2006" xmlns:p14="http://schemas.microsoft.com/office/powerpoint/2010/main">
    <mc:Choice Requires="p14">
      <p:transition spd="slow" p14:dur="2000" advTm="5971">
        <p:cut/>
      </p:transition>
    </mc:Choice>
    <mc:Fallback xmlns="">
      <p:transition spd="slow" advTm="5971">
        <p:cut/>
      </p:transition>
    </mc:Fallback>
  </mc:AlternateContent>
  <p:timing>
    <p:tnLst>
      <p:par>
        <p:cTn id="1" dur="indefinite" restart="never" nodeType="tmRoot"/>
      </p:par>
    </p:tnLst>
  </p:timing>
  <p:extLst mod="1">
    <p:ext uri="{3A86A75C-4F4B-4683-9AE1-C65F6400EC91}">
      <p14:laserTraceLst xmlns:p14="http://schemas.microsoft.com/office/powerpoint/2010/main">
        <p14:tracePtLst>
          <p14:tracePt t="2629" x="827088" y="5384800"/>
          <p14:tracePt t="2650" x="835025" y="5370513"/>
          <p14:tracePt t="2667" x="892175" y="5341938"/>
          <p14:tracePt t="2684" x="1008063" y="5297488"/>
          <p14:tracePt t="2700" x="1306513" y="5254625"/>
          <p14:tracePt t="2717" x="2060575" y="5087938"/>
          <p14:tracePt t="2733" x="2627313" y="4927600"/>
          <p14:tracePt t="2750" x="3033713" y="4833938"/>
          <p14:tracePt t="2767" x="3462338" y="4752975"/>
          <p14:tracePt t="2784" x="3889375" y="4645025"/>
          <p14:tracePt t="2800" x="4267200" y="4513263"/>
          <p14:tracePt t="2817" x="4702175" y="4383088"/>
          <p14:tracePt t="2834" x="4978400" y="4310063"/>
          <p14:tracePt t="2850" x="5173663" y="4252913"/>
          <p14:tracePt t="2867" x="5326063" y="4216400"/>
          <p14:tracePt t="2884" x="5478463" y="4179888"/>
          <p14:tracePt t="2900" x="5624513" y="4157663"/>
          <p14:tracePt t="2917" x="5878513" y="4122738"/>
          <p14:tracePt t="2934" x="6059488" y="4100513"/>
          <p14:tracePt t="2951" x="6234113" y="4086225"/>
          <p14:tracePt t="2967" x="6392863" y="4086225"/>
          <p14:tracePt t="2984" x="6494463" y="4086225"/>
          <p14:tracePt t="3000" x="6545263" y="4086225"/>
          <p14:tracePt t="3017" x="6561138" y="4086225"/>
          <p14:tracePt t="3050" x="6575425" y="4086225"/>
          <p14:tracePt t="3067" x="6575425" y="4092575"/>
          <p14:tracePt t="3110" x="6561138" y="4106863"/>
          <p14:tracePt t="3117" x="6545263" y="4106863"/>
          <p14:tracePt t="3126" x="6524625" y="4114800"/>
          <p14:tracePt t="3134" x="6502400" y="4122738"/>
          <p14:tracePt t="3150" x="6415088" y="4151313"/>
          <p14:tracePt t="3167" x="6270625" y="4157663"/>
          <p14:tracePt t="3184" x="6124575" y="4179888"/>
          <p14:tracePt t="3200" x="5980113" y="4187825"/>
          <p14:tracePt t="3217" x="5849938" y="4187825"/>
          <p14:tracePt t="3234" x="5748338" y="4187825"/>
          <p14:tracePt t="3250" x="5638800" y="4143375"/>
          <p14:tracePt t="3267" x="5551488" y="4086225"/>
          <p14:tracePt t="3284" x="5494338" y="4027488"/>
          <p14:tracePt t="3301" x="5427663" y="3940175"/>
          <p14:tracePt t="3317" x="5376863" y="3860800"/>
          <p14:tracePt t="3334" x="5311775" y="3751263"/>
          <p14:tracePt t="3350" x="5297488" y="3686175"/>
          <p14:tracePt t="3367" x="5275263" y="3629025"/>
          <p14:tracePt t="3384" x="5268913" y="3533775"/>
          <p14:tracePt t="3400" x="5268913" y="3468688"/>
          <p14:tracePt t="3417" x="5268913" y="3395663"/>
          <p14:tracePt t="3434" x="5268913" y="3330575"/>
          <p14:tracePt t="3451" x="5268913" y="3251200"/>
          <p14:tracePt t="3467" x="5268913" y="3200400"/>
          <p14:tracePt t="3484" x="5268913" y="3135313"/>
          <p14:tracePt t="3500" x="5268913" y="3070225"/>
          <p14:tracePt t="3517" x="5291138" y="2968625"/>
          <p14:tracePt t="3534" x="5311775" y="2903538"/>
          <p14:tracePt t="3550" x="5348288" y="2836863"/>
          <p14:tracePt t="3567" x="5370513" y="2794000"/>
          <p14:tracePt t="3584" x="5421313" y="2735263"/>
          <p14:tracePt t="3600" x="5472113" y="2684463"/>
          <p14:tracePt t="3617" x="5522913" y="2633663"/>
          <p14:tracePt t="3634" x="5602288" y="2590800"/>
          <p14:tracePt t="3651" x="5667375" y="2540000"/>
          <p14:tracePt t="3667" x="5754688" y="2503488"/>
          <p14:tracePt t="3684" x="5819775" y="2481263"/>
          <p14:tracePt t="3701" x="5915025" y="2466975"/>
          <p14:tracePt t="3717" x="6067425" y="2452688"/>
          <p14:tracePt t="3734" x="6175375" y="2452688"/>
          <p14:tracePt t="3750" x="6291263" y="2452688"/>
          <p14:tracePt t="3768" x="6437313" y="2460625"/>
          <p14:tracePt t="3784" x="6561138" y="2489200"/>
          <p14:tracePt t="3801" x="6727825" y="2511425"/>
          <p14:tracePt t="3817" x="6865938" y="2562225"/>
          <p14:tracePt t="3834" x="6996113" y="2598738"/>
          <p14:tracePt t="3850" x="7126288" y="2655888"/>
          <p14:tracePt t="3867" x="7250113" y="2720975"/>
          <p14:tracePt t="3884" x="7366000" y="2786063"/>
          <p14:tracePt t="3901" x="7459663" y="2867025"/>
          <p14:tracePt t="3917" x="7496175" y="2924175"/>
          <p14:tracePt t="3934" x="7510463" y="2968625"/>
          <p14:tracePt t="3950" x="7540625" y="3033713"/>
          <p14:tracePt t="3967" x="7569200" y="3135313"/>
          <p14:tracePt t="3984" x="7597775" y="3222625"/>
          <p14:tracePt t="4001" x="7612063" y="3309938"/>
          <p14:tracePt t="4017" x="7620000" y="3389313"/>
          <p14:tracePt t="4034" x="7620000" y="3462338"/>
          <p14:tracePt t="4051" x="7620000" y="3541713"/>
          <p14:tracePt t="4067" x="7620000" y="3598863"/>
          <p14:tracePt t="4069" x="7620000" y="3629025"/>
          <p14:tracePt t="4084" x="7620000" y="3657600"/>
          <p14:tracePt t="4101" x="7591425" y="3767138"/>
          <p14:tracePt t="4117" x="7532688" y="3868738"/>
          <p14:tracePt t="4134" x="7481888" y="3919538"/>
          <p14:tracePt t="4151" x="7431088" y="3998913"/>
          <p14:tracePt t="4167" x="7358063" y="4071938"/>
          <p14:tracePt t="4184" x="7300913" y="4122738"/>
          <p14:tracePt t="4200" x="7250113" y="4165600"/>
          <p14:tracePt t="4217" x="7154863" y="4238625"/>
          <p14:tracePt t="4234" x="7038975" y="4295775"/>
          <p14:tracePt t="4251" x="6916738" y="4340225"/>
          <p14:tracePt t="4267" x="6807200" y="4368800"/>
          <p14:tracePt t="4284" x="6697663" y="4383088"/>
          <p14:tracePt t="4301" x="6581775" y="4397375"/>
          <p14:tracePt t="4317" x="6408738" y="4411663"/>
          <p14:tracePt t="4334" x="6276975" y="4411663"/>
          <p14:tracePt t="4351" x="6124575" y="4411663"/>
          <p14:tracePt t="4367" x="5986463" y="4411663"/>
          <p14:tracePt t="4384" x="5834063" y="4391025"/>
          <p14:tracePt t="4401" x="5667375" y="4346575"/>
          <p14:tracePt t="4417" x="5514975" y="4295775"/>
          <p14:tracePt t="4434" x="5421313" y="4252913"/>
          <p14:tracePt t="4451" x="5362575" y="4216400"/>
          <p14:tracePt t="4467" x="5311775" y="4179888"/>
          <p14:tracePt t="4484" x="5283200" y="4114800"/>
          <p14:tracePt t="4501" x="5210175" y="3940175"/>
          <p14:tracePt t="4517" x="5173663" y="3817938"/>
          <p14:tracePt t="4534" x="5145088" y="3700463"/>
          <p14:tracePt t="4551" x="5130800" y="3598863"/>
          <p14:tracePt t="4567" x="5130800" y="3505200"/>
          <p14:tracePt t="4584" x="5122863" y="3403600"/>
          <p14:tracePt t="4601" x="5116513" y="3324225"/>
          <p14:tracePt t="4618" x="5116513" y="3259138"/>
          <p14:tracePt t="4634" x="5122863" y="3178175"/>
          <p14:tracePt t="4651" x="5130800" y="3113088"/>
          <p14:tracePt t="4667" x="5138738" y="3055938"/>
          <p14:tracePt t="4684" x="5145088" y="3011488"/>
          <p14:tracePt t="4701" x="5153025" y="2917825"/>
          <p14:tracePt t="4718" x="5167313" y="2852738"/>
          <p14:tracePt t="4734" x="5173663" y="2801938"/>
          <p14:tracePt t="4751" x="5189538" y="2757488"/>
          <p14:tracePt t="4767" x="5203825" y="2720975"/>
          <p14:tracePt t="4784" x="5232400" y="2663825"/>
          <p14:tracePt t="4801" x="5268913" y="2613025"/>
          <p14:tracePt t="4817" x="5326063" y="2540000"/>
          <p14:tracePt t="4834" x="5370513" y="2489200"/>
          <p14:tracePt t="4851" x="5413375" y="2460625"/>
          <p14:tracePt t="4868" x="5457825" y="2424113"/>
          <p14:tracePt t="4884" x="5500688" y="2409825"/>
          <p14:tracePt t="4901" x="5595938" y="2373313"/>
          <p14:tracePt t="4917" x="5697538" y="2351088"/>
          <p14:tracePt t="4934" x="5783263" y="2328863"/>
          <p14:tracePt t="4951" x="5834063" y="2322513"/>
          <p14:tracePt t="4968" x="5856288" y="2322513"/>
          <p14:tracePt t="4984" x="5864225" y="2322513"/>
          <p14:tracePt t="5001" x="5870575" y="2322513"/>
          <p14:tracePt t="5034" x="5884863" y="2322513"/>
          <p14:tracePt t="5051" x="5892800" y="2322513"/>
          <p14:tracePt t="5068" x="5900738" y="2322513"/>
        </p14:tracePtLst>
      </p14:laserTraceLst>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Feature </a:t>
            </a:r>
            <a:r>
              <a:rPr lang="en-US" dirty="0"/>
              <a:t>Importance </a:t>
            </a:r>
            <a:r>
              <a:rPr lang="en-US" dirty="0" smtClean="0"/>
              <a:t>- Feature Weight</a:t>
            </a:r>
            <a:endParaRPr lang="en-US" sz="1600" dirty="0"/>
          </a:p>
        </p:txBody>
      </p:sp>
      <mc:AlternateContent xmlns:mc="http://schemas.openxmlformats.org/markup-compatibility/2006" xmlns:a14="http://schemas.microsoft.com/office/drawing/2010/main">
        <mc:Choice Requires="a14">
          <p:sp>
            <p:nvSpPr>
              <p:cNvPr id="8" name="Content Placeholder 2"/>
              <p:cNvSpPr>
                <a:spLocks noGrp="1"/>
              </p:cNvSpPr>
              <p:nvPr>
                <p:ph idx="1"/>
              </p:nvPr>
            </p:nvSpPr>
            <p:spPr>
              <a:xfrm>
                <a:off x="838200" y="1825624"/>
                <a:ext cx="5220347" cy="4927023"/>
              </a:xfrm>
            </p:spPr>
            <p:txBody>
              <a:bodyPr>
                <a:normAutofit/>
              </a:bodyPr>
              <a:lstStyle/>
              <a:p>
                <a:r>
                  <a:rPr lang="en-US" dirty="0" smtClean="0"/>
                  <a:t>Each </a:t>
                </a:r>
                <a:r>
                  <a:rPr lang="en-US" b="1" dirty="0" smtClean="0"/>
                  <a:t>critical </a:t>
                </a:r>
                <a:r>
                  <a:rPr lang="en-US" b="1" dirty="0" err="1" smtClean="0"/>
                  <a:t>datapoint</a:t>
                </a:r>
                <a:r>
                  <a:rPr lang="en-US" b="1" dirty="0" smtClean="0"/>
                  <a:t> </a:t>
                </a:r>
                <a:r>
                  <a:rPr lang="en-US" dirty="0" smtClean="0"/>
                  <a:t>(support vector) has the weight </a:t>
                </a:r>
                <a:r>
                  <a:rPr lang="en-US" dirty="0"/>
                  <a:t>(</a:t>
                </a:r>
                <a14:m>
                  <m:oMath xmlns:m="http://schemas.openxmlformats.org/officeDocument/2006/math">
                    <m:r>
                      <a:rPr lang="en-US" i="1">
                        <a:latin typeface="Cambria Math" panose="02040503050406030204" pitchFamily="18" charset="0"/>
                      </a:rPr>
                      <m:t>𝑤</m:t>
                    </m:r>
                  </m:oMath>
                </a14:m>
                <a:r>
                  <a:rPr lang="en-US" dirty="0" smtClean="0"/>
                  <a:t>). It is important for each </a:t>
                </a:r>
                <a:r>
                  <a:rPr lang="en-US" dirty="0" err="1" smtClean="0"/>
                  <a:t>datapoint</a:t>
                </a:r>
                <a:r>
                  <a:rPr lang="en-US" dirty="0" smtClean="0"/>
                  <a:t> because representing the critical class of </a:t>
                </a:r>
                <a:r>
                  <a:rPr lang="en-US" dirty="0" err="1" smtClean="0"/>
                  <a:t>datapoint</a:t>
                </a:r>
                <a:r>
                  <a:rPr lang="en-US" dirty="0" smtClean="0"/>
                  <a:t> (positive class/negative class</a:t>
                </a:r>
                <a:r>
                  <a:rPr lang="en-US" dirty="0"/>
                  <a:t>) </a:t>
                </a:r>
                <a:r>
                  <a:rPr lang="en-US" dirty="0" smtClean="0">
                    <a:sym typeface="Wingdings" panose="05000000000000000000" pitchFamily="2" charset="2"/>
                  </a:rPr>
                  <a:t></a:t>
                </a:r>
                <a:r>
                  <a:rPr lang="en-US" dirty="0" smtClean="0"/>
                  <a:t>closest </a:t>
                </a:r>
                <a:r>
                  <a:rPr lang="en-US" dirty="0"/>
                  <a:t>to other </a:t>
                </a:r>
                <a:r>
                  <a:rPr lang="en-US" dirty="0" smtClean="0"/>
                  <a:t>class</a:t>
                </a:r>
              </a:p>
              <a:p>
                <a:r>
                  <a:rPr lang="en-US" dirty="0"/>
                  <a:t>To find the important </a:t>
                </a:r>
                <a:r>
                  <a:rPr lang="en-US" dirty="0" smtClean="0"/>
                  <a:t>variable on SVM classifier, </a:t>
                </a:r>
                <a:r>
                  <a:rPr lang="en-US" dirty="0"/>
                  <a:t>feature weight is needed</a:t>
                </a:r>
              </a:p>
              <a:p>
                <a:endParaRPr lang="en-US" dirty="0"/>
              </a:p>
            </p:txBody>
          </p:sp>
        </mc:Choice>
        <mc:Fallback xmlns="">
          <p:sp>
            <p:nvSpPr>
              <p:cNvPr id="8" name="Content Placeholder 2"/>
              <p:cNvSpPr>
                <a:spLocks noGrp="1" noRot="1" noChangeAspect="1" noMove="1" noResize="1" noEditPoints="1" noAdjustHandles="1" noChangeArrowheads="1" noChangeShapeType="1" noTextEdit="1"/>
              </p:cNvSpPr>
              <p:nvPr>
                <p:ph idx="1"/>
              </p:nvPr>
            </p:nvSpPr>
            <p:spPr>
              <a:xfrm>
                <a:off x="838200" y="1825624"/>
                <a:ext cx="5220347" cy="4927023"/>
              </a:xfrm>
              <a:blipFill>
                <a:blip r:embed="rId10"/>
                <a:stretch>
                  <a:fillRect l="-1051" t="-989" r="-1402"/>
                </a:stretch>
              </a:blipFill>
            </p:spPr>
            <p:txBody>
              <a:bodyPr/>
              <a:lstStyle/>
              <a:p>
                <a:r>
                  <a:rPr lang="en-US">
                    <a:noFill/>
                  </a:rPr>
                  <a:t> </a:t>
                </a:r>
              </a:p>
            </p:txBody>
          </p:sp>
        </mc:Fallback>
      </mc:AlternateContent>
      <p:pic>
        <p:nvPicPr>
          <p:cNvPr id="14" name="Picture 13"/>
          <p:cNvPicPr>
            <a:picLocks noChangeAspect="1"/>
          </p:cNvPicPr>
          <p:nvPr/>
        </p:nvPicPr>
        <p:blipFill>
          <a:blip r:embed="rId11"/>
          <a:stretch>
            <a:fillRect/>
          </a:stretch>
        </p:blipFill>
        <p:spPr>
          <a:xfrm>
            <a:off x="6181131" y="1699869"/>
            <a:ext cx="5172669" cy="4674625"/>
          </a:xfrm>
          <a:prstGeom prst="rect">
            <a:avLst/>
          </a:prstGeom>
        </p:spPr>
      </p:pic>
      <p:cxnSp>
        <p:nvCxnSpPr>
          <p:cNvPr id="15" name="Straight Connector 14"/>
          <p:cNvCxnSpPr/>
          <p:nvPr/>
        </p:nvCxnSpPr>
        <p:spPr>
          <a:xfrm>
            <a:off x="6610816" y="3621648"/>
            <a:ext cx="2881388" cy="2248199"/>
          </a:xfrm>
          <a:prstGeom prst="line">
            <a:avLst/>
          </a:prstGeom>
          <a:ln w="25400">
            <a:solidFill>
              <a:srgbClr val="7030A0"/>
            </a:solidFill>
            <a:prstDash val="sysDash"/>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6423196" y="4486399"/>
            <a:ext cx="2049247" cy="1609868"/>
          </a:xfrm>
          <a:prstGeom prst="line">
            <a:avLst/>
          </a:prstGeom>
          <a:ln w="25400">
            <a:solidFill>
              <a:srgbClr val="7030A0"/>
            </a:solidFill>
            <a:prstDash val="solid"/>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7119640" y="2990316"/>
            <a:ext cx="2566939" cy="2002851"/>
          </a:xfrm>
          <a:prstGeom prst="line">
            <a:avLst/>
          </a:prstGeom>
          <a:ln w="25400">
            <a:solidFill>
              <a:srgbClr val="7030A0"/>
            </a:solidFill>
            <a:prstDash val="solid"/>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a:off x="6962416" y="3675967"/>
            <a:ext cx="974953" cy="1159983"/>
          </a:xfrm>
          <a:prstGeom prst="line">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7514963" y="4032234"/>
            <a:ext cx="359394" cy="338554"/>
          </a:xfrm>
          <a:prstGeom prst="rect">
            <a:avLst/>
          </a:prstGeom>
          <a:noFill/>
        </p:spPr>
        <p:txBody>
          <a:bodyPr wrap="square" rtlCol="0">
            <a:spAutoFit/>
          </a:bodyPr>
          <a:lstStyle/>
          <a:p>
            <a:r>
              <a:rPr lang="en-US" sz="1600" dirty="0" smtClean="0"/>
              <a:t>m</a:t>
            </a:r>
            <a:endParaRPr lang="en-US" sz="1600" baseline="-25000" dirty="0"/>
          </a:p>
        </p:txBody>
      </p:sp>
      <p:sp>
        <p:nvSpPr>
          <p:cNvPr id="9" name="Rectangle 8"/>
          <p:cNvSpPr/>
          <p:nvPr/>
        </p:nvSpPr>
        <p:spPr>
          <a:xfrm>
            <a:off x="8084943" y="4523346"/>
            <a:ext cx="909223" cy="276999"/>
          </a:xfrm>
          <a:prstGeom prst="rect">
            <a:avLst/>
          </a:prstGeom>
        </p:spPr>
        <p:txBody>
          <a:bodyPr wrap="none">
            <a:spAutoFit/>
          </a:bodyPr>
          <a:lstStyle/>
          <a:p>
            <a:r>
              <a:rPr lang="en-US" sz="1200" b="1" dirty="0" err="1"/>
              <a:t>w</a:t>
            </a:r>
            <a:r>
              <a:rPr lang="en-US" sz="1200" baseline="30000" dirty="0" err="1"/>
              <a:t>T</a:t>
            </a:r>
            <a:r>
              <a:rPr lang="en-US" sz="1200" dirty="0"/>
              <a:t> </a:t>
            </a:r>
            <a:r>
              <a:rPr lang="en-US" sz="1200" b="1" dirty="0"/>
              <a:t>x</a:t>
            </a:r>
            <a:r>
              <a:rPr lang="en-US" sz="1200" dirty="0"/>
              <a:t> + b = 0</a:t>
            </a:r>
          </a:p>
        </p:txBody>
      </p:sp>
      <p:sp>
        <p:nvSpPr>
          <p:cNvPr id="18" name="Rectangle 17"/>
          <p:cNvSpPr/>
          <p:nvPr/>
        </p:nvSpPr>
        <p:spPr>
          <a:xfrm>
            <a:off x="9012666" y="4223070"/>
            <a:ext cx="909223" cy="276999"/>
          </a:xfrm>
          <a:prstGeom prst="rect">
            <a:avLst/>
          </a:prstGeom>
        </p:spPr>
        <p:txBody>
          <a:bodyPr wrap="none">
            <a:spAutoFit/>
          </a:bodyPr>
          <a:lstStyle/>
          <a:p>
            <a:r>
              <a:rPr lang="en-US" sz="1200" b="1" dirty="0" err="1"/>
              <a:t>w</a:t>
            </a:r>
            <a:r>
              <a:rPr lang="en-US" sz="1200" baseline="30000" dirty="0" err="1"/>
              <a:t>T</a:t>
            </a:r>
            <a:r>
              <a:rPr lang="en-US" sz="1200" dirty="0"/>
              <a:t> </a:t>
            </a:r>
            <a:r>
              <a:rPr lang="en-US" sz="1200" b="1" dirty="0"/>
              <a:t>x</a:t>
            </a:r>
            <a:r>
              <a:rPr lang="en-US" sz="1200" dirty="0"/>
              <a:t> + b = </a:t>
            </a:r>
            <a:r>
              <a:rPr lang="en-US" sz="1200" dirty="0" smtClean="0"/>
              <a:t>1</a:t>
            </a:r>
            <a:endParaRPr lang="en-US" sz="1200" dirty="0"/>
          </a:p>
        </p:txBody>
      </p:sp>
      <p:sp>
        <p:nvSpPr>
          <p:cNvPr id="19" name="Rectangle 18"/>
          <p:cNvSpPr/>
          <p:nvPr/>
        </p:nvSpPr>
        <p:spPr>
          <a:xfrm>
            <a:off x="7660407" y="5293177"/>
            <a:ext cx="955711" cy="276999"/>
          </a:xfrm>
          <a:prstGeom prst="rect">
            <a:avLst/>
          </a:prstGeom>
        </p:spPr>
        <p:txBody>
          <a:bodyPr wrap="none">
            <a:spAutoFit/>
          </a:bodyPr>
          <a:lstStyle/>
          <a:p>
            <a:r>
              <a:rPr lang="en-US" sz="1200" b="1" dirty="0" err="1"/>
              <a:t>w</a:t>
            </a:r>
            <a:r>
              <a:rPr lang="en-US" sz="1200" baseline="30000" dirty="0" err="1"/>
              <a:t>T</a:t>
            </a:r>
            <a:r>
              <a:rPr lang="en-US" sz="1200" dirty="0"/>
              <a:t> </a:t>
            </a:r>
            <a:r>
              <a:rPr lang="en-US" sz="1200" b="1" dirty="0"/>
              <a:t>x</a:t>
            </a:r>
            <a:r>
              <a:rPr lang="en-US" sz="1200" dirty="0"/>
              <a:t> + b = </a:t>
            </a:r>
            <a:r>
              <a:rPr lang="en-US" sz="1200" dirty="0" smtClean="0"/>
              <a:t>-1</a:t>
            </a:r>
            <a:endParaRPr lang="en-US" sz="1200" dirty="0"/>
          </a:p>
        </p:txBody>
      </p:sp>
      <p:sp>
        <p:nvSpPr>
          <p:cNvPr id="21" name="Oval 32"/>
          <p:cNvSpPr>
            <a:spLocks noChangeArrowheads="1"/>
          </p:cNvSpPr>
          <p:nvPr/>
        </p:nvSpPr>
        <p:spPr bwMode="auto">
          <a:xfrm>
            <a:off x="6750928" y="4759661"/>
            <a:ext cx="228600" cy="219075"/>
          </a:xfrm>
          <a:prstGeom prst="ellipse">
            <a:avLst/>
          </a:pr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Lucida Sans" charset="0"/>
                <a:ea typeface="ＭＳ Ｐゴシック" charset="-128"/>
              </a:defRPr>
            </a:lvl1pPr>
            <a:lvl2pPr marL="742950" indent="-285750" eaLnBrk="0" hangingPunct="0">
              <a:defRPr sz="2400">
                <a:solidFill>
                  <a:schemeClr val="tx1"/>
                </a:solidFill>
                <a:latin typeface="Lucida Sans" charset="0"/>
                <a:ea typeface="ＭＳ Ｐゴシック" charset="-128"/>
              </a:defRPr>
            </a:lvl2pPr>
            <a:lvl3pPr marL="1143000" indent="-228600" eaLnBrk="0" hangingPunct="0">
              <a:defRPr sz="2400">
                <a:solidFill>
                  <a:schemeClr val="tx1"/>
                </a:solidFill>
                <a:latin typeface="Lucida Sans" charset="0"/>
                <a:ea typeface="ＭＳ Ｐゴシック" charset="-128"/>
              </a:defRPr>
            </a:lvl3pPr>
            <a:lvl4pPr marL="1600200" indent="-228600" eaLnBrk="0" hangingPunct="0">
              <a:defRPr sz="2400">
                <a:solidFill>
                  <a:schemeClr val="tx1"/>
                </a:solidFill>
                <a:latin typeface="Lucida Sans" charset="0"/>
                <a:ea typeface="ＭＳ Ｐゴシック" charset="-128"/>
              </a:defRPr>
            </a:lvl4pPr>
            <a:lvl5pPr marL="2057400" indent="-228600" eaLnBrk="0" hangingPunct="0">
              <a:defRPr sz="2400">
                <a:solidFill>
                  <a:schemeClr val="tx1"/>
                </a:solidFill>
                <a:latin typeface="Lucida Sans" charset="0"/>
                <a:ea typeface="ＭＳ Ｐゴシック" charset="-128"/>
              </a:defRPr>
            </a:lvl5pPr>
            <a:lvl6pPr marL="2514600" indent="-228600" eaLnBrk="0" fontAlgn="base" hangingPunct="0">
              <a:spcBef>
                <a:spcPct val="0"/>
              </a:spcBef>
              <a:spcAft>
                <a:spcPct val="0"/>
              </a:spcAft>
              <a:defRPr sz="2400">
                <a:solidFill>
                  <a:schemeClr val="tx1"/>
                </a:solidFill>
                <a:latin typeface="Lucida Sans" charset="0"/>
                <a:ea typeface="ＭＳ Ｐゴシック" charset="-128"/>
              </a:defRPr>
            </a:lvl6pPr>
            <a:lvl7pPr marL="2971800" indent="-228600" eaLnBrk="0" fontAlgn="base" hangingPunct="0">
              <a:spcBef>
                <a:spcPct val="0"/>
              </a:spcBef>
              <a:spcAft>
                <a:spcPct val="0"/>
              </a:spcAft>
              <a:defRPr sz="2400">
                <a:solidFill>
                  <a:schemeClr val="tx1"/>
                </a:solidFill>
                <a:latin typeface="Lucida Sans" charset="0"/>
                <a:ea typeface="ＭＳ Ｐゴシック" charset="-128"/>
              </a:defRPr>
            </a:lvl7pPr>
            <a:lvl8pPr marL="3429000" indent="-228600" eaLnBrk="0" fontAlgn="base" hangingPunct="0">
              <a:spcBef>
                <a:spcPct val="0"/>
              </a:spcBef>
              <a:spcAft>
                <a:spcPct val="0"/>
              </a:spcAft>
              <a:defRPr sz="2400">
                <a:solidFill>
                  <a:schemeClr val="tx1"/>
                </a:solidFill>
                <a:latin typeface="Lucida Sans" charset="0"/>
                <a:ea typeface="ＭＳ Ｐゴシック" charset="-128"/>
              </a:defRPr>
            </a:lvl8pPr>
            <a:lvl9pPr marL="3886200" indent="-228600" eaLnBrk="0" fontAlgn="base" hangingPunct="0">
              <a:spcBef>
                <a:spcPct val="0"/>
              </a:spcBef>
              <a:spcAft>
                <a:spcPct val="0"/>
              </a:spcAft>
              <a:defRPr sz="2400">
                <a:solidFill>
                  <a:schemeClr val="tx1"/>
                </a:solidFill>
                <a:latin typeface="Lucida Sans" charset="0"/>
                <a:ea typeface="ＭＳ Ｐゴシック" charset="-128"/>
              </a:defRPr>
            </a:lvl9pPr>
          </a:lstStyle>
          <a:p>
            <a:pPr eaLnBrk="1" hangingPunct="1"/>
            <a:endParaRPr lang="x-none" altLang="x-none"/>
          </a:p>
        </p:txBody>
      </p:sp>
      <p:sp>
        <p:nvSpPr>
          <p:cNvPr id="22" name="Oval 32"/>
          <p:cNvSpPr>
            <a:spLocks noChangeArrowheads="1"/>
          </p:cNvSpPr>
          <p:nvPr/>
        </p:nvSpPr>
        <p:spPr bwMode="auto">
          <a:xfrm>
            <a:off x="7414311" y="5285949"/>
            <a:ext cx="228600" cy="219075"/>
          </a:xfrm>
          <a:prstGeom prst="ellipse">
            <a:avLst/>
          </a:pr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Lucida Sans" charset="0"/>
                <a:ea typeface="ＭＳ Ｐゴシック" charset="-128"/>
              </a:defRPr>
            </a:lvl1pPr>
            <a:lvl2pPr marL="742950" indent="-285750" eaLnBrk="0" hangingPunct="0">
              <a:defRPr sz="2400">
                <a:solidFill>
                  <a:schemeClr val="tx1"/>
                </a:solidFill>
                <a:latin typeface="Lucida Sans" charset="0"/>
                <a:ea typeface="ＭＳ Ｐゴシック" charset="-128"/>
              </a:defRPr>
            </a:lvl2pPr>
            <a:lvl3pPr marL="1143000" indent="-228600" eaLnBrk="0" hangingPunct="0">
              <a:defRPr sz="2400">
                <a:solidFill>
                  <a:schemeClr val="tx1"/>
                </a:solidFill>
                <a:latin typeface="Lucida Sans" charset="0"/>
                <a:ea typeface="ＭＳ Ｐゴシック" charset="-128"/>
              </a:defRPr>
            </a:lvl3pPr>
            <a:lvl4pPr marL="1600200" indent="-228600" eaLnBrk="0" hangingPunct="0">
              <a:defRPr sz="2400">
                <a:solidFill>
                  <a:schemeClr val="tx1"/>
                </a:solidFill>
                <a:latin typeface="Lucida Sans" charset="0"/>
                <a:ea typeface="ＭＳ Ｐゴシック" charset="-128"/>
              </a:defRPr>
            </a:lvl4pPr>
            <a:lvl5pPr marL="2057400" indent="-228600" eaLnBrk="0" hangingPunct="0">
              <a:defRPr sz="2400">
                <a:solidFill>
                  <a:schemeClr val="tx1"/>
                </a:solidFill>
                <a:latin typeface="Lucida Sans" charset="0"/>
                <a:ea typeface="ＭＳ Ｐゴシック" charset="-128"/>
              </a:defRPr>
            </a:lvl5pPr>
            <a:lvl6pPr marL="2514600" indent="-228600" eaLnBrk="0" fontAlgn="base" hangingPunct="0">
              <a:spcBef>
                <a:spcPct val="0"/>
              </a:spcBef>
              <a:spcAft>
                <a:spcPct val="0"/>
              </a:spcAft>
              <a:defRPr sz="2400">
                <a:solidFill>
                  <a:schemeClr val="tx1"/>
                </a:solidFill>
                <a:latin typeface="Lucida Sans" charset="0"/>
                <a:ea typeface="ＭＳ Ｐゴシック" charset="-128"/>
              </a:defRPr>
            </a:lvl6pPr>
            <a:lvl7pPr marL="2971800" indent="-228600" eaLnBrk="0" fontAlgn="base" hangingPunct="0">
              <a:spcBef>
                <a:spcPct val="0"/>
              </a:spcBef>
              <a:spcAft>
                <a:spcPct val="0"/>
              </a:spcAft>
              <a:defRPr sz="2400">
                <a:solidFill>
                  <a:schemeClr val="tx1"/>
                </a:solidFill>
                <a:latin typeface="Lucida Sans" charset="0"/>
                <a:ea typeface="ＭＳ Ｐゴシック" charset="-128"/>
              </a:defRPr>
            </a:lvl7pPr>
            <a:lvl8pPr marL="3429000" indent="-228600" eaLnBrk="0" fontAlgn="base" hangingPunct="0">
              <a:spcBef>
                <a:spcPct val="0"/>
              </a:spcBef>
              <a:spcAft>
                <a:spcPct val="0"/>
              </a:spcAft>
              <a:defRPr sz="2400">
                <a:solidFill>
                  <a:schemeClr val="tx1"/>
                </a:solidFill>
                <a:latin typeface="Lucida Sans" charset="0"/>
                <a:ea typeface="ＭＳ Ｐゴシック" charset="-128"/>
              </a:defRPr>
            </a:lvl8pPr>
            <a:lvl9pPr marL="3886200" indent="-228600" eaLnBrk="0" fontAlgn="base" hangingPunct="0">
              <a:spcBef>
                <a:spcPct val="0"/>
              </a:spcBef>
              <a:spcAft>
                <a:spcPct val="0"/>
              </a:spcAft>
              <a:defRPr sz="2400">
                <a:solidFill>
                  <a:schemeClr val="tx1"/>
                </a:solidFill>
                <a:latin typeface="Lucida Sans" charset="0"/>
                <a:ea typeface="ＭＳ Ｐゴシック" charset="-128"/>
              </a:defRPr>
            </a:lvl9pPr>
          </a:lstStyle>
          <a:p>
            <a:pPr eaLnBrk="1" hangingPunct="1"/>
            <a:endParaRPr lang="x-none" altLang="x-none" dirty="0"/>
          </a:p>
        </p:txBody>
      </p:sp>
      <p:sp>
        <p:nvSpPr>
          <p:cNvPr id="23" name="Oval 32"/>
          <p:cNvSpPr>
            <a:spLocks noChangeArrowheads="1"/>
          </p:cNvSpPr>
          <p:nvPr/>
        </p:nvSpPr>
        <p:spPr bwMode="auto">
          <a:xfrm>
            <a:off x="8080945" y="3698009"/>
            <a:ext cx="228600" cy="219075"/>
          </a:xfrm>
          <a:prstGeom prst="ellipse">
            <a:avLst/>
          </a:pr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Lucida Sans" charset="0"/>
                <a:ea typeface="ＭＳ Ｐゴシック" charset="-128"/>
              </a:defRPr>
            </a:lvl1pPr>
            <a:lvl2pPr marL="742950" indent="-285750" eaLnBrk="0" hangingPunct="0">
              <a:defRPr sz="2400">
                <a:solidFill>
                  <a:schemeClr val="tx1"/>
                </a:solidFill>
                <a:latin typeface="Lucida Sans" charset="0"/>
                <a:ea typeface="ＭＳ Ｐゴシック" charset="-128"/>
              </a:defRPr>
            </a:lvl2pPr>
            <a:lvl3pPr marL="1143000" indent="-228600" eaLnBrk="0" hangingPunct="0">
              <a:defRPr sz="2400">
                <a:solidFill>
                  <a:schemeClr val="tx1"/>
                </a:solidFill>
                <a:latin typeface="Lucida Sans" charset="0"/>
                <a:ea typeface="ＭＳ Ｐゴシック" charset="-128"/>
              </a:defRPr>
            </a:lvl3pPr>
            <a:lvl4pPr marL="1600200" indent="-228600" eaLnBrk="0" hangingPunct="0">
              <a:defRPr sz="2400">
                <a:solidFill>
                  <a:schemeClr val="tx1"/>
                </a:solidFill>
                <a:latin typeface="Lucida Sans" charset="0"/>
                <a:ea typeface="ＭＳ Ｐゴシック" charset="-128"/>
              </a:defRPr>
            </a:lvl4pPr>
            <a:lvl5pPr marL="2057400" indent="-228600" eaLnBrk="0" hangingPunct="0">
              <a:defRPr sz="2400">
                <a:solidFill>
                  <a:schemeClr val="tx1"/>
                </a:solidFill>
                <a:latin typeface="Lucida Sans" charset="0"/>
                <a:ea typeface="ＭＳ Ｐゴシック" charset="-128"/>
              </a:defRPr>
            </a:lvl5pPr>
            <a:lvl6pPr marL="2514600" indent="-228600" eaLnBrk="0" fontAlgn="base" hangingPunct="0">
              <a:spcBef>
                <a:spcPct val="0"/>
              </a:spcBef>
              <a:spcAft>
                <a:spcPct val="0"/>
              </a:spcAft>
              <a:defRPr sz="2400">
                <a:solidFill>
                  <a:schemeClr val="tx1"/>
                </a:solidFill>
                <a:latin typeface="Lucida Sans" charset="0"/>
                <a:ea typeface="ＭＳ Ｐゴシック" charset="-128"/>
              </a:defRPr>
            </a:lvl6pPr>
            <a:lvl7pPr marL="2971800" indent="-228600" eaLnBrk="0" fontAlgn="base" hangingPunct="0">
              <a:spcBef>
                <a:spcPct val="0"/>
              </a:spcBef>
              <a:spcAft>
                <a:spcPct val="0"/>
              </a:spcAft>
              <a:defRPr sz="2400">
                <a:solidFill>
                  <a:schemeClr val="tx1"/>
                </a:solidFill>
                <a:latin typeface="Lucida Sans" charset="0"/>
                <a:ea typeface="ＭＳ Ｐゴシック" charset="-128"/>
              </a:defRPr>
            </a:lvl7pPr>
            <a:lvl8pPr marL="3429000" indent="-228600" eaLnBrk="0" fontAlgn="base" hangingPunct="0">
              <a:spcBef>
                <a:spcPct val="0"/>
              </a:spcBef>
              <a:spcAft>
                <a:spcPct val="0"/>
              </a:spcAft>
              <a:defRPr sz="2400">
                <a:solidFill>
                  <a:schemeClr val="tx1"/>
                </a:solidFill>
                <a:latin typeface="Lucida Sans" charset="0"/>
                <a:ea typeface="ＭＳ Ｐゴシック" charset="-128"/>
              </a:defRPr>
            </a:lvl8pPr>
            <a:lvl9pPr marL="3886200" indent="-228600" eaLnBrk="0" fontAlgn="base" hangingPunct="0">
              <a:spcBef>
                <a:spcPct val="0"/>
              </a:spcBef>
              <a:spcAft>
                <a:spcPct val="0"/>
              </a:spcAft>
              <a:defRPr sz="2400">
                <a:solidFill>
                  <a:schemeClr val="tx1"/>
                </a:solidFill>
                <a:latin typeface="Lucida Sans" charset="0"/>
                <a:ea typeface="ＭＳ Ｐゴシック" charset="-128"/>
              </a:defRPr>
            </a:lvl9pPr>
          </a:lstStyle>
          <a:p>
            <a:pPr eaLnBrk="1" hangingPunct="1"/>
            <a:endParaRPr lang="x-none" altLang="x-none"/>
          </a:p>
        </p:txBody>
      </p:sp>
      <mc:AlternateContent xmlns:mc="http://schemas.openxmlformats.org/markup-compatibility/2006" xmlns:a14="http://schemas.microsoft.com/office/drawing/2010/main">
        <mc:Choice Requires="a14">
          <p:sp>
            <p:nvSpPr>
              <p:cNvPr id="26" name="Rectangle 25"/>
              <p:cNvSpPr/>
              <p:nvPr/>
            </p:nvSpPr>
            <p:spPr>
              <a:xfrm>
                <a:off x="1781484" y="4078428"/>
                <a:ext cx="2929812" cy="57849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2800" b="1" i="1" smtClean="0">
                              <a:solidFill>
                                <a:schemeClr val="tx1"/>
                              </a:solidFill>
                              <a:latin typeface="Cambria Math" panose="02040503050406030204" pitchFamily="18" charset="0"/>
                            </a:rPr>
                          </m:ctrlPr>
                        </m:sSupPr>
                        <m:e>
                          <m:r>
                            <a:rPr lang="en-US" sz="2800" b="1" i="1">
                              <a:solidFill>
                                <a:schemeClr val="tx1"/>
                              </a:solidFill>
                              <a:latin typeface="Cambria Math" panose="02040503050406030204" pitchFamily="18" charset="0"/>
                            </a:rPr>
                            <m:t>𝒘</m:t>
                          </m:r>
                        </m:e>
                        <m:sup>
                          <m:r>
                            <a:rPr lang="en-US" sz="2800" b="1" i="1">
                              <a:solidFill>
                                <a:schemeClr val="tx1"/>
                              </a:solidFill>
                              <a:latin typeface="Cambria Math" panose="02040503050406030204" pitchFamily="18" charset="0"/>
                            </a:rPr>
                            <m:t>𝑻</m:t>
                          </m:r>
                        </m:sup>
                      </m:sSup>
                      <m:r>
                        <a:rPr lang="en-US" sz="2800" b="1" i="1">
                          <a:solidFill>
                            <a:schemeClr val="tx1"/>
                          </a:solidFill>
                          <a:latin typeface="Cambria Math" panose="02040503050406030204" pitchFamily="18" charset="0"/>
                        </a:rPr>
                        <m:t>𝒙</m:t>
                      </m:r>
                      <m:r>
                        <a:rPr lang="en-US" sz="2800" i="1">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𝑏</m:t>
                      </m:r>
                      <m:r>
                        <a:rPr lang="en-US" sz="2800" i="1">
                          <a:solidFill>
                            <a:schemeClr val="tx1"/>
                          </a:solidFill>
                          <a:latin typeface="Cambria Math" panose="02040503050406030204" pitchFamily="18" charset="0"/>
                        </a:rPr>
                        <m:t>=0</m:t>
                      </m:r>
                    </m:oMath>
                  </m:oMathPara>
                </a14:m>
                <a:endParaRPr lang="en-US" sz="2800" dirty="0">
                  <a:solidFill>
                    <a:schemeClr val="tx1"/>
                  </a:solidFill>
                </a:endParaRPr>
              </a:p>
            </p:txBody>
          </p:sp>
        </mc:Choice>
        <mc:Fallback xmlns="">
          <p:sp>
            <p:nvSpPr>
              <p:cNvPr id="26" name="Rectangle 25"/>
              <p:cNvSpPr>
                <a:spLocks noRot="1" noChangeAspect="1" noMove="1" noResize="1" noEditPoints="1" noAdjustHandles="1" noChangeArrowheads="1" noChangeShapeType="1" noTextEdit="1"/>
              </p:cNvSpPr>
              <p:nvPr/>
            </p:nvSpPr>
            <p:spPr>
              <a:xfrm>
                <a:off x="1781484" y="4078428"/>
                <a:ext cx="2929812" cy="578498"/>
              </a:xfrm>
              <a:prstGeom prst="rect">
                <a:avLst/>
              </a:prstGeom>
              <a:blipFill>
                <a:blip r:embed="rId8"/>
                <a:stretch>
                  <a:fillRect/>
                </a:stretch>
              </a:blipFill>
              <a:ln>
                <a:solidFill>
                  <a:schemeClr val="tx1"/>
                </a:solidFill>
              </a:ln>
            </p:spPr>
            <p:txBody>
              <a:bodyPr/>
              <a:lstStyle/>
              <a:p>
                <a:r>
                  <a:rPr lang="en-US">
                    <a:noFill/>
                  </a:rPr>
                  <a:t> </a:t>
                </a:r>
              </a:p>
            </p:txBody>
          </p:sp>
        </mc:Fallback>
      </mc:AlternateContent>
      <p:sp>
        <p:nvSpPr>
          <p:cNvPr id="24" name="TextBox 23"/>
          <p:cNvSpPr txBox="1"/>
          <p:nvPr/>
        </p:nvSpPr>
        <p:spPr>
          <a:xfrm>
            <a:off x="9895601" y="2969676"/>
            <a:ext cx="1123256" cy="307777"/>
          </a:xfrm>
          <a:prstGeom prst="rect">
            <a:avLst/>
          </a:prstGeom>
          <a:noFill/>
        </p:spPr>
        <p:txBody>
          <a:bodyPr wrap="none" rtlCol="0">
            <a:spAutoFit/>
          </a:bodyPr>
          <a:lstStyle/>
          <a:p>
            <a:r>
              <a:rPr lang="en-US" sz="1400" dirty="0" smtClean="0"/>
              <a:t>positive data</a:t>
            </a:r>
            <a:endParaRPr lang="en-US" sz="1400" baseline="-25000" dirty="0"/>
          </a:p>
        </p:txBody>
      </p:sp>
      <p:sp>
        <p:nvSpPr>
          <p:cNvPr id="25" name="TextBox 24"/>
          <p:cNvSpPr txBox="1"/>
          <p:nvPr/>
        </p:nvSpPr>
        <p:spPr>
          <a:xfrm>
            <a:off x="8687249" y="5585388"/>
            <a:ext cx="1172757" cy="307777"/>
          </a:xfrm>
          <a:prstGeom prst="rect">
            <a:avLst/>
          </a:prstGeom>
          <a:noFill/>
        </p:spPr>
        <p:txBody>
          <a:bodyPr wrap="none" rtlCol="0">
            <a:spAutoFit/>
          </a:bodyPr>
          <a:lstStyle/>
          <a:p>
            <a:r>
              <a:rPr lang="en-US" sz="1400" dirty="0" smtClean="0"/>
              <a:t>negative data</a:t>
            </a:r>
            <a:endParaRPr lang="en-US" sz="1400" baseline="-25000" dirty="0"/>
          </a:p>
        </p:txBody>
      </p:sp>
      <p:sp>
        <p:nvSpPr>
          <p:cNvPr id="27" name="TextBox 26"/>
          <p:cNvSpPr txBox="1"/>
          <p:nvPr/>
        </p:nvSpPr>
        <p:spPr>
          <a:xfrm>
            <a:off x="6450439" y="2569211"/>
            <a:ext cx="324128" cy="369332"/>
          </a:xfrm>
          <a:prstGeom prst="rect">
            <a:avLst/>
          </a:prstGeom>
          <a:noFill/>
        </p:spPr>
        <p:txBody>
          <a:bodyPr wrap="none" rtlCol="0">
            <a:spAutoFit/>
          </a:bodyPr>
          <a:lstStyle/>
          <a:p>
            <a:r>
              <a:rPr lang="en-US" dirty="0" smtClean="0"/>
              <a:t>B</a:t>
            </a:r>
            <a:endParaRPr lang="en-US" baseline="-25000" dirty="0"/>
          </a:p>
        </p:txBody>
      </p:sp>
      <p:sp>
        <p:nvSpPr>
          <p:cNvPr id="28" name="TextBox 27"/>
          <p:cNvSpPr txBox="1"/>
          <p:nvPr/>
        </p:nvSpPr>
        <p:spPr>
          <a:xfrm>
            <a:off x="10646996" y="6005162"/>
            <a:ext cx="308098" cy="369332"/>
          </a:xfrm>
          <a:prstGeom prst="rect">
            <a:avLst/>
          </a:prstGeom>
          <a:noFill/>
        </p:spPr>
        <p:txBody>
          <a:bodyPr wrap="none" rtlCol="0">
            <a:spAutoFit/>
          </a:bodyPr>
          <a:lstStyle/>
          <a:p>
            <a:r>
              <a:rPr lang="en-US" dirty="0" smtClean="0"/>
              <a:t>A</a:t>
            </a:r>
            <a:endParaRPr lang="en-US" baseline="-25000" dirty="0"/>
          </a:p>
        </p:txBody>
      </p:sp>
    </p:spTree>
    <p:custDataLst>
      <p:tags r:id="rId1"/>
    </p:custDataLst>
    <p:extLst>
      <p:ext uri="{BB962C8B-B14F-4D97-AF65-F5344CB8AC3E}">
        <p14:creationId xmlns:p14="http://schemas.microsoft.com/office/powerpoint/2010/main" val="2727138357"/>
      </p:ext>
    </p:extLst>
  </p:cSld>
  <p:clrMapOvr>
    <a:masterClrMapping/>
  </p:clrMapOvr>
  <mc:AlternateContent xmlns:mc="http://schemas.openxmlformats.org/markup-compatibility/2006" xmlns:p14="http://schemas.microsoft.com/office/powerpoint/2010/main">
    <mc:Choice Requires="p14">
      <p:transition spd="slow" p14:dur="2000" advTm="70580">
        <p:cut/>
      </p:transition>
    </mc:Choice>
    <mc:Fallback xmlns="">
      <p:transition spd="slow" advTm="70580">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500"/>
                                        <p:tgtEl>
                                          <p:spTgt spid="20"/>
                                        </p:tgtEl>
                                      </p:cBhvr>
                                    </p:animEffect>
                                  </p:childTnLst>
                                </p:cTn>
                              </p:par>
                              <p:par>
                                <p:cTn id="8" presetID="1"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childTnLst>
                                </p:cTn>
                              </p:par>
                            </p:childTnLst>
                          </p:cTn>
                        </p:par>
                        <p:par>
                          <p:cTn id="10" fill="hold">
                            <p:stCondLst>
                              <p:cond delay="500"/>
                            </p:stCondLst>
                            <p:childTnLst>
                              <p:par>
                                <p:cTn id="11" presetID="22" presetClass="entr" presetSubtype="4" fill="hold"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down)">
                                      <p:cBhvr>
                                        <p:cTn id="13" dur="500"/>
                                        <p:tgtEl>
                                          <p:spTgt spid="15"/>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par>
                          <p:cTn id="16" fill="hold">
                            <p:stCondLst>
                              <p:cond delay="1000"/>
                            </p:stCondLst>
                            <p:childTnLst>
                              <p:par>
                                <p:cTn id="17" presetID="22" presetClass="entr" presetSubtype="4"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down)">
                                      <p:cBhvr>
                                        <p:cTn id="19" dur="500"/>
                                        <p:tgtEl>
                                          <p:spTgt spid="12"/>
                                        </p:tgtEl>
                                      </p:cBhvr>
                                    </p:animEffect>
                                  </p:childTnLst>
                                </p:cTn>
                              </p:par>
                              <p:par>
                                <p:cTn id="20" presetID="1"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down)">
                                      <p:cBhvr>
                                        <p:cTn id="26" dur="500"/>
                                        <p:tgtEl>
                                          <p:spTgt spid="10"/>
                                        </p:tgtEl>
                                      </p:cBhvr>
                                    </p:animEffec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42" presetClass="entr" presetSubtype="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1000"/>
                                        <p:tgtEl>
                                          <p:spTgt spid="26"/>
                                        </p:tgtEl>
                                      </p:cBhvr>
                                    </p:animEffect>
                                    <p:anim calcmode="lin" valueType="num">
                                      <p:cBhvr>
                                        <p:cTn id="38" dur="1000" fill="hold"/>
                                        <p:tgtEl>
                                          <p:spTgt spid="26"/>
                                        </p:tgtEl>
                                        <p:attrNameLst>
                                          <p:attrName>ppt_x</p:attrName>
                                        </p:attrNameLst>
                                      </p:cBhvr>
                                      <p:tavLst>
                                        <p:tav tm="0">
                                          <p:val>
                                            <p:strVal val="#ppt_x"/>
                                          </p:val>
                                        </p:tav>
                                        <p:tav tm="100000">
                                          <p:val>
                                            <p:strVal val="#ppt_x"/>
                                          </p:val>
                                        </p:tav>
                                      </p:tavLst>
                                    </p:anim>
                                    <p:anim calcmode="lin" valueType="num">
                                      <p:cBhvr>
                                        <p:cTn id="3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9" grpId="0"/>
      <p:bldP spid="18" grpId="0"/>
      <p:bldP spid="19" grpId="0"/>
      <p:bldP spid="21" grpId="0" animBg="1"/>
      <p:bldP spid="22" grpId="0" animBg="1"/>
      <p:bldP spid="23" grpId="0" animBg="1"/>
      <p:bldP spid="26" grpId="0" animBg="1"/>
    </p:bldLst>
  </p:timing>
  <p:extLst mod="1">
    <p:ext uri="{3A86A75C-4F4B-4683-9AE1-C65F6400EC91}">
      <p14:laserTraceLst xmlns:p14="http://schemas.microsoft.com/office/powerpoint/2010/main">
        <p14:tracePtLst>
          <p14:tracePt t="16680" x="688975" y="5407025"/>
          <p14:tracePt t="17145" x="747713" y="5407025"/>
          <p14:tracePt t="17152" x="849313" y="5407025"/>
          <p14:tracePt t="17160" x="1044575" y="5407025"/>
          <p14:tracePt t="17171" x="1335088" y="5407025"/>
          <p14:tracePt t="17188" x="2046288" y="5407025"/>
          <p14:tracePt t="17205" x="2801938" y="5457825"/>
          <p14:tracePt t="17222" x="3432175" y="5565775"/>
          <p14:tracePt t="17238" x="4064000" y="5646738"/>
          <p14:tracePt t="17255" x="4600575" y="5667375"/>
          <p14:tracePt t="17272" x="5472113" y="5667375"/>
          <p14:tracePt t="17288" x="6175375" y="5494338"/>
          <p14:tracePt t="17305" x="6858000" y="5311775"/>
          <p14:tracePt t="17322" x="7292975" y="5167313"/>
          <p14:tracePt t="17338" x="7612063" y="5080000"/>
          <p14:tracePt t="17355" x="7902575" y="4956175"/>
          <p14:tracePt t="17372" x="8142288" y="4840288"/>
          <p14:tracePt t="17388" x="8359775" y="4710113"/>
          <p14:tracePt t="17405" x="8497888" y="4608513"/>
          <p14:tracePt t="17421" x="8678863" y="4498975"/>
          <p14:tracePt t="17438" x="8882063" y="4397375"/>
          <p14:tracePt t="17455" x="9042400" y="4325938"/>
          <p14:tracePt t="17472" x="9180513" y="4230688"/>
          <p14:tracePt t="17488" x="9194800" y="4143375"/>
          <p14:tracePt t="17505" x="9194800" y="4041775"/>
          <p14:tracePt t="17522" x="9194800" y="3940175"/>
          <p14:tracePt t="17538" x="9194800" y="3852863"/>
          <p14:tracePt t="17555" x="9194800" y="3773488"/>
          <p14:tracePt t="17572" x="9166225" y="3700463"/>
          <p14:tracePt t="17588" x="9107488" y="3629025"/>
          <p14:tracePt t="17605" x="9020175" y="3541713"/>
          <p14:tracePt t="17622" x="8955088" y="3490913"/>
          <p14:tracePt t="17638" x="8897938" y="3482975"/>
          <p14:tracePt t="17655" x="8824913" y="3468688"/>
          <p14:tracePt t="17672" x="8621713" y="3468688"/>
          <p14:tracePt t="17688" x="8424863" y="3519488"/>
          <p14:tracePt t="17705" x="8266113" y="3584575"/>
          <p14:tracePt t="17722" x="8186738" y="3621088"/>
          <p14:tracePt t="17738" x="8128000" y="3657600"/>
          <p14:tracePt t="19580" x="8170863" y="3657600"/>
          <p14:tracePt t="19590" x="8272463" y="3657600"/>
          <p14:tracePt t="19594" x="8316913" y="3657600"/>
          <p14:tracePt t="19606" x="8339138" y="3665538"/>
          <p14:tracePt t="19623" x="8345488" y="3665538"/>
          <p14:tracePt t="19640" x="8440738" y="3686175"/>
          <p14:tracePt t="19656" x="8585200" y="3700463"/>
          <p14:tracePt t="19673" x="8796338" y="3700463"/>
          <p14:tracePt t="19689" x="8955088" y="3700463"/>
          <p14:tracePt t="19706" x="9085263" y="3700463"/>
          <p14:tracePt t="19723" x="9172575" y="3700463"/>
          <p14:tracePt t="19740" x="9259888" y="3700463"/>
          <p14:tracePt t="19756" x="9339263" y="3686175"/>
          <p14:tracePt t="19773" x="9426575" y="3649663"/>
          <p14:tracePt t="19790" x="9456738" y="3643313"/>
          <p14:tracePt t="19806" x="9463088" y="3635375"/>
          <p14:tracePt t="19824" x="9471025" y="3621088"/>
          <p14:tracePt t="19841" x="9471025" y="3592513"/>
          <p14:tracePt t="19856" x="9471025" y="3578225"/>
          <p14:tracePt t="19873" x="9456738" y="3533775"/>
          <p14:tracePt t="19890" x="9390063" y="3482975"/>
          <p14:tracePt t="19908" x="9282113" y="3440113"/>
          <p14:tracePt t="19923" x="9180513" y="3411538"/>
          <p14:tracePt t="19940" x="9056688" y="3395663"/>
          <p14:tracePt t="19957" x="8918575" y="3375025"/>
          <p14:tracePt t="19973" x="8766175" y="3352800"/>
          <p14:tracePt t="19990" x="8621713" y="3330575"/>
          <p14:tracePt t="20006" x="8483600" y="3330575"/>
          <p14:tracePt t="20023" x="8367713" y="3330575"/>
          <p14:tracePt t="20040" x="8258175" y="3344863"/>
          <p14:tracePt t="20056" x="8040688" y="3389313"/>
          <p14:tracePt t="20073" x="7902575" y="3411538"/>
          <p14:tracePt t="20089" x="7758113" y="3425825"/>
          <p14:tracePt t="20106" x="7620000" y="3454400"/>
          <p14:tracePt t="20123" x="7481888" y="3497263"/>
          <p14:tracePt t="20140" x="7358063" y="3541713"/>
          <p14:tracePt t="20157" x="7221538" y="3606800"/>
          <p14:tracePt t="20173" x="7089775" y="3686175"/>
          <p14:tracePt t="20190" x="6996113" y="3773488"/>
          <p14:tracePt t="20206" x="6916738" y="3846513"/>
          <p14:tracePt t="20224" x="6829425" y="3933825"/>
          <p14:tracePt t="20240" x="6764338" y="4049713"/>
          <p14:tracePt t="20257" x="6727825" y="4122738"/>
          <p14:tracePt t="20273" x="6705600" y="4194175"/>
          <p14:tracePt t="20290" x="6697663" y="4303713"/>
          <p14:tracePt t="20307" x="6697663" y="4427538"/>
          <p14:tracePt t="20323" x="6705600" y="4549775"/>
          <p14:tracePt t="20340" x="6764338" y="4651375"/>
          <p14:tracePt t="20357" x="6850063" y="4752975"/>
          <p14:tracePt t="20374" x="6973888" y="4826000"/>
          <p14:tracePt t="20390" x="7205663" y="4919663"/>
          <p14:tracePt t="20407" x="7540625" y="5014913"/>
          <p14:tracePt t="20424" x="7851775" y="5087938"/>
          <p14:tracePt t="20441" x="8120063" y="5138738"/>
          <p14:tracePt t="20456" x="8207375" y="5153025"/>
          <p14:tracePt t="20473" x="8258175" y="5153025"/>
          <p14:tracePt t="20490" x="8308975" y="5145088"/>
          <p14:tracePt t="20506" x="8389938" y="5072063"/>
          <p14:tracePt t="20523" x="8520113" y="4941888"/>
          <p14:tracePt t="20539" x="8628063" y="4803775"/>
          <p14:tracePt t="20557" x="8759825" y="4681538"/>
          <p14:tracePt t="20561" x="8810625" y="4630738"/>
          <p14:tracePt t="20573" x="8847138" y="4594225"/>
          <p14:tracePt t="20590" x="8912225" y="4535488"/>
          <p14:tracePt t="20606" x="8940800" y="4470400"/>
          <p14:tracePt t="20623" x="8963025" y="4405313"/>
          <p14:tracePt t="20639" x="8969375" y="4325938"/>
          <p14:tracePt t="20656" x="8977313" y="4202113"/>
          <p14:tracePt t="20673" x="8977313" y="4157663"/>
          <p14:tracePt t="20690" x="8963025" y="4129088"/>
          <p14:tracePt t="20706" x="8926513" y="4092575"/>
          <p14:tracePt t="20723" x="8897938" y="4071938"/>
          <p14:tracePt t="20740" x="8847138" y="4041775"/>
          <p14:tracePt t="20756" x="8788400" y="4013200"/>
          <p14:tracePt t="20773" x="8723313" y="3990975"/>
          <p14:tracePt t="20790" x="8613775" y="3954463"/>
          <p14:tracePt t="20806" x="8497888" y="3925888"/>
          <p14:tracePt t="20823" x="8410575" y="3903663"/>
          <p14:tracePt t="20841" x="8331200" y="3903663"/>
          <p14:tracePt t="20856" x="8280400" y="3903663"/>
          <p14:tracePt t="20873" x="8229600" y="3903663"/>
          <p14:tracePt t="20890" x="8156575" y="3903663"/>
          <p14:tracePt t="20906" x="8069263" y="3919538"/>
          <p14:tracePt t="20923" x="8018463" y="3933825"/>
          <p14:tracePt t="20940" x="7989888" y="3940175"/>
          <p14:tracePt t="20956" x="7953375" y="3962400"/>
          <p14:tracePt t="20973" x="7932738" y="3990975"/>
          <p14:tracePt t="20989" x="7896225" y="4021138"/>
          <p14:tracePt t="21007" x="7859713" y="4056063"/>
          <p14:tracePt t="21023" x="7831138" y="4086225"/>
          <p14:tracePt t="21041" x="7794625" y="4137025"/>
          <p14:tracePt t="21056" x="7764463" y="4179888"/>
          <p14:tracePt t="21073" x="7743825" y="4216400"/>
          <p14:tracePt t="21091" x="7713663" y="4267200"/>
          <p14:tracePt t="21106" x="7678738" y="4332288"/>
          <p14:tracePt t="21123" x="7648575" y="4397375"/>
          <p14:tracePt t="21140" x="7620000" y="4462463"/>
          <p14:tracePt t="21156" x="7597775" y="4513263"/>
          <p14:tracePt t="21173" x="7577138" y="4549775"/>
          <p14:tracePt t="21190" x="7561263" y="4586288"/>
          <p14:tracePt t="21207" x="7546975" y="4630738"/>
          <p14:tracePt t="21223" x="7532688" y="4659313"/>
          <p14:tracePt t="21240" x="7526338" y="4710113"/>
          <p14:tracePt t="21256" x="7526338" y="4724400"/>
          <p14:tracePt t="21273" x="7526338" y="4738688"/>
          <p14:tracePt t="21290" x="7526338" y="4752975"/>
          <p14:tracePt t="21308" x="7526338" y="4760913"/>
          <p14:tracePt t="21323" x="7526338" y="4767263"/>
          <p14:tracePt t="21341" x="7526338" y="4783138"/>
          <p14:tracePt t="21357" x="7526338" y="4789488"/>
          <p14:tracePt t="22301" x="7532688" y="4783138"/>
          <p14:tracePt t="22309" x="7540625" y="4783138"/>
          <p14:tracePt t="22316" x="7546975" y="4775200"/>
          <p14:tracePt t="22324" x="7554913" y="4767263"/>
          <p14:tracePt t="22340" x="7583488" y="4716463"/>
          <p14:tracePt t="22358" x="7634288" y="4586288"/>
          <p14:tracePt t="22374" x="7721600" y="4441825"/>
          <p14:tracePt t="22390" x="7794625" y="4281488"/>
          <p14:tracePt t="22408" x="7866063" y="4071938"/>
          <p14:tracePt t="22424" x="7874000" y="3954463"/>
          <p14:tracePt t="22440" x="7874000" y="3860800"/>
          <p14:tracePt t="22457" x="7837488" y="3736975"/>
          <p14:tracePt t="22474" x="7800975" y="3649663"/>
          <p14:tracePt t="22491" x="7772400" y="3570288"/>
          <p14:tracePt t="22507" x="7750175" y="3533775"/>
          <p14:tracePt t="22524" x="7750175" y="3513138"/>
          <p14:tracePt t="22541" x="7743825" y="3505200"/>
          <p14:tracePt t="22558" x="7729538" y="3476625"/>
          <p14:tracePt t="22576" x="7721600" y="3468688"/>
          <p14:tracePt t="22590" x="7721600" y="3440113"/>
          <p14:tracePt t="22608" x="7699375" y="3425825"/>
          <p14:tracePt t="22624" x="7699375" y="3417888"/>
          <p14:tracePt t="23934" x="7685088" y="3425825"/>
          <p14:tracePt t="23941" x="7685088" y="3440113"/>
          <p14:tracePt t="23948" x="7678738" y="3468688"/>
          <p14:tracePt t="23957" x="7670800" y="3476625"/>
          <p14:tracePt t="23974" x="7670800" y="3497263"/>
          <p14:tracePt t="23991" x="7656513" y="3527425"/>
          <p14:tracePt t="24008" x="7648575" y="3563938"/>
          <p14:tracePt t="24024" x="7642225" y="3592513"/>
          <p14:tracePt t="24041" x="7642225" y="3606800"/>
          <p14:tracePt t="24057" x="7642225" y="3629025"/>
          <p14:tracePt t="24074" x="7634288" y="3643313"/>
          <p14:tracePt t="24091" x="7634288" y="3657600"/>
          <p14:tracePt t="24107" x="7627938" y="3679825"/>
          <p14:tracePt t="24124" x="7627938" y="3694113"/>
          <p14:tracePt t="24140" x="7627938" y="3708400"/>
          <p14:tracePt t="24174" x="7627938" y="3716338"/>
          <p14:tracePt t="24986" x="7627938" y="3730625"/>
          <p14:tracePt t="25001" x="7627938" y="3736975"/>
          <p14:tracePt t="25028" x="7627938" y="3744913"/>
          <p14:tracePt t="25033" x="7627938" y="3751263"/>
          <p14:tracePt t="25066" x="7627938" y="3759200"/>
          <p14:tracePt t="25082" x="7627938" y="3767138"/>
          <p14:tracePt t="25091" x="7627938" y="3773488"/>
          <p14:tracePt t="25114" x="7627938" y="3781425"/>
          <p14:tracePt t="25130" x="7627938" y="3787775"/>
          <p14:tracePt t="25147" x="7627938" y="3795713"/>
          <p14:tracePt t="25203" x="7627938" y="3802063"/>
          <p14:tracePt t="25235" x="7627938" y="3810000"/>
          <p14:tracePt t="25290" x="7627938" y="3817938"/>
          <p14:tracePt t="26235" x="7627938" y="3824288"/>
          <p14:tracePt t="26241" x="7620000" y="3838575"/>
          <p14:tracePt t="26250" x="7597775" y="3852863"/>
          <p14:tracePt t="26258" x="7569200" y="3875088"/>
          <p14:tracePt t="26275" x="7504113" y="3919538"/>
          <p14:tracePt t="26291" x="7439025" y="3984625"/>
          <p14:tracePt t="26308" x="7343775" y="4056063"/>
          <p14:tracePt t="26325" x="7264400" y="4129088"/>
          <p14:tracePt t="26341" x="7199313" y="4187825"/>
          <p14:tracePt t="26358" x="7148513" y="4252913"/>
          <p14:tracePt t="26375" x="7104063" y="4295775"/>
          <p14:tracePt t="26392" x="7038975" y="4360863"/>
          <p14:tracePt t="26408" x="6996113" y="4405313"/>
          <p14:tracePt t="26425" x="6951663" y="4462463"/>
          <p14:tracePt t="26441" x="6923088" y="4513263"/>
          <p14:tracePt t="26458" x="6880225" y="4586288"/>
          <p14:tracePt t="26475" x="6850063" y="4659313"/>
          <p14:tracePt t="26491" x="6829425" y="4716463"/>
          <p14:tracePt t="26508" x="6792913" y="4767263"/>
          <p14:tracePt t="26526" x="6784975" y="4803775"/>
          <p14:tracePt t="26541" x="6764338" y="4833938"/>
          <p14:tracePt t="26558" x="6756400" y="4868863"/>
          <p14:tracePt t="26562" x="6756400" y="4891088"/>
          <p14:tracePt t="26575" x="6742113" y="4913313"/>
          <p14:tracePt t="26592" x="6734175" y="4941888"/>
          <p14:tracePt t="26608" x="6734175" y="4949825"/>
          <p14:tracePt t="26625" x="6734175" y="4956175"/>
          <p14:tracePt t="26641" x="6719888" y="4970463"/>
          <p14:tracePt t="26658" x="6719888" y="4978400"/>
          <p14:tracePt t="26691" x="6713538" y="4986338"/>
          <p14:tracePt t="27212" x="6697663" y="4986338"/>
          <p14:tracePt t="27217" x="6691313" y="4986338"/>
          <p14:tracePt t="27234" x="6683375" y="4992688"/>
          <p14:tracePt t="27250" x="6683375" y="5000625"/>
          <p14:tracePt t="27259" x="6677025" y="5006975"/>
          <p14:tracePt t="27275" x="6669088" y="5006975"/>
          <p14:tracePt t="27292" x="6669088" y="5014913"/>
          <p14:tracePt t="27459" x="6669088" y="5021263"/>
          <p14:tracePt t="27514" x="6669088" y="5037138"/>
          <p14:tracePt t="27521" x="6677025" y="5037138"/>
          <p14:tracePt t="27529" x="6705600" y="5043488"/>
          <p14:tracePt t="27541" x="6734175" y="5057775"/>
          <p14:tracePt t="27558" x="6784975" y="5072063"/>
          <p14:tracePt t="27560" x="6792913" y="5080000"/>
          <p14:tracePt t="27575" x="6807200" y="5080000"/>
          <p14:tracePt t="27591" x="6829425" y="5094288"/>
          <p14:tracePt t="27608" x="6835775" y="5094288"/>
          <p14:tracePt t="27625" x="6858000" y="5094288"/>
          <p14:tracePt t="27641" x="6894513" y="5094288"/>
          <p14:tracePt t="27658" x="6937375" y="5094288"/>
          <p14:tracePt t="27675" x="6973888" y="5094288"/>
          <p14:tracePt t="27692" x="7018338" y="5087938"/>
          <p14:tracePt t="27708" x="7038975" y="5072063"/>
          <p14:tracePt t="27725" x="7053263" y="5051425"/>
          <p14:tracePt t="27742" x="7069138" y="5029200"/>
          <p14:tracePt t="27758" x="7075488" y="4992688"/>
          <p14:tracePt t="27775" x="7083425" y="4964113"/>
          <p14:tracePt t="27792" x="7083425" y="4913313"/>
          <p14:tracePt t="27808" x="7083425" y="4884738"/>
          <p14:tracePt t="27825" x="7083425" y="4862513"/>
          <p14:tracePt t="27842" x="7075488" y="4848225"/>
          <p14:tracePt t="27858" x="7061200" y="4833938"/>
          <p14:tracePt t="27875" x="7053263" y="4818063"/>
          <p14:tracePt t="27892" x="7046913" y="4811713"/>
          <p14:tracePt t="27908" x="7024688" y="4803775"/>
          <p14:tracePt t="27925" x="7010400" y="4803775"/>
          <p14:tracePt t="27942" x="6981825" y="4797425"/>
          <p14:tracePt t="27958" x="6937375" y="4797425"/>
          <p14:tracePt t="27975" x="6908800" y="4797425"/>
          <p14:tracePt t="27992" x="6886575" y="4797425"/>
          <p14:tracePt t="28137" x="6880225" y="4797425"/>
          <p14:tracePt t="28153" x="6872288" y="4797425"/>
          <p14:tracePt t="28161" x="6865938" y="4797425"/>
          <p14:tracePt t="28177" x="6858000" y="4803775"/>
          <p14:tracePt t="28185" x="6850063" y="4811713"/>
          <p14:tracePt t="28193" x="6843713" y="4818063"/>
          <p14:tracePt t="28208" x="6815138" y="4848225"/>
          <p14:tracePt t="28225" x="6807200" y="4868863"/>
          <p14:tracePt t="28242" x="6778625" y="4899025"/>
          <p14:tracePt t="28259" x="6770688" y="4956175"/>
          <p14:tracePt t="28275" x="6756400" y="4992688"/>
          <p14:tracePt t="28292" x="6756400" y="5043488"/>
          <p14:tracePt t="28308" x="6756400" y="5080000"/>
          <p14:tracePt t="28325" x="6756400" y="5116513"/>
          <p14:tracePt t="28342" x="6764338" y="5122863"/>
          <p14:tracePt t="28359" x="6784975" y="5145088"/>
          <p14:tracePt t="28376" x="6835775" y="5145088"/>
          <p14:tracePt t="28392" x="6872288" y="5145088"/>
          <p14:tracePt t="28408" x="6908800" y="5145088"/>
          <p14:tracePt t="28425" x="6945313" y="5138738"/>
          <p14:tracePt t="28442" x="6988175" y="5108575"/>
          <p14:tracePt t="28458" x="7024688" y="5072063"/>
          <p14:tracePt t="28475" x="7038975" y="5051425"/>
          <p14:tracePt t="28492" x="7053263" y="5000625"/>
          <p14:tracePt t="28509" x="7061200" y="4970463"/>
          <p14:tracePt t="28525" x="7061200" y="4935538"/>
          <p14:tracePt t="28542" x="7061200" y="4905375"/>
          <p14:tracePt t="28558" x="7061200" y="4876800"/>
          <p14:tracePt t="28561" x="7061200" y="4868863"/>
          <p14:tracePt t="28576" x="7046913" y="4833938"/>
          <p14:tracePt t="28592" x="7010400" y="4783138"/>
          <p14:tracePt t="28609" x="6973888" y="4752975"/>
          <p14:tracePt t="28625" x="6945313" y="4724400"/>
          <p14:tracePt t="28642" x="6937375" y="4716463"/>
          <p14:tracePt t="28659" x="6931025" y="4716463"/>
          <p14:tracePt t="28692" x="6923088" y="4716463"/>
          <p14:tracePt t="28714" x="6916738" y="4716463"/>
          <p14:tracePt t="28889" x="6908800" y="4716463"/>
          <p14:tracePt t="28897" x="6886575" y="4724400"/>
          <p14:tracePt t="28905" x="6880225" y="4752975"/>
          <p14:tracePt t="28913" x="6858000" y="4783138"/>
          <p14:tracePt t="28925" x="6835775" y="4826000"/>
          <p14:tracePt t="28942" x="6807200" y="4891088"/>
          <p14:tracePt t="28959" x="6784975" y="4964113"/>
          <p14:tracePt t="28975" x="6770688" y="5065713"/>
          <p14:tracePt t="28992" x="6770688" y="5173663"/>
          <p14:tracePt t="29009" x="6799263" y="5275263"/>
          <p14:tracePt t="29025" x="6843713" y="5356225"/>
          <p14:tracePt t="29042" x="6894513" y="5413375"/>
          <p14:tracePt t="29059" x="6931025" y="5449888"/>
          <p14:tracePt t="29075" x="6981825" y="5478463"/>
          <p14:tracePt t="29093" x="7053263" y="5508625"/>
          <p14:tracePt t="29109" x="7134225" y="5545138"/>
          <p14:tracePt t="29125" x="7221538" y="5573713"/>
          <p14:tracePt t="29142" x="7256463" y="5573713"/>
          <p14:tracePt t="29159" x="7278688" y="5580063"/>
          <p14:tracePt t="29176" x="7300913" y="5588000"/>
          <p14:tracePt t="29192" x="7337425" y="5588000"/>
          <p14:tracePt t="29209" x="7388225" y="5588000"/>
          <p14:tracePt t="29225" x="7439025" y="5588000"/>
          <p14:tracePt t="29242" x="7459663" y="5588000"/>
          <p14:tracePt t="29259" x="7475538" y="5588000"/>
          <p14:tracePt t="29275" x="7489825" y="5580063"/>
          <p14:tracePt t="29292" x="7510463" y="5565775"/>
          <p14:tracePt t="29309" x="7554913" y="5545138"/>
          <p14:tracePt t="29325" x="7591425" y="5522913"/>
          <p14:tracePt t="29342" x="7620000" y="5508625"/>
          <p14:tracePt t="29359" x="7627938" y="5500688"/>
          <p14:tracePt t="29376" x="7648575" y="5472113"/>
          <p14:tracePt t="29392" x="7656513" y="5449888"/>
          <p14:tracePt t="29409" x="7670800" y="5407025"/>
          <p14:tracePt t="29425" x="7678738" y="5356225"/>
          <p14:tracePt t="29442" x="7678738" y="5311775"/>
          <p14:tracePt t="29459" x="7678738" y="5275263"/>
          <p14:tracePt t="29475" x="7678738" y="5254625"/>
          <p14:tracePt t="29492" x="7670800" y="5224463"/>
          <p14:tracePt t="29509" x="7662863" y="5210175"/>
          <p14:tracePt t="29526" x="7656513" y="5203825"/>
          <p14:tracePt t="29542" x="7642225" y="5203825"/>
          <p14:tracePt t="29560" x="7591425" y="5203825"/>
          <p14:tracePt t="29576" x="7577138" y="5203825"/>
          <p14:tracePt t="29592" x="7526338" y="5218113"/>
          <p14:tracePt t="29609" x="7496175" y="5240338"/>
          <p14:tracePt t="29626" x="7459663" y="5260975"/>
          <p14:tracePt t="29642" x="7445375" y="5283200"/>
          <p14:tracePt t="29659" x="7431088" y="5311775"/>
          <p14:tracePt t="29676" x="7416800" y="5341938"/>
          <p14:tracePt t="29692" x="7408863" y="5362575"/>
          <p14:tracePt t="29709" x="7408863" y="5392738"/>
          <p14:tracePt t="29725" x="7408863" y="5413375"/>
          <p14:tracePt t="29742" x="7408863" y="5443538"/>
          <p14:tracePt t="29759" x="7424738" y="5472113"/>
          <p14:tracePt t="29776" x="7445375" y="5494338"/>
          <p14:tracePt t="29792" x="7459663" y="5500688"/>
          <p14:tracePt t="29809" x="7467600" y="5500688"/>
          <p14:tracePt t="29826" x="7504113" y="5494338"/>
          <p14:tracePt t="29843" x="7532688" y="5427663"/>
          <p14:tracePt t="29859" x="7561263" y="5348288"/>
          <p14:tracePt t="29876" x="7569200" y="5297488"/>
          <p14:tracePt t="29892" x="7569200" y="5283200"/>
          <p14:tracePt t="29909" x="7569200" y="5275263"/>
          <p14:tracePt t="29953" x="7577138" y="5275263"/>
          <p14:tracePt t="29961" x="7583488" y="5268913"/>
          <p14:tracePt t="29975" x="7620000" y="5246688"/>
          <p14:tracePt t="29992" x="7642225" y="5224463"/>
          <p14:tracePt t="30009" x="7678738" y="5173663"/>
          <p14:tracePt t="30026" x="7735888" y="5057775"/>
          <p14:tracePt t="30042" x="7808913" y="4899025"/>
          <p14:tracePt t="30059" x="7888288" y="4738688"/>
          <p14:tracePt t="30076" x="7975600" y="4529138"/>
          <p14:tracePt t="30093" x="8048625" y="4318000"/>
          <p14:tracePt t="30109" x="8091488" y="4187825"/>
          <p14:tracePt t="30126" x="8113713" y="4100513"/>
          <p14:tracePt t="30142" x="8142288" y="4049713"/>
          <p14:tracePt t="30159" x="8178800" y="3976688"/>
          <p14:tracePt t="30176" x="8237538" y="3868738"/>
          <p14:tracePt t="30192" x="8258175" y="3817938"/>
          <p14:tracePt t="30209" x="8280400" y="3773488"/>
          <p14:tracePt t="30226" x="8288338" y="3744913"/>
          <p14:tracePt t="30242" x="8288338" y="3736975"/>
          <p14:tracePt t="30259" x="8294688" y="3716338"/>
          <p14:tracePt t="30276" x="8302625" y="3694113"/>
          <p14:tracePt t="30292" x="8302625" y="3671888"/>
          <p14:tracePt t="30310" x="8308975" y="3643313"/>
          <p14:tracePt t="30326" x="8308975" y="3614738"/>
          <p14:tracePt t="30342" x="8308975" y="3606800"/>
          <p14:tracePt t="30359" x="8316913" y="3592513"/>
          <p14:tracePt t="30376" x="8316913" y="3584575"/>
          <p14:tracePt t="30392" x="8316913" y="3578225"/>
          <p14:tracePt t="30409" x="8316913" y="3570288"/>
          <p14:tracePt t="30426" x="8316913" y="3563938"/>
          <p14:tracePt t="30443" x="8316913" y="3556000"/>
          <p14:tracePt t="30459" x="8308975" y="3548063"/>
          <p14:tracePt t="30476" x="8294688" y="3548063"/>
          <p14:tracePt t="30493" x="8258175" y="3548063"/>
          <p14:tracePt t="30510" x="8215313" y="3548063"/>
          <p14:tracePt t="30526" x="8164513" y="3548063"/>
          <p14:tracePt t="30543" x="8120063" y="3584575"/>
          <p14:tracePt t="30560" x="8085138" y="3614738"/>
          <p14:tracePt t="30576" x="8069263" y="3629025"/>
          <p14:tracePt t="30593" x="8054975" y="3643313"/>
          <p14:tracePt t="30611" x="8048625" y="3671888"/>
          <p14:tracePt t="30626" x="8026400" y="3716338"/>
          <p14:tracePt t="30643" x="8026400" y="3751263"/>
          <p14:tracePt t="30660" x="8026400" y="3802063"/>
          <p14:tracePt t="30677" x="8026400" y="3852863"/>
          <p14:tracePt t="30694" x="8034338" y="3889375"/>
          <p14:tracePt t="30710" x="8040688" y="3919538"/>
          <p14:tracePt t="30726" x="8062913" y="3948113"/>
          <p14:tracePt t="30744" x="8085138" y="3962400"/>
          <p14:tracePt t="30760" x="8113713" y="3984625"/>
          <p14:tracePt t="30779" x="8135938" y="3990975"/>
          <p14:tracePt t="30793" x="8178800" y="3998913"/>
          <p14:tracePt t="30811" x="8201025" y="3998913"/>
          <p14:tracePt t="30826" x="8221663" y="3998913"/>
          <p14:tracePt t="30843" x="8237538" y="3998913"/>
          <p14:tracePt t="30860" x="8266113" y="3998913"/>
          <p14:tracePt t="30876" x="8280400" y="3998913"/>
          <p14:tracePt t="30893" x="8308975" y="3970338"/>
          <p14:tracePt t="30910" x="8331200" y="3925888"/>
          <p14:tracePt t="30927" x="8353425" y="3883025"/>
          <p14:tracePt t="30945" x="8367713" y="3838575"/>
          <p14:tracePt t="30960" x="8367713" y="3802063"/>
          <p14:tracePt t="30977" x="8367713" y="3781425"/>
          <p14:tracePt t="30993" x="8359775" y="3744913"/>
          <p14:tracePt t="31010" x="8339138" y="3722688"/>
          <p14:tracePt t="31028" x="8323263" y="3708400"/>
          <p14:tracePt t="31043" x="8316913" y="3700463"/>
          <p14:tracePt t="31061" x="8294688" y="3694113"/>
          <p14:tracePt t="31076" x="8280400" y="3686175"/>
          <p14:tracePt t="31095" x="8266113" y="3686175"/>
          <p14:tracePt t="31110" x="8258175" y="3686175"/>
          <p14:tracePt t="31127" x="8251825" y="3686175"/>
          <p14:tracePt t="31422" x="8243888" y="3686175"/>
          <p14:tracePt t="31427" x="8237538" y="3686175"/>
          <p14:tracePt t="31443" x="8215313" y="3679825"/>
          <p14:tracePt t="31479" x="8201025" y="3679825"/>
          <p14:tracePt t="31494" x="8186738" y="3679825"/>
          <p14:tracePt t="31510" x="8164513" y="3679825"/>
          <p14:tracePt t="31528" x="8150225" y="3679825"/>
          <p14:tracePt t="31544" x="8128000" y="3694113"/>
          <p14:tracePt t="31560" x="8105775" y="3716338"/>
          <p14:tracePt t="31576" x="8085138" y="3759200"/>
          <p14:tracePt t="31594" x="8077200" y="3795713"/>
          <p14:tracePt t="31611" x="8054975" y="3832225"/>
          <p14:tracePt t="31627" x="8054975" y="3852863"/>
          <p14:tracePt t="31643" x="8054975" y="3889375"/>
          <p14:tracePt t="31660" x="8069263" y="3911600"/>
          <p14:tracePt t="31677" x="8077200" y="3925888"/>
          <p14:tracePt t="31693" x="8091488" y="3933825"/>
          <p14:tracePt t="31710" x="8099425" y="3933825"/>
          <p14:tracePt t="31727" x="8105775" y="3933825"/>
          <p14:tracePt t="31744" x="8156575" y="3933825"/>
          <p14:tracePt t="31761" x="8201025" y="3903663"/>
          <p14:tracePt t="31777" x="8229600" y="3860800"/>
          <p14:tracePt t="31793" x="8243888" y="3817938"/>
          <p14:tracePt t="31810" x="8243888" y="3795713"/>
          <p14:tracePt t="31827" x="8243888" y="3787775"/>
          <p14:tracePt t="31844" x="8243888" y="3781425"/>
          <p14:tracePt t="31860" x="8243888" y="3773488"/>
          <p14:tracePt t="32194" x="8237538" y="3767138"/>
          <p14:tracePt t="32201" x="8237538" y="3759200"/>
          <p14:tracePt t="32210" x="8237538" y="3751263"/>
          <p14:tracePt t="32226" x="8237538" y="3744913"/>
          <p14:tracePt t="32243" x="8221663" y="3722688"/>
          <p14:tracePt t="32260" x="8201025" y="3708400"/>
          <p14:tracePt t="32277" x="8135938" y="3686175"/>
          <p14:tracePt t="32294" x="8054975" y="3657600"/>
          <p14:tracePt t="32310" x="7989888" y="3657600"/>
          <p14:tracePt t="32327" x="7967663" y="3657600"/>
          <p14:tracePt t="32344" x="7916863" y="3686175"/>
          <p14:tracePt t="32360" x="7881938" y="3716338"/>
          <p14:tracePt t="32377" x="7845425" y="3744913"/>
          <p14:tracePt t="32394" x="7808913" y="3781425"/>
          <p14:tracePt t="32410" x="7721600" y="3832225"/>
          <p14:tracePt t="32428" x="7627938" y="3889375"/>
          <p14:tracePt t="32444" x="7510463" y="3933825"/>
          <p14:tracePt t="32460" x="7402513" y="3984625"/>
          <p14:tracePt t="32478" x="7278688" y="4041775"/>
          <p14:tracePt t="32493" x="7162800" y="4086225"/>
          <p14:tracePt t="32510" x="7083425" y="4137025"/>
          <p14:tracePt t="32527" x="7032625" y="4194175"/>
          <p14:tracePt t="32544" x="6981825" y="4275138"/>
          <p14:tracePt t="32560" x="6916738" y="4340225"/>
          <p14:tracePt t="32577" x="6835775" y="4433888"/>
          <p14:tracePt t="32593" x="6770688" y="4521200"/>
          <p14:tracePt t="32610" x="6719888" y="4572000"/>
          <p14:tracePt t="32627" x="6683375" y="4622800"/>
          <p14:tracePt t="32644" x="6677025" y="4673600"/>
          <p14:tracePt t="32660" x="6669088" y="4724400"/>
          <p14:tracePt t="32677" x="6669088" y="4775200"/>
          <p14:tracePt t="32694" x="6669088" y="4818063"/>
          <p14:tracePt t="32710" x="6669088" y="4854575"/>
          <p14:tracePt t="32728" x="6683375" y="4913313"/>
          <p14:tracePt t="32744" x="6691313" y="4949825"/>
          <p14:tracePt t="32761" x="6697663" y="4970463"/>
          <p14:tracePt t="32777" x="6713538" y="5000625"/>
          <p14:tracePt t="32793" x="6719888" y="5014913"/>
          <p14:tracePt t="32829" x="6727825" y="5014913"/>
          <p14:tracePt t="32843" x="6756400" y="5014913"/>
          <p14:tracePt t="32861" x="6778625" y="5014913"/>
          <p14:tracePt t="32877" x="6807200" y="5014913"/>
          <p14:tracePt t="32894" x="6835775" y="5014913"/>
          <p14:tracePt t="32910" x="6858000" y="5014913"/>
          <p14:tracePt t="32927" x="6872288" y="5014913"/>
          <p14:tracePt t="32945" x="6886575" y="5006975"/>
          <p14:tracePt t="32960" x="6908800" y="4978400"/>
          <p14:tracePt t="32977" x="6916738" y="4964113"/>
          <p14:tracePt t="32994" x="6931025" y="4913313"/>
          <p14:tracePt t="33011" x="6937375" y="4884738"/>
          <p14:tracePt t="33029" x="6937375" y="4854575"/>
          <p14:tracePt t="33044" x="6937375" y="4826000"/>
          <p14:tracePt t="33061" x="6931025" y="4811713"/>
          <p14:tracePt t="33069" x="6931025" y="4803775"/>
          <p14:tracePt t="33084" x="6923088" y="4797425"/>
          <p14:tracePt t="33108" x="6916738" y="4789488"/>
          <p14:tracePt t="33132" x="6908800" y="4789488"/>
          <p14:tracePt t="33148" x="6894513" y="4789488"/>
          <p14:tracePt t="33157" x="6886575" y="4789488"/>
          <p14:tracePt t="33172" x="6872288" y="4789488"/>
          <p14:tracePt t="33182" x="6850063" y="4811713"/>
          <p14:tracePt t="33194" x="6829425" y="4833938"/>
          <p14:tracePt t="33211" x="6807200" y="4854575"/>
          <p14:tracePt t="33228" x="6799263" y="4884738"/>
          <p14:tracePt t="33244" x="6792913" y="4913313"/>
          <p14:tracePt t="33261" x="6792913" y="4935538"/>
          <p14:tracePt t="33277" x="6792913" y="4941888"/>
          <p14:tracePt t="33294" x="6792913" y="4956175"/>
          <p14:tracePt t="33316" x="6792913" y="4964113"/>
          <p14:tracePt t="33332" x="6807200" y="4964113"/>
          <p14:tracePt t="33344" x="6843713" y="4964113"/>
          <p14:tracePt t="33361" x="6880225" y="4964113"/>
          <p14:tracePt t="33377" x="6886575" y="4964113"/>
          <p14:tracePt t="33394" x="6900863" y="4964113"/>
          <p14:tracePt t="34101" x="6900863" y="4956175"/>
          <p14:tracePt t="34108" x="6850063" y="4949825"/>
          <p14:tracePt t="34116" x="6719888" y="4949825"/>
          <p14:tracePt t="34128" x="6604000" y="4949825"/>
          <p14:tracePt t="34144" x="6530975" y="4927600"/>
          <p14:tracePt t="34161" x="6118225" y="4681538"/>
          <p14:tracePt t="34178" x="5805488" y="4419600"/>
          <p14:tracePt t="34194" x="5616575" y="4157663"/>
          <p14:tracePt t="34211" x="5508625" y="3868738"/>
          <p14:tracePt t="34227" x="5443538" y="3578225"/>
          <p14:tracePt t="34245" x="5341938" y="3222625"/>
          <p14:tracePt t="34261" x="5246688" y="2924175"/>
          <p14:tracePt t="34278" x="5203825" y="2794000"/>
          <p14:tracePt t="34294" x="5181600" y="2751138"/>
          <p14:tracePt t="34311" x="5173663" y="2728913"/>
          <p14:tracePt t="34328" x="5173663" y="2714625"/>
          <p14:tracePt t="34345" x="5173663" y="2684463"/>
          <p14:tracePt t="34361" x="5130800" y="2627313"/>
          <p14:tracePt t="34377" x="5094288" y="2554288"/>
          <p14:tracePt t="34394" x="5029200" y="2466975"/>
          <p14:tracePt t="34411" x="4949825" y="2373313"/>
          <p14:tracePt t="34427" x="4848225" y="2286000"/>
          <p14:tracePt t="34444" x="4746625" y="2220913"/>
          <p14:tracePt t="34461" x="4687888" y="2192338"/>
          <p14:tracePt t="34478" x="4681538" y="2192338"/>
          <p14:tracePt t="34494" x="4673600" y="2192338"/>
          <p14:tracePt t="34511" x="4665663" y="2192338"/>
          <p14:tracePt t="34528" x="4645025" y="2192338"/>
          <p14:tracePt t="34544" x="4608513" y="2176463"/>
          <p14:tracePt t="34561" x="4572000" y="2162175"/>
          <p14:tracePt t="34579" x="4535488" y="2155825"/>
          <p14:tracePt t="34594" x="4492625" y="2141538"/>
          <p14:tracePt t="34611" x="4470400" y="2133600"/>
          <p14:tracePt t="34628" x="4427538" y="2125663"/>
          <p14:tracePt t="34644" x="4411663" y="2125663"/>
          <p14:tracePt t="34661" x="4383088" y="2125663"/>
          <p14:tracePt t="34677" x="4368800" y="2125663"/>
          <p14:tracePt t="34694" x="4346575" y="2125663"/>
          <p14:tracePt t="34711" x="4318000" y="2125663"/>
          <p14:tracePt t="34728" x="4281488" y="2125663"/>
          <p14:tracePt t="34744" x="4267200" y="2125663"/>
          <p14:tracePt t="34761" x="4259263" y="2125663"/>
          <p14:tracePt t="34780" x="4252913" y="2125663"/>
          <p14:tracePt t="34828" x="4244975" y="2125663"/>
          <p14:tracePt t="34860" x="4230688" y="2125663"/>
          <p14:tracePt t="34872" x="4224338" y="2125663"/>
          <p14:tracePt t="34884" x="4208463" y="2125663"/>
          <p14:tracePt t="34896" x="4187825" y="2125663"/>
          <p14:tracePt t="34911" x="4179888" y="2125663"/>
          <p14:tracePt t="34928" x="4143375" y="2141538"/>
          <p14:tracePt t="34944" x="4078288" y="2147888"/>
          <p14:tracePt t="34961" x="4056063" y="2147888"/>
          <p14:tracePt t="34977" x="4049713" y="2147888"/>
          <p14:tracePt t="34994" x="4035425" y="2162175"/>
          <p14:tracePt t="35011" x="4013200" y="2162175"/>
          <p14:tracePt t="35028" x="3998913" y="2170113"/>
          <p14:tracePt t="35044" x="3976688" y="2170113"/>
          <p14:tracePt t="35061" x="3962400" y="2170113"/>
          <p14:tracePt t="35078" x="3954463" y="2170113"/>
          <p14:tracePt t="35094" x="3925888" y="2184400"/>
          <p14:tracePt t="35316" x="3919538" y="2192338"/>
          <p14:tracePt t="35340" x="3911600" y="2192338"/>
          <p14:tracePt t="35354" x="3911600" y="2198688"/>
          <p14:tracePt t="35466" x="3911600" y="2206625"/>
          <p14:tracePt t="35514" x="3911600" y="2212975"/>
          <p14:tracePt t="35538" x="3925888" y="2220913"/>
          <p14:tracePt t="35570" x="3940175" y="2220913"/>
          <p14:tracePt t="35586" x="3954463" y="2220913"/>
          <p14:tracePt t="35602" x="3962400" y="2227263"/>
          <p14:tracePt t="35609" x="3970338" y="2227263"/>
          <p14:tracePt t="35616" x="3976688" y="2227263"/>
          <p14:tracePt t="35627" x="3984625" y="2227263"/>
          <p14:tracePt t="35644" x="3998913" y="2227263"/>
          <p14:tracePt t="35661" x="4021138" y="2227263"/>
          <p14:tracePt t="35677" x="4041775" y="2227263"/>
          <p14:tracePt t="35694" x="4049713" y="2227263"/>
          <p14:tracePt t="35711" x="4078288" y="2227263"/>
          <p14:tracePt t="35728" x="4100513" y="2227263"/>
          <p14:tracePt t="35744" x="4143375" y="2227263"/>
          <p14:tracePt t="35761" x="4179888" y="2227263"/>
          <p14:tracePt t="35777" x="4224338" y="2227263"/>
          <p14:tracePt t="35794" x="4275138" y="2227263"/>
          <p14:tracePt t="35811" x="4354513" y="2227263"/>
          <p14:tracePt t="35827" x="4419600" y="2227263"/>
          <p14:tracePt t="35844" x="4498975" y="2227263"/>
          <p14:tracePt t="35861" x="4543425" y="2227263"/>
          <p14:tracePt t="35878" x="4594225" y="2227263"/>
          <p14:tracePt t="35894" x="4637088" y="2227263"/>
          <p14:tracePt t="35911" x="4681538" y="2227263"/>
          <p14:tracePt t="35927" x="4732338" y="2227263"/>
          <p14:tracePt t="35944" x="4752975" y="2227263"/>
          <p14:tracePt t="35961" x="4783138" y="2227263"/>
          <p14:tracePt t="35978" x="4803775" y="2227263"/>
          <p14:tracePt t="35994" x="4826000" y="2227263"/>
          <p14:tracePt t="36011" x="4854575" y="2220913"/>
          <p14:tracePt t="36028" x="4899025" y="2220913"/>
          <p14:tracePt t="36044" x="4927600" y="2220913"/>
          <p14:tracePt t="36061" x="4964113" y="2220913"/>
          <p14:tracePt t="36063" x="4978400" y="2220913"/>
          <p14:tracePt t="36078" x="4992688" y="2220913"/>
          <p14:tracePt t="36094" x="5014913" y="2220913"/>
          <p14:tracePt t="36111" x="5037138" y="2220913"/>
          <p14:tracePt t="36127" x="5051425" y="2220913"/>
          <p14:tracePt t="36144" x="5102225" y="2220913"/>
          <p14:tracePt t="36161" x="5130800" y="2220913"/>
          <p14:tracePt t="36178" x="5159375" y="2220913"/>
          <p14:tracePt t="36195" x="5181600" y="2220913"/>
          <p14:tracePt t="36212" x="5195888" y="2220913"/>
          <p14:tracePt t="36228" x="5210175" y="2220913"/>
          <p14:tracePt t="36245" x="5218113" y="2220913"/>
          <p14:tracePt t="36261" x="5232400" y="2212975"/>
          <p14:tracePt t="36278" x="5240338" y="2212975"/>
          <p14:tracePt t="36296" x="5254625" y="2212975"/>
          <p14:tracePt t="36312" x="5260975" y="2212975"/>
          <p14:tracePt t="36328" x="5268913" y="2212975"/>
          <p14:tracePt t="36344" x="5275263" y="2212975"/>
          <p14:tracePt t="36361" x="5291138" y="2212975"/>
          <p14:tracePt t="36394" x="5311775" y="2212975"/>
          <p14:tracePt t="36411" x="5319713" y="2212975"/>
          <p14:tracePt t="36428" x="5334000" y="2212975"/>
          <p14:tracePt t="36444" x="5341938" y="2206625"/>
          <p14:tracePt t="36461" x="5348288" y="2206625"/>
          <p14:tracePt t="36478" x="5356225" y="2206625"/>
          <p14:tracePt t="36512" x="5362575" y="2206625"/>
          <p14:tracePt t="36537" x="5370513" y="2206625"/>
          <p14:tracePt t="37485" x="5356225" y="2206625"/>
          <p14:tracePt t="37498" x="5319713" y="2235200"/>
          <p14:tracePt t="37512" x="5240338" y="2278063"/>
          <p14:tracePt t="37529" x="5145088" y="2314575"/>
          <p14:tracePt t="37545" x="5029200" y="2359025"/>
          <p14:tracePt t="37562" x="4876800" y="2395538"/>
          <p14:tracePt t="37568" x="4811713" y="2416175"/>
          <p14:tracePt t="37579" x="4732338" y="2430463"/>
          <p14:tracePt t="37595" x="4535488" y="2460625"/>
          <p14:tracePt t="37612" x="4310063" y="2474913"/>
          <p14:tracePt t="37628" x="4122738" y="2503488"/>
          <p14:tracePt t="37645" x="3970338" y="2525713"/>
          <p14:tracePt t="37661" x="3824288" y="2547938"/>
          <p14:tracePt t="37678" x="3694113" y="2562225"/>
          <p14:tracePt t="37695" x="3570288" y="2590800"/>
          <p14:tracePt t="37712" x="3395663" y="2613025"/>
          <p14:tracePt t="37728" x="3294063" y="2619375"/>
          <p14:tracePt t="37745" x="3214688" y="2619375"/>
          <p14:tracePt t="37761" x="3121025" y="2619375"/>
          <p14:tracePt t="37778" x="3011488" y="2619375"/>
          <p14:tracePt t="37795" x="2946400" y="2619375"/>
          <p14:tracePt t="37811" x="2917825" y="2619375"/>
          <p14:tracePt t="37970" x="2903538" y="2619375"/>
          <p14:tracePt t="37986" x="2895600" y="2619375"/>
          <p14:tracePt t="37994" x="2881313" y="2619375"/>
          <p14:tracePt t="38001" x="2873375" y="2619375"/>
          <p14:tracePt t="38011" x="2859088" y="2619375"/>
          <p14:tracePt t="38029" x="2844800" y="2619375"/>
          <p14:tracePt t="38045" x="2836863" y="2619375"/>
          <p14:tracePt t="38115" x="2830513" y="2619375"/>
          <p14:tracePt t="38154" x="2822575" y="2619375"/>
          <p14:tracePt t="38170" x="2808288" y="2619375"/>
          <p14:tracePt t="38178" x="2808288" y="2613025"/>
          <p14:tracePt t="38194" x="2794000" y="2605088"/>
          <p14:tracePt t="38203" x="2794000" y="2598738"/>
          <p14:tracePt t="38212" x="2786063" y="2598738"/>
          <p14:tracePt t="38250" x="2779713" y="2582863"/>
          <p14:tracePt t="38789" x="2779713" y="2576513"/>
          <p14:tracePt t="38805" x="2808288" y="2576513"/>
          <p14:tracePt t="38821" x="2844800" y="2568575"/>
          <p14:tracePt t="38838" x="2917825" y="2568575"/>
          <p14:tracePt t="38852" x="2954338" y="2568575"/>
          <p14:tracePt t="38862" x="2960688" y="2568575"/>
          <p14:tracePt t="38878" x="2974975" y="2568575"/>
          <p14:tracePt t="38896" x="2997200" y="2562225"/>
          <p14:tracePt t="38912" x="3033713" y="2554288"/>
          <p14:tracePt t="38929" x="3113088" y="2547938"/>
          <p14:tracePt t="38945" x="3192463" y="2547938"/>
          <p14:tracePt t="38962" x="3236913" y="2547938"/>
          <p14:tracePt t="38979" x="3251200" y="2547938"/>
          <p14:tracePt t="38995" x="3273425" y="2540000"/>
          <p14:tracePt t="39028" x="3287713" y="2540000"/>
          <p14:tracePt t="39045" x="3309938" y="2525713"/>
          <p14:tracePt t="39062" x="3316288" y="2525713"/>
          <p14:tracePt t="40848" x="3316288" y="2532063"/>
          <p14:tracePt t="40856" x="3309938" y="2540000"/>
          <p14:tracePt t="40865" x="3294063" y="2554288"/>
          <p14:tracePt t="40880" x="3287713" y="2562225"/>
          <p14:tracePt t="40896" x="3279775" y="2576513"/>
          <p14:tracePt t="40912" x="3273425" y="2582863"/>
          <p14:tracePt t="40929" x="3265488" y="2590800"/>
          <p14:tracePt t="40946" x="3265488" y="2598738"/>
          <p14:tracePt t="40962" x="3259138" y="2613025"/>
          <p14:tracePt t="40979" x="3251200" y="2619375"/>
          <p14:tracePt t="40996" x="3243263" y="2641600"/>
          <p14:tracePt t="41029" x="3236913" y="2649538"/>
          <p14:tracePt t="41046" x="3236913" y="2655888"/>
          <p14:tracePt t="41062" x="3222625" y="2663825"/>
          <p14:tracePt t="44227" x="3222625" y="2670175"/>
          <p14:tracePt t="44236" x="3222625" y="2684463"/>
          <p14:tracePt t="44249" x="3214688" y="2706688"/>
          <p14:tracePt t="44264" x="3208338" y="2735263"/>
          <p14:tracePt t="44280" x="3200400" y="2751138"/>
          <p14:tracePt t="44297" x="3192463" y="2771775"/>
          <p14:tracePt t="44313" x="3192463" y="2786063"/>
          <p14:tracePt t="44330" x="3192463" y="2801938"/>
          <p14:tracePt t="44347" x="3186113" y="2816225"/>
          <p14:tracePt t="44363" x="3186113" y="2822575"/>
          <p14:tracePt t="44380" x="3186113" y="2836863"/>
          <p14:tracePt t="44397" x="3178175" y="2867025"/>
          <p14:tracePt t="44413" x="3178175" y="2881313"/>
          <p14:tracePt t="44430" x="3171825" y="2903538"/>
          <p14:tracePt t="44464" x="3171825" y="2924175"/>
          <p14:tracePt t="44480" x="3163888" y="2924175"/>
          <p14:tracePt t="44497" x="3163888" y="2932113"/>
          <p14:tracePt t="44513" x="3163888" y="2938463"/>
          <p14:tracePt t="44530" x="3163888" y="2946400"/>
          <p14:tracePt t="44577" x="3149600" y="2954338"/>
          <p14:tracePt t="44672" x="3141663" y="2968625"/>
          <p14:tracePt t="44745" x="3135313" y="2968625"/>
          <p14:tracePt t="44921" x="3127375" y="2968625"/>
          <p14:tracePt t="44937" x="3157538" y="2954338"/>
          <p14:tracePt t="44944" x="3163888" y="2938463"/>
          <p14:tracePt t="44952" x="3186113" y="2924175"/>
          <p14:tracePt t="44963" x="3200400" y="2909888"/>
          <p14:tracePt t="44981" x="3222625" y="2895600"/>
          <p14:tracePt t="44997" x="3251200" y="2887663"/>
          <p14:tracePt t="45014" x="3273425" y="2867025"/>
          <p14:tracePt t="45030" x="3287713" y="2867025"/>
          <p14:tracePt t="45047" x="3309938" y="2859088"/>
          <p14:tracePt t="45555" x="3316288" y="2852738"/>
          <p14:tracePt t="45803" x="3324225" y="2844800"/>
          <p14:tracePt t="45842" x="3330575" y="2844800"/>
          <p14:tracePt t="45937" x="3344863" y="2844800"/>
          <p14:tracePt t="45954" x="3352800" y="2844800"/>
          <p14:tracePt t="45969" x="3360738" y="2852738"/>
          <p14:tracePt t="45993" x="3367088" y="2852738"/>
          <p14:tracePt t="46119" x="3375025" y="2852738"/>
          <p14:tracePt t="46134" x="3375025" y="2867025"/>
          <p14:tracePt t="46147" x="3375025" y="2881313"/>
          <p14:tracePt t="46165" x="3367088" y="2917825"/>
          <p14:tracePt t="46181" x="3360738" y="2946400"/>
          <p14:tracePt t="46197" x="3338513" y="2974975"/>
          <p14:tracePt t="46214" x="3324225" y="3005138"/>
          <p14:tracePt t="46231" x="3309938" y="3019425"/>
          <p14:tracePt t="46249" x="3251200" y="3090863"/>
          <p14:tracePt t="46264" x="3192463" y="3149600"/>
          <p14:tracePt t="46281" x="3157538" y="3186113"/>
          <p14:tracePt t="46298" x="3098800" y="3236913"/>
          <p14:tracePt t="46314" x="3048000" y="3265488"/>
          <p14:tracePt t="46331" x="2997200" y="3294063"/>
          <p14:tracePt t="46348" x="2968625" y="3309938"/>
          <p14:tracePt t="46364" x="2924175" y="3330575"/>
          <p14:tracePt t="46381" x="2903538" y="3338513"/>
          <p14:tracePt t="46397" x="2852738" y="3352800"/>
          <p14:tracePt t="46414" x="2822575" y="3352800"/>
          <p14:tracePt t="46431" x="2801938" y="3360738"/>
          <p14:tracePt t="46448" x="2771775" y="3360738"/>
          <p14:tracePt t="46465" x="2751138" y="3360738"/>
          <p14:tracePt t="46481" x="2728913" y="3360738"/>
          <p14:tracePt t="46497" x="2714625" y="3360738"/>
          <p14:tracePt t="46514" x="2692400" y="3360738"/>
          <p14:tracePt t="46531" x="2684463" y="3360738"/>
          <p14:tracePt t="46548" x="2678113" y="3360738"/>
          <p14:tracePt t="46677" x="2706688" y="3352800"/>
          <p14:tracePt t="46689" x="2757488" y="3352800"/>
          <p14:tracePt t="46699" x="2786063" y="3352800"/>
          <p14:tracePt t="46715" x="2903538" y="3338513"/>
          <p14:tracePt t="46731" x="3011488" y="3338513"/>
          <p14:tracePt t="46748" x="3098800" y="3324225"/>
          <p14:tracePt t="46764" x="3149600" y="3309938"/>
          <p14:tracePt t="46781" x="3192463" y="3302000"/>
          <p14:tracePt t="46797" x="3222625" y="3294063"/>
          <p14:tracePt t="46814" x="3287713" y="3273425"/>
          <p14:tracePt t="46831" x="3381375" y="3251200"/>
          <p14:tracePt t="46848" x="3432175" y="3236913"/>
          <p14:tracePt t="46864" x="3462338" y="3228975"/>
          <p14:tracePt t="46881" x="3468688" y="3228975"/>
          <p14:tracePt t="46898" x="3482975" y="3228975"/>
          <p14:tracePt t="46914" x="3497263" y="3222625"/>
          <p14:tracePt t="46931" x="3541713" y="3214688"/>
          <p14:tracePt t="46948" x="3598863" y="3214688"/>
          <p14:tracePt t="46964" x="3679825" y="3214688"/>
          <p14:tracePt t="46981" x="3810000" y="3214688"/>
          <p14:tracePt t="46998" x="3962400" y="3243263"/>
          <p14:tracePt t="47014" x="4143375" y="3294063"/>
          <p14:tracePt t="47031" x="4332288" y="3417888"/>
          <p14:tracePt t="47047" x="4651375" y="3635375"/>
          <p14:tracePt t="47064" x="4818063" y="3744913"/>
          <p14:tracePt t="47081" x="4986338" y="3860800"/>
          <p14:tracePt t="47098" x="5122863" y="3984625"/>
          <p14:tracePt t="47114" x="5224463" y="4092575"/>
          <p14:tracePt t="47131" x="5326063" y="4173538"/>
          <p14:tracePt t="47148" x="5464175" y="4295775"/>
          <p14:tracePt t="47165" x="5610225" y="4411663"/>
          <p14:tracePt t="47181" x="5726113" y="4478338"/>
          <p14:tracePt t="47198" x="5799138" y="4529138"/>
          <p14:tracePt t="47215" x="5819775" y="4549775"/>
          <p14:tracePt t="47233" x="5849938" y="4572000"/>
          <p14:tracePt t="47248" x="5856288" y="4579938"/>
          <p14:tracePt t="47265" x="5870575" y="4600575"/>
          <p14:tracePt t="47281" x="5900738" y="4651375"/>
          <p14:tracePt t="47298" x="5951538" y="4724400"/>
          <p14:tracePt t="47316" x="6016625" y="4789488"/>
          <p14:tracePt t="47331" x="6053138" y="4818063"/>
          <p14:tracePt t="47349" x="6096000" y="4854575"/>
          <p14:tracePt t="47365" x="6146800" y="4891088"/>
          <p14:tracePt t="47381" x="6234113" y="4970463"/>
          <p14:tracePt t="47398" x="6342063" y="5057775"/>
          <p14:tracePt t="47415" x="6429375" y="5116513"/>
          <p14:tracePt t="47431" x="6530975" y="5167313"/>
          <p14:tracePt t="47448" x="6611938" y="5203825"/>
          <p14:tracePt t="47464" x="6697663" y="5224463"/>
          <p14:tracePt t="47481" x="6807200" y="5254625"/>
          <p14:tracePt t="47498" x="6908800" y="5283200"/>
          <p14:tracePt t="47514" x="6959600" y="5291138"/>
          <p14:tracePt t="47531" x="6967538" y="5291138"/>
          <p14:tracePt t="47565" x="6973888" y="5291138"/>
          <p14:tracePt t="47581" x="7018338" y="5291138"/>
          <p14:tracePt t="47598" x="7069138" y="5305425"/>
          <p14:tracePt t="47614" x="7119938" y="5305425"/>
          <p14:tracePt t="47631" x="7126288" y="5305425"/>
          <p14:tracePt t="47682" x="7140575" y="5305425"/>
          <p14:tracePt t="47709" x="7148513" y="5297488"/>
          <p14:tracePt t="47719" x="7154863" y="5291138"/>
          <p14:tracePt t="47730" x="7154863" y="5283200"/>
          <p14:tracePt t="47739" x="7162800" y="5260975"/>
          <p14:tracePt t="47748" x="7162800" y="5254625"/>
          <p14:tracePt t="47765" x="7162800" y="5218113"/>
          <p14:tracePt t="47781" x="7170738" y="5181600"/>
          <p14:tracePt t="47798" x="7177088" y="5153025"/>
          <p14:tracePt t="47815" x="7177088" y="5138738"/>
          <p14:tracePt t="47832" x="7177088" y="5102225"/>
          <p14:tracePt t="47848" x="7177088" y="5080000"/>
          <p14:tracePt t="47865" x="7177088" y="5065713"/>
          <p14:tracePt t="47881" x="7177088" y="5043488"/>
          <p14:tracePt t="47898" x="7177088" y="5021263"/>
          <p14:tracePt t="47915" x="7177088" y="5000625"/>
          <p14:tracePt t="47931" x="7170738" y="4964113"/>
          <p14:tracePt t="47948" x="7154863" y="4941888"/>
          <p14:tracePt t="47965" x="7140575" y="4919663"/>
          <p14:tracePt t="47981" x="7126288" y="4905375"/>
          <p14:tracePt t="47998" x="7112000" y="4884738"/>
          <p14:tracePt t="48015" x="7083425" y="4868863"/>
          <p14:tracePt t="48032" x="7061200" y="4848225"/>
          <p14:tracePt t="48048" x="7024688" y="4826000"/>
          <p14:tracePt t="48065" x="7002463" y="4803775"/>
          <p14:tracePt t="48082" x="6981825" y="4797425"/>
          <p14:tracePt t="48099" x="6959600" y="4775200"/>
          <p14:tracePt t="48115" x="6937375" y="4760913"/>
          <p14:tracePt t="48131" x="6908800" y="4738688"/>
          <p14:tracePt t="48148" x="6894513" y="4732338"/>
          <p14:tracePt t="48165" x="6880225" y="4724400"/>
          <p14:tracePt t="48182" x="6872288" y="4724400"/>
          <p14:tracePt t="48198" x="6858000" y="4724400"/>
          <p14:tracePt t="48215" x="6843713" y="4716463"/>
          <p14:tracePt t="48232" x="6835775" y="4710113"/>
          <p14:tracePt t="48248" x="6829425" y="4710113"/>
          <p14:tracePt t="48290" x="6815138" y="4710113"/>
          <p14:tracePt t="48307" x="6807200" y="4710113"/>
          <p14:tracePt t="48322" x="6792913" y="4710113"/>
          <p14:tracePt t="48331" x="6784975" y="4716463"/>
          <p14:tracePt t="48348" x="6770688" y="4732338"/>
          <p14:tracePt t="48365" x="6756400" y="4746625"/>
          <p14:tracePt t="48382" x="6742113" y="4767263"/>
          <p14:tracePt t="48398" x="6734175" y="4783138"/>
          <p14:tracePt t="48415" x="6727825" y="4826000"/>
          <p14:tracePt t="48432" x="6713538" y="4862513"/>
          <p14:tracePt t="48448" x="6713538" y="4876800"/>
          <p14:tracePt t="48465" x="6713538" y="4905375"/>
          <p14:tracePt t="48482" x="6713538" y="4919663"/>
          <p14:tracePt t="48499" x="6719888" y="4949825"/>
          <p14:tracePt t="48515" x="6734175" y="4978400"/>
          <p14:tracePt t="48532" x="6748463" y="5006975"/>
          <p14:tracePt t="48548" x="6756400" y="5029200"/>
          <p14:tracePt t="48565" x="6770688" y="5043488"/>
          <p14:tracePt t="48571" x="6784975" y="5057775"/>
          <p14:tracePt t="48582" x="6792913" y="5065713"/>
          <p14:tracePt t="48598" x="6799263" y="5080000"/>
          <p14:tracePt t="48615" x="6829425" y="5087938"/>
          <p14:tracePt t="48632" x="6865938" y="5108575"/>
          <p14:tracePt t="48649" x="6880225" y="5116513"/>
          <p14:tracePt t="48665" x="6900863" y="5130800"/>
          <p14:tracePt t="48682" x="6916738" y="5130800"/>
          <p14:tracePt t="48699" x="6937375" y="5138738"/>
          <p14:tracePt t="48715" x="6981825" y="5145088"/>
          <p14:tracePt t="48733" x="7024688" y="5153025"/>
          <p14:tracePt t="48748" x="7075488" y="5153025"/>
          <p14:tracePt t="48765" x="7104063" y="5153025"/>
          <p14:tracePt t="48782" x="7126288" y="5153025"/>
          <p14:tracePt t="48815" x="7134225" y="5153025"/>
          <p14:tracePt t="48832" x="7140575" y="5145088"/>
          <p14:tracePt t="48848" x="7154863" y="5138738"/>
          <p14:tracePt t="48865" x="7154863" y="5122863"/>
          <p14:tracePt t="48882" x="7162800" y="5108575"/>
          <p14:tracePt t="48898" x="7170738" y="5094288"/>
          <p14:tracePt t="48915" x="7170738" y="5087938"/>
          <p14:tracePt t="48932" x="7170738" y="5072063"/>
          <p14:tracePt t="48948" x="7170738" y="5051425"/>
          <p14:tracePt t="48965" x="7170738" y="5037138"/>
          <p14:tracePt t="48981" x="7170738" y="5021263"/>
          <p14:tracePt t="48998" x="7170738" y="5000625"/>
          <p14:tracePt t="49015" x="7170738" y="4978400"/>
          <p14:tracePt t="49031" x="7162800" y="4941888"/>
          <p14:tracePt t="49048" x="7154863" y="4927600"/>
          <p14:tracePt t="49065" x="7140575" y="4905375"/>
          <p14:tracePt t="49082" x="7134225" y="4884738"/>
          <p14:tracePt t="49098" x="7112000" y="4868863"/>
          <p14:tracePt t="49115" x="7097713" y="4854575"/>
          <p14:tracePt t="49132" x="7089775" y="4848225"/>
          <p14:tracePt t="49148" x="7075488" y="4833938"/>
          <p14:tracePt t="49165" x="7053263" y="4818063"/>
          <p14:tracePt t="49182" x="7046913" y="4811713"/>
          <p14:tracePt t="49199" x="7018338" y="4797425"/>
          <p14:tracePt t="49215" x="7002463" y="4789488"/>
          <p14:tracePt t="49232" x="6981825" y="4783138"/>
          <p14:tracePt t="49248" x="6959600" y="4767263"/>
          <p14:tracePt t="49265" x="6931025" y="4760913"/>
          <p14:tracePt t="49282" x="6908800" y="4752975"/>
          <p14:tracePt t="49298" x="6894513" y="4752975"/>
          <p14:tracePt t="49315" x="6880225" y="4752975"/>
          <p14:tracePt t="49332" x="6872288" y="4752975"/>
          <p14:tracePt t="49348" x="6865938" y="4752975"/>
          <p14:tracePt t="49365" x="6843713" y="4752975"/>
          <p14:tracePt t="49382" x="6821488" y="4752975"/>
          <p14:tracePt t="49398" x="6807200" y="4752975"/>
          <p14:tracePt t="49415" x="6792913" y="4752975"/>
          <p14:tracePt t="49432" x="6770688" y="4767263"/>
          <p14:tracePt t="49449" x="6764338" y="4775200"/>
          <p14:tracePt t="49465" x="6742113" y="4797425"/>
          <p14:tracePt t="49482" x="6734175" y="4811713"/>
          <p14:tracePt t="49498" x="6719888" y="4840288"/>
          <p14:tracePt t="49515" x="6713538" y="4876800"/>
          <p14:tracePt t="49532" x="6705600" y="4913313"/>
          <p14:tracePt t="49548" x="6697663" y="4949825"/>
          <p14:tracePt t="49565" x="6697663" y="4992688"/>
          <p14:tracePt t="49567" x="6697663" y="5000625"/>
          <p14:tracePt t="49582" x="6697663" y="5021263"/>
          <p14:tracePt t="49599" x="6697663" y="5057775"/>
          <p14:tracePt t="49615" x="6727825" y="5138738"/>
          <p14:tracePt t="49632" x="6756400" y="5195888"/>
          <p14:tracePt t="49649" x="6807200" y="5260975"/>
          <p14:tracePt t="49666" x="6865938" y="5311775"/>
          <p14:tracePt t="49682" x="6923088" y="5356225"/>
          <p14:tracePt t="49699" x="6973888" y="5407025"/>
          <p14:tracePt t="49717" x="7038975" y="5443538"/>
          <p14:tracePt t="49732" x="7089775" y="5472113"/>
          <p14:tracePt t="49749" x="7185025" y="5529263"/>
          <p14:tracePt t="49766" x="7242175" y="5551488"/>
          <p14:tracePt t="49782" x="7315200" y="5588000"/>
          <p14:tracePt t="49799" x="7380288" y="5610225"/>
          <p14:tracePt t="49817" x="7489825" y="5646738"/>
          <p14:tracePt t="49832" x="7561263" y="5675313"/>
          <p14:tracePt t="49849" x="7642225" y="5689600"/>
          <p14:tracePt t="49866" x="7729538" y="5703888"/>
          <p14:tracePt t="49882" x="7780338" y="5711825"/>
          <p14:tracePt t="49899" x="7831138" y="5711825"/>
          <p14:tracePt t="49916" x="7866063" y="5711825"/>
          <p14:tracePt t="49932" x="7896225" y="5711825"/>
          <p14:tracePt t="49949" x="7916863" y="5711825"/>
          <p14:tracePt t="49966" x="7932738" y="5697538"/>
          <p14:tracePt t="49982" x="7947025" y="5681663"/>
          <p14:tracePt t="50000" x="7953375" y="5638800"/>
          <p14:tracePt t="50016" x="7967663" y="5595938"/>
          <p14:tracePt t="50033" x="7975600" y="5457825"/>
          <p14:tracePt t="50049" x="7975600" y="5348288"/>
          <p14:tracePt t="50066" x="7953375" y="5260975"/>
          <p14:tracePt t="50072" x="7932738" y="5218113"/>
          <p14:tracePt t="50084" x="7924800" y="5195888"/>
          <p14:tracePt t="50099" x="7910513" y="5159375"/>
          <p14:tracePt t="50116" x="7896225" y="5116513"/>
          <p14:tracePt t="50132" x="7859713" y="5057775"/>
          <p14:tracePt t="50149" x="7808913" y="4986338"/>
          <p14:tracePt t="50165" x="7758113" y="4935538"/>
          <p14:tracePt t="50182" x="7729538" y="4891088"/>
          <p14:tracePt t="50199" x="7699375" y="4868863"/>
          <p14:tracePt t="50216" x="7662863" y="4840288"/>
          <p14:tracePt t="50233" x="7612063" y="4803775"/>
          <p14:tracePt t="50249" x="7532688" y="4752975"/>
          <p14:tracePt t="50266" x="7445375" y="4710113"/>
          <p14:tracePt t="50283" x="7394575" y="4687888"/>
          <p14:tracePt t="50299" x="7337425" y="4651375"/>
          <p14:tracePt t="50316" x="7292975" y="4630738"/>
          <p14:tracePt t="50333" x="7235825" y="4608513"/>
          <p14:tracePt t="50349" x="7162800" y="4572000"/>
          <p14:tracePt t="50366" x="7119938" y="4564063"/>
          <p14:tracePt t="50383" x="7089775" y="4557713"/>
          <p14:tracePt t="50401" x="7053263" y="4543425"/>
          <p14:tracePt t="50416" x="7018338" y="4543425"/>
          <p14:tracePt t="50432" x="6988175" y="4543425"/>
          <p14:tracePt t="50449" x="6937375" y="4535488"/>
          <p14:tracePt t="50469" x="6908800" y="4535488"/>
          <p14:tracePt t="50483" x="6880225" y="4535488"/>
          <p14:tracePt t="50500" x="6865938" y="4535488"/>
          <p14:tracePt t="50516" x="6843713" y="4535488"/>
          <p14:tracePt t="50532" x="6821488" y="4543425"/>
          <p14:tracePt t="50549" x="6784975" y="4572000"/>
          <p14:tracePt t="50565" x="6756400" y="4594225"/>
          <p14:tracePt t="50569" x="6742113" y="4608513"/>
          <p14:tracePt t="50582" x="6734175" y="4614863"/>
          <p14:tracePt t="50599" x="6705600" y="4651375"/>
          <p14:tracePt t="50616" x="6691313" y="4673600"/>
          <p14:tracePt t="50632" x="6669088" y="4724400"/>
          <p14:tracePt t="50649" x="6662738" y="4738688"/>
          <p14:tracePt t="50666" x="6654800" y="4775200"/>
          <p14:tracePt t="50682" x="6654800" y="4833938"/>
          <p14:tracePt t="50699" x="6654800" y="4876800"/>
          <p14:tracePt t="50715" x="6654800" y="4919663"/>
          <p14:tracePt t="50732" x="6677025" y="4978400"/>
          <p14:tracePt t="50749" x="6697663" y="5021263"/>
          <p14:tracePt t="50766" x="6742113" y="5094288"/>
          <p14:tracePt t="50782" x="6807200" y="5173663"/>
          <p14:tracePt t="50799" x="6894513" y="5254625"/>
          <p14:tracePt t="50816" x="6967538" y="5305425"/>
          <p14:tracePt t="50832" x="7053263" y="5370513"/>
          <p14:tracePt t="50849" x="7112000" y="5407025"/>
          <p14:tracePt t="50866" x="7185025" y="5457825"/>
          <p14:tracePt t="50882" x="7250113" y="5494338"/>
          <p14:tracePt t="50899" x="7329488" y="5537200"/>
          <p14:tracePt t="50916" x="7439025" y="5580063"/>
          <p14:tracePt t="50932" x="7532688" y="5610225"/>
          <p14:tracePt t="50949" x="7612063" y="5646738"/>
          <p14:tracePt t="50967" x="7670800" y="5661025"/>
          <p14:tracePt t="50982" x="7729538" y="5675313"/>
          <p14:tracePt t="50999" x="7780338" y="5681663"/>
          <p14:tracePt t="51016" x="7837488" y="5681663"/>
          <p14:tracePt t="51032" x="7881938" y="5689600"/>
          <p14:tracePt t="51049" x="7902575" y="5689600"/>
          <p14:tracePt t="51066" x="7916863" y="5689600"/>
          <p14:tracePt t="51082" x="7924800" y="5689600"/>
          <p14:tracePt t="51099" x="7947025" y="5675313"/>
          <p14:tracePt t="51116" x="7967663" y="5646738"/>
          <p14:tracePt t="51133" x="7983538" y="5616575"/>
          <p14:tracePt t="51149" x="7989888" y="5551488"/>
          <p14:tracePt t="51167" x="7997825" y="5449888"/>
          <p14:tracePt t="51182" x="7997825" y="5341938"/>
          <p14:tracePt t="51199" x="7989888" y="5254625"/>
          <p14:tracePt t="51216" x="7939088" y="5159375"/>
          <p14:tracePt t="51232" x="7916863" y="5108575"/>
          <p14:tracePt t="51249" x="7866063" y="5037138"/>
          <p14:tracePt t="51266" x="7808913" y="4964113"/>
          <p14:tracePt t="51282" x="7735888" y="4884738"/>
          <p14:tracePt t="51299" x="7670800" y="4826000"/>
          <p14:tracePt t="51316" x="7627938" y="4789488"/>
          <p14:tracePt t="51332" x="7583488" y="4760913"/>
          <p14:tracePt t="51349" x="7532688" y="4732338"/>
          <p14:tracePt t="51366" x="7453313" y="4687888"/>
          <p14:tracePt t="51382" x="7337425" y="4622800"/>
          <p14:tracePt t="51400" x="7185025" y="4549775"/>
          <p14:tracePt t="51416" x="7112000" y="4529138"/>
          <p14:tracePt t="51432" x="7075488" y="4513263"/>
          <p14:tracePt t="51449" x="7038975" y="4492625"/>
          <p14:tracePt t="51466" x="6973888" y="4478338"/>
          <p14:tracePt t="51483" x="6908800" y="4462463"/>
          <p14:tracePt t="51499" x="6858000" y="4456113"/>
          <p14:tracePt t="51516" x="6815138" y="4448175"/>
          <p14:tracePt t="51533" x="6799263" y="4448175"/>
          <p14:tracePt t="51550" x="6756400" y="4448175"/>
          <p14:tracePt t="51566" x="6719888" y="4448175"/>
          <p14:tracePt t="51573" x="6697663" y="4448175"/>
          <p14:tracePt t="51583" x="6691313" y="4448175"/>
          <p14:tracePt t="51600" x="6646863" y="4456113"/>
          <p14:tracePt t="51616" x="6640513" y="4470400"/>
          <p14:tracePt t="51633" x="6611938" y="4492625"/>
          <p14:tracePt t="51651" x="6589713" y="4521200"/>
          <p14:tracePt t="51667" x="6575425" y="4564063"/>
          <p14:tracePt t="51683" x="6561138" y="4600575"/>
          <p14:tracePt t="51700" x="6545263" y="4651375"/>
          <p14:tracePt t="51716" x="6545263" y="4702175"/>
          <p14:tracePt t="51733" x="6545263" y="4746625"/>
          <p14:tracePt t="51751" x="6545263" y="4803775"/>
          <p14:tracePt t="51766" x="6567488" y="4862513"/>
          <p14:tracePt t="51784" x="6640513" y="4970463"/>
          <p14:tracePt t="51801" x="6697663" y="5057775"/>
          <p14:tracePt t="51817" x="6764338" y="5138738"/>
          <p14:tracePt t="51833" x="6835775" y="5218113"/>
          <p14:tracePt t="51850" x="6894513" y="5268913"/>
          <p14:tracePt t="51866" x="6973888" y="5319713"/>
          <p14:tracePt t="51883" x="7038975" y="5370513"/>
          <p14:tracePt t="51900" x="7134225" y="5421313"/>
          <p14:tracePt t="51918" x="7221538" y="5472113"/>
          <p14:tracePt t="51933" x="7315200" y="5514975"/>
          <p14:tracePt t="51951" x="7380288" y="5545138"/>
          <p14:tracePt t="51967" x="7439025" y="5565775"/>
          <p14:tracePt t="51983" x="7510463" y="5580063"/>
          <p14:tracePt t="52000" x="7642225" y="5610225"/>
          <p14:tracePt t="52016" x="7713663" y="5616575"/>
          <p14:tracePt t="52033" x="7743825" y="5624513"/>
          <p14:tracePt t="52050" x="7772400" y="5624513"/>
          <p14:tracePt t="52066" x="7800975" y="5630863"/>
          <p14:tracePt t="52075" x="7823200" y="5630863"/>
          <p14:tracePt t="52091" x="7896225" y="5638800"/>
          <p14:tracePt t="52104" x="7953375" y="5638800"/>
          <p14:tracePt t="52116" x="7975600" y="5638800"/>
          <p14:tracePt t="52133" x="7989888" y="5638800"/>
          <p14:tracePt t="52150" x="8004175" y="5638800"/>
          <p14:tracePt t="52166" x="8004175" y="5616575"/>
          <p14:tracePt t="52183" x="8004175" y="5573713"/>
          <p14:tracePt t="52199" x="7997825" y="5478463"/>
          <p14:tracePt t="52216" x="7967663" y="5319713"/>
          <p14:tracePt t="52233" x="7932738" y="5218113"/>
          <p14:tracePt t="52250" x="7859713" y="5130800"/>
          <p14:tracePt t="52266" x="7815263" y="5051425"/>
          <p14:tracePt t="52283" x="7772400" y="4992688"/>
          <p14:tracePt t="52299" x="7743825" y="4956175"/>
          <p14:tracePt t="52316" x="7729538" y="4919663"/>
          <p14:tracePt t="52333" x="7693025" y="4891088"/>
          <p14:tracePt t="52349" x="7648575" y="4833938"/>
          <p14:tracePt t="52366" x="7597775" y="4803775"/>
          <p14:tracePt t="52384" x="7554913" y="4775200"/>
          <p14:tracePt t="52401" x="7518400" y="4760913"/>
          <p14:tracePt t="52418" x="7504113" y="4746625"/>
          <p14:tracePt t="52433" x="7475538" y="4738688"/>
          <p14:tracePt t="52450" x="7439025" y="4716463"/>
          <p14:tracePt t="52466" x="7394575" y="4710113"/>
          <p14:tracePt t="52483" x="7366000" y="4695825"/>
          <p14:tracePt t="52501" x="7329488" y="4681538"/>
          <p14:tracePt t="52516" x="7286625" y="4665663"/>
          <p14:tracePt t="52533" x="7235825" y="4659313"/>
          <p14:tracePt t="52550" x="7191375" y="4651375"/>
          <p14:tracePt t="52567" x="7162800" y="4645025"/>
          <p14:tracePt t="52574" x="7140575" y="4645025"/>
          <p14:tracePt t="52583" x="7134225" y="4637088"/>
          <p14:tracePt t="52600" x="7075488" y="4630738"/>
          <p14:tracePt t="52617" x="7032625" y="4630738"/>
          <p14:tracePt t="52633" x="6981825" y="4630738"/>
          <p14:tracePt t="52651" x="6945313" y="4630738"/>
          <p14:tracePt t="52667" x="6916738" y="4630738"/>
          <p14:tracePt t="52684" x="6900863" y="4630738"/>
          <p14:tracePt t="52700" x="6872288" y="4630738"/>
          <p14:tracePt t="52716" x="6850063" y="4630738"/>
          <p14:tracePt t="52733" x="6829425" y="4630738"/>
          <p14:tracePt t="52750" x="6821488" y="4630738"/>
          <p14:tracePt t="52767" x="6799263" y="4630738"/>
          <p14:tracePt t="52784" x="6784975" y="4637088"/>
          <p14:tracePt t="52800" x="6778625" y="4645025"/>
          <p14:tracePt t="52817" x="6764338" y="4659313"/>
          <p14:tracePt t="52833" x="6748463" y="4681538"/>
          <p14:tracePt t="52850" x="6734175" y="4695825"/>
          <p14:tracePt t="52867" x="6734175" y="4702175"/>
          <p14:tracePt t="52883" x="6727825" y="4724400"/>
          <p14:tracePt t="52900" x="6719888" y="4732338"/>
          <p14:tracePt t="52917" x="6719888" y="4760913"/>
          <p14:tracePt t="52933" x="6719888" y="4783138"/>
          <p14:tracePt t="52952" x="6713538" y="4797425"/>
          <p14:tracePt t="52983" x="6713538" y="4803775"/>
          <p14:tracePt t="53012" x="6713538" y="4818063"/>
          <p14:tracePt t="53030" x="6713538" y="4826000"/>
          <p14:tracePt t="53045" x="6713538" y="4833938"/>
          <p14:tracePt t="53052" x="6713538" y="4840288"/>
          <p14:tracePt t="53067" x="6713538" y="4848225"/>
          <p14:tracePt t="53083" x="6713538" y="4868863"/>
          <p14:tracePt t="53100" x="6713538" y="4891088"/>
          <p14:tracePt t="53117" x="6734175" y="4927600"/>
          <p14:tracePt t="53133" x="6742113" y="4949825"/>
          <p14:tracePt t="53151" x="6756400" y="4970463"/>
          <p14:tracePt t="53166" x="6764338" y="4986338"/>
          <p14:tracePt t="53184" x="6770688" y="4992688"/>
          <p14:tracePt t="53217" x="6784975" y="5006975"/>
          <p14:tracePt t="53233" x="6792913" y="5014913"/>
          <p14:tracePt t="53268" x="6799263" y="5021263"/>
          <p14:tracePt t="53286" x="6807200" y="5029200"/>
          <p14:tracePt t="53300" x="6821488" y="5037138"/>
          <p14:tracePt t="53317" x="6829425" y="5037138"/>
          <p14:tracePt t="53389" x="6835775" y="5037138"/>
          <p14:tracePt t="53397" x="6843713" y="5037138"/>
          <p14:tracePt t="53405" x="6850063" y="5037138"/>
          <p14:tracePt t="53428" x="6858000" y="5037138"/>
          <p14:tracePt t="53470" x="6865938" y="5029200"/>
          <p14:tracePt t="53484" x="6872288" y="5021263"/>
          <p14:tracePt t="53501" x="6872288" y="5014913"/>
          <p14:tracePt t="53517" x="6880225" y="5014913"/>
          <p14:tracePt t="53591" x="6886575" y="5000625"/>
          <p14:tracePt t="54021" x="6886575" y="4992688"/>
          <p14:tracePt t="54030" x="6886575" y="4986338"/>
          <p14:tracePt t="54037" x="6886575" y="4970463"/>
          <p14:tracePt t="54050" x="6886575" y="4927600"/>
          <p14:tracePt t="54067" x="6886575" y="4826000"/>
          <p14:tracePt t="54076" x="6886575" y="4767263"/>
          <p14:tracePt t="54084" x="6886575" y="4695825"/>
          <p14:tracePt t="54100" x="6931025" y="4557713"/>
          <p14:tracePt t="54119" x="6959600" y="4456113"/>
          <p14:tracePt t="54134" x="6996113" y="4376738"/>
          <p14:tracePt t="54153" x="7053263" y="4252913"/>
          <p14:tracePt t="54167" x="7075488" y="4216400"/>
          <p14:tracePt t="54184" x="7140575" y="4114800"/>
          <p14:tracePt t="54200" x="7227888" y="3970338"/>
          <p14:tracePt t="54217" x="7292975" y="3889375"/>
          <p14:tracePt t="54234" x="7343775" y="3838575"/>
          <p14:tracePt t="54250" x="7380288" y="3795713"/>
          <p14:tracePt t="54267" x="7431088" y="3736975"/>
          <p14:tracePt t="54284" x="7496175" y="3679825"/>
          <p14:tracePt t="54300" x="7577138" y="3614738"/>
          <p14:tracePt t="54317" x="7634288" y="3563938"/>
          <p14:tracePt t="54334" x="7699375" y="3519488"/>
          <p14:tracePt t="54351" x="7735888" y="3497263"/>
          <p14:tracePt t="54367" x="7772400" y="3476625"/>
          <p14:tracePt t="54384" x="7851775" y="3462338"/>
          <p14:tracePt t="54400" x="7932738" y="3454400"/>
          <p14:tracePt t="54417" x="7997825" y="3454400"/>
          <p14:tracePt t="54434" x="8054975" y="3454400"/>
          <p14:tracePt t="54451" x="8069263" y="3454400"/>
          <p14:tracePt t="54467" x="8085138" y="3454400"/>
          <p14:tracePt t="54484" x="8091488" y="3468688"/>
          <p14:tracePt t="54501" x="8120063" y="3505200"/>
          <p14:tracePt t="54518" x="8128000" y="3541713"/>
          <p14:tracePt t="54534" x="8150225" y="3578225"/>
          <p14:tracePt t="54551" x="8170863" y="3649663"/>
          <p14:tracePt t="54567" x="8186738" y="3708400"/>
          <p14:tracePt t="54572" x="8201025" y="3730625"/>
          <p14:tracePt t="54585" x="8215313" y="3767138"/>
          <p14:tracePt t="54600" x="8221663" y="3781425"/>
          <p14:tracePt t="54619" x="8229600" y="3795713"/>
          <p14:tracePt t="54650" x="8229600" y="3802063"/>
          <p14:tracePt t="54668" x="8229600" y="3817938"/>
          <p14:tracePt t="54684" x="8229600" y="3832225"/>
          <p14:tracePt t="54701" x="8237538" y="3832225"/>
          <p14:tracePt t="54717" x="8237538" y="3838575"/>
          <p14:tracePt t="55413" x="8237538" y="3852863"/>
          <p14:tracePt t="55421" x="8243888" y="3875088"/>
          <p14:tracePt t="55434" x="8258175" y="3933825"/>
          <p14:tracePt t="55452" x="8272463" y="3970338"/>
          <p14:tracePt t="55468" x="8308975" y="4005263"/>
          <p14:tracePt t="55484" x="8367713" y="4049713"/>
          <p14:tracePt t="55501" x="8418513" y="4056063"/>
          <p14:tracePt t="55517" x="8483600" y="4071938"/>
          <p14:tracePt t="55534" x="8542338" y="4071938"/>
          <p14:tracePt t="55551" x="8577263" y="4064000"/>
          <p14:tracePt t="55568" x="8636000" y="4035425"/>
          <p14:tracePt t="55576" x="8643938" y="4035425"/>
          <p14:tracePt t="55585" x="8672513" y="4005263"/>
          <p14:tracePt t="55601" x="8715375" y="3976688"/>
          <p14:tracePt t="55620" x="8729663" y="3948113"/>
          <p14:tracePt t="55634" x="8737600" y="3911600"/>
          <p14:tracePt t="55653" x="8737600" y="3883025"/>
          <p14:tracePt t="55667" x="8737600" y="3838575"/>
          <p14:tracePt t="55684" x="8729663" y="3802063"/>
          <p14:tracePt t="55701" x="8715375" y="3773488"/>
          <p14:tracePt t="55720" x="8694738" y="3751263"/>
          <p14:tracePt t="55734" x="8672513" y="3722688"/>
          <p14:tracePt t="55752" x="8585200" y="3679825"/>
          <p14:tracePt t="55768" x="8512175" y="3635375"/>
          <p14:tracePt t="55785" x="8469313" y="3606800"/>
          <p14:tracePt t="55801" x="8410575" y="3584575"/>
          <p14:tracePt t="55818" x="8345488" y="3570288"/>
          <p14:tracePt t="55834" x="8288338" y="3548063"/>
          <p14:tracePt t="55851" x="8243888" y="3527425"/>
          <p14:tracePt t="55868" x="8201025" y="3519488"/>
          <p14:tracePt t="55884" x="8170863" y="3513138"/>
          <p14:tracePt t="55901" x="8135938" y="3497263"/>
          <p14:tracePt t="55918" x="8099425" y="3490913"/>
          <p14:tracePt t="55935" x="8040688" y="3490913"/>
          <p14:tracePt t="55951" x="7989888" y="3490913"/>
          <p14:tracePt t="55968" x="7939088" y="3490913"/>
          <p14:tracePt t="55984" x="7916863" y="3490913"/>
          <p14:tracePt t="56001" x="7881938" y="3497263"/>
          <p14:tracePt t="56018" x="7837488" y="3527425"/>
          <p14:tracePt t="56034" x="7794625" y="3563938"/>
          <p14:tracePt t="56051" x="7764463" y="3592513"/>
          <p14:tracePt t="56068" x="7729538" y="3629025"/>
          <p14:tracePt t="56076" x="7713663" y="3665538"/>
          <p14:tracePt t="56084" x="7707313" y="3679825"/>
          <p14:tracePt t="56101" x="7693025" y="3736975"/>
          <p14:tracePt t="56117" x="7685088" y="3781425"/>
          <p14:tracePt t="56134" x="7685088" y="3824288"/>
          <p14:tracePt t="56151" x="7685088" y="3875088"/>
          <p14:tracePt t="56169" x="7735888" y="3962400"/>
          <p14:tracePt t="56184" x="7786688" y="4027488"/>
          <p14:tracePt t="56201" x="7874000" y="4086225"/>
          <p14:tracePt t="56218" x="7989888" y="4151313"/>
          <p14:tracePt t="56234" x="8105775" y="4202113"/>
          <p14:tracePt t="56251" x="8186738" y="4224338"/>
          <p14:tracePt t="56268" x="8272463" y="4252913"/>
          <p14:tracePt t="56284" x="8359775" y="4259263"/>
          <p14:tracePt t="56300" x="8418513" y="4259263"/>
          <p14:tracePt t="56317" x="8475663" y="4259263"/>
          <p14:tracePt t="56334" x="8512175" y="4259263"/>
          <p14:tracePt t="56350" x="8548688" y="4244975"/>
          <p14:tracePt t="56368" x="8607425" y="4194175"/>
          <p14:tracePt t="56384" x="8643938" y="4143375"/>
          <p14:tracePt t="56401" x="8678863" y="4078288"/>
          <p14:tracePt t="56417" x="8709025" y="4013200"/>
          <p14:tracePt t="56434" x="8709025" y="3962400"/>
          <p14:tracePt t="56451" x="8709025" y="3903663"/>
          <p14:tracePt t="56467" x="8701088" y="3817938"/>
          <p14:tracePt t="56484" x="8664575" y="3751263"/>
          <p14:tracePt t="56500" x="8628063" y="3694113"/>
          <p14:tracePt t="56517" x="8577263" y="3643313"/>
          <p14:tracePt t="56534" x="8505825" y="3592513"/>
          <p14:tracePt t="56551" x="8424863" y="3541713"/>
          <p14:tracePt t="56568" x="8294688" y="3505200"/>
          <p14:tracePt t="56584" x="8237538" y="3490913"/>
          <p14:tracePt t="56601" x="8178800" y="3482975"/>
          <p14:tracePt t="56617" x="8120063" y="3482975"/>
          <p14:tracePt t="56634" x="8054975" y="3482975"/>
          <p14:tracePt t="56652" x="7983538" y="3497263"/>
          <p14:tracePt t="56667" x="7932738" y="3519488"/>
          <p14:tracePt t="56684" x="7851775" y="3584575"/>
          <p14:tracePt t="56701" x="7815263" y="3629025"/>
          <p14:tracePt t="56717" x="7794625" y="3694113"/>
          <p14:tracePt t="56734" x="7780338" y="3781425"/>
          <p14:tracePt t="56751" x="7780338" y="3852863"/>
          <p14:tracePt t="56768" x="7823200" y="3962400"/>
          <p14:tracePt t="56784" x="7896225" y="4035425"/>
          <p14:tracePt t="56801" x="7975600" y="4071938"/>
          <p14:tracePt t="56817" x="8077200" y="4106863"/>
          <p14:tracePt t="56834" x="8229600" y="4129088"/>
          <p14:tracePt t="56851" x="8331200" y="4129088"/>
          <p14:tracePt t="56867" x="8396288" y="4129088"/>
          <p14:tracePt t="56884" x="8404225" y="4129088"/>
          <p14:tracePt t="56901" x="8404225" y="4114800"/>
          <p14:tracePt t="56918" x="8404225" y="4086225"/>
          <p14:tracePt t="56934" x="8382000" y="4027488"/>
          <p14:tracePt t="56951" x="8316913" y="3925888"/>
          <p14:tracePt t="56968" x="8294688" y="3897313"/>
          <p14:tracePt t="56984" x="8288338" y="3897313"/>
          <p14:tracePt t="57049" x="8288338" y="3889375"/>
          <p14:tracePt t="57082" x="8280400" y="3889375"/>
          <p14:tracePt t="59205" x="8258175" y="3889375"/>
          <p14:tracePt t="59212" x="8150225" y="3889375"/>
          <p14:tracePt t="59221" x="7859713" y="3838575"/>
          <p14:tracePt t="59235" x="6835775" y="3700463"/>
          <p14:tracePt t="59252" x="5813425" y="3519488"/>
          <p14:tracePt t="59268" x="5246688" y="3389313"/>
          <p14:tracePt t="59285" x="4891088" y="3273425"/>
          <p14:tracePt t="59302" x="4594225" y="3178175"/>
          <p14:tracePt t="59318" x="4397375" y="3127375"/>
          <p14:tracePt t="59336" x="4252913" y="3098800"/>
          <p14:tracePt t="59352" x="3954463" y="3011488"/>
          <p14:tracePt t="59369" x="3716338" y="2946400"/>
          <p14:tracePt t="59386" x="3476625" y="2909888"/>
          <p14:tracePt t="59405" x="3273425" y="2881313"/>
          <p14:tracePt t="59428" x="3033713" y="2852738"/>
          <p14:tracePt t="59448" x="2816225" y="2852738"/>
          <p14:tracePt t="59462" x="2728913" y="2852738"/>
          <p14:tracePt t="59472" x="2590800" y="2852738"/>
          <p14:tracePt t="59485" x="2562225" y="2852738"/>
          <p14:tracePt t="59501" x="2532063" y="2867025"/>
          <p14:tracePt t="59518" x="2525713" y="2932113"/>
          <p14:tracePt t="59535" x="2525713" y="3048000"/>
          <p14:tracePt t="59552" x="2562225" y="3171825"/>
          <p14:tracePt t="59568" x="2590800" y="3265488"/>
          <p14:tracePt t="59585" x="2598738" y="3316288"/>
          <p14:tracePt t="59602" x="2598738" y="3411538"/>
          <p14:tracePt t="59619" x="2627313" y="3533775"/>
          <p14:tracePt t="59635" x="2700338" y="3694113"/>
          <p14:tracePt t="59653" x="2771775" y="3838575"/>
          <p14:tracePt t="59669" x="2794000" y="3897313"/>
          <p14:tracePt t="59685" x="2794000" y="3911600"/>
          <p14:tracePt t="59702" x="2794000" y="3940175"/>
          <p14:tracePt t="59718" x="2794000" y="3954463"/>
          <p14:tracePt t="59735" x="2779713" y="3990975"/>
          <p14:tracePt t="59752" x="2765425" y="4021138"/>
          <p14:tracePt t="59769" x="2751138" y="4041775"/>
          <p14:tracePt t="59785" x="2735263" y="4049713"/>
          <p14:tracePt t="59802" x="2706688" y="4064000"/>
          <p14:tracePt t="59819" x="2684463" y="4071938"/>
          <p14:tracePt t="59836" x="2655888" y="4086225"/>
          <p14:tracePt t="59852" x="2649538" y="4092575"/>
          <p14:tracePt t="59869" x="2641600" y="4092575"/>
          <p14:tracePt t="59885" x="2633663" y="4092575"/>
          <p14:tracePt t="59902" x="2627313" y="4092575"/>
          <p14:tracePt t="60012" x="2633663" y="4086225"/>
          <p14:tracePt t="60023" x="2655888" y="4078288"/>
          <p14:tracePt t="60035" x="2735263" y="4049713"/>
          <p14:tracePt t="60052" x="2844800" y="4013200"/>
          <p14:tracePt t="60069" x="2960688" y="3998913"/>
          <p14:tracePt t="60077" x="3019425" y="3990975"/>
          <p14:tracePt t="60086" x="3055938" y="3976688"/>
          <p14:tracePt t="60102" x="3127375" y="3970338"/>
          <p14:tracePt t="60121" x="3243263" y="3940175"/>
          <p14:tracePt t="60136" x="3294063" y="3919538"/>
          <p14:tracePt t="60152" x="3395663" y="3889375"/>
          <p14:tracePt t="60169" x="3417888" y="3883025"/>
          <p14:tracePt t="60186" x="3432175" y="3875088"/>
          <p14:tracePt t="60202" x="3446463" y="3860800"/>
          <p14:tracePt t="60220" x="3454400" y="3852863"/>
          <p14:tracePt t="60235" x="3482975" y="3832225"/>
          <p14:tracePt t="60252" x="3497263" y="3817938"/>
          <p14:tracePt t="60269" x="3519488" y="3802063"/>
          <p14:tracePt t="60285" x="3527425" y="3787775"/>
          <p14:tracePt t="60302" x="3533775" y="3781425"/>
          <p14:tracePt t="60319" x="3541713" y="3781425"/>
          <p14:tracePt t="60337" x="3548063" y="3759200"/>
          <p14:tracePt t="60353" x="3563938" y="3751263"/>
          <p14:tracePt t="60369" x="3570288" y="3744913"/>
          <p14:tracePt t="60386" x="3570288" y="3730625"/>
          <p14:tracePt t="60402" x="3578225" y="3722688"/>
          <p14:tracePt t="60419" x="3584575" y="3716338"/>
          <p14:tracePt t="60436" x="3584575" y="3708400"/>
          <p14:tracePt t="60452" x="3598863" y="3694113"/>
          <p14:tracePt t="60469" x="3614738" y="3679825"/>
          <p14:tracePt t="60485" x="3621088" y="3671888"/>
          <p14:tracePt t="60532" x="3629025" y="3665538"/>
          <p14:tracePt t="60574" x="3635375" y="3657600"/>
          <p14:tracePt t="60733" x="3635375" y="3649663"/>
          <p14:tracePt t="60748" x="3629025" y="3649663"/>
          <p14:tracePt t="60779" x="3621088" y="3643313"/>
          <p14:tracePt t="61237" x="3629025" y="3629025"/>
          <p14:tracePt t="61251" x="3665538" y="3606800"/>
          <p14:tracePt t="61261" x="3679825" y="3606800"/>
          <p14:tracePt t="61269" x="3716338" y="3584575"/>
          <p14:tracePt t="61285" x="3781425" y="3570288"/>
          <p14:tracePt t="61302" x="3883025" y="3563938"/>
          <p14:tracePt t="61319" x="4005263" y="3548063"/>
          <p14:tracePt t="61336" x="4143375" y="3548063"/>
          <p14:tracePt t="61352" x="4354513" y="3548063"/>
          <p14:tracePt t="61369" x="4484688" y="3548063"/>
          <p14:tracePt t="61386" x="4572000" y="3548063"/>
          <p14:tracePt t="61402" x="4651375" y="3548063"/>
          <p14:tracePt t="61419" x="4724400" y="3570288"/>
          <p14:tracePt t="61436" x="4797425" y="3584575"/>
          <p14:tracePt t="61452" x="4868863" y="3606800"/>
          <p14:tracePt t="61469" x="4913313" y="3614738"/>
          <p14:tracePt t="61486" x="4956175" y="3643313"/>
          <p14:tracePt t="61502" x="4986338" y="3657600"/>
          <p14:tracePt t="61519" x="5000625" y="3657600"/>
          <p14:tracePt t="61536" x="5021263" y="3671888"/>
          <p14:tracePt t="61552" x="5051425" y="3686175"/>
          <p14:tracePt t="61569" x="5065713" y="3694113"/>
          <p14:tracePt t="61586" x="5072063" y="3700463"/>
          <p14:tracePt t="61602" x="5080000" y="3708400"/>
          <p14:tracePt t="61634" x="5087938" y="3716338"/>
          <p14:tracePt t="61659" x="5094288" y="3722688"/>
          <p14:tracePt t="61666" x="5094288" y="3730625"/>
          <p14:tracePt t="61673" x="5094288" y="3736975"/>
          <p14:tracePt t="61685" x="5102225" y="3751263"/>
          <p14:tracePt t="61702" x="5108575" y="3759200"/>
          <p14:tracePt t="61719" x="5116513" y="3767138"/>
          <p14:tracePt t="61735" x="5116513" y="3773488"/>
          <p14:tracePt t="61753" x="5116513" y="3781425"/>
          <p14:tracePt t="61769" x="5116513" y="3795713"/>
          <p14:tracePt t="61785" x="5116513" y="3802063"/>
          <p14:tracePt t="61802" x="5116513" y="3817938"/>
          <p14:tracePt t="61835" x="5116513" y="3824288"/>
          <p14:tracePt t="61994" x="5122863" y="3824288"/>
          <p14:tracePt t="62001" x="5130800" y="3824288"/>
          <p14:tracePt t="62009" x="5153025" y="3824288"/>
          <p14:tracePt t="62019" x="5159375" y="3824288"/>
          <p14:tracePt t="62036" x="5203825" y="3824288"/>
          <p14:tracePt t="62052" x="5224463" y="3824288"/>
          <p14:tracePt t="62069" x="5254625" y="3824288"/>
          <p14:tracePt t="62071" x="5260975" y="3824288"/>
          <p14:tracePt t="62086" x="5283200" y="3824288"/>
          <p14:tracePt t="62102" x="5311775" y="3824288"/>
          <p14:tracePt t="62119" x="5326063" y="3838575"/>
          <p14:tracePt t="62136" x="5356225" y="3838575"/>
          <p14:tracePt t="62152" x="5362575" y="3838575"/>
          <p14:tracePt t="62169" x="5376863" y="3846513"/>
          <p14:tracePt t="62186" x="5384800" y="3846513"/>
          <p14:tracePt t="62202" x="5399088" y="3846513"/>
          <p14:tracePt t="62454" x="5407025" y="3846513"/>
          <p14:tracePt t="62484" x="5413375" y="3846513"/>
          <p14:tracePt t="62493" x="5421313" y="3846513"/>
          <p14:tracePt t="62515" x="5427663" y="3846513"/>
          <p14:tracePt t="62533" x="5435600" y="3846513"/>
          <p14:tracePt t="62621" x="5449888" y="3846513"/>
          <p14:tracePt t="62691" x="5457825" y="3846513"/>
          <p14:tracePt t="62724" x="5464175" y="3838575"/>
          <p14:tracePt t="63317" x="5472113" y="3838575"/>
          <p14:tracePt t="63331" x="5478463" y="3846513"/>
          <p14:tracePt t="63342" x="5486400" y="3852863"/>
          <p14:tracePt t="63354" x="5486400" y="3868738"/>
          <p14:tracePt t="63370" x="5486400" y="3889375"/>
          <p14:tracePt t="63387" x="5486400" y="3919538"/>
          <p14:tracePt t="63403" x="5486400" y="3954463"/>
          <p14:tracePt t="63420" x="5486400" y="3998913"/>
          <p14:tracePt t="63437" x="5478463" y="4092575"/>
          <p14:tracePt t="63453" x="5443538" y="4202113"/>
          <p14:tracePt t="63472" x="5376863" y="4332288"/>
          <p14:tracePt t="63487" x="5356225" y="4360863"/>
          <p14:tracePt t="63504" x="5268913" y="4478338"/>
          <p14:tracePt t="63520" x="5218113" y="4521200"/>
          <p14:tracePt t="63537" x="5051425" y="4645025"/>
          <p14:tracePt t="63553" x="4913313" y="4732338"/>
          <p14:tracePt t="63570" x="4803775" y="4797425"/>
          <p14:tracePt t="63577" x="4724400" y="4833938"/>
          <p14:tracePt t="63589" x="4651375" y="4854575"/>
          <p14:tracePt t="63603" x="4498975" y="4927600"/>
          <p14:tracePt t="63620" x="4360863" y="4978400"/>
          <p14:tracePt t="63637" x="4179888" y="5043488"/>
          <p14:tracePt t="63653" x="4013200" y="5080000"/>
          <p14:tracePt t="63670" x="3860800" y="5130800"/>
          <p14:tracePt t="63686" x="3671888" y="5173663"/>
          <p14:tracePt t="63703" x="3505200" y="5203825"/>
          <p14:tracePt t="63720" x="3236913" y="5240338"/>
          <p14:tracePt t="63736" x="3062288" y="5268913"/>
          <p14:tracePt t="63753" x="2887663" y="5275263"/>
          <p14:tracePt t="63769" x="2670175" y="5275263"/>
          <p14:tracePt t="63786" x="2446338" y="5275263"/>
          <p14:tracePt t="63803" x="2314575" y="5275263"/>
          <p14:tracePt t="63820" x="2206625" y="5275263"/>
          <p14:tracePt t="63837" x="2097088" y="5268913"/>
          <p14:tracePt t="63853" x="1995488" y="5232400"/>
          <p14:tracePt t="63870" x="1851025" y="5189538"/>
          <p14:tracePt t="63886" x="1770063" y="5159375"/>
          <p14:tracePt t="63906" x="1647825" y="5102225"/>
          <p14:tracePt t="63920" x="1633538" y="5087938"/>
          <p14:tracePt t="63937" x="1560513" y="5043488"/>
          <p14:tracePt t="63953" x="1481138" y="4986338"/>
          <p14:tracePt t="63970" x="1400175" y="4919663"/>
          <p14:tracePt t="63987" x="1349375" y="4868863"/>
          <p14:tracePt t="64003" x="1328738" y="4840288"/>
          <p14:tracePt t="64020" x="1312863" y="4803775"/>
          <p14:tracePt t="64036" x="1306513" y="4775200"/>
          <p14:tracePt t="64053" x="1270000" y="4695825"/>
          <p14:tracePt t="64070" x="1247775" y="4622800"/>
          <p14:tracePt t="64078" x="1241425" y="4600575"/>
          <p14:tracePt t="64087" x="1241425" y="4572000"/>
          <p14:tracePt t="64104" x="1233488" y="4529138"/>
          <p14:tracePt t="64121" x="1233488" y="4513263"/>
          <p14:tracePt t="64136" x="1233488" y="4478338"/>
          <p14:tracePt t="64153" x="1247775" y="4433888"/>
          <p14:tracePt t="64170" x="1255713" y="4397375"/>
          <p14:tracePt t="64187" x="1270000" y="4346575"/>
          <p14:tracePt t="64203" x="1298575" y="4295775"/>
          <p14:tracePt t="64220" x="1312863" y="4252913"/>
          <p14:tracePt t="64237" x="1335088" y="4216400"/>
          <p14:tracePt t="64253" x="1357313" y="4179888"/>
          <p14:tracePt t="64270" x="1385888" y="4137025"/>
          <p14:tracePt t="64287" x="1414463" y="4100513"/>
          <p14:tracePt t="64304" x="1450975" y="4041775"/>
          <p14:tracePt t="64320" x="1501775" y="3990975"/>
          <p14:tracePt t="64337" x="1574800" y="3948113"/>
          <p14:tracePt t="64354" x="1633538" y="3911600"/>
          <p14:tracePt t="64371" x="1676400" y="3883025"/>
          <p14:tracePt t="64387" x="1704975" y="3868738"/>
          <p14:tracePt t="64404" x="1735138" y="3846513"/>
          <p14:tracePt t="64420" x="1785938" y="3824288"/>
          <p14:tracePt t="64437" x="1843088" y="3802063"/>
          <p14:tracePt t="64453" x="1922463" y="3781425"/>
          <p14:tracePt t="64470" x="2039938" y="3759200"/>
          <p14:tracePt t="64487" x="2170113" y="3736975"/>
          <p14:tracePt t="64504" x="2336800" y="3722688"/>
          <p14:tracePt t="64520" x="2438400" y="3700463"/>
          <p14:tracePt t="64537" x="2511425" y="3694113"/>
          <p14:tracePt t="64553" x="2590800" y="3686175"/>
          <p14:tracePt t="64570" x="2670175" y="3665538"/>
          <p14:tracePt t="64580" x="2720975" y="3665538"/>
          <p14:tracePt t="64595" x="2822575" y="3657600"/>
          <p14:tracePt t="64606" x="2881313" y="3657600"/>
          <p14:tracePt t="64620" x="2982913" y="3657600"/>
          <p14:tracePt t="64637" x="3098800" y="3657600"/>
          <p14:tracePt t="64653" x="3236913" y="3657600"/>
          <p14:tracePt t="64672" x="3381375" y="3657600"/>
          <p14:tracePt t="64687" x="3411538" y="3657600"/>
          <p14:tracePt t="64704" x="3548063" y="3657600"/>
          <p14:tracePt t="64721" x="3679825" y="3671888"/>
          <p14:tracePt t="64737" x="3817938" y="3686175"/>
          <p14:tracePt t="64754" x="3962400" y="3716338"/>
          <p14:tracePt t="64770" x="4086225" y="3744913"/>
          <p14:tracePt t="64787" x="4187825" y="3759200"/>
          <p14:tracePt t="64804" x="4289425" y="3795713"/>
          <p14:tracePt t="64820" x="4383088" y="3832225"/>
          <p14:tracePt t="64837" x="4484688" y="3868738"/>
          <p14:tracePt t="64855" x="4557713" y="3903663"/>
          <p14:tracePt t="64870" x="4630738" y="3940175"/>
          <p14:tracePt t="64887" x="4665663" y="3990975"/>
          <p14:tracePt t="64904" x="4732338" y="4086225"/>
          <p14:tracePt t="64921" x="4783138" y="4173538"/>
          <p14:tracePt t="64937" x="4833938" y="4238625"/>
          <p14:tracePt t="64954" x="4862513" y="4295775"/>
          <p14:tracePt t="64971" x="4868863" y="4332288"/>
          <p14:tracePt t="64987" x="4884738" y="4368800"/>
          <p14:tracePt t="65004" x="4891088" y="4397375"/>
          <p14:tracePt t="65020" x="4891088" y="4427538"/>
          <p14:tracePt t="65037" x="4891088" y="4456113"/>
          <p14:tracePt t="65054" x="4891088" y="4498975"/>
          <p14:tracePt t="65071" x="4891088" y="4543425"/>
          <p14:tracePt t="65078" x="4884738" y="4572000"/>
          <p14:tracePt t="65089" x="4868863" y="4630738"/>
          <p14:tracePt t="65104" x="4854575" y="4665663"/>
          <p14:tracePt t="65120" x="4826000" y="4710113"/>
          <p14:tracePt t="65137" x="4789488" y="4767263"/>
          <p14:tracePt t="65154" x="4746625" y="4811713"/>
          <p14:tracePt t="65171" x="4681538" y="4876800"/>
          <p14:tracePt t="65187" x="4614863" y="4913313"/>
          <p14:tracePt t="65204" x="4557713" y="4949825"/>
          <p14:tracePt t="65220" x="4484688" y="4992688"/>
          <p14:tracePt t="65237" x="4397375" y="5029200"/>
          <p14:tracePt t="65254" x="4310063" y="5065713"/>
          <p14:tracePt t="65271" x="4224338" y="5094288"/>
          <p14:tracePt t="65288" x="4137025" y="5130800"/>
          <p14:tracePt t="65305" x="3962400" y="5173663"/>
          <p14:tracePt t="65321" x="3852863" y="5195888"/>
          <p14:tracePt t="65339" x="3759200" y="5203825"/>
          <p14:tracePt t="65354" x="3635375" y="5224463"/>
          <p14:tracePt t="65371" x="3527425" y="5240338"/>
          <p14:tracePt t="65388" x="3446463" y="5240338"/>
          <p14:tracePt t="65404" x="3338513" y="5240338"/>
          <p14:tracePt t="65421" x="3243263" y="5240338"/>
          <p14:tracePt t="65437" x="3135313" y="5240338"/>
          <p14:tracePt t="65454" x="3040063" y="5240338"/>
          <p14:tracePt t="65471" x="2960688" y="5240338"/>
          <p14:tracePt t="65488" x="2822575" y="5240338"/>
          <p14:tracePt t="65504" x="2714625" y="5240338"/>
          <p14:tracePt t="65520" x="2598738" y="5240338"/>
          <p14:tracePt t="65537" x="2511425" y="5224463"/>
          <p14:tracePt t="65554" x="2424113" y="5210175"/>
          <p14:tracePt t="65571" x="2365375" y="5189538"/>
          <p14:tracePt t="65577" x="2328863" y="5189538"/>
          <p14:tracePt t="65587" x="2278063" y="5159375"/>
          <p14:tracePt t="65604" x="2125663" y="5102225"/>
          <p14:tracePt t="65621" x="1995488" y="5037138"/>
          <p14:tracePt t="65637" x="1887538" y="4992688"/>
          <p14:tracePt t="65654" x="1820863" y="4964113"/>
          <p14:tracePt t="65671" x="1778000" y="4941888"/>
          <p14:tracePt t="65688" x="1755775" y="4927600"/>
          <p14:tracePt t="65704" x="1698625" y="4876800"/>
          <p14:tracePt t="65721" x="1582738" y="4789488"/>
          <p14:tracePt t="65737" x="1531938" y="4746625"/>
          <p14:tracePt t="65754" x="1516063" y="4716463"/>
          <p14:tracePt t="65771" x="1501775" y="4695825"/>
          <p14:tracePt t="65787" x="1495425" y="4659313"/>
          <p14:tracePt t="65804" x="1473200" y="4600575"/>
          <p14:tracePt t="65821" x="1450975" y="4543425"/>
          <p14:tracePt t="65840" x="1436688" y="4492625"/>
          <p14:tracePt t="65854" x="1436688" y="4456113"/>
          <p14:tracePt t="65873" x="1430338" y="4427538"/>
          <p14:tracePt t="65888" x="1430338" y="4383088"/>
          <p14:tracePt t="65906" x="1430338" y="4354513"/>
          <p14:tracePt t="65921" x="1436688" y="4318000"/>
          <p14:tracePt t="65937" x="1458913" y="4275138"/>
          <p14:tracePt t="65954" x="1481138" y="4244975"/>
          <p14:tracePt t="65971" x="1524000" y="4202113"/>
          <p14:tracePt t="65987" x="1546225" y="4173538"/>
          <p14:tracePt t="66004" x="1560513" y="4151313"/>
          <p14:tracePt t="66021" x="1589088" y="4122738"/>
          <p14:tracePt t="66037" x="1633538" y="4092575"/>
          <p14:tracePt t="66054" x="1704975" y="4035425"/>
          <p14:tracePt t="66071" x="1763713" y="3998913"/>
          <p14:tracePt t="66079" x="1806575" y="3984625"/>
          <p14:tracePt t="66089" x="1879600" y="3933825"/>
          <p14:tracePt t="66104" x="1938338" y="3897313"/>
          <p14:tracePt t="66121" x="2003425" y="3860800"/>
          <p14:tracePt t="66137" x="2082800" y="3832225"/>
          <p14:tracePt t="66156" x="2192338" y="3787775"/>
          <p14:tracePt t="66171" x="2300288" y="3751263"/>
          <p14:tracePt t="66187" x="2430463" y="3722688"/>
          <p14:tracePt t="66204" x="2532063" y="3686175"/>
          <p14:tracePt t="66221" x="2641600" y="3665538"/>
          <p14:tracePt t="66237" x="2743200" y="3649663"/>
          <p14:tracePt t="66254" x="2830513" y="3635375"/>
          <p14:tracePt t="66271" x="2924175" y="3629025"/>
          <p14:tracePt t="66288" x="3090863" y="3606800"/>
          <p14:tracePt t="66304" x="3214688" y="3606800"/>
          <p14:tracePt t="66321" x="3352800" y="3606800"/>
          <p14:tracePt t="66338" x="3476625" y="3606800"/>
          <p14:tracePt t="66354" x="3578225" y="3606800"/>
          <p14:tracePt t="66371" x="3643313" y="3606800"/>
          <p14:tracePt t="66387" x="3722688" y="3606800"/>
          <p14:tracePt t="66404" x="3802063" y="3606800"/>
          <p14:tracePt t="66421" x="3875088" y="3606800"/>
          <p14:tracePt t="66438" x="3962400" y="3606800"/>
          <p14:tracePt t="66454" x="4021138" y="3614738"/>
          <p14:tracePt t="66471" x="4086225" y="3621088"/>
          <p14:tracePt t="66489" x="4194175" y="3657600"/>
          <p14:tracePt t="66504" x="4267200" y="3679825"/>
          <p14:tracePt t="66521" x="4368800" y="3730625"/>
          <p14:tracePt t="66538" x="4484688" y="3781425"/>
          <p14:tracePt t="66555" x="4594225" y="3824288"/>
          <p14:tracePt t="66563" x="4659313" y="3852863"/>
          <p14:tracePt t="66574" x="4695825" y="3875088"/>
          <p14:tracePt t="66589" x="4767263" y="3911600"/>
          <p14:tracePt t="66604" x="4826000" y="3954463"/>
          <p14:tracePt t="66621" x="4884738" y="3990975"/>
          <p14:tracePt t="66637" x="4941888" y="4041775"/>
          <p14:tracePt t="66654" x="5006975" y="4100513"/>
          <p14:tracePt t="66671" x="5043488" y="4165600"/>
          <p14:tracePt t="66688" x="5116513" y="4267200"/>
          <p14:tracePt t="66704" x="5153025" y="4310063"/>
          <p14:tracePt t="66721" x="5232400" y="4419600"/>
          <p14:tracePt t="66738" x="5254625" y="4470400"/>
          <p14:tracePt t="66754" x="5260975" y="4498975"/>
          <p14:tracePt t="66771" x="5260975" y="4543425"/>
          <p14:tracePt t="66788" x="5260975" y="4579938"/>
          <p14:tracePt t="66805" x="5232400" y="4645025"/>
          <p14:tracePt t="66822" x="5181600" y="4716463"/>
          <p14:tracePt t="66838" x="5130800" y="4775200"/>
          <p14:tracePt t="66854" x="5102225" y="4811713"/>
          <p14:tracePt t="66872" x="5029200" y="4876800"/>
          <p14:tracePt t="66888" x="4970463" y="4935538"/>
          <p14:tracePt t="66904" x="4919663" y="4970463"/>
          <p14:tracePt t="66923" x="4840288" y="5014913"/>
          <p14:tracePt t="66938" x="4738688" y="5051425"/>
          <p14:tracePt t="66954" x="4665663" y="5072063"/>
          <p14:tracePt t="66971" x="4614863" y="5080000"/>
          <p14:tracePt t="66988" x="4549775" y="5102225"/>
          <p14:tracePt t="67004" x="4498975" y="5108575"/>
          <p14:tracePt t="67021" x="4456113" y="5116513"/>
          <p14:tracePt t="67037" x="4411663" y="5122863"/>
          <p14:tracePt t="67054" x="4383088" y="5122863"/>
          <p14:tracePt t="67071" x="4332288" y="5130800"/>
          <p14:tracePt t="67074" x="4310063" y="5130800"/>
          <p14:tracePt t="67087" x="4275138" y="5130800"/>
          <p14:tracePt t="67104" x="4244975" y="5130800"/>
          <p14:tracePt t="67121" x="4216400" y="5130800"/>
          <p14:tracePt t="67138" x="4202113" y="5130800"/>
          <p14:tracePt t="67154" x="4179888" y="5130800"/>
          <p14:tracePt t="67171" x="4173538" y="5130800"/>
          <p14:tracePt t="67188" x="4151313" y="5130800"/>
          <p14:tracePt t="67205" x="4129088" y="5130800"/>
          <p14:tracePt t="67221" x="4106863" y="5122863"/>
          <p14:tracePt t="67238" x="4078288" y="5108575"/>
          <p14:tracePt t="67254" x="4049713" y="5102225"/>
          <p14:tracePt t="67272" x="4021138" y="5102225"/>
          <p14:tracePt t="67288" x="3962400" y="5094288"/>
          <p14:tracePt t="67306" x="3940175" y="5087938"/>
          <p14:tracePt t="67322" x="3903663" y="5080000"/>
          <p14:tracePt t="67339" x="3868738" y="5065713"/>
          <p14:tracePt t="67355" x="3838575" y="5057775"/>
          <p14:tracePt t="67373" x="3802063" y="5051425"/>
          <p14:tracePt t="67388" x="3787775" y="5043488"/>
          <p14:tracePt t="67406" x="3781425" y="5043488"/>
          <p14:tracePt t="67421" x="3767138" y="5037138"/>
          <p14:tracePt t="67478" x="3759200" y="5029200"/>
        </p14:tracePtLst>
      </p14:laserTraceLst>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graphicFrame>
        <p:nvGraphicFramePr>
          <p:cNvPr id="5" name="Diagram 4"/>
          <p:cNvGraphicFramePr/>
          <p:nvPr>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78399408"/>
      </p:ext>
    </p:extLst>
  </p:cSld>
  <p:clrMapOvr>
    <a:masterClrMapping/>
  </p:clrMapOvr>
  <mc:AlternateContent xmlns:mc="http://schemas.openxmlformats.org/markup-compatibility/2006" xmlns:p14="http://schemas.microsoft.com/office/powerpoint/2010/main">
    <mc:Choice Requires="p14">
      <p:transition spd="slow" p14:dur="2000" advTm="13910">
        <p:cut/>
      </p:transition>
    </mc:Choice>
    <mc:Fallback xmlns="">
      <p:transition spd="slow" advTm="13910">
        <p:cut/>
      </p:transition>
    </mc:Fallback>
  </mc:AlternateContent>
  <p:timing>
    <p:tnLst>
      <p:par>
        <p:cTn id="1" dur="indefinite" restart="never" nodeType="tmRoot"/>
      </p:par>
    </p:tnLst>
  </p:timing>
  <p:extLst mod="1">
    <p:ext uri="{3A86A75C-4F4B-4683-9AE1-C65F6400EC91}">
      <p14:laserTraceLst xmlns:p14="http://schemas.microsoft.com/office/powerpoint/2010/main">
        <p14:tracePtLst>
          <p14:tracePt t="3406" x="841375" y="5348288"/>
          <p14:tracePt t="3464" x="849313" y="5334000"/>
          <p14:tracePt t="3471" x="863600" y="5334000"/>
          <p14:tracePt t="3480" x="906463" y="5319713"/>
          <p14:tracePt t="3487" x="987425" y="5311775"/>
          <p14:tracePt t="3501" x="1095375" y="5311775"/>
          <p14:tracePt t="3517" x="1385888" y="5311775"/>
          <p14:tracePt t="3534" x="1800225" y="5311775"/>
          <p14:tracePt t="3551" x="2765425" y="5311775"/>
          <p14:tracePt t="3567" x="3446463" y="5311775"/>
          <p14:tracePt t="3584" x="4179888" y="5311775"/>
          <p14:tracePt t="3601" x="4803775" y="5311775"/>
          <p14:tracePt t="3617" x="5319713" y="5311775"/>
          <p14:tracePt t="3634" x="5697538" y="5311775"/>
          <p14:tracePt t="3651" x="6073775" y="5297488"/>
          <p14:tracePt t="3667" x="6372225" y="5260975"/>
          <p14:tracePt t="3684" x="6581775" y="5218113"/>
          <p14:tracePt t="3701" x="6727825" y="5173663"/>
          <p14:tracePt t="3717" x="6858000" y="5138738"/>
          <p14:tracePt t="3734" x="7018338" y="5087938"/>
          <p14:tracePt t="3751" x="7148513" y="5051425"/>
          <p14:tracePt t="3767" x="7264400" y="5006975"/>
          <p14:tracePt t="3784" x="7351713" y="4992688"/>
          <p14:tracePt t="3801" x="7388225" y="4970463"/>
          <p14:tracePt t="3817" x="7416800" y="4949825"/>
          <p14:tracePt t="3834" x="7467600" y="4913313"/>
          <p14:tracePt t="3851" x="7577138" y="4840288"/>
          <p14:tracePt t="3867" x="7729538" y="4760913"/>
          <p14:tracePt t="3884" x="7910513" y="4659313"/>
          <p14:tracePt t="3901" x="8040688" y="4572000"/>
          <p14:tracePt t="3917" x="8135938" y="4529138"/>
          <p14:tracePt t="3935" x="8258175" y="4448175"/>
          <p14:tracePt t="3951" x="8323263" y="4411663"/>
          <p14:tracePt t="3967" x="8374063" y="4360863"/>
          <p14:tracePt t="3984" x="8410575" y="4332288"/>
          <p14:tracePt t="4001" x="8432800" y="4303713"/>
          <p14:tracePt t="4017" x="8447088" y="4295775"/>
          <p14:tracePt t="4051" x="8455025" y="4281488"/>
          <p14:tracePt t="4072" x="8455025" y="4275138"/>
          <p14:tracePt t="4103" x="8461375" y="4259263"/>
          <p14:tracePt t="4111" x="8469313" y="4259263"/>
          <p14:tracePt t="6048" x="8469313" y="4267200"/>
          <p14:tracePt t="6055" x="8469313" y="4281488"/>
          <p14:tracePt t="6063" x="8469313" y="4289425"/>
          <p14:tracePt t="6071" x="8469313" y="4303713"/>
          <p14:tracePt t="6085" x="8469313" y="4310063"/>
          <p14:tracePt t="6101" x="8475663" y="4332288"/>
          <p14:tracePt t="6118" x="8491538" y="4376738"/>
          <p14:tracePt t="6135" x="8505825" y="4419600"/>
          <p14:tracePt t="6151" x="8520113" y="4456113"/>
          <p14:tracePt t="6168" x="8534400" y="4498975"/>
          <p14:tracePt t="6185" x="8548688" y="4549775"/>
          <p14:tracePt t="6201" x="8562975" y="4600575"/>
          <p14:tracePt t="6218" x="8562975" y="4622800"/>
          <p14:tracePt t="6235" x="8577263" y="4659313"/>
          <p14:tracePt t="6251" x="8577263" y="4665663"/>
          <p14:tracePt t="6268" x="8577263" y="4673600"/>
          <p14:tracePt t="6285" x="8577263" y="4681538"/>
          <p14:tracePt t="6302" x="8577263" y="4687888"/>
          <p14:tracePt t="6432" x="8577263" y="4681538"/>
          <p14:tracePt t="6439" x="8585200" y="4651375"/>
          <p14:tracePt t="6448" x="8607425" y="4608513"/>
          <p14:tracePt t="6455" x="8613775" y="4572000"/>
          <p14:tracePt t="6468" x="8621713" y="4521200"/>
          <p14:tracePt t="6485" x="8658225" y="4405313"/>
          <p14:tracePt t="6501" x="8686800" y="4318000"/>
          <p14:tracePt t="6518" x="8701088" y="4252913"/>
          <p14:tracePt t="6535" x="8723313" y="4179888"/>
          <p14:tracePt t="6551" x="8729663" y="4151313"/>
          <p14:tracePt t="6568" x="8745538" y="4092575"/>
          <p14:tracePt t="6585" x="8745538" y="4071938"/>
          <p14:tracePt t="6602" x="8751888" y="4056063"/>
          <p14:tracePt t="6618" x="8751888" y="4041775"/>
          <p14:tracePt t="6635" x="8751888" y="4027488"/>
          <p14:tracePt t="6652" x="8751888" y="4021138"/>
          <p14:tracePt t="6685" x="8751888" y="4013200"/>
          <p14:tracePt t="6703" x="8751888" y="4005263"/>
          <p14:tracePt t="6719" x="8751888" y="3990975"/>
          <p14:tracePt t="6735" x="8751888" y="3962400"/>
          <p14:tracePt t="6752" x="8745538" y="3933825"/>
          <p14:tracePt t="6768" x="8745538" y="3903663"/>
          <p14:tracePt t="6785" x="8745538" y="3860800"/>
          <p14:tracePt t="6802" x="8745538" y="3817938"/>
          <p14:tracePt t="6818" x="8745538" y="3767138"/>
          <p14:tracePt t="6835" x="8745538" y="3716338"/>
          <p14:tracePt t="6852" x="8745538" y="3679825"/>
          <p14:tracePt t="6868" x="8751888" y="3635375"/>
          <p14:tracePt t="6885" x="8774113" y="3598863"/>
          <p14:tracePt t="6903" x="8802688" y="3541713"/>
          <p14:tracePt t="6918" x="8831263" y="3505200"/>
          <p14:tracePt t="6935" x="8861425" y="3482975"/>
          <p14:tracePt t="6952" x="8882063" y="3462338"/>
          <p14:tracePt t="6968" x="8926513" y="3440113"/>
          <p14:tracePt t="6985" x="8963025" y="3417888"/>
          <p14:tracePt t="7002" x="9005888" y="3395663"/>
          <p14:tracePt t="7018" x="9028113" y="3381375"/>
          <p14:tracePt t="7035" x="9064625" y="3375025"/>
          <p14:tracePt t="7052" x="9101138" y="3367088"/>
          <p14:tracePt t="7068" x="9136063" y="3352800"/>
          <p14:tracePt t="7085" x="9180513" y="3344863"/>
          <p14:tracePt t="7087" x="9186863" y="3344863"/>
          <p14:tracePt t="7102" x="9209088" y="3344863"/>
          <p14:tracePt t="7118" x="9282113" y="3330575"/>
          <p14:tracePt t="7135" x="9332913" y="3330575"/>
          <p14:tracePt t="7152" x="9412288" y="3330575"/>
          <p14:tracePt t="7168" x="9471025" y="3330575"/>
          <p14:tracePt t="7185" x="9528175" y="3330575"/>
          <p14:tracePt t="7202" x="9586913" y="3330575"/>
          <p14:tracePt t="7218" x="9623425" y="3338513"/>
          <p14:tracePt t="7235" x="9659938" y="3352800"/>
          <p14:tracePt t="7252" x="9702800" y="3360738"/>
          <p14:tracePt t="7269" x="9739313" y="3381375"/>
          <p14:tracePt t="7285" x="9767888" y="3395663"/>
          <p14:tracePt t="7302" x="9790113" y="3411538"/>
          <p14:tracePt t="7318" x="9826625" y="3432175"/>
          <p14:tracePt t="7335" x="9847263" y="3462338"/>
          <p14:tracePt t="7352" x="9877425" y="3482975"/>
          <p14:tracePt t="7368" x="9898063" y="3513138"/>
          <p14:tracePt t="7385" x="9928225" y="3563938"/>
          <p14:tracePt t="7402" x="9948863" y="3606800"/>
          <p14:tracePt t="7418" x="9979025" y="3665538"/>
          <p14:tracePt t="7435" x="9993313" y="3716338"/>
          <p14:tracePt t="7452" x="10021888" y="3759200"/>
          <p14:tracePt t="7468" x="10021888" y="3802063"/>
          <p14:tracePt t="7485" x="10036175" y="3838575"/>
          <p14:tracePt t="7502" x="10036175" y="3868738"/>
          <p14:tracePt t="7518" x="10036175" y="3948113"/>
          <p14:tracePt t="7535" x="10036175" y="4005263"/>
          <p14:tracePt t="7552" x="10036175" y="4092575"/>
          <p14:tracePt t="7569" x="10036175" y="4151313"/>
          <p14:tracePt t="7585" x="9999663" y="4208463"/>
          <p14:tracePt t="7602" x="9993313" y="4230688"/>
          <p14:tracePt t="7619" x="9979025" y="4275138"/>
          <p14:tracePt t="7635" x="9964738" y="4295775"/>
          <p14:tracePt t="7652" x="9934575" y="4332288"/>
          <p14:tracePt t="7669" x="9906000" y="4360863"/>
          <p14:tracePt t="7685" x="9869488" y="4405313"/>
          <p14:tracePt t="7702" x="9826625" y="4448175"/>
          <p14:tracePt t="7719" x="9775825" y="4498975"/>
          <p14:tracePt t="7735" x="9725025" y="4529138"/>
          <p14:tracePt t="7752" x="9702800" y="4535488"/>
          <p14:tracePt t="7769" x="9666288" y="4543425"/>
          <p14:tracePt t="7785" x="9644063" y="4549775"/>
          <p14:tracePt t="7802" x="9609138" y="4549775"/>
          <p14:tracePt t="7819" x="9564688" y="4549775"/>
          <p14:tracePt t="7835" x="9542463" y="4549775"/>
          <p14:tracePt t="7852" x="9528175" y="4549775"/>
          <p14:tracePt t="7869" x="9491663" y="4549775"/>
          <p14:tracePt t="7885" x="9456738" y="4549775"/>
          <p14:tracePt t="7903" x="9369425" y="4529138"/>
          <p14:tracePt t="7919" x="9282113" y="4498975"/>
          <p14:tracePt t="7935" x="9217025" y="4478338"/>
          <p14:tracePt t="7952" x="9151938" y="4456113"/>
          <p14:tracePt t="7969" x="9078913" y="4419600"/>
          <p14:tracePt t="7986" x="8991600" y="4383088"/>
          <p14:tracePt t="8002" x="8897938" y="4332288"/>
          <p14:tracePt t="8019" x="8810625" y="4289425"/>
          <p14:tracePt t="8035" x="8751888" y="4252913"/>
          <p14:tracePt t="8052" x="8701088" y="4216400"/>
          <p14:tracePt t="8069" x="8636000" y="4157663"/>
          <p14:tracePt t="8085" x="8593138" y="4100513"/>
          <p14:tracePt t="8087" x="8577263" y="4071938"/>
          <p14:tracePt t="8102" x="8526463" y="3998913"/>
          <p14:tracePt t="8119" x="8497888" y="3954463"/>
          <p14:tracePt t="8135" x="8497888" y="3919538"/>
          <p14:tracePt t="8152" x="8497888" y="3852863"/>
          <p14:tracePt t="8169" x="8497888" y="3810000"/>
          <p14:tracePt t="8185" x="8512175" y="3744913"/>
          <p14:tracePt t="8202" x="8534400" y="3686175"/>
          <p14:tracePt t="8219" x="8570913" y="3598863"/>
          <p14:tracePt t="8235" x="8607425" y="3541713"/>
          <p14:tracePt t="8252" x="8628063" y="3497263"/>
          <p14:tracePt t="8269" x="8664575" y="3462338"/>
          <p14:tracePt t="8285" x="8678863" y="3432175"/>
          <p14:tracePt t="8302" x="8701088" y="3395663"/>
          <p14:tracePt t="8319" x="8723313" y="3375025"/>
          <p14:tracePt t="8335" x="8751888" y="3338513"/>
          <p14:tracePt t="8352" x="8774113" y="3316288"/>
          <p14:tracePt t="8369" x="8796338" y="3287713"/>
          <p14:tracePt t="8385" x="8824913" y="3259138"/>
          <p14:tracePt t="8402" x="8847138" y="3251200"/>
          <p14:tracePt t="8419" x="8875713" y="3236913"/>
          <p14:tracePt t="8435" x="8904288" y="3222625"/>
          <p14:tracePt t="8452" x="8940800" y="3208338"/>
          <p14:tracePt t="8469" x="8999538" y="3192463"/>
          <p14:tracePt t="8485" x="9042400" y="3171825"/>
          <p14:tracePt t="8502" x="9078913" y="3163888"/>
          <p14:tracePt t="8519" x="9166225" y="3163888"/>
          <p14:tracePt t="8535" x="9231313" y="3163888"/>
          <p14:tracePt t="8552" x="9282113" y="3163888"/>
          <p14:tracePt t="8569" x="9332913" y="3163888"/>
          <p14:tracePt t="8586" x="9398000" y="3171825"/>
          <p14:tracePt t="8602" x="9434513" y="3178175"/>
          <p14:tracePt t="8619" x="9485313" y="3186113"/>
          <p14:tracePt t="8636" x="9513888" y="3208338"/>
          <p14:tracePt t="8652" x="9536113" y="3208338"/>
          <p14:tracePt t="8669" x="9558338" y="3214688"/>
          <p14:tracePt t="8702" x="9572625" y="3222625"/>
          <p14:tracePt t="8719" x="9593263" y="3228975"/>
          <p14:tracePt t="8735" x="9615488" y="3243263"/>
          <p14:tracePt t="8752" x="9659938" y="3251200"/>
          <p14:tracePt t="8769" x="9680575" y="3259138"/>
          <p14:tracePt t="8786" x="9702800" y="3273425"/>
          <p14:tracePt t="8802" x="9731375" y="3279775"/>
          <p14:tracePt t="8819" x="9761538" y="3302000"/>
          <p14:tracePt t="8836" x="9790113" y="3309938"/>
          <p14:tracePt t="8852" x="9826625" y="3324225"/>
          <p14:tracePt t="8869" x="9863138" y="3338513"/>
          <p14:tracePt t="8886" x="9869488" y="3352800"/>
          <p14:tracePt t="8902" x="9883775" y="3352800"/>
          <p14:tracePt t="8928" x="9891713" y="3360738"/>
          <p14:tracePt t="9048" x="9906000" y="3360738"/>
          <p14:tracePt t="9063" x="9913938" y="3375025"/>
          <p14:tracePt t="9080" x="9920288" y="3375025"/>
          <p14:tracePt t="9095" x="9920288" y="3381375"/>
          <p14:tracePt t="9103" x="9928225" y="3381375"/>
          <p14:tracePt t="9120" x="9934575" y="3389313"/>
          <p14:tracePt t="9136" x="9942513" y="3395663"/>
          <p14:tracePt t="9152" x="9948863" y="3395663"/>
          <p14:tracePt t="9159" x="9956800" y="3403600"/>
          <p14:tracePt t="9169" x="9956800" y="3411538"/>
          <p14:tracePt t="9186" x="9964738" y="3411538"/>
          <p14:tracePt t="9202" x="9971088" y="3417888"/>
          <p14:tracePt t="9219" x="9993313" y="3425825"/>
          <p14:tracePt t="9236" x="9999663" y="3432175"/>
          <p14:tracePt t="9252" x="10015538" y="3440113"/>
          <p14:tracePt t="9269" x="10015538" y="3446463"/>
          <p14:tracePt t="9286" x="10021888" y="3446463"/>
          <p14:tracePt t="9302" x="10044113" y="3462338"/>
          <p14:tracePt t="9319" x="10058400" y="3468688"/>
          <p14:tracePt t="9336" x="10080625" y="3476625"/>
          <p14:tracePt t="9352" x="10094913" y="3490913"/>
          <p14:tracePt t="9369" x="10117138" y="3497263"/>
          <p14:tracePt t="9386" x="10123488" y="3505200"/>
          <p14:tracePt t="9402" x="10137775" y="3505200"/>
          <p14:tracePt t="9419" x="10145713" y="3519488"/>
          <p14:tracePt t="9436" x="10152063" y="3519488"/>
          <p14:tracePt t="9452" x="10167938" y="3527425"/>
          <p14:tracePt t="9469" x="10182225" y="3541713"/>
          <p14:tracePt t="9486" x="10188575" y="3548063"/>
          <p14:tracePt t="9503" x="10196513" y="3556000"/>
          <p14:tracePt t="9519" x="10202863" y="3563938"/>
          <p14:tracePt t="9536" x="10210800" y="3563938"/>
          <p14:tracePt t="9570" x="10210800" y="3570288"/>
          <p14:tracePt t="9609" x="10218738" y="3578225"/>
          <p14:tracePt t="9617" x="10218738" y="3584575"/>
          <p14:tracePt t="9624" x="10225088" y="3584575"/>
          <p14:tracePt t="9649" x="10225088" y="3592513"/>
          <p14:tracePt t="9656" x="10233025" y="3592513"/>
          <p14:tracePt t="9681" x="10233025" y="3598863"/>
          <p14:tracePt t="9697" x="10239375" y="3606800"/>
          <p14:tracePt t="9705" x="10239375" y="3614738"/>
          <p14:tracePt t="9720" x="10247313" y="3621088"/>
          <p14:tracePt t="9737" x="10247313" y="3635375"/>
          <p14:tracePt t="9753" x="10253663" y="3643313"/>
          <p14:tracePt t="9770" x="10261600" y="3665538"/>
          <p14:tracePt t="9786" x="10269538" y="3665538"/>
          <p14:tracePt t="9803" x="10269538" y="3686175"/>
          <p14:tracePt t="9836" x="10275888" y="3700463"/>
          <p14:tracePt t="9853" x="10283825" y="3708400"/>
          <p14:tracePt t="9873" x="10283825" y="3722688"/>
          <p14:tracePt t="9887" x="10290175" y="3730625"/>
          <p14:tracePt t="9903" x="10290175" y="3736975"/>
          <p14:tracePt t="9920" x="10298113" y="3759200"/>
          <p14:tracePt t="9938" x="10312400" y="3781425"/>
          <p14:tracePt t="9953" x="10320338" y="3802063"/>
          <p14:tracePt t="9970" x="10334625" y="3832225"/>
          <p14:tracePt t="9986" x="10334625" y="3868738"/>
          <p14:tracePt t="10003" x="10334625" y="3889375"/>
          <p14:tracePt t="10020" x="10334625" y="3919538"/>
          <p14:tracePt t="10036" x="10334625" y="3948113"/>
          <p14:tracePt t="10053" x="10334625" y="3984625"/>
          <p14:tracePt t="10070" x="10326688" y="4021138"/>
          <p14:tracePt t="10086" x="10304463" y="4056063"/>
          <p14:tracePt t="10090" x="10290175" y="4071938"/>
          <p14:tracePt t="10103" x="10261600" y="4100513"/>
          <p14:tracePt t="10120" x="10247313" y="4114800"/>
          <p14:tracePt t="10136" x="10225088" y="4122738"/>
          <p14:tracePt t="10153" x="10202863" y="4137025"/>
          <p14:tracePt t="10170" x="10196513" y="4143375"/>
          <p14:tracePt t="10186" x="10174288" y="4157663"/>
          <p14:tracePt t="10203" x="10167938" y="4165600"/>
          <p14:tracePt t="10220" x="10152063" y="4165600"/>
          <p14:tracePt t="10236" x="10123488" y="4187825"/>
          <p14:tracePt t="10253" x="10109200" y="4187825"/>
          <p14:tracePt t="10270" x="10101263" y="4194175"/>
          <p14:tracePt t="10287" x="10072688" y="4208463"/>
          <p14:tracePt t="10303" x="10058400" y="4208463"/>
          <p14:tracePt t="10319" x="10050463" y="4216400"/>
          <p14:tracePt t="10336" x="10036175" y="4224338"/>
          <p14:tracePt t="10353" x="10029825" y="4224338"/>
          <p14:tracePt t="10386" x="10015538" y="4224338"/>
          <p14:tracePt t="10403" x="10015538" y="4230688"/>
          <p14:tracePt t="10473" x="9999663" y="4230688"/>
          <p14:tracePt t="10537" x="9993313" y="4230688"/>
          <p14:tracePt t="10552" x="9993313" y="4238625"/>
          <p14:tracePt t="10561" x="9979025" y="4238625"/>
          <p14:tracePt t="10609" x="9971088" y="4244975"/>
          <p14:tracePt t="10801" x="9964738" y="4244975"/>
          <p14:tracePt t="10809" x="9956800" y="4244975"/>
          <p14:tracePt t="10820" x="9948863" y="4244975"/>
          <p14:tracePt t="10837" x="9942513" y="4252913"/>
          <p14:tracePt t="10853" x="9934575" y="4252913"/>
          <p14:tracePt t="10870" x="9928225" y="4252913"/>
          <p14:tracePt t="10886" x="9913938" y="4259263"/>
          <p14:tracePt t="10904" x="9913938" y="4267200"/>
          <p14:tracePt t="10920" x="9906000" y="4267200"/>
          <p14:tracePt t="10937" x="9883775" y="4267200"/>
          <p14:tracePt t="10953" x="9883775" y="4275138"/>
          <p14:tracePt t="10970" x="9877425" y="4275138"/>
          <p14:tracePt t="10987" x="9863138" y="4275138"/>
          <p14:tracePt t="11003" x="9855200" y="4275138"/>
          <p14:tracePt t="11020" x="9840913" y="4281488"/>
          <p14:tracePt t="11037" x="9840913" y="4289425"/>
          <p14:tracePt t="11053" x="9832975" y="4289425"/>
          <p14:tracePt t="11113" x="9826625" y="4303713"/>
          <p14:tracePt t="11881" x="9818688" y="4303713"/>
          <p14:tracePt t="11906" x="9812338" y="4310063"/>
          <p14:tracePt t="11912" x="9804400" y="4310063"/>
          <p14:tracePt t="11922" x="9790113" y="4318000"/>
          <p14:tracePt t="11937" x="9782175" y="4318000"/>
          <p14:tracePt t="11954" x="9775825" y="4325938"/>
          <p14:tracePt t="11970" x="9745663" y="4325938"/>
          <p14:tracePt t="11987" x="9710738" y="4332288"/>
          <p14:tracePt t="12004" x="9680575" y="4346575"/>
          <p14:tracePt t="12020" x="9659938" y="4354513"/>
          <p14:tracePt t="12037" x="9644063" y="4354513"/>
          <p14:tracePt t="12053" x="9623425" y="4360863"/>
          <p14:tracePt t="12070" x="9601200" y="4368800"/>
          <p14:tracePt t="12087" x="9578975" y="4368800"/>
          <p14:tracePt t="12105" x="9564688" y="4376738"/>
          <p14:tracePt t="12121" x="9536113" y="4376738"/>
          <p14:tracePt t="12137" x="9513888" y="4376738"/>
          <p14:tracePt t="12154" x="9477375" y="4376738"/>
          <p14:tracePt t="12170" x="9426575" y="4376738"/>
          <p14:tracePt t="12187" x="9383713" y="4376738"/>
          <p14:tracePt t="12204" x="9347200" y="4376738"/>
          <p14:tracePt t="12220" x="9304338" y="4376738"/>
          <p14:tracePt t="12237" x="9288463" y="4376738"/>
          <p14:tracePt t="12254" x="9267825" y="4376738"/>
          <p14:tracePt t="12271" x="9237663" y="4368800"/>
          <p14:tracePt t="12287" x="9223375" y="4368800"/>
          <p14:tracePt t="12304" x="9194800" y="4354513"/>
          <p14:tracePt t="12320" x="9172575" y="4346575"/>
          <p14:tracePt t="12354" x="9158288" y="4346575"/>
          <p14:tracePt t="12387" x="9151938" y="4346575"/>
          <p14:tracePt t="12404" x="9136063" y="4346575"/>
          <p14:tracePt t="12420" x="9107488" y="4325938"/>
          <p14:tracePt t="12437" x="9085263" y="4325938"/>
          <p14:tracePt t="12454" x="9078913" y="4325938"/>
          <p14:tracePt t="12471" x="9064625" y="4318000"/>
          <p14:tracePt t="12487" x="9056688" y="4318000"/>
          <p14:tracePt t="12504" x="9042400" y="4318000"/>
          <p14:tracePt t="12520" x="9034463" y="4318000"/>
          <p14:tracePt t="12537" x="9005888" y="4310063"/>
          <p14:tracePt t="12554" x="8983663" y="4310063"/>
          <p14:tracePt t="12571" x="8948738" y="4303713"/>
          <p14:tracePt t="12587" x="8932863" y="4295775"/>
          <p14:tracePt t="12591" x="8918575" y="4295775"/>
          <p14:tracePt t="12604" x="8904288" y="4295775"/>
          <p14:tracePt t="12620" x="8890000" y="4295775"/>
          <p14:tracePt t="12637" x="8867775" y="4295775"/>
          <p14:tracePt t="12654" x="8853488" y="4295775"/>
          <p14:tracePt t="12671" x="8839200" y="4289425"/>
          <p14:tracePt t="12687" x="8824913" y="4289425"/>
          <p14:tracePt t="12704" x="8824913" y="4281488"/>
          <p14:tracePt t="12720" x="8816975" y="4281488"/>
          <p14:tracePt t="12882" x="8810625" y="4281488"/>
        </p14:tracePtLst>
      </p14:laserTraceLst>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Implementation</a:t>
            </a:r>
            <a:endParaRPr lang="en-US" dirty="0"/>
          </a:p>
        </p:txBody>
      </p:sp>
      <p:sp>
        <p:nvSpPr>
          <p:cNvPr id="3" name="Content Placeholder 2"/>
          <p:cNvSpPr>
            <a:spLocks noGrp="1"/>
          </p:cNvSpPr>
          <p:nvPr>
            <p:ph idx="1"/>
          </p:nvPr>
        </p:nvSpPr>
        <p:spPr>
          <a:xfrm>
            <a:off x="838199" y="1825624"/>
            <a:ext cx="10516737" cy="5032376"/>
          </a:xfrm>
        </p:spPr>
        <p:txBody>
          <a:bodyPr>
            <a:normAutofit/>
          </a:bodyPr>
          <a:lstStyle/>
          <a:p>
            <a:pPr marL="0" indent="0">
              <a:buNone/>
            </a:pPr>
            <a:r>
              <a:rPr lang="en-US" dirty="0" smtClean="0"/>
              <a:t>Classify using SVM</a:t>
            </a:r>
          </a:p>
          <a:p>
            <a:r>
              <a:rPr lang="en-US" dirty="0" smtClean="0"/>
              <a:t>Read data with 2 features </a:t>
            </a:r>
          </a:p>
          <a:p>
            <a:r>
              <a:rPr lang="en-US" dirty="0" smtClean="0"/>
              <a:t>Train with SVM</a:t>
            </a:r>
          </a:p>
          <a:p>
            <a:r>
              <a:rPr lang="en-US" dirty="0" smtClean="0"/>
              <a:t>Get model</a:t>
            </a:r>
          </a:p>
          <a:p>
            <a:pPr marL="0" indent="0">
              <a:buNone/>
            </a:pPr>
            <a:r>
              <a:rPr lang="en-US" dirty="0" smtClean="0"/>
              <a:t>Feature Weight</a:t>
            </a:r>
          </a:p>
          <a:p>
            <a:r>
              <a:rPr lang="en-US" dirty="0" smtClean="0"/>
              <a:t>Find the weight (</a:t>
            </a:r>
            <a:r>
              <a:rPr lang="en-US" dirty="0" err="1" smtClean="0"/>
              <a:t>sv_coef</a:t>
            </a:r>
            <a:r>
              <a:rPr lang="en-US" dirty="0" smtClean="0"/>
              <a:t>) and input/support vector (SVs)</a:t>
            </a:r>
          </a:p>
          <a:p>
            <a:r>
              <a:rPr lang="en-US" dirty="0" smtClean="0"/>
              <a:t>Calculate feature weight</a:t>
            </a:r>
          </a:p>
          <a:p>
            <a:r>
              <a:rPr lang="en-US" dirty="0" smtClean="0"/>
              <a:t>Sort all the feature weight. </a:t>
            </a:r>
          </a:p>
          <a:p>
            <a:pPr marL="0" indent="0">
              <a:buNone/>
            </a:pPr>
            <a:r>
              <a:rPr lang="en-US" dirty="0" smtClean="0"/>
              <a:t>The </a:t>
            </a:r>
            <a:r>
              <a:rPr lang="en-US" b="1" dirty="0" smtClean="0"/>
              <a:t>highest feature weight </a:t>
            </a:r>
            <a:r>
              <a:rPr lang="en-US" dirty="0" smtClean="0"/>
              <a:t>means the feature is the most important variable</a:t>
            </a:r>
            <a:endParaRPr lang="en-US" dirty="0"/>
          </a:p>
        </p:txBody>
      </p:sp>
    </p:spTree>
    <p:extLst>
      <p:ext uri="{BB962C8B-B14F-4D97-AF65-F5344CB8AC3E}">
        <p14:creationId xmlns:p14="http://schemas.microsoft.com/office/powerpoint/2010/main" val="2509863615"/>
      </p:ext>
    </p:extLst>
  </p:cSld>
  <p:clrMapOvr>
    <a:masterClrMapping/>
  </p:clrMapOvr>
  <mc:AlternateContent xmlns:mc="http://schemas.openxmlformats.org/markup-compatibility/2006" xmlns:p14="http://schemas.microsoft.com/office/powerpoint/2010/main">
    <mc:Choice Requires="p14">
      <p:transition spd="slow" p14:dur="2000" advTm="82564">
        <p:cut/>
      </p:transition>
    </mc:Choice>
    <mc:Fallback xmlns="">
      <p:transition spd="slow" advTm="82564">
        <p:cut/>
      </p:transition>
    </mc:Fallback>
  </mc:AlternateContent>
  <p:timing>
    <p:tnLst>
      <p:par>
        <p:cTn id="1" dur="indefinite" restart="never" nodeType="tmRoot"/>
      </p:par>
    </p:tnLst>
  </p:timing>
  <p:extLst mod="1">
    <p:ext uri="{3A86A75C-4F4B-4683-9AE1-C65F6400EC91}">
      <p14:laserTraceLst xmlns:p14="http://schemas.microsoft.com/office/powerpoint/2010/main">
        <p14:tracePtLst>
          <p14:tracePt t="989" x="8802688" y="4281488"/>
          <p14:tracePt t="998" x="8737600" y="4281488"/>
          <p14:tracePt t="1016" x="8548688" y="4281488"/>
          <p14:tracePt t="1033" x="8345488" y="4281488"/>
          <p14:tracePt t="1050" x="8288338" y="4281488"/>
          <p14:tracePt t="1066" x="8280400" y="4281488"/>
          <p14:tracePt t="1229" x="8280400" y="4259263"/>
          <p14:tracePt t="1236" x="8237538" y="4202113"/>
          <p14:tracePt t="1244" x="8186738" y="4143375"/>
          <p14:tracePt t="1252" x="8113713" y="4086225"/>
          <p14:tracePt t="1267" x="8040688" y="4035425"/>
          <p14:tracePt t="1283" x="7721600" y="3810000"/>
          <p14:tracePt t="1300" x="7577138" y="3686175"/>
          <p14:tracePt t="1317" x="7496175" y="3570288"/>
          <p14:tracePt t="1333" x="7431088" y="3440113"/>
          <p14:tracePt t="1350" x="7388225" y="3324225"/>
          <p14:tracePt t="1367" x="7307263" y="3186113"/>
          <p14:tracePt t="1383" x="7177088" y="2974975"/>
          <p14:tracePt t="1400" x="7024688" y="2751138"/>
          <p14:tracePt t="1417" x="6886575" y="2582863"/>
          <p14:tracePt t="1433" x="6764338" y="2460625"/>
          <p14:tracePt t="1450" x="6683375" y="2387600"/>
          <p14:tracePt t="1467" x="6618288" y="2336800"/>
          <p14:tracePt t="1483" x="6510338" y="2263775"/>
          <p14:tracePt t="1500" x="6400800" y="2192338"/>
          <p14:tracePt t="1517" x="6307138" y="2111375"/>
          <p14:tracePt t="1533" x="6211888" y="2046288"/>
          <p14:tracePt t="1550" x="6169025" y="2017713"/>
          <p14:tracePt t="1567" x="6088063" y="1966913"/>
          <p14:tracePt t="1583" x="5980113" y="1901825"/>
          <p14:tracePt t="1600" x="5870575" y="1857375"/>
          <p14:tracePt t="1617" x="5748338" y="1814513"/>
          <p14:tracePt t="1633" x="5646738" y="1785938"/>
          <p14:tracePt t="1650" x="5573713" y="1778000"/>
          <p14:tracePt t="1667" x="5537200" y="1778000"/>
          <p14:tracePt t="1683" x="5494338" y="1763713"/>
          <p14:tracePt t="1700" x="5464175" y="1755775"/>
          <p14:tracePt t="1820" x="5457825" y="1755775"/>
          <p14:tracePt t="1837" x="5449888" y="1763713"/>
          <p14:tracePt t="1916" x="5443538" y="1770063"/>
          <p14:tracePt t="1948" x="5443538" y="1778000"/>
          <p14:tracePt t="1973" x="5443538" y="1785938"/>
          <p14:tracePt t="1981" x="5435600" y="1785938"/>
          <p14:tracePt t="2012" x="5427663" y="1800225"/>
          <p14:tracePt t="2037" x="5427663" y="1806575"/>
          <p14:tracePt t="2044" x="5421313" y="1806575"/>
          <p14:tracePt t="2076" x="5407025" y="1814513"/>
          <p14:tracePt t="2092" x="5399088" y="1820863"/>
          <p14:tracePt t="2100" x="5392738" y="1828800"/>
          <p14:tracePt t="2117" x="5370513" y="1836738"/>
          <p14:tracePt t="2124" x="5356225" y="1836738"/>
          <p14:tracePt t="2133" x="5348288" y="1836738"/>
          <p14:tracePt t="2151" x="5283200" y="1865313"/>
          <p14:tracePt t="2167" x="5218113" y="1893888"/>
          <p14:tracePt t="2184" x="5138738" y="1922463"/>
          <p14:tracePt t="2200" x="5051425" y="1952625"/>
          <p14:tracePt t="2217" x="4964113" y="1973263"/>
          <p14:tracePt t="2234" x="4876800" y="1995488"/>
          <p14:tracePt t="2250" x="4789488" y="2024063"/>
          <p14:tracePt t="2267" x="4645025" y="2068513"/>
          <p14:tracePt t="2284" x="4535488" y="2097088"/>
          <p14:tracePt t="2300" x="4427538" y="2119313"/>
          <p14:tracePt t="2317" x="4295775" y="2133600"/>
          <p14:tracePt t="2334" x="4165600" y="2141538"/>
          <p14:tracePt t="2350" x="4027488" y="2147888"/>
          <p14:tracePt t="2367" x="3883025" y="2155825"/>
          <p14:tracePt t="2384" x="3767138" y="2155825"/>
          <p14:tracePt t="2400" x="3635375" y="2170113"/>
          <p14:tracePt t="2417" x="3490913" y="2170113"/>
          <p14:tracePt t="2434" x="3344863" y="2170113"/>
          <p14:tracePt t="2450" x="3222625" y="2170113"/>
          <p14:tracePt t="2467" x="3113088" y="2170113"/>
          <p14:tracePt t="2484" x="2974975" y="2170113"/>
          <p14:tracePt t="2500" x="2881313" y="2170113"/>
          <p14:tracePt t="2517" x="2779713" y="2184400"/>
          <p14:tracePt t="2534" x="2700338" y="2184400"/>
          <p14:tracePt t="2550" x="2576513" y="2184400"/>
          <p14:tracePt t="2567" x="2460625" y="2184400"/>
          <p14:tracePt t="2584" x="2344738" y="2192338"/>
          <p14:tracePt t="2600" x="2227263" y="2212975"/>
          <p14:tracePt t="2617" x="2133600" y="2227263"/>
          <p14:tracePt t="2634" x="2046288" y="2243138"/>
          <p14:tracePt t="2650" x="1958975" y="2249488"/>
          <p14:tracePt t="2667" x="1893888" y="2286000"/>
          <p14:tracePt t="2684" x="1800225" y="2293938"/>
          <p14:tracePt t="2700" x="1735138" y="2293938"/>
          <p14:tracePt t="2717" x="1662113" y="2308225"/>
          <p14:tracePt t="2734" x="1560513" y="2308225"/>
          <p14:tracePt t="2750" x="1458913" y="2308225"/>
          <p14:tracePt t="2767" x="1371600" y="2308225"/>
          <p14:tracePt t="2784" x="1298575" y="2308225"/>
          <p14:tracePt t="2800" x="1241425" y="2300288"/>
          <p14:tracePt t="2817" x="1196975" y="2300288"/>
          <p14:tracePt t="2834" x="1146175" y="2300288"/>
          <p14:tracePt t="2850" x="1103313" y="2300288"/>
          <p14:tracePt t="2868" x="1044575" y="2300288"/>
          <p14:tracePt t="2884" x="993775" y="2300288"/>
          <p14:tracePt t="2901" x="922338" y="2278063"/>
          <p14:tracePt t="2917" x="855663" y="2263775"/>
          <p14:tracePt t="2934" x="798513" y="2243138"/>
          <p14:tracePt t="2950" x="784225" y="2235200"/>
          <p14:tracePt t="2967" x="769938" y="2235200"/>
          <p14:tracePt t="2984" x="762000" y="2227263"/>
          <p14:tracePt t="3001" x="747713" y="2220913"/>
          <p14:tracePt t="3017" x="719138" y="2212975"/>
          <p14:tracePt t="3034" x="688975" y="2198688"/>
          <p14:tracePt t="3051" x="638175" y="2184400"/>
          <p14:tracePt t="3068" x="587375" y="2162175"/>
          <p14:tracePt t="3084" x="536575" y="2133600"/>
          <p14:tracePt t="3101" x="485775" y="2111375"/>
          <p14:tracePt t="3117" x="465138" y="2097088"/>
          <p14:tracePt t="3134" x="442913" y="2097088"/>
          <p14:tracePt t="3151" x="428625" y="2082800"/>
          <p14:tracePt t="3167" x="420688" y="2082800"/>
          <p14:tracePt t="3184" x="414338" y="2082800"/>
          <p14:tracePt t="3201" x="398463" y="2074863"/>
          <p14:tracePt t="3217" x="377825" y="2060575"/>
          <p14:tracePt t="3234" x="363538" y="2054225"/>
          <p14:tracePt t="3251" x="355600" y="2046288"/>
          <p14:tracePt t="3284" x="341313" y="2046288"/>
          <p14:tracePt t="3301" x="341313" y="2032000"/>
          <p14:tracePt t="3317" x="355600" y="1981200"/>
          <p14:tracePt t="3334" x="363538" y="1944688"/>
          <p14:tracePt t="3351" x="398463" y="1887538"/>
          <p14:tracePt t="3367" x="428625" y="1843088"/>
          <p14:tracePt t="3384" x="479425" y="1770063"/>
          <p14:tracePt t="3401" x="522288" y="1704975"/>
          <p14:tracePt t="3417" x="595313" y="1633538"/>
          <p14:tracePt t="3434" x="652463" y="1566863"/>
          <p14:tracePt t="3451" x="733425" y="1516063"/>
          <p14:tracePt t="3467" x="790575" y="1481138"/>
          <p14:tracePt t="3484" x="855663" y="1444625"/>
          <p14:tracePt t="3501" x="914400" y="1430338"/>
          <p14:tracePt t="3517" x="1001713" y="1408113"/>
          <p14:tracePt t="3534" x="1095375" y="1385888"/>
          <p14:tracePt t="3551" x="1204913" y="1371600"/>
          <p14:tracePt t="3567" x="1292225" y="1357313"/>
          <p14:tracePt t="3584" x="1393825" y="1349375"/>
          <p14:tracePt t="3601" x="1531938" y="1349375"/>
          <p14:tracePt t="3617" x="1719263" y="1349375"/>
          <p14:tracePt t="3619" x="1806575" y="1349375"/>
          <p14:tracePt t="3634" x="1922463" y="1349375"/>
          <p14:tracePt t="3651" x="2206625" y="1349375"/>
          <p14:tracePt t="3667" x="2351088" y="1349375"/>
          <p14:tracePt t="3684" x="2460625" y="1349375"/>
          <p14:tracePt t="3701" x="2554288" y="1349375"/>
          <p14:tracePt t="3717" x="2649538" y="1349375"/>
          <p14:tracePt t="3734" x="2765425" y="1349375"/>
          <p14:tracePt t="3751" x="2887663" y="1371600"/>
          <p14:tracePt t="3767" x="3033713" y="1444625"/>
          <p14:tracePt t="3784" x="3141663" y="1495425"/>
          <p14:tracePt t="3801" x="3243263" y="1552575"/>
          <p14:tracePt t="3817" x="3302000" y="1597025"/>
          <p14:tracePt t="3834" x="3360738" y="1639888"/>
          <p14:tracePt t="3851" x="3403600" y="1676400"/>
          <p14:tracePt t="3867" x="3432175" y="1719263"/>
          <p14:tracePt t="3884" x="3454400" y="1755775"/>
          <p14:tracePt t="3902" x="3462338" y="1785938"/>
          <p14:tracePt t="3917" x="3476625" y="1814513"/>
          <p14:tracePt t="3934" x="3490913" y="1843088"/>
          <p14:tracePt t="3951" x="3497263" y="1871663"/>
          <p14:tracePt t="3967" x="3497263" y="1908175"/>
          <p14:tracePt t="3984" x="3497263" y="1922463"/>
          <p14:tracePt t="4001" x="3497263" y="1938338"/>
          <p14:tracePt t="4017" x="3497263" y="1958975"/>
          <p14:tracePt t="4034" x="3497263" y="1981200"/>
          <p14:tracePt t="4051" x="3482975" y="2009775"/>
          <p14:tracePt t="4067" x="3454400" y="2054225"/>
          <p14:tracePt t="4084" x="3417888" y="2097088"/>
          <p14:tracePt t="4101" x="3381375" y="2125663"/>
          <p14:tracePt t="4117" x="3338513" y="2162175"/>
          <p14:tracePt t="4134" x="3279775" y="2198688"/>
          <p14:tracePt t="4151" x="3251200" y="2220913"/>
          <p14:tracePt t="4168" x="3200400" y="2243138"/>
          <p14:tracePt t="4184" x="3163888" y="2257425"/>
          <p14:tracePt t="4201" x="3121025" y="2271713"/>
          <p14:tracePt t="4218" x="3062288" y="2286000"/>
          <p14:tracePt t="4234" x="3011488" y="2300288"/>
          <p14:tracePt t="4251" x="2946400" y="2300288"/>
          <p14:tracePt t="4267" x="2822575" y="2314575"/>
          <p14:tracePt t="4284" x="2728913" y="2328863"/>
          <p14:tracePt t="4301" x="2684463" y="2328863"/>
          <p14:tracePt t="4318" x="2649538" y="2328863"/>
          <p14:tracePt t="4334" x="2633663" y="2328863"/>
          <p14:tracePt t="4351" x="2613025" y="2328863"/>
          <p14:tracePt t="4384" x="2598738" y="2328863"/>
          <p14:tracePt t="4404" x="2590800" y="2328863"/>
          <p14:tracePt t="4629" x="2576513" y="2328863"/>
          <p14:tracePt t="4645" x="2568575" y="2328863"/>
          <p14:tracePt t="4652" x="2554288" y="2328863"/>
          <p14:tracePt t="4668" x="2547938" y="2328863"/>
          <p14:tracePt t="4685" x="2532063" y="2328863"/>
          <p14:tracePt t="4724" x="2525713" y="2328863"/>
          <p14:tracePt t="5373" x="2532063" y="2314575"/>
          <p14:tracePt t="5412" x="2547938" y="2314575"/>
          <p14:tracePt t="5428" x="2554288" y="2314575"/>
          <p14:tracePt t="5436" x="2554288" y="2308225"/>
          <p14:tracePt t="5444" x="2568575" y="2308225"/>
          <p14:tracePt t="5453" x="2576513" y="2308225"/>
          <p14:tracePt t="5468" x="2582863" y="2300288"/>
          <p14:tracePt t="5485" x="2598738" y="2293938"/>
          <p14:tracePt t="5501" x="2613025" y="2278063"/>
          <p14:tracePt t="5518" x="2633663" y="2271713"/>
          <p14:tracePt t="5535" x="2649538" y="2263775"/>
          <p14:tracePt t="5551" x="2663825" y="2263775"/>
          <p14:tracePt t="5568" x="2684463" y="2257425"/>
          <p14:tracePt t="5584" x="2735263" y="2257425"/>
          <p14:tracePt t="5601" x="2808288" y="2257425"/>
          <p14:tracePt t="5618" x="2867025" y="2257425"/>
          <p14:tracePt t="5635" x="2903538" y="2257425"/>
          <p14:tracePt t="5651" x="2938463" y="2249488"/>
          <p14:tracePt t="5668" x="2946400" y="2249488"/>
          <p14:tracePt t="5701" x="2954338" y="2243138"/>
          <p14:tracePt t="5740" x="2960688" y="2235200"/>
          <p14:tracePt t="5748" x="2968625" y="2227263"/>
          <p14:tracePt t="5756" x="2968625" y="2220913"/>
          <p14:tracePt t="5768" x="2974975" y="2220913"/>
          <p14:tracePt t="5785" x="2989263" y="2212975"/>
          <p14:tracePt t="5801" x="3011488" y="2198688"/>
          <p14:tracePt t="5818" x="3019425" y="2184400"/>
          <p14:tracePt t="5835" x="3040063" y="2170113"/>
          <p14:tracePt t="5851" x="3055938" y="2162175"/>
          <p14:tracePt t="5868" x="3070225" y="2155825"/>
          <p14:tracePt t="5901" x="3076575" y="2155825"/>
          <p14:tracePt t="5918" x="3090863" y="2147888"/>
          <p14:tracePt t="6452" x="3098800" y="2141538"/>
          <p14:tracePt t="6621" x="3106738" y="2141538"/>
          <p14:tracePt t="6636" x="3113088" y="2141538"/>
          <p14:tracePt t="6645" x="3121025" y="2141538"/>
          <p14:tracePt t="6652" x="3127375" y="2141538"/>
          <p14:tracePt t="6668" x="3149600" y="2141538"/>
          <p14:tracePt t="6685" x="3186113" y="2147888"/>
          <p14:tracePt t="6702" x="3208338" y="2162175"/>
          <p14:tracePt t="6718" x="3251200" y="2198688"/>
          <p14:tracePt t="6735" x="3279775" y="2235200"/>
          <p14:tracePt t="6752" x="3302000" y="2257425"/>
          <p14:tracePt t="6768" x="3330575" y="2314575"/>
          <p14:tracePt t="6785" x="3360738" y="2373313"/>
          <p14:tracePt t="6802" x="3389313" y="2438400"/>
          <p14:tracePt t="6818" x="3395663" y="2497138"/>
          <p14:tracePt t="6835" x="3403600" y="2562225"/>
          <p14:tracePt t="6852" x="3403600" y="2678113"/>
          <p14:tracePt t="6868" x="3395663" y="2794000"/>
          <p14:tracePt t="6885" x="3367088" y="2887663"/>
          <p14:tracePt t="6902" x="3344863" y="2954338"/>
          <p14:tracePt t="6918" x="3302000" y="3025775"/>
          <p14:tracePt t="6935" x="3259138" y="3113088"/>
          <p14:tracePt t="6952" x="3200400" y="3192463"/>
          <p14:tracePt t="6968" x="3149600" y="3265488"/>
          <p14:tracePt t="6985" x="3106738" y="3338513"/>
          <p14:tracePt t="7002" x="3062288" y="3389313"/>
          <p14:tracePt t="7018" x="3033713" y="3425825"/>
          <p14:tracePt t="7035" x="2960688" y="3462338"/>
          <p14:tracePt t="7052" x="2909888" y="3497263"/>
          <p14:tracePt t="7068" x="2844800" y="3519488"/>
          <p14:tracePt t="7085" x="2822575" y="3533775"/>
          <p14:tracePt t="7102" x="2786063" y="3548063"/>
          <p14:tracePt t="7118" x="2743200" y="3556000"/>
          <p14:tracePt t="7135" x="2692400" y="3563938"/>
          <p14:tracePt t="7152" x="2613025" y="3563938"/>
          <p14:tracePt t="7168" x="2554288" y="3563938"/>
          <p14:tracePt t="7185" x="2489200" y="3570288"/>
          <p14:tracePt t="7202" x="2430463" y="3578225"/>
          <p14:tracePt t="7218" x="2365375" y="3584575"/>
          <p14:tracePt t="7235" x="2271713" y="3606800"/>
          <p14:tracePt t="7252" x="2220913" y="3614738"/>
          <p14:tracePt t="7268" x="2170113" y="3614738"/>
          <p14:tracePt t="7285" x="2133600" y="3621088"/>
          <p14:tracePt t="7302" x="2082800" y="3635375"/>
          <p14:tracePt t="7318" x="2046288" y="3643313"/>
          <p14:tracePt t="7335" x="1989138" y="3649663"/>
          <p14:tracePt t="7352" x="1922463" y="3649663"/>
          <p14:tracePt t="7369" x="1857375" y="3665538"/>
          <p14:tracePt t="7385" x="1800225" y="3671888"/>
          <p14:tracePt t="7402" x="1712913" y="3686175"/>
          <p14:tracePt t="7418" x="1647825" y="3700463"/>
          <p14:tracePt t="7435" x="1538288" y="3700463"/>
          <p14:tracePt t="7452" x="1450975" y="3700463"/>
          <p14:tracePt t="7469" x="1357313" y="3700463"/>
          <p14:tracePt t="7485" x="1277938" y="3708400"/>
          <p14:tracePt t="7502" x="1204913" y="3708400"/>
          <p14:tracePt t="7519" x="1125538" y="3708400"/>
          <p14:tracePt t="7535" x="1058863" y="3708400"/>
          <p14:tracePt t="7552" x="987425" y="3708400"/>
          <p14:tracePt t="7568" x="936625" y="3708400"/>
          <p14:tracePt t="7585" x="877888" y="3716338"/>
          <p14:tracePt t="7602" x="827088" y="3722688"/>
          <p14:tracePt t="7603" x="798513" y="3722688"/>
          <p14:tracePt t="7619" x="776288" y="3730625"/>
          <p14:tracePt t="7636" x="688975" y="3730625"/>
          <p14:tracePt t="7652" x="601663" y="3730625"/>
          <p14:tracePt t="7669" x="544513" y="3730625"/>
          <p14:tracePt t="7685" x="493713" y="3730625"/>
          <p14:tracePt t="7702" x="457200" y="3722688"/>
          <p14:tracePt t="7719" x="420688" y="3708400"/>
          <p14:tracePt t="7735" x="363538" y="3679825"/>
          <p14:tracePt t="7752" x="290513" y="3643313"/>
          <p14:tracePt t="7769" x="239713" y="3629025"/>
          <p14:tracePt t="7785" x="211138" y="3606800"/>
          <p14:tracePt t="7802" x="188913" y="3598863"/>
          <p14:tracePt t="7819" x="180975" y="3584575"/>
          <p14:tracePt t="7835" x="174625" y="3556000"/>
          <p14:tracePt t="7852" x="166688" y="3533775"/>
          <p14:tracePt t="7869" x="160338" y="3513138"/>
          <p14:tracePt t="7885" x="160338" y="3490913"/>
          <p14:tracePt t="7902" x="160338" y="3468688"/>
          <p14:tracePt t="7919" x="160338" y="3454400"/>
          <p14:tracePt t="7935" x="160338" y="3440113"/>
          <p14:tracePt t="7952" x="160338" y="3425825"/>
          <p14:tracePt t="7969" x="160338" y="3395663"/>
          <p14:tracePt t="7985" x="166688" y="3381375"/>
          <p14:tracePt t="8002" x="174625" y="3360738"/>
          <p14:tracePt t="8019" x="180975" y="3344863"/>
          <p14:tracePt t="8035" x="188913" y="3338513"/>
          <p14:tracePt t="8076" x="203200" y="3330575"/>
          <p14:tracePt t="8109" x="211138" y="3330575"/>
          <p14:tracePt t="8125" x="217488" y="3330575"/>
          <p14:tracePt t="8132" x="225425" y="3330575"/>
          <p14:tracePt t="8140" x="246063" y="3330575"/>
          <p14:tracePt t="8152" x="268288" y="3330575"/>
          <p14:tracePt t="8169" x="319088" y="3330575"/>
          <p14:tracePt t="8186" x="420688" y="3330575"/>
          <p14:tracePt t="8202" x="550863" y="3367088"/>
          <p14:tracePt t="8219" x="631825" y="3395663"/>
          <p14:tracePt t="8235" x="688975" y="3411538"/>
          <p14:tracePt t="8252" x="696913" y="3417888"/>
          <p14:tracePt t="8285" x="711200" y="3432175"/>
          <p14:tracePt t="8302" x="719138" y="3446463"/>
          <p14:tracePt t="8319" x="739775" y="3482975"/>
          <p14:tracePt t="8335" x="754063" y="3527425"/>
          <p14:tracePt t="8352" x="769938" y="3563938"/>
          <p14:tracePt t="8369" x="776288" y="3606800"/>
          <p14:tracePt t="8386" x="798513" y="3649663"/>
          <p14:tracePt t="8402" x="798513" y="3694113"/>
          <p14:tracePt t="8419" x="812800" y="3736975"/>
          <p14:tracePt t="8435" x="827088" y="3787775"/>
          <p14:tracePt t="8452" x="835025" y="3810000"/>
          <p14:tracePt t="8485" x="835025" y="3817938"/>
          <p14:tracePt t="8502" x="835025" y="3824288"/>
          <p14:tracePt t="8519" x="835025" y="3832225"/>
          <p14:tracePt t="8535" x="835025" y="3838575"/>
          <p14:tracePt t="8552" x="835025" y="3846513"/>
          <p14:tracePt t="8569" x="835025" y="3852863"/>
          <p14:tracePt t="8585" x="835025" y="3860800"/>
          <p14:tracePt t="8620" x="835025" y="3868738"/>
          <p14:tracePt t="8653" x="835025" y="3875088"/>
          <p14:tracePt t="8660" x="820738" y="3883025"/>
          <p14:tracePt t="8676" x="812800" y="3883025"/>
          <p14:tracePt t="8685" x="790575" y="3883025"/>
          <p14:tracePt t="8702" x="776288" y="3897313"/>
          <p14:tracePt t="8719" x="747713" y="3897313"/>
          <p14:tracePt t="8736" x="719138" y="3903663"/>
          <p14:tracePt t="8752" x="696913" y="3911600"/>
          <p14:tracePt t="8769" x="674688" y="3919538"/>
          <p14:tracePt t="8785" x="652463" y="3925888"/>
          <p14:tracePt t="8802" x="638175" y="3925888"/>
          <p14:tracePt t="8819" x="601663" y="3925888"/>
          <p14:tracePt t="8836" x="558800" y="3925888"/>
          <p14:tracePt t="8852" x="544513" y="3925888"/>
          <p14:tracePt t="8886" x="530225" y="3911600"/>
          <p14:tracePt t="8902" x="530225" y="3897313"/>
          <p14:tracePt t="8919" x="530225" y="3889375"/>
          <p14:tracePt t="8936" x="530225" y="3868738"/>
          <p14:tracePt t="8952" x="530225" y="3852863"/>
          <p14:tracePt t="8969" x="530225" y="3832225"/>
          <p14:tracePt t="8986" x="536575" y="3810000"/>
          <p14:tracePt t="9002" x="566738" y="3781425"/>
          <p14:tracePt t="9019" x="587375" y="3759200"/>
          <p14:tracePt t="9036" x="623888" y="3730625"/>
          <p14:tracePt t="9052" x="652463" y="3716338"/>
          <p14:tracePt t="9069" x="668338" y="3700463"/>
          <p14:tracePt t="9086" x="711200" y="3686175"/>
          <p14:tracePt t="9102" x="776288" y="3665538"/>
          <p14:tracePt t="9119" x="863600" y="3649663"/>
          <p14:tracePt t="9136" x="957263" y="3621088"/>
          <p14:tracePt t="9152" x="1089025" y="3592513"/>
          <p14:tracePt t="9169" x="1182688" y="3584575"/>
          <p14:tracePt t="9186" x="1270000" y="3584575"/>
          <p14:tracePt t="9202" x="1379538" y="3584575"/>
          <p14:tracePt t="9219" x="1487488" y="3584575"/>
          <p14:tracePt t="9236" x="1625600" y="3584575"/>
          <p14:tracePt t="9253" x="1684338" y="3584575"/>
          <p14:tracePt t="9269" x="1755775" y="3584575"/>
          <p14:tracePt t="9286" x="1851025" y="3584575"/>
          <p14:tracePt t="9302" x="1973263" y="3584575"/>
          <p14:tracePt t="9319" x="2111375" y="3598863"/>
          <p14:tracePt t="9336" x="2220913" y="3606800"/>
          <p14:tracePt t="9352" x="2293938" y="3614738"/>
          <p14:tracePt t="9369" x="2351088" y="3635375"/>
          <p14:tracePt t="9386" x="2395538" y="3635375"/>
          <p14:tracePt t="9402" x="2438400" y="3643313"/>
          <p14:tracePt t="9419" x="2503488" y="3657600"/>
          <p14:tracePt t="9436" x="2633663" y="3671888"/>
          <p14:tracePt t="9452" x="2692400" y="3679825"/>
          <p14:tracePt t="9469" x="2728913" y="3694113"/>
          <p14:tracePt t="9486" x="2751138" y="3694113"/>
          <p14:tracePt t="9502" x="2765425" y="3708400"/>
          <p14:tracePt t="9519" x="2808288" y="3736975"/>
          <p14:tracePt t="9536" x="2867025" y="3773488"/>
          <p14:tracePt t="9552" x="2903538" y="3810000"/>
          <p14:tracePt t="9569" x="2924175" y="3832225"/>
          <p14:tracePt t="9586" x="2924175" y="3838575"/>
          <p14:tracePt t="9603" x="2924175" y="3852863"/>
          <p14:tracePt t="9605" x="2924175" y="3860800"/>
          <p14:tracePt t="9619" x="2924175" y="3875088"/>
          <p14:tracePt t="9636" x="2909888" y="3897313"/>
          <p14:tracePt t="9653" x="2873375" y="3933825"/>
          <p14:tracePt t="9669" x="2836863" y="3954463"/>
          <p14:tracePt t="9686" x="2771775" y="3976688"/>
          <p14:tracePt t="9703" x="2706688" y="4005263"/>
          <p14:tracePt t="9719" x="2619375" y="4035425"/>
          <p14:tracePt t="9736" x="2554288" y="4049713"/>
          <p14:tracePt t="9753" x="2474913" y="4064000"/>
          <p14:tracePt t="9769" x="2424113" y="4064000"/>
          <p14:tracePt t="9786" x="2351088" y="4064000"/>
          <p14:tracePt t="9803" x="2257425" y="4064000"/>
          <p14:tracePt t="9819" x="2176463" y="4064000"/>
          <p14:tracePt t="9836" x="2060575" y="4064000"/>
          <p14:tracePt t="9853" x="2003425" y="4064000"/>
          <p14:tracePt t="9869" x="1952625" y="4064000"/>
          <p14:tracePt t="9886" x="1893888" y="4064000"/>
          <p14:tracePt t="9903" x="1851025" y="4064000"/>
          <p14:tracePt t="9919" x="1785938" y="4064000"/>
          <p14:tracePt t="9936" x="1698625" y="4064000"/>
          <p14:tracePt t="9953" x="1617663" y="4064000"/>
          <p14:tracePt t="9969" x="1538288" y="4064000"/>
          <p14:tracePt t="9986" x="1481138" y="4064000"/>
          <p14:tracePt t="10003" x="1414463" y="4064000"/>
          <p14:tracePt t="10019" x="1277938" y="4071938"/>
          <p14:tracePt t="10036" x="1204913" y="4078288"/>
          <p14:tracePt t="10053" x="1117600" y="4078288"/>
          <p14:tracePt t="10069" x="1038225" y="4078288"/>
          <p14:tracePt t="10086" x="965200" y="4086225"/>
          <p14:tracePt t="10103" x="914400" y="4086225"/>
          <p14:tracePt t="10119" x="885825" y="4086225"/>
          <p14:tracePt t="10136" x="835025" y="4092575"/>
          <p14:tracePt t="10153" x="804863" y="4100513"/>
          <p14:tracePt t="10169" x="776288" y="4100513"/>
          <p14:tracePt t="10186" x="739775" y="4100513"/>
          <p14:tracePt t="10203" x="711200" y="4100513"/>
          <p14:tracePt t="10219" x="674688" y="4100513"/>
          <p14:tracePt t="10236" x="652463" y="4100513"/>
          <p14:tracePt t="10253" x="623888" y="4100513"/>
          <p14:tracePt t="10269" x="601663" y="4100513"/>
          <p14:tracePt t="10286" x="566738" y="4100513"/>
          <p14:tracePt t="10303" x="522288" y="4086225"/>
          <p14:tracePt t="10319" x="479425" y="4056063"/>
          <p14:tracePt t="10336" x="434975" y="4041775"/>
          <p14:tracePt t="10353" x="406400" y="4021138"/>
          <p14:tracePt t="10369" x="392113" y="4013200"/>
          <p14:tracePt t="10386" x="384175" y="3998913"/>
          <p14:tracePt t="10403" x="377825" y="3984625"/>
          <p14:tracePt t="10419" x="369888" y="3962400"/>
          <p14:tracePt t="10436" x="363538" y="3925888"/>
          <p14:tracePt t="10453" x="355600" y="3897313"/>
          <p14:tracePt t="10470" x="355600" y="3868738"/>
          <p14:tracePt t="10486" x="355600" y="3832225"/>
          <p14:tracePt t="10503" x="355600" y="3802063"/>
          <p14:tracePt t="10519" x="369888" y="3773488"/>
          <p14:tracePt t="10536" x="392113" y="3730625"/>
          <p14:tracePt t="10553" x="434975" y="3679825"/>
          <p14:tracePt t="10569" x="485775" y="3629025"/>
          <p14:tracePt t="10586" x="558800" y="3584575"/>
          <p14:tracePt t="10603" x="609600" y="3563938"/>
          <p14:tracePt t="10604" x="646113" y="3541713"/>
          <p14:tracePt t="10620" x="688975" y="3527425"/>
          <p14:tracePt t="10636" x="776288" y="3513138"/>
          <p14:tracePt t="10653" x="863600" y="3513138"/>
          <p14:tracePt t="10670" x="957263" y="3513138"/>
          <p14:tracePt t="10686" x="1095375" y="3513138"/>
          <p14:tracePt t="10703" x="1233488" y="3513138"/>
          <p14:tracePt t="10720" x="1385888" y="3513138"/>
          <p14:tracePt t="10736" x="1531938" y="3513138"/>
          <p14:tracePt t="10753" x="1647825" y="3519488"/>
          <p14:tracePt t="10770" x="1785938" y="3541713"/>
          <p14:tracePt t="10786" x="1930400" y="3556000"/>
          <p14:tracePt t="10803" x="2111375" y="3584575"/>
          <p14:tracePt t="10820" x="2227263" y="3598863"/>
          <p14:tracePt t="10836" x="2322513" y="3621088"/>
          <p14:tracePt t="10853" x="2416175" y="3635375"/>
          <p14:tracePt t="10870" x="2497138" y="3649663"/>
          <p14:tracePt t="10886" x="2582863" y="3665538"/>
          <p14:tracePt t="10903" x="2678113" y="3686175"/>
          <p14:tracePt t="10920" x="2751138" y="3694113"/>
          <p14:tracePt t="10936" x="2801938" y="3716338"/>
          <p14:tracePt t="10953" x="2844800" y="3730625"/>
          <p14:tracePt t="10970" x="2867025" y="3736975"/>
          <p14:tracePt t="10986" x="2873375" y="3736975"/>
          <p14:tracePt t="11020" x="2873375" y="3744913"/>
          <p14:tracePt t="11036" x="2881313" y="3759200"/>
          <p14:tracePt t="11053" x="2895600" y="3781425"/>
          <p14:tracePt t="11070" x="2895600" y="3787775"/>
          <p14:tracePt t="11103" x="2895600" y="3795713"/>
          <p14:tracePt t="11396" x="2881313" y="3795713"/>
          <p14:tracePt t="11404" x="2867025" y="3795713"/>
          <p14:tracePt t="11412" x="2836863" y="3795713"/>
          <p14:tracePt t="11420" x="2808288" y="3795713"/>
          <p14:tracePt t="11436" x="2757488" y="3795713"/>
          <p14:tracePt t="11453" x="2641600" y="3751263"/>
          <p14:tracePt t="11470" x="2460625" y="3614738"/>
          <p14:tracePt t="11486" x="2243138" y="3375025"/>
          <p14:tracePt t="11503" x="2054225" y="3098800"/>
          <p14:tracePt t="11520" x="1995488" y="2968625"/>
          <p14:tracePt t="11536" x="1958975" y="2836863"/>
          <p14:tracePt t="11553" x="1938338" y="2714625"/>
          <p14:tracePt t="11570" x="1930400" y="2598738"/>
          <p14:tracePt t="11586" x="1908175" y="2481263"/>
          <p14:tracePt t="11604" x="1887538" y="2300288"/>
          <p14:tracePt t="11620" x="1871663" y="2212975"/>
          <p14:tracePt t="11636" x="1865313" y="2162175"/>
          <p14:tracePt t="11653" x="1865313" y="2125663"/>
          <p14:tracePt t="11670" x="1865313" y="2082800"/>
          <p14:tracePt t="11686" x="1865313" y="2039938"/>
          <p14:tracePt t="11703" x="1865313" y="2017713"/>
          <p14:tracePt t="11720" x="1865313" y="2009775"/>
          <p14:tracePt t="11796" x="1865313" y="2003425"/>
          <p14:tracePt t="11908" x="1879600" y="2003425"/>
          <p14:tracePt t="11916" x="1887538" y="2009775"/>
          <p14:tracePt t="11924" x="1893888" y="2024063"/>
          <p14:tracePt t="11936" x="1901825" y="2046288"/>
          <p14:tracePt t="11953" x="1938338" y="2125663"/>
          <p14:tracePt t="11970" x="1958975" y="2170113"/>
          <p14:tracePt t="11987" x="1981200" y="2198688"/>
          <p14:tracePt t="12003" x="1981200" y="2206625"/>
          <p14:tracePt t="12020" x="1989138" y="2206625"/>
          <p14:tracePt t="12037" x="1995488" y="2212975"/>
          <p14:tracePt t="12412" x="1989138" y="2212975"/>
          <p14:tracePt t="12428" x="1981200" y="2212975"/>
          <p14:tracePt t="12485" x="1973263" y="2212975"/>
          <p14:tracePt t="12492" x="1966913" y="2212975"/>
          <p14:tracePt t="12500" x="1958975" y="2212975"/>
          <p14:tracePt t="12508" x="1952625" y="2220913"/>
          <p14:tracePt t="12520" x="1944688" y="2220913"/>
          <p14:tracePt t="12537" x="1916113" y="2220913"/>
          <p14:tracePt t="12554" x="1857375" y="2227263"/>
          <p14:tracePt t="12570" x="1755775" y="2249488"/>
          <p14:tracePt t="12587" x="1625600" y="2263775"/>
          <p14:tracePt t="12604" x="1531938" y="2271713"/>
          <p14:tracePt t="12620" x="1430338" y="2271713"/>
          <p14:tracePt t="12637" x="1335088" y="2271713"/>
          <p14:tracePt t="12653" x="1247775" y="2271713"/>
          <p14:tracePt t="12670" x="1168400" y="2271713"/>
          <p14:tracePt t="12687" x="1117600" y="2271713"/>
          <p14:tracePt t="12703" x="1058863" y="2271713"/>
          <p14:tracePt t="12720" x="1016000" y="2271713"/>
          <p14:tracePt t="12737" x="979488" y="2271713"/>
          <p14:tracePt t="12754" x="942975" y="2271713"/>
          <p14:tracePt t="12770" x="928688" y="2271713"/>
          <p14:tracePt t="12787" x="914400" y="2271713"/>
          <p14:tracePt t="12804" x="892175" y="2271713"/>
          <p14:tracePt t="12820" x="855663" y="2263775"/>
          <p14:tracePt t="12837" x="820738" y="2257425"/>
          <p14:tracePt t="12854" x="798513" y="2243138"/>
          <p14:tracePt t="12870" x="784225" y="2235200"/>
          <p14:tracePt t="12887" x="776288" y="2227263"/>
          <p14:tracePt t="12904" x="762000" y="2220913"/>
          <p14:tracePt t="12920" x="739775" y="2206625"/>
          <p14:tracePt t="12937" x="719138" y="2170113"/>
          <p14:tracePt t="12954" x="696913" y="2147888"/>
          <p14:tracePt t="12970" x="682625" y="2125663"/>
          <p14:tracePt t="12987" x="674688" y="2119313"/>
          <p14:tracePt t="13004" x="668338" y="2111375"/>
          <p14:tracePt t="13037" x="660400" y="2111375"/>
          <p14:tracePt t="13054" x="652463" y="2097088"/>
          <p14:tracePt t="13070" x="652463" y="2090738"/>
          <p14:tracePt t="13104" x="646113" y="2074863"/>
          <p14:tracePt t="13120" x="646113" y="2060575"/>
          <p14:tracePt t="13137" x="646113" y="2046288"/>
          <p14:tracePt t="13154" x="646113" y="2024063"/>
          <p14:tracePt t="13170" x="646113" y="2003425"/>
          <p14:tracePt t="13187" x="668338" y="1966913"/>
          <p14:tracePt t="13204" x="682625" y="1944688"/>
          <p14:tracePt t="13220" x="703263" y="1922463"/>
          <p14:tracePt t="13237" x="733425" y="1893888"/>
          <p14:tracePt t="13254" x="754063" y="1879600"/>
          <p14:tracePt t="13270" x="798513" y="1851025"/>
          <p14:tracePt t="13287" x="820738" y="1836738"/>
          <p14:tracePt t="13304" x="855663" y="1820863"/>
          <p14:tracePt t="13320" x="906463" y="1800225"/>
          <p14:tracePt t="13338" x="979488" y="1778000"/>
          <p14:tracePt t="13354" x="1089025" y="1763713"/>
          <p14:tracePt t="13370" x="1204913" y="1741488"/>
          <p14:tracePt t="13387" x="1357313" y="1727200"/>
          <p14:tracePt t="13404" x="1465263" y="1719263"/>
          <p14:tracePt t="13420" x="1574800" y="1698625"/>
          <p14:tracePt t="13437" x="1712913" y="1698625"/>
          <p14:tracePt t="13454" x="1851025" y="1698625"/>
          <p14:tracePt t="13470" x="1995488" y="1698625"/>
          <p14:tracePt t="13487" x="2125663" y="1698625"/>
          <p14:tracePt t="13504" x="2235200" y="1698625"/>
          <p14:tracePt t="13520" x="2322513" y="1698625"/>
          <p14:tracePt t="13537" x="2430463" y="1704975"/>
          <p14:tracePt t="13554" x="2562225" y="1712913"/>
          <p14:tracePt t="13570" x="2663825" y="1735138"/>
          <p14:tracePt t="13587" x="2751138" y="1749425"/>
          <p14:tracePt t="13604" x="2852738" y="1770063"/>
          <p14:tracePt t="13620" x="2895600" y="1778000"/>
          <p14:tracePt t="13637" x="2938463" y="1800225"/>
          <p14:tracePt t="13654" x="3011488" y="1806575"/>
          <p14:tracePt t="13670" x="3090863" y="1843088"/>
          <p14:tracePt t="13687" x="3163888" y="1879600"/>
          <p14:tracePt t="13704" x="3200400" y="1901825"/>
          <p14:tracePt t="13720" x="3214688" y="1901825"/>
          <p14:tracePt t="13737" x="3214688" y="1908175"/>
          <p14:tracePt t="13770" x="3222625" y="1916113"/>
          <p14:tracePt t="13787" x="3228975" y="1944688"/>
          <p14:tracePt t="13804" x="3243263" y="1981200"/>
          <p14:tracePt t="13821" x="3243263" y="1995488"/>
          <p14:tracePt t="13837" x="3243263" y="2009775"/>
          <p14:tracePt t="13854" x="3243263" y="2024063"/>
          <p14:tracePt t="13871" x="3243263" y="2032000"/>
          <p14:tracePt t="13887" x="3243263" y="2039938"/>
          <p14:tracePt t="13904" x="3236913" y="2068513"/>
          <p14:tracePt t="13921" x="3228975" y="2074863"/>
          <p14:tracePt t="13937" x="3222625" y="2090738"/>
          <p14:tracePt t="13954" x="3214688" y="2097088"/>
          <p14:tracePt t="13971" x="3200400" y="2105025"/>
          <p14:tracePt t="13987" x="3178175" y="2119313"/>
          <p14:tracePt t="14004" x="3149600" y="2133600"/>
          <p14:tracePt t="14021" x="3135313" y="2133600"/>
          <p14:tracePt t="14037" x="3113088" y="2141538"/>
          <p14:tracePt t="14054" x="3076575" y="2147888"/>
          <p14:tracePt t="14071" x="3048000" y="2155825"/>
          <p14:tracePt t="14087" x="3019425" y="2162175"/>
          <p14:tracePt t="14104" x="2997200" y="2170113"/>
          <p14:tracePt t="14121" x="2968625" y="2170113"/>
          <p14:tracePt t="14137" x="2938463" y="2184400"/>
          <p14:tracePt t="14154" x="2909888" y="2184400"/>
          <p14:tracePt t="14171" x="2873375" y="2192338"/>
          <p14:tracePt t="14187" x="2830513" y="2192338"/>
          <p14:tracePt t="14204" x="2808288" y="2192338"/>
          <p14:tracePt t="14221" x="2779713" y="2192338"/>
          <p14:tracePt t="14237" x="2735263" y="2192338"/>
          <p14:tracePt t="14254" x="2706688" y="2192338"/>
          <p14:tracePt t="14271" x="2663825" y="2192338"/>
          <p14:tracePt t="14287" x="2627313" y="2192338"/>
          <p14:tracePt t="14304" x="2590800" y="2192338"/>
          <p14:tracePt t="14321" x="2547938" y="2192338"/>
          <p14:tracePt t="14337" x="2511425" y="2192338"/>
          <p14:tracePt t="14354" x="2466975" y="2192338"/>
          <p14:tracePt t="14371" x="2446338" y="2192338"/>
          <p14:tracePt t="14387" x="2424113" y="2192338"/>
          <p14:tracePt t="14421" x="2416175" y="2192338"/>
          <p14:tracePt t="14509" x="2409825" y="2192338"/>
          <p14:tracePt t="14525" x="2401888" y="2192338"/>
          <p14:tracePt t="14532" x="2395538" y="2192338"/>
          <p14:tracePt t="14548" x="2379663" y="2192338"/>
          <p14:tracePt t="14556" x="2373313" y="2192338"/>
          <p14:tracePt t="14571" x="2359025" y="2192338"/>
          <p14:tracePt t="14587" x="2322513" y="2192338"/>
          <p14:tracePt t="14604" x="2308225" y="2192338"/>
          <p14:tracePt t="14621" x="2300288" y="2192338"/>
          <p14:tracePt t="14645" x="2293938" y="2192338"/>
          <p14:tracePt t="14654" x="2286000" y="2192338"/>
          <p14:tracePt t="14671" x="2278063" y="2192338"/>
          <p14:tracePt t="14687" x="2271713" y="2192338"/>
          <p14:tracePt t="14704" x="2263775" y="2192338"/>
          <p14:tracePt t="14721" x="2235200" y="2198688"/>
          <p14:tracePt t="14754" x="2220913" y="2198688"/>
          <p14:tracePt t="14780" x="2212975" y="2198688"/>
          <p14:tracePt t="15021" x="2220913" y="2198688"/>
          <p14:tracePt t="15028" x="2235200" y="2198688"/>
          <p14:tracePt t="15044" x="2249488" y="2192338"/>
          <p14:tracePt t="15060" x="2263775" y="2192338"/>
          <p14:tracePt t="15071" x="2271713" y="2192338"/>
          <p14:tracePt t="15088" x="2308225" y="2176463"/>
          <p14:tracePt t="15104" x="2336800" y="2162175"/>
          <p14:tracePt t="15121" x="2379663" y="2155825"/>
          <p14:tracePt t="15138" x="2430463" y="2147888"/>
          <p14:tracePt t="15154" x="2474913" y="2147888"/>
          <p14:tracePt t="15171" x="2532063" y="2141538"/>
          <p14:tracePt t="15188" x="2582863" y="2133600"/>
          <p14:tracePt t="15204" x="2613025" y="2133600"/>
          <p14:tracePt t="15221" x="2641600" y="2125663"/>
          <p14:tracePt t="15238" x="2670175" y="2125663"/>
          <p14:tracePt t="15254" x="2714625" y="2125663"/>
          <p14:tracePt t="15271" x="2751138" y="2125663"/>
          <p14:tracePt t="15288" x="2794000" y="2125663"/>
          <p14:tracePt t="15304" x="2830513" y="2125663"/>
          <p14:tracePt t="15321" x="2852738" y="2125663"/>
          <p14:tracePt t="15338" x="2873375" y="2125663"/>
          <p14:tracePt t="15354" x="2881313" y="2125663"/>
          <p14:tracePt t="15371" x="2887663" y="2125663"/>
          <p14:tracePt t="15388" x="2909888" y="2125663"/>
          <p14:tracePt t="15404" x="2924175" y="2119313"/>
          <p14:tracePt t="15438" x="2932113" y="2119313"/>
          <p14:tracePt t="16374" x="2946400" y="2119313"/>
          <p14:tracePt t="16380" x="2960688" y="2111375"/>
          <p14:tracePt t="16389" x="2989263" y="2111375"/>
          <p14:tracePt t="16405" x="3070225" y="2105025"/>
          <p14:tracePt t="16421" x="3163888" y="2105025"/>
          <p14:tracePt t="16438" x="3273425" y="2105025"/>
          <p14:tracePt t="16455" x="3360738" y="2105025"/>
          <p14:tracePt t="16471" x="3425825" y="2105025"/>
          <p14:tracePt t="16488" x="3468688" y="2105025"/>
          <p14:tracePt t="16505" x="3527425" y="2111375"/>
          <p14:tracePt t="16522" x="3606800" y="2119313"/>
          <p14:tracePt t="16538" x="3700463" y="2141538"/>
          <p14:tracePt t="16555" x="3802063" y="2162175"/>
          <p14:tracePt t="16571" x="3948113" y="2206625"/>
          <p14:tracePt t="16588" x="4013200" y="2220913"/>
          <p14:tracePt t="16605" x="4078288" y="2249488"/>
          <p14:tracePt t="16621" x="4137025" y="2263775"/>
          <p14:tracePt t="16638" x="4216400" y="2293938"/>
          <p14:tracePt t="16655" x="4275138" y="2328863"/>
          <p14:tracePt t="16672" x="4332288" y="2359025"/>
          <p14:tracePt t="16688" x="4354513" y="2387600"/>
          <p14:tracePt t="16705" x="4368800" y="2401888"/>
          <p14:tracePt t="16721" x="4368800" y="2446338"/>
          <p14:tracePt t="16738" x="4368800" y="2517775"/>
          <p14:tracePt t="16755" x="4368800" y="2576513"/>
          <p14:tracePt t="16771" x="4360863" y="2641600"/>
          <p14:tracePt t="16788" x="4318000" y="2692400"/>
          <p14:tracePt t="16805" x="4259263" y="2735263"/>
          <p14:tracePt t="16822" x="4187825" y="2751138"/>
          <p14:tracePt t="16839" x="4092575" y="2779713"/>
          <p14:tracePt t="16855" x="3970338" y="2779713"/>
          <p14:tracePt t="16872" x="3773488" y="2779713"/>
          <p14:tracePt t="16888" x="3584575" y="2779713"/>
          <p14:tracePt t="16905" x="3417888" y="2779713"/>
          <p14:tracePt t="16922" x="3302000" y="2779713"/>
          <p14:tracePt t="16938" x="3214688" y="2779713"/>
          <p14:tracePt t="16955" x="3157538" y="2779713"/>
          <p14:tracePt t="16972" x="3113088" y="2765425"/>
          <p14:tracePt t="16989" x="3090863" y="2765425"/>
          <p14:tracePt t="17005" x="3055938" y="2751138"/>
          <p14:tracePt t="17022" x="3025775" y="2735263"/>
          <p14:tracePt t="17038" x="3011488" y="2728913"/>
          <p14:tracePt t="17055" x="2997200" y="2728913"/>
          <p14:tracePt t="17072" x="2982913" y="2720975"/>
          <p14:tracePt t="17088" x="2960688" y="2714625"/>
          <p14:tracePt t="17105" x="2932113" y="2714625"/>
          <p14:tracePt t="17108" x="2917825" y="2700338"/>
          <p14:tracePt t="17121" x="2895600" y="2692400"/>
          <p14:tracePt t="17138" x="2836863" y="2678113"/>
          <p14:tracePt t="17155" x="2816225" y="2670175"/>
          <p14:tracePt t="17172" x="2794000" y="2663825"/>
          <p14:tracePt t="17188" x="2771775" y="2663825"/>
          <p14:tracePt t="17205" x="2751138" y="2663825"/>
          <p14:tracePt t="17222" x="2728913" y="2663825"/>
          <p14:tracePt t="17238" x="2692400" y="2663825"/>
          <p14:tracePt t="17255" x="2655888" y="2663825"/>
          <p14:tracePt t="17272" x="2613025" y="2670175"/>
          <p14:tracePt t="17288" x="2562225" y="2678113"/>
          <p14:tracePt t="17305" x="2474913" y="2706688"/>
          <p14:tracePt t="17322" x="2424113" y="2735263"/>
          <p14:tracePt t="17339" x="2373313" y="2743200"/>
          <p14:tracePt t="17355" x="2300288" y="2765425"/>
          <p14:tracePt t="17372" x="2198688" y="2779713"/>
          <p14:tracePt t="17388" x="2105025" y="2801938"/>
          <p14:tracePt t="17405" x="2017713" y="2801938"/>
          <p14:tracePt t="17422" x="1930400" y="2801938"/>
          <p14:tracePt t="17438" x="1851025" y="2801938"/>
          <p14:tracePt t="17455" x="1763713" y="2801938"/>
          <p14:tracePt t="17472" x="1704975" y="2801938"/>
          <p14:tracePt t="17488" x="1625600" y="2794000"/>
          <p14:tracePt t="17505" x="1552575" y="2786063"/>
          <p14:tracePt t="17522" x="1495425" y="2779713"/>
          <p14:tracePt t="17539" x="1465263" y="2771775"/>
          <p14:tracePt t="17556" x="1414463" y="2765425"/>
          <p14:tracePt t="17572" x="1379538" y="2757488"/>
          <p14:tracePt t="17589" x="1343025" y="2743200"/>
          <p14:tracePt t="17605" x="1306513" y="2728913"/>
          <p14:tracePt t="17622" x="1270000" y="2728913"/>
          <p14:tracePt t="17639" x="1247775" y="2714625"/>
          <p14:tracePt t="17672" x="1241425" y="2714625"/>
          <p14:tracePt t="17688" x="1233488" y="2706688"/>
          <p14:tracePt t="17705" x="1233488" y="2700338"/>
          <p14:tracePt t="17722" x="1219200" y="2670175"/>
          <p14:tracePt t="17738" x="1211263" y="2649538"/>
          <p14:tracePt t="17755" x="1211263" y="2627313"/>
          <p14:tracePt t="17772" x="1211263" y="2568575"/>
          <p14:tracePt t="17788" x="1211263" y="2547938"/>
          <p14:tracePt t="17806" x="1227138" y="2511425"/>
          <p14:tracePt t="17822" x="1241425" y="2489200"/>
          <p14:tracePt t="17839" x="1255713" y="2466975"/>
          <p14:tracePt t="17856" x="1277938" y="2438400"/>
          <p14:tracePt t="17872" x="1306513" y="2416175"/>
          <p14:tracePt t="17889" x="1343025" y="2387600"/>
          <p14:tracePt t="17905" x="1363663" y="2365375"/>
          <p14:tracePt t="17922" x="1414463" y="2344738"/>
          <p14:tracePt t="17939" x="1436688" y="2336800"/>
          <p14:tracePt t="17955" x="1481138" y="2322513"/>
          <p14:tracePt t="17972" x="1495425" y="2314575"/>
          <p14:tracePt t="17989" x="1531938" y="2308225"/>
          <p14:tracePt t="18005" x="1566863" y="2300288"/>
          <p14:tracePt t="18022" x="1597025" y="2293938"/>
          <p14:tracePt t="18039" x="1633538" y="2293938"/>
          <p14:tracePt t="18055" x="1668463" y="2293938"/>
          <p14:tracePt t="18072" x="1727200" y="2293938"/>
          <p14:tracePt t="18089" x="1763713" y="2293938"/>
          <p14:tracePt t="18105" x="1820863" y="2293938"/>
          <p14:tracePt t="18108" x="1871663" y="2293938"/>
          <p14:tracePt t="18123" x="1901825" y="2293938"/>
          <p14:tracePt t="18139" x="1958975" y="2293938"/>
          <p14:tracePt t="18155" x="2054225" y="2293938"/>
          <p14:tracePt t="18172" x="2125663" y="2293938"/>
          <p14:tracePt t="18189" x="2198688" y="2314575"/>
          <p14:tracePt t="18205" x="2300288" y="2336800"/>
          <p14:tracePt t="18222" x="2379663" y="2344738"/>
          <p14:tracePt t="18239" x="2424113" y="2351088"/>
          <p14:tracePt t="18255" x="2438400" y="2359025"/>
          <p14:tracePt t="18272" x="2446338" y="2359025"/>
          <p14:tracePt t="18289" x="2452688" y="2365375"/>
          <p14:tracePt t="18305" x="2466975" y="2365375"/>
          <p14:tracePt t="18322" x="2481263" y="2373313"/>
          <p14:tracePt t="18339" x="2497138" y="2379663"/>
          <p14:tracePt t="18355" x="2503488" y="2379663"/>
          <p14:tracePt t="18574" x="2511425" y="2379663"/>
          <p14:tracePt t="18580" x="2517775" y="2387600"/>
          <p14:tracePt t="18597" x="2525713" y="2395538"/>
          <p14:tracePt t="18606" x="2540000" y="2395538"/>
          <p14:tracePt t="18622" x="2562225" y="2395538"/>
          <p14:tracePt t="18639" x="2582863" y="2409825"/>
          <p14:tracePt t="18655" x="2590800" y="2416175"/>
          <p14:tracePt t="18672" x="2605088" y="2416175"/>
          <p14:tracePt t="18705" x="2613025" y="2424113"/>
          <p14:tracePt t="18781" x="2613025" y="2430463"/>
          <p14:tracePt t="18798" x="2613025" y="2438400"/>
          <p14:tracePt t="18813" x="2613025" y="2446338"/>
          <p14:tracePt t="18838" x="2613025" y="2452688"/>
          <p14:tracePt t="18844" x="2613025" y="2460625"/>
          <p14:tracePt t="18855" x="2613025" y="2466975"/>
          <p14:tracePt t="18872" x="2613025" y="2474913"/>
          <p14:tracePt t="18889" x="2613025" y="2489200"/>
          <p14:tracePt t="18906" x="2613025" y="2503488"/>
          <p14:tracePt t="18922" x="2613025" y="2517775"/>
          <p14:tracePt t="18939" x="2605088" y="2525713"/>
          <p14:tracePt t="18956" x="2598738" y="2547938"/>
          <p14:tracePt t="18972" x="2590800" y="2562225"/>
          <p14:tracePt t="18989" x="2582863" y="2576513"/>
          <p14:tracePt t="19006" x="2576513" y="2590800"/>
          <p14:tracePt t="19022" x="2562225" y="2619375"/>
          <p14:tracePt t="19039" x="2547938" y="2627313"/>
          <p14:tracePt t="19055" x="2532063" y="2641600"/>
          <p14:tracePt t="19073" x="2511425" y="2655888"/>
          <p14:tracePt t="19089" x="2497138" y="2663825"/>
          <p14:tracePt t="19106" x="2489200" y="2670175"/>
          <p14:tracePt t="19109" x="2466975" y="2670175"/>
          <p14:tracePt t="19125" x="2460625" y="2678113"/>
          <p14:tracePt t="19157" x="2452688" y="2678113"/>
          <p14:tracePt t="19173" x="2446338" y="2678113"/>
          <p14:tracePt t="19446" x="2460625" y="2678113"/>
          <p14:tracePt t="19453" x="2474913" y="2670175"/>
          <p14:tracePt t="19461" x="2497138" y="2670175"/>
          <p14:tracePt t="19472" x="2511425" y="2670175"/>
          <p14:tracePt t="19489" x="2554288" y="2655888"/>
          <p14:tracePt t="19506" x="2582863" y="2649538"/>
          <p14:tracePt t="19522" x="2627313" y="2627313"/>
          <p14:tracePt t="19539" x="2678113" y="2619375"/>
          <p14:tracePt t="19556" x="2706688" y="2619375"/>
          <p14:tracePt t="19572" x="2728913" y="2619375"/>
          <p14:tracePt t="19591" x="2743200" y="2613025"/>
          <p14:tracePt t="19606" x="2765425" y="2613025"/>
          <p14:tracePt t="19623" x="2779713" y="2613025"/>
          <p14:tracePt t="19639" x="2794000" y="2605088"/>
          <p14:tracePt t="19656" x="2822575" y="2605088"/>
          <p14:tracePt t="19672" x="2830513" y="2605088"/>
          <p14:tracePt t="19689" x="2844800" y="2605088"/>
          <p14:tracePt t="19706" x="2859088" y="2605088"/>
          <p14:tracePt t="19722" x="2867025" y="2605088"/>
          <p14:tracePt t="19739" x="2873375" y="2605088"/>
          <p14:tracePt t="19756" x="2895600" y="2605088"/>
          <p14:tracePt t="19773" x="2909888" y="2605088"/>
          <p14:tracePt t="19789" x="2938463" y="2605088"/>
          <p14:tracePt t="19806" x="2960688" y="2605088"/>
          <p14:tracePt t="19823" x="2989263" y="2605088"/>
          <p14:tracePt t="19840" x="3011488" y="2613025"/>
          <p14:tracePt t="19856" x="3040063" y="2619375"/>
          <p14:tracePt t="19873" x="3055938" y="2627313"/>
          <p14:tracePt t="19889" x="3070225" y="2633663"/>
          <p14:tracePt t="19906" x="3090863" y="2641600"/>
          <p14:tracePt t="19922" x="3106738" y="2649538"/>
          <p14:tracePt t="19940" x="3135313" y="2663825"/>
          <p14:tracePt t="19956" x="3163888" y="2670175"/>
          <p14:tracePt t="19973" x="3186113" y="2684463"/>
          <p14:tracePt t="19989" x="3214688" y="2700338"/>
          <p14:tracePt t="20006" x="3236913" y="2700338"/>
          <p14:tracePt t="20022" x="3243263" y="2706688"/>
          <p14:tracePt t="20039" x="3251200" y="2706688"/>
          <p14:tracePt t="20056" x="3259138" y="2706688"/>
          <p14:tracePt t="20073" x="3259138" y="2714625"/>
          <p14:tracePt t="20533" x="3265488" y="2714625"/>
          <p14:tracePt t="20558" x="3273425" y="2714625"/>
          <p14:tracePt t="20574" x="3279775" y="2714625"/>
          <p14:tracePt t="20580" x="3287713" y="2714625"/>
          <p14:tracePt t="20606" x="3302000" y="2706688"/>
          <p14:tracePt t="20629" x="3309938" y="2700338"/>
          <p14:tracePt t="20645" x="3316288" y="2692400"/>
          <p14:tracePt t="20661" x="3324225" y="2692400"/>
          <p14:tracePt t="20693" x="3330575" y="2684463"/>
          <p14:tracePt t="20709" x="3344863" y="2670175"/>
          <p14:tracePt t="20733" x="3352800" y="2663825"/>
          <p14:tracePt t="20749" x="3352800" y="2655888"/>
          <p14:tracePt t="20773" x="3367088" y="2649538"/>
          <p14:tracePt t="20797" x="3367088" y="2641600"/>
          <p14:tracePt t="20838" x="3367088" y="2633663"/>
          <p14:tracePt t="20845" x="3375025" y="2627313"/>
          <p14:tracePt t="20861" x="3375025" y="2619375"/>
          <p14:tracePt t="20877" x="3381375" y="2613025"/>
          <p14:tracePt t="20889" x="3389313" y="2613025"/>
          <p14:tracePt t="20906" x="3389313" y="2605088"/>
          <p14:tracePt t="20923" x="3395663" y="2598738"/>
          <p14:tracePt t="20939" x="3411538" y="2590800"/>
          <p14:tracePt t="20956" x="3417888" y="2582863"/>
          <p14:tracePt t="20973" x="3425825" y="2576513"/>
          <p14:tracePt t="20989" x="3440113" y="2568575"/>
          <p14:tracePt t="21024" x="3454400" y="2562225"/>
          <p14:tracePt t="21062" x="3462338" y="2562225"/>
          <p14:tracePt t="21096" x="3468688" y="2562225"/>
          <p14:tracePt t="21128" x="3476625" y="2562225"/>
          <p14:tracePt t="21154" x="3482975" y="2562225"/>
          <p14:tracePt t="21159" x="3490913" y="2554288"/>
          <p14:tracePt t="21173" x="3497263" y="2554288"/>
          <p14:tracePt t="21190" x="3527425" y="2554288"/>
          <p14:tracePt t="21207" x="3541713" y="2554288"/>
          <p14:tracePt t="21223" x="3563938" y="2554288"/>
          <p14:tracePt t="21240" x="3606800" y="2554288"/>
          <p14:tracePt t="21257" x="3686175" y="2554288"/>
          <p14:tracePt t="21273" x="3767138" y="2554288"/>
          <p14:tracePt t="21290" x="3852863" y="2554288"/>
          <p14:tracePt t="21308" x="3940175" y="2554288"/>
          <p14:tracePt t="21324" x="3984625" y="2554288"/>
          <p14:tracePt t="21340" x="4021138" y="2554288"/>
          <p14:tracePt t="21356" x="4041775" y="2554288"/>
          <p14:tracePt t="21373" x="4056063" y="2554288"/>
          <p14:tracePt t="21390" x="4071938" y="2554288"/>
          <p14:tracePt t="21407" x="4086225" y="2554288"/>
          <p14:tracePt t="21423" x="4100513" y="2554288"/>
          <p14:tracePt t="21440" x="4137025" y="2554288"/>
          <p14:tracePt t="21457" x="4165600" y="2554288"/>
          <p14:tracePt t="21473" x="4202113" y="2554288"/>
          <p14:tracePt t="21490" x="4230688" y="2554288"/>
          <p14:tracePt t="21506" x="4252913" y="2554288"/>
          <p14:tracePt t="21523" x="4267200" y="2554288"/>
          <p14:tracePt t="21540" x="4275138" y="2554288"/>
          <p14:tracePt t="21557" x="4289425" y="2554288"/>
          <p14:tracePt t="21573" x="4295775" y="2554288"/>
          <p14:tracePt t="21886" x="4303713" y="2554288"/>
          <p14:tracePt t="21893" x="4303713" y="2568575"/>
          <p14:tracePt t="21906" x="4281488" y="2590800"/>
          <p14:tracePt t="21923" x="4202113" y="2663825"/>
          <p14:tracePt t="21940" x="4064000" y="2779713"/>
          <p14:tracePt t="21956" x="3976688" y="2836863"/>
          <p14:tracePt t="21973" x="3889375" y="2873375"/>
          <p14:tracePt t="21990" x="3817938" y="2895600"/>
          <p14:tracePt t="22007" x="3767138" y="2938463"/>
          <p14:tracePt t="22023" x="3694113" y="2954338"/>
          <p14:tracePt t="22040" x="3606800" y="2968625"/>
          <p14:tracePt t="22058" x="3548063" y="2982913"/>
          <p14:tracePt t="22074" x="3468688" y="2982913"/>
          <p14:tracePt t="22090" x="3381375" y="2982913"/>
          <p14:tracePt t="22107" x="3294063" y="2982913"/>
          <p14:tracePt t="22110" x="3243263" y="2982913"/>
          <p14:tracePt t="22123" x="3163888" y="2982913"/>
          <p14:tracePt t="22140" x="3121025" y="2982913"/>
          <p14:tracePt t="22157" x="3055938" y="2982913"/>
          <p14:tracePt t="22173" x="3005138" y="2982913"/>
          <p14:tracePt t="22190" x="2938463" y="2982913"/>
          <p14:tracePt t="22207" x="2859088" y="2982913"/>
          <p14:tracePt t="22223" x="2786063" y="2982913"/>
          <p14:tracePt t="22240" x="2735263" y="2982913"/>
          <p14:tracePt t="22257" x="2692400" y="2982913"/>
          <p14:tracePt t="22273" x="2655888" y="2989263"/>
          <p14:tracePt t="22290" x="2619375" y="2989263"/>
          <p14:tracePt t="22307" x="2590800" y="2997200"/>
          <p14:tracePt t="22324" x="2562225" y="2997200"/>
          <p14:tracePt t="22340" x="2532063" y="3005138"/>
          <p14:tracePt t="22357" x="2517775" y="3011488"/>
          <p14:tracePt t="22373" x="2497138" y="3011488"/>
          <p14:tracePt t="22390" x="2474913" y="3011488"/>
          <p14:tracePt t="22407" x="2446338" y="3019425"/>
          <p14:tracePt t="22423" x="2424113" y="3025775"/>
          <p14:tracePt t="22440" x="2401888" y="3025775"/>
          <p14:tracePt t="22457" x="2387600" y="3025775"/>
          <p14:tracePt t="22474" x="2373313" y="3033713"/>
          <p14:tracePt t="22490" x="2365375" y="3033713"/>
          <p14:tracePt t="22507" x="2351088" y="3033713"/>
          <p14:tracePt t="22524" x="2336800" y="3033713"/>
          <p14:tracePt t="22540" x="2300288" y="3040063"/>
          <p14:tracePt t="22557" x="2278063" y="3040063"/>
          <p14:tracePt t="22574" x="2271713" y="3040063"/>
          <p14:tracePt t="22608" x="2263775" y="3040063"/>
          <p14:tracePt t="22638" x="2257425" y="3040063"/>
          <p14:tracePt t="22678" x="2249488" y="3040063"/>
          <p14:tracePt t="22686" x="2243138" y="3040063"/>
          <p14:tracePt t="22693" x="2235200" y="3040063"/>
          <p14:tracePt t="22707" x="2220913" y="3040063"/>
          <p14:tracePt t="22723" x="2184400" y="3048000"/>
          <p14:tracePt t="22740" x="2155825" y="3055938"/>
          <p14:tracePt t="22757" x="2125663" y="3070225"/>
          <p14:tracePt t="22774" x="2105025" y="3070225"/>
          <p14:tracePt t="22790" x="2060575" y="3076575"/>
          <p14:tracePt t="22807" x="2024063" y="3084513"/>
          <p14:tracePt t="22824" x="1995488" y="3084513"/>
          <p14:tracePt t="22840" x="1958975" y="3090863"/>
          <p14:tracePt t="22857" x="1922463" y="3090863"/>
          <p14:tracePt t="22873" x="1887538" y="3090863"/>
          <p14:tracePt t="22890" x="1843088" y="3098800"/>
          <p14:tracePt t="22907" x="1806575" y="3098800"/>
          <p14:tracePt t="22923" x="1755775" y="3098800"/>
          <p14:tracePt t="22940" x="1719263" y="3098800"/>
          <p14:tracePt t="22957" x="1676400" y="3098800"/>
          <p14:tracePt t="22974" x="1647825" y="3098800"/>
          <p14:tracePt t="22990" x="1603375" y="3098800"/>
          <p14:tracePt t="23007" x="1566863" y="3098800"/>
          <p14:tracePt t="23023" x="1546225" y="3098800"/>
          <p14:tracePt t="23040" x="1524000" y="3098800"/>
          <p14:tracePt t="23057" x="1501775" y="3098800"/>
          <p14:tracePt t="23074" x="1481138" y="3098800"/>
          <p14:tracePt t="23090" x="1444625" y="3098800"/>
          <p14:tracePt t="23107" x="1408113" y="3098800"/>
          <p14:tracePt t="23110" x="1393825" y="3098800"/>
          <p14:tracePt t="23123" x="1363663" y="3098800"/>
          <p14:tracePt t="23140" x="1343025" y="3090863"/>
          <p14:tracePt t="23157" x="1312863" y="3084513"/>
          <p14:tracePt t="23174" x="1298575" y="3076575"/>
          <p14:tracePt t="23190" x="1270000" y="3048000"/>
          <p14:tracePt t="23207" x="1247775" y="3033713"/>
          <p14:tracePt t="23224" x="1233488" y="3019425"/>
          <p14:tracePt t="23240" x="1219200" y="2989263"/>
          <p14:tracePt t="23258" x="1211263" y="2968625"/>
          <p14:tracePt t="23274" x="1211263" y="2946400"/>
          <p14:tracePt t="23290" x="1211263" y="2917825"/>
          <p14:tracePt t="23307" x="1211263" y="2867025"/>
          <p14:tracePt t="23324" x="1211263" y="2836863"/>
          <p14:tracePt t="23341" x="1211263" y="2816225"/>
          <p14:tracePt t="23357" x="1211263" y="2794000"/>
          <p14:tracePt t="23374" x="1211263" y="2786063"/>
          <p14:tracePt t="23390" x="1227138" y="2771775"/>
          <p14:tracePt t="23407" x="1233488" y="2765425"/>
          <p14:tracePt t="23424" x="1270000" y="2743200"/>
          <p14:tracePt t="23440" x="1284288" y="2728913"/>
          <p14:tracePt t="23457" x="1328738" y="2706688"/>
          <p14:tracePt t="23474" x="1371600" y="2692400"/>
          <p14:tracePt t="23491" x="1436688" y="2670175"/>
          <p14:tracePt t="23508" x="1552575" y="2649538"/>
          <p14:tracePt t="23524" x="1633538" y="2633663"/>
          <p14:tracePt t="23540" x="1704975" y="2627313"/>
          <p14:tracePt t="23558" x="1770063" y="2619375"/>
          <p14:tracePt t="23574" x="1843088" y="2613025"/>
          <p14:tracePt t="23591" x="1930400" y="2613025"/>
          <p14:tracePt t="23607" x="2032000" y="2613025"/>
          <p14:tracePt t="23624" x="2119313" y="2613025"/>
          <p14:tracePt t="23640" x="2206625" y="2613025"/>
          <p14:tracePt t="23659" x="2278063" y="2613025"/>
          <p14:tracePt t="23674" x="2328863" y="2613025"/>
          <p14:tracePt t="23690" x="2387600" y="2613025"/>
          <p14:tracePt t="23708" x="2497138" y="2613025"/>
          <p14:tracePt t="23724" x="2590800" y="2613025"/>
          <p14:tracePt t="23741" x="2692400" y="2613025"/>
          <p14:tracePt t="23757" x="2743200" y="2613025"/>
          <p14:tracePt t="23774" x="2786063" y="2613025"/>
          <p14:tracePt t="23791" x="2822575" y="2613025"/>
          <p14:tracePt t="23807" x="2859088" y="2619375"/>
          <p14:tracePt t="23824" x="2887663" y="2627313"/>
          <p14:tracePt t="23841" x="2917825" y="2627313"/>
          <p14:tracePt t="23857" x="2954338" y="2633663"/>
          <p14:tracePt t="23874" x="2982913" y="2641600"/>
          <p14:tracePt t="23891" x="2997200" y="2649538"/>
          <p14:tracePt t="23907" x="3033713" y="2649538"/>
          <p14:tracePt t="23924" x="3055938" y="2655888"/>
          <p14:tracePt t="23941" x="3070225" y="2663825"/>
          <p14:tracePt t="23957" x="3098800" y="2670175"/>
          <p14:tracePt t="23974" x="3113088" y="2678113"/>
          <p14:tracePt t="23991" x="3135313" y="2678113"/>
          <p14:tracePt t="24007" x="3141663" y="2678113"/>
          <p14:tracePt t="24024" x="3157538" y="2684463"/>
          <p14:tracePt t="24041" x="3163888" y="2684463"/>
          <p14:tracePt t="24070" x="3171825" y="2692400"/>
          <p14:tracePt t="24110" x="3178175" y="2692400"/>
          <p14:tracePt t="24159" x="3186113" y="2700338"/>
          <p14:tracePt t="24215" x="3192463" y="2700338"/>
          <p14:tracePt t="24279" x="3200400" y="2706688"/>
          <p14:tracePt t="24302" x="3208338" y="2714625"/>
          <p14:tracePt t="24365" x="3214688" y="2714625"/>
          <p14:tracePt t="24398" x="3222625" y="2720975"/>
          <p14:tracePt t="24447" x="3228975" y="2728913"/>
          <p14:tracePt t="24614" x="3228975" y="2735263"/>
          <p14:tracePt t="24638" x="3236913" y="2743200"/>
          <p14:tracePt t="24662" x="3236913" y="2751138"/>
          <p14:tracePt t="24670" x="3236913" y="2757488"/>
          <p14:tracePt t="24701" x="3236913" y="2765425"/>
          <p14:tracePt t="24718" x="3236913" y="2771775"/>
          <p14:tracePt t="24742" x="3236913" y="2779713"/>
          <p14:tracePt t="24758" x="3236913" y="2786063"/>
          <p14:tracePt t="24766" x="3236913" y="2794000"/>
          <p14:tracePt t="24774" x="3236913" y="2801938"/>
          <p14:tracePt t="24798" x="3236913" y="2808288"/>
          <p14:tracePt t="24807" x="3236913" y="2816225"/>
          <p14:tracePt t="24824" x="3236913" y="2822575"/>
          <p14:tracePt t="24841" x="3236913" y="2830513"/>
          <p14:tracePt t="24857" x="3236913" y="2836863"/>
          <p14:tracePt t="24874" x="3236913" y="2844800"/>
          <p14:tracePt t="24891" x="3222625" y="2859088"/>
          <p14:tracePt t="24908" x="3214688" y="2873375"/>
          <p14:tracePt t="24924" x="3208338" y="2887663"/>
          <p14:tracePt t="24941" x="3192463" y="2903538"/>
          <p14:tracePt t="24958" x="3171825" y="2924175"/>
          <p14:tracePt t="24974" x="3149600" y="2938463"/>
          <p14:tracePt t="24991" x="3135313" y="2954338"/>
          <p14:tracePt t="25008" x="3106738" y="2960688"/>
          <p14:tracePt t="25024" x="3076575" y="2989263"/>
          <p14:tracePt t="25041" x="3048000" y="3005138"/>
          <p14:tracePt t="25058" x="3025775" y="3011488"/>
          <p14:tracePt t="25074" x="3005138" y="3019425"/>
          <p14:tracePt t="25093" x="2946400" y="3033713"/>
          <p14:tracePt t="25108" x="2917825" y="3040063"/>
          <p14:tracePt t="25124" x="2887663" y="3048000"/>
          <p14:tracePt t="25141" x="2867025" y="3048000"/>
          <p14:tracePt t="25158" x="2836863" y="3055938"/>
          <p14:tracePt t="25174" x="2822575" y="3055938"/>
          <p14:tracePt t="25191" x="2808288" y="3062288"/>
          <p14:tracePt t="25207" x="2794000" y="3062288"/>
          <p14:tracePt t="25224" x="2786063" y="3062288"/>
          <p14:tracePt t="25241" x="2771775" y="3062288"/>
          <p14:tracePt t="25258" x="2751138" y="3070225"/>
          <p14:tracePt t="25274" x="2743200" y="3070225"/>
          <p14:tracePt t="25291" x="2714625" y="3070225"/>
          <p14:tracePt t="25308" x="2684463" y="3084513"/>
          <p14:tracePt t="25324" x="2670175" y="3084513"/>
          <p14:tracePt t="25341" x="2655888" y="3084513"/>
          <p14:tracePt t="25358" x="2633663" y="3090863"/>
          <p14:tracePt t="25374" x="2627313" y="3090863"/>
          <p14:tracePt t="25391" x="2613025" y="3090863"/>
          <p14:tracePt t="25408" x="2605088" y="3090863"/>
          <p14:tracePt t="25424" x="2590800" y="3090863"/>
          <p14:tracePt t="25441" x="2576513" y="3090863"/>
          <p14:tracePt t="25458" x="2568575" y="3090863"/>
          <p14:tracePt t="25474" x="2562225" y="3090863"/>
          <p14:tracePt t="25491" x="2547938" y="3090863"/>
          <p14:tracePt t="25508" x="2540000" y="3090863"/>
          <p14:tracePt t="25524" x="2525713" y="3090863"/>
          <p14:tracePt t="25542" x="2517775" y="3090863"/>
          <p14:tracePt t="25559" x="2503488" y="3090863"/>
          <p14:tracePt t="25574" x="2497138" y="3090863"/>
          <p14:tracePt t="25591" x="2481263" y="3090863"/>
          <p14:tracePt t="25608" x="2460625" y="3090863"/>
          <p14:tracePt t="25624" x="2452688" y="3090863"/>
          <p14:tracePt t="25641" x="2438400" y="3090863"/>
          <p14:tracePt t="25658" x="2416175" y="3090863"/>
          <p14:tracePt t="25674" x="2395538" y="3090863"/>
          <p14:tracePt t="25692" x="2351088" y="3090863"/>
          <p14:tracePt t="25708" x="2314575" y="3090863"/>
          <p14:tracePt t="25724" x="2286000" y="3090863"/>
          <p14:tracePt t="25741" x="2257425" y="3090863"/>
          <p14:tracePt t="25758" x="2212975" y="3090863"/>
          <p14:tracePt t="25775" x="2170113" y="3098800"/>
          <p14:tracePt t="25791" x="2125663" y="3098800"/>
          <p14:tracePt t="25808" x="2082800" y="3098800"/>
          <p14:tracePt t="25824" x="2032000" y="3113088"/>
          <p14:tracePt t="25841" x="1981200" y="3113088"/>
          <p14:tracePt t="25858" x="1938338" y="3121025"/>
          <p14:tracePt t="25874" x="1901825" y="3121025"/>
          <p14:tracePt t="25891" x="1843088" y="3121025"/>
          <p14:tracePt t="25908" x="1806575" y="3121025"/>
          <p14:tracePt t="25925" x="1785938" y="3121025"/>
          <p14:tracePt t="25942" x="1755775" y="3121025"/>
          <p14:tracePt t="25958" x="1735138" y="3121025"/>
          <p14:tracePt t="25975" x="1704975" y="3127375"/>
          <p14:tracePt t="25991" x="1668463" y="3127375"/>
          <p14:tracePt t="26008" x="1625600" y="3127375"/>
          <p14:tracePt t="26024" x="1582738" y="3127375"/>
          <p14:tracePt t="26041" x="1546225" y="3127375"/>
          <p14:tracePt t="26058" x="1501775" y="3127375"/>
          <p14:tracePt t="26074" x="1473200" y="3127375"/>
          <p14:tracePt t="26091" x="1444625" y="3127375"/>
          <p14:tracePt t="26108" x="1408113" y="3127375"/>
          <p14:tracePt t="26124" x="1400175" y="3127375"/>
          <p14:tracePt t="26141" x="1385888" y="3127375"/>
          <p14:tracePt t="26158" x="1379538" y="3127375"/>
          <p14:tracePt t="26175" x="1349375" y="3106738"/>
          <p14:tracePt t="26191" x="1328738" y="3090863"/>
          <p14:tracePt t="26208" x="1306513" y="3070225"/>
          <p14:tracePt t="26225" x="1298575" y="3062288"/>
          <p14:tracePt t="26241" x="1298575" y="3040063"/>
          <p14:tracePt t="26258" x="1292225" y="3033713"/>
          <p14:tracePt t="26275" x="1292225" y="3011488"/>
          <p14:tracePt t="26291" x="1284288" y="2989263"/>
          <p14:tracePt t="26308" x="1284288" y="2974975"/>
          <p14:tracePt t="26325" x="1284288" y="2968625"/>
          <p14:tracePt t="26342" x="1284288" y="2960688"/>
          <p14:tracePt t="26358" x="1284288" y="2954338"/>
          <p14:tracePt t="26375" x="1284288" y="2932113"/>
          <p14:tracePt t="26391" x="1284288" y="2917825"/>
          <p14:tracePt t="26409" x="1298575" y="2895600"/>
          <p14:tracePt t="26425" x="1306513" y="2887663"/>
          <p14:tracePt t="26441" x="1306513" y="2881313"/>
          <p14:tracePt t="26458" x="1312863" y="2867025"/>
          <p14:tracePt t="26475" x="1328738" y="2852738"/>
          <p14:tracePt t="26492" x="1343025" y="2830513"/>
          <p14:tracePt t="26508" x="1357313" y="2816225"/>
          <p14:tracePt t="26525" x="1393825" y="2794000"/>
          <p14:tracePt t="26541" x="1414463" y="2779713"/>
          <p14:tracePt t="26558" x="1465263" y="2765425"/>
          <p14:tracePt t="26575" x="1501775" y="2751138"/>
          <p14:tracePt t="26591" x="1566863" y="2720975"/>
          <p14:tracePt t="26608" x="1633538" y="2706688"/>
          <p14:tracePt t="26612" x="1662113" y="2706688"/>
          <p14:tracePt t="26625" x="1690688" y="2706688"/>
          <p14:tracePt t="26641" x="1763713" y="2692400"/>
          <p14:tracePt t="26658" x="1820863" y="2684463"/>
          <p14:tracePt t="26675" x="1887538" y="2684463"/>
          <p14:tracePt t="26691" x="1966913" y="2684463"/>
          <p14:tracePt t="26708" x="2090738" y="2684463"/>
          <p14:tracePt t="26725" x="2176463" y="2684463"/>
          <p14:tracePt t="26741" x="2263775" y="2684463"/>
          <p14:tracePt t="26758" x="2365375" y="2684463"/>
          <p14:tracePt t="26775" x="2452688" y="2684463"/>
          <p14:tracePt t="26791" x="2532063" y="2684463"/>
          <p14:tracePt t="26809" x="2613025" y="2684463"/>
          <p14:tracePt t="26825" x="2700338" y="2684463"/>
          <p14:tracePt t="26843" x="2771775" y="2684463"/>
          <p14:tracePt t="26858" x="2830513" y="2692400"/>
          <p14:tracePt t="26875" x="2895600" y="2700338"/>
          <p14:tracePt t="26891" x="2960688" y="2714625"/>
          <p14:tracePt t="26908" x="3040063" y="2728913"/>
          <p14:tracePt t="26925" x="3084513" y="2728913"/>
          <p14:tracePt t="26942" x="3113088" y="2743200"/>
          <p14:tracePt t="26958" x="3127375" y="2743200"/>
          <p14:tracePt t="26975" x="3135313" y="2743200"/>
          <p14:tracePt t="27008" x="3135313" y="2751138"/>
          <p14:tracePt t="27025" x="3141663" y="2757488"/>
          <p14:tracePt t="27042" x="3149600" y="2771775"/>
          <p14:tracePt t="27058" x="3163888" y="2786063"/>
          <p14:tracePt t="27076" x="3163888" y="2816225"/>
          <p14:tracePt t="27092" x="3163888" y="2830513"/>
          <p14:tracePt t="27108" x="3163888" y="2859088"/>
          <p14:tracePt t="27125" x="3163888" y="2873375"/>
          <p14:tracePt t="27141" x="3157538" y="2909888"/>
          <p14:tracePt t="27158" x="3135313" y="2960688"/>
          <p14:tracePt t="27175" x="3113088" y="2989263"/>
          <p14:tracePt t="27192" x="3106738" y="3011488"/>
          <p14:tracePt t="27208" x="3098800" y="3025775"/>
          <p14:tracePt t="27225" x="3090863" y="3033713"/>
          <p14:tracePt t="27242" x="3084513" y="3048000"/>
          <p14:tracePt t="27259" x="3084513" y="3055938"/>
          <p14:tracePt t="27276" x="3076575" y="3062288"/>
          <p14:tracePt t="27292" x="3062288" y="3090863"/>
          <p14:tracePt t="27308" x="3055938" y="3098800"/>
          <p14:tracePt t="27325" x="3055938" y="3106738"/>
          <p14:tracePt t="27342" x="3033713" y="3135313"/>
          <p14:tracePt t="27358" x="3025775" y="3141663"/>
          <p14:tracePt t="27375" x="3005138" y="3163888"/>
          <p14:tracePt t="27392" x="2989263" y="3186113"/>
          <p14:tracePt t="27409" x="2982913" y="3186113"/>
          <p14:tracePt t="27425" x="2982913" y="3192463"/>
          <p14:tracePt t="27442" x="2974975" y="3208338"/>
          <p14:tracePt t="27458" x="2968625" y="3208338"/>
          <p14:tracePt t="27476" x="2954338" y="3222625"/>
          <p14:tracePt t="27492" x="2946400" y="3236913"/>
          <p14:tracePt t="27527" x="2946400" y="3243263"/>
          <p14:tracePt t="27542" x="2946400" y="3251200"/>
          <p14:tracePt t="27597" x="2946400" y="3259138"/>
          <p14:tracePt t="27606" x="2946400" y="3265488"/>
          <p14:tracePt t="27622" x="2946400" y="3273425"/>
          <p14:tracePt t="27646" x="2946400" y="3279775"/>
          <p14:tracePt t="27653" x="2946400" y="3287713"/>
          <p14:tracePt t="27670" x="2946400" y="3294063"/>
          <p14:tracePt t="27694" x="2946400" y="3302000"/>
          <p14:tracePt t="27701" x="2946400" y="3309938"/>
          <p14:tracePt t="27710" x="2946400" y="3316288"/>
          <p14:tracePt t="27726" x="2946400" y="3324225"/>
          <p14:tracePt t="27742" x="2946400" y="3338513"/>
          <p14:tracePt t="27759" x="2932113" y="3360738"/>
          <p14:tracePt t="27776" x="2924175" y="3367088"/>
          <p14:tracePt t="27792" x="2917825" y="3389313"/>
          <p14:tracePt t="27809" x="2903538" y="3403600"/>
          <p14:tracePt t="27825" x="2887663" y="3417888"/>
          <p14:tracePt t="27844" x="2867025" y="3432175"/>
          <p14:tracePt t="27859" x="2867025" y="3440113"/>
          <p14:tracePt t="27876" x="2844800" y="3454400"/>
          <p14:tracePt t="27892" x="2816225" y="3462338"/>
          <p14:tracePt t="27909" x="2786063" y="3482975"/>
          <p14:tracePt t="27925" x="2779713" y="3482975"/>
          <p14:tracePt t="27942" x="2765425" y="3482975"/>
          <p14:tracePt t="27958" x="2751138" y="3490913"/>
          <p14:tracePt t="28045" x="2743200" y="3490913"/>
          <p14:tracePt t="28065" x="2735263" y="3505200"/>
          <p14:tracePt t="28073" x="2728913" y="3505200"/>
          <p14:tracePt t="28081" x="2720975" y="3505200"/>
          <p14:tracePt t="28092" x="2706688" y="3519488"/>
          <p14:tracePt t="28109" x="2678113" y="3533775"/>
          <p14:tracePt t="28116" x="2649538" y="3541713"/>
          <p14:tracePt t="28126" x="2627313" y="3548063"/>
          <p14:tracePt t="28142" x="2525713" y="3563938"/>
          <p14:tracePt t="28159" x="2416175" y="3570288"/>
          <p14:tracePt t="28175" x="2336800" y="3578225"/>
          <p14:tracePt t="28192" x="2263775" y="3592513"/>
          <p14:tracePt t="28209" x="2206625" y="3592513"/>
          <p14:tracePt t="28225" x="2155825" y="3592513"/>
          <p14:tracePt t="28242" x="2105025" y="3592513"/>
          <p14:tracePt t="28261" x="2003425" y="3592513"/>
          <p14:tracePt t="28278" x="1930400" y="3592513"/>
          <p14:tracePt t="28292" x="1871663" y="3592513"/>
          <p14:tracePt t="28309" x="1828800" y="3592513"/>
          <p14:tracePt t="28326" x="1792288" y="3592513"/>
          <p14:tracePt t="28342" x="1770063" y="3592513"/>
          <p14:tracePt t="28359" x="1741488" y="3592513"/>
          <p14:tracePt t="28376" x="1704975" y="3592513"/>
          <p14:tracePt t="28392" x="1684338" y="3584575"/>
          <p14:tracePt t="28409" x="1647825" y="3578225"/>
          <p14:tracePt t="28426" x="1633538" y="3570288"/>
          <p14:tracePt t="28442" x="1617663" y="3563938"/>
          <p14:tracePt t="28459" x="1597025" y="3563938"/>
          <p14:tracePt t="28476" x="1574800" y="3556000"/>
          <p14:tracePt t="28493" x="1552575" y="3548063"/>
          <p14:tracePt t="28509" x="1538288" y="3548063"/>
          <p14:tracePt t="28526" x="1524000" y="3548063"/>
          <p14:tracePt t="28542" x="1501775" y="3548063"/>
          <p14:tracePt t="28559" x="1473200" y="3548063"/>
          <p14:tracePt t="28575" x="1430338" y="3548063"/>
          <p14:tracePt t="28592" x="1393825" y="3548063"/>
          <p14:tracePt t="28609" x="1349375" y="3548063"/>
          <p14:tracePt t="28614" x="1328738" y="3548063"/>
          <p14:tracePt t="28625" x="1320800" y="3548063"/>
          <p14:tracePt t="28642" x="1298575" y="3541713"/>
          <p14:tracePt t="28659" x="1292225" y="3541713"/>
          <p14:tracePt t="28675" x="1277938" y="3527425"/>
          <p14:tracePt t="28692" x="1270000" y="3505200"/>
          <p14:tracePt t="28709" x="1255713" y="3476625"/>
          <p14:tracePt t="28725" x="1247775" y="3446463"/>
          <p14:tracePt t="28742" x="1241425" y="3432175"/>
          <p14:tracePt t="28759" x="1241425" y="3417888"/>
          <p14:tracePt t="28775" x="1241425" y="3403600"/>
          <p14:tracePt t="28792" x="1241425" y="3389313"/>
          <p14:tracePt t="28809" x="1241425" y="3375025"/>
          <p14:tracePt t="28825" x="1241425" y="3352800"/>
          <p14:tracePt t="28842" x="1241425" y="3338513"/>
          <p14:tracePt t="28859" x="1241425" y="3316288"/>
          <p14:tracePt t="28877" x="1277938" y="3273425"/>
          <p14:tracePt t="28893" x="1292225" y="3251200"/>
          <p14:tracePt t="28909" x="1320800" y="3236913"/>
          <p14:tracePt t="28926" x="1343025" y="3222625"/>
          <p14:tracePt t="28943" x="1385888" y="3208338"/>
          <p14:tracePt t="28959" x="1430338" y="3200400"/>
          <p14:tracePt t="28976" x="1495425" y="3186113"/>
          <p14:tracePt t="28992" x="1582738" y="3186113"/>
          <p14:tracePt t="29009" x="1690688" y="3186113"/>
          <p14:tracePt t="29026" x="1814513" y="3186113"/>
          <p14:tracePt t="29043" x="1952625" y="3186113"/>
          <p14:tracePt t="29061" x="2141538" y="3186113"/>
          <p14:tracePt t="29076" x="2198688" y="3186113"/>
          <p14:tracePt t="29092" x="2373313" y="3208338"/>
          <p14:tracePt t="29109" x="2460625" y="3214688"/>
          <p14:tracePt t="29117" x="2489200" y="3222625"/>
          <p14:tracePt t="29129" x="2540000" y="3236913"/>
          <p14:tracePt t="29143" x="2598738" y="3243263"/>
          <p14:tracePt t="29160" x="2627313" y="3243263"/>
          <p14:tracePt t="29176" x="2627313" y="3251200"/>
          <p14:tracePt t="29208" x="2633663" y="3251200"/>
          <p14:tracePt t="29224" x="2641600" y="3265488"/>
          <p14:tracePt t="29240" x="2641600" y="3273425"/>
          <p14:tracePt t="29252" x="2663825" y="3294063"/>
          <p14:tracePt t="29261" x="2663825" y="3302000"/>
          <p14:tracePt t="29276" x="2670175" y="3316288"/>
          <p14:tracePt t="29292" x="2670175" y="3330575"/>
          <p14:tracePt t="29309" x="2678113" y="3352800"/>
          <p14:tracePt t="29326" x="2678113" y="3375025"/>
          <p14:tracePt t="29342" x="2678113" y="3395663"/>
          <p14:tracePt t="29359" x="2655888" y="3440113"/>
          <p14:tracePt t="29375" x="2641600" y="3462338"/>
          <p14:tracePt t="29392" x="2619375" y="3490913"/>
          <p14:tracePt t="29409" x="2619375" y="3513138"/>
          <p14:tracePt t="29425" x="2605088" y="3527425"/>
          <p14:tracePt t="29442" x="2590800" y="3541713"/>
          <p14:tracePt t="29459" x="2576513" y="3548063"/>
          <p14:tracePt t="29475" x="2562225" y="3563938"/>
          <p14:tracePt t="29492" x="2532063" y="3570288"/>
          <p14:tracePt t="29509" x="2517775" y="3584575"/>
          <p14:tracePt t="29526" x="2489200" y="3592513"/>
          <p14:tracePt t="29542" x="2466975" y="3598863"/>
          <p14:tracePt t="29559" x="2452688" y="3606800"/>
          <p14:tracePt t="29576" x="2430463" y="3614738"/>
          <p14:tracePt t="29592" x="2416175" y="3614738"/>
          <p14:tracePt t="29609" x="2401888" y="3614738"/>
          <p14:tracePt t="29612" x="2395538" y="3614738"/>
          <p14:tracePt t="29625" x="2387600" y="3614738"/>
          <p14:tracePt t="29642" x="2359025" y="3614738"/>
          <p14:tracePt t="29659" x="2336800" y="3614738"/>
          <p14:tracePt t="29676" x="2314575" y="3614738"/>
          <p14:tracePt t="29692" x="2300288" y="3614738"/>
          <p14:tracePt t="29709" x="2293938" y="3614738"/>
          <p14:tracePt t="30097" x="2263775" y="3614738"/>
          <p14:tracePt t="30108" x="2119313" y="3614738"/>
          <p14:tracePt t="30117" x="2017713" y="3570288"/>
          <p14:tracePt t="30128" x="1887538" y="3513138"/>
          <p14:tracePt t="30143" x="1879600" y="3505200"/>
          <p14:tracePt t="30642" x="1871663" y="3505200"/>
          <p14:tracePt t="30665" x="1865313" y="3505200"/>
          <p14:tracePt t="30675" x="1857375" y="3505200"/>
          <p14:tracePt t="30688" x="1851025" y="3505200"/>
          <p14:tracePt t="30697" x="1843088" y="3505200"/>
          <p14:tracePt t="30710" x="1836738" y="3505200"/>
          <p14:tracePt t="30727" x="1820863" y="3505200"/>
          <p14:tracePt t="30743" x="1814513" y="3505200"/>
          <p14:tracePt t="30759" x="1800225" y="3505200"/>
          <p14:tracePt t="30798" x="1792288" y="3505200"/>
          <p14:tracePt t="30823" x="1785938" y="3505200"/>
          <p14:tracePt t="30839" x="1778000" y="3513138"/>
          <p14:tracePt t="31336" x="1770063" y="3519488"/>
          <p14:tracePt t="31342" x="1763713" y="3527425"/>
          <p14:tracePt t="31349" x="1749425" y="3541713"/>
          <p14:tracePt t="31366" x="1741488" y="3548063"/>
          <p14:tracePt t="31376" x="1735138" y="3563938"/>
          <p14:tracePt t="31393" x="1712913" y="3592513"/>
          <p14:tracePt t="31410" x="1690688" y="3614738"/>
          <p14:tracePt t="31426" x="1668463" y="3665538"/>
          <p14:tracePt t="31444" x="1633538" y="3730625"/>
          <p14:tracePt t="31459" x="1611313" y="3781425"/>
          <p14:tracePt t="31478" x="1603375" y="3810000"/>
          <p14:tracePt t="31493" x="1589088" y="3832225"/>
          <p14:tracePt t="31510" x="1582738" y="3852863"/>
          <p14:tracePt t="31527" x="1574800" y="3868738"/>
          <p14:tracePt t="31543" x="1560513" y="3889375"/>
          <p14:tracePt t="31560" x="1538288" y="3919538"/>
          <p14:tracePt t="31576" x="1516063" y="3948113"/>
          <p14:tracePt t="31594" x="1458913" y="3998913"/>
          <p14:tracePt t="31610" x="1400175" y="4013200"/>
          <p14:tracePt t="31614" x="1379538" y="4027488"/>
          <p14:tracePt t="31627" x="1343025" y="4041775"/>
          <p14:tracePt t="31643" x="1277938" y="4078288"/>
          <p14:tracePt t="31660" x="1196975" y="4106863"/>
          <p14:tracePt t="31676" x="1160463" y="4122738"/>
          <p14:tracePt t="31693" x="1125538" y="4129088"/>
          <p14:tracePt t="31710" x="1103313" y="4137025"/>
          <p14:tracePt t="31727" x="1089025" y="4137025"/>
          <p14:tracePt t="31743" x="1066800" y="4137025"/>
          <p14:tracePt t="31760" x="1044575" y="4137025"/>
          <p14:tracePt t="31777" x="1016000" y="4137025"/>
          <p14:tracePt t="31793" x="993775" y="4151313"/>
          <p14:tracePt t="31810" x="973138" y="4157663"/>
          <p14:tracePt t="31827" x="965200" y="4165600"/>
          <p14:tracePt t="31843" x="957263" y="4173538"/>
          <p14:tracePt t="31860" x="950913" y="4173538"/>
          <p14:tracePt t="31878" x="942975" y="4173538"/>
          <p14:tracePt t="32014" x="936625" y="4173538"/>
          <p14:tracePt t="32038" x="928688" y="4173538"/>
          <p14:tracePt t="32615" x="922338" y="4173538"/>
          <p14:tracePt t="32622" x="914400" y="4173538"/>
          <p14:tracePt t="32783" x="906463" y="4173538"/>
          <p14:tracePt t="32830" x="900113" y="4165600"/>
          <p14:tracePt t="32863" x="900113" y="4157663"/>
          <p14:tracePt t="32878" x="885825" y="4151313"/>
          <p14:tracePt t="32910" x="877888" y="4151313"/>
          <p14:tracePt t="32917" x="877888" y="4143375"/>
          <p14:tracePt t="32927" x="871538" y="4137025"/>
          <p14:tracePt t="32944" x="855663" y="4129088"/>
          <p14:tracePt t="32960" x="855663" y="4114800"/>
          <p14:tracePt t="32978" x="841375" y="4106863"/>
          <p14:tracePt t="32994" x="835025" y="4092575"/>
          <p14:tracePt t="33011" x="812800" y="4071938"/>
          <p14:tracePt t="33027" x="798513" y="4056063"/>
          <p14:tracePt t="33044" x="769938" y="4027488"/>
          <p14:tracePt t="33061" x="747713" y="4005263"/>
          <p14:tracePt t="33077" x="739775" y="4005263"/>
          <p14:tracePt t="33094" x="725488" y="3998913"/>
          <p14:tracePt t="33110" x="719138" y="3984625"/>
          <p14:tracePt t="33127" x="711200" y="3976688"/>
          <p14:tracePt t="33144" x="696913" y="3948113"/>
          <p14:tracePt t="33160" x="682625" y="3919538"/>
          <p14:tracePt t="33177" x="660400" y="3889375"/>
          <p14:tracePt t="33193" x="646113" y="3846513"/>
          <p14:tracePt t="33210" x="638175" y="3832225"/>
          <p14:tracePt t="33227" x="623888" y="3824288"/>
          <p14:tracePt t="33243" x="623888" y="3810000"/>
          <p14:tracePt t="33260" x="617538" y="3802063"/>
          <p14:tracePt t="33318" x="617538" y="3795713"/>
          <p14:tracePt t="33334" x="617538" y="3787775"/>
          <p14:tracePt t="33342" x="617538" y="3781425"/>
          <p14:tracePt t="33366" x="617538" y="3773488"/>
          <p14:tracePt t="33422" x="617538" y="3767138"/>
          <p14:tracePt t="33447" x="617538" y="3759200"/>
          <p14:tracePt t="33464" x="623888" y="3744913"/>
          <p14:tracePt t="33486" x="631825" y="3744913"/>
          <p14:tracePt t="33495" x="638175" y="3736975"/>
          <p14:tracePt t="33501" x="646113" y="3736975"/>
          <p14:tracePt t="33510" x="660400" y="3722688"/>
          <p14:tracePt t="33527" x="696913" y="3722688"/>
          <p14:tracePt t="33544" x="739775" y="3716338"/>
          <p14:tracePt t="33560" x="784225" y="3694113"/>
          <p14:tracePt t="33577" x="841375" y="3686175"/>
          <p14:tracePt t="33593" x="928688" y="3679825"/>
          <p14:tracePt t="33610" x="1008063" y="3665538"/>
          <p14:tracePt t="33614" x="1066800" y="3657600"/>
          <p14:tracePt t="33627" x="1103313" y="3657600"/>
          <p14:tracePt t="33643" x="1219200" y="3643313"/>
          <p14:tracePt t="33660" x="1284288" y="3629025"/>
          <p14:tracePt t="33677" x="1335088" y="3621088"/>
          <p14:tracePt t="33694" x="1400175" y="3621088"/>
          <p14:tracePt t="33712" x="1450975" y="3621088"/>
          <p14:tracePt t="33727" x="1501775" y="3621088"/>
          <p14:tracePt t="33743" x="1546225" y="3614738"/>
          <p14:tracePt t="33760" x="1597025" y="3614738"/>
          <p14:tracePt t="33777" x="1625600" y="3606800"/>
          <p14:tracePt t="33793" x="1662113" y="3606800"/>
          <p14:tracePt t="33810" x="1698625" y="3606800"/>
          <p14:tracePt t="33827" x="1785938" y="3606800"/>
          <p14:tracePt t="33843" x="1836738" y="3606800"/>
          <p14:tracePt t="33860" x="1887538" y="3606800"/>
          <p14:tracePt t="33877" x="1930400" y="3606800"/>
          <p14:tracePt t="33893" x="1981200" y="3606800"/>
          <p14:tracePt t="33910" x="2024063" y="3606800"/>
          <p14:tracePt t="33927" x="2105025" y="3606800"/>
          <p14:tracePt t="33943" x="2198688" y="3606800"/>
          <p14:tracePt t="33961" x="2278063" y="3606800"/>
          <p14:tracePt t="33977" x="2336800" y="3629025"/>
          <p14:tracePt t="33994" x="2387600" y="3635375"/>
          <p14:tracePt t="34010" x="2416175" y="3635375"/>
          <p14:tracePt t="34027" x="2460625" y="3643313"/>
          <p14:tracePt t="34044" x="2497138" y="3649663"/>
          <p14:tracePt t="34060" x="2532063" y="3657600"/>
          <p14:tracePt t="34077" x="2562225" y="3665538"/>
          <p14:tracePt t="34094" x="2598738" y="3679825"/>
          <p14:tracePt t="34110" x="2619375" y="3679825"/>
          <p14:tracePt t="34127" x="2649538" y="3686175"/>
          <p14:tracePt t="34144" x="2663825" y="3694113"/>
          <p14:tracePt t="34160" x="2692400" y="3708400"/>
          <p14:tracePt t="34177" x="2700338" y="3708400"/>
          <p14:tracePt t="34194" x="2706688" y="3716338"/>
          <p14:tracePt t="34210" x="2720975" y="3716338"/>
          <p14:tracePt t="34227" x="2728913" y="3716338"/>
          <p14:tracePt t="34262" x="2735263" y="3716338"/>
          <p14:tracePt t="34277" x="2743200" y="3722688"/>
          <p14:tracePt t="34309" x="2751138" y="3722688"/>
          <p14:tracePt t="34462" x="2751138" y="3730625"/>
          <p14:tracePt t="34501" x="2757488" y="3736975"/>
          <p14:tracePt t="34517" x="2765425" y="3736975"/>
          <p14:tracePt t="34542" x="2765425" y="3744913"/>
          <p14:tracePt t="34549" x="2771775" y="3744913"/>
          <p14:tracePt t="34560" x="2771775" y="3751263"/>
          <p14:tracePt t="34589" x="2779713" y="3751263"/>
          <p14:tracePt t="34606" x="2786063" y="3759200"/>
          <p14:tracePt t="34613" x="2794000" y="3773488"/>
          <p14:tracePt t="34637" x="2794000" y="3781425"/>
          <p14:tracePt t="34662" x="2794000" y="3787775"/>
          <p14:tracePt t="34669" x="2801938" y="3795713"/>
          <p14:tracePt t="34862" x="2801938" y="3810000"/>
          <p14:tracePt t="35069" x="2801938" y="3817938"/>
          <p14:tracePt t="35110" x="2801938" y="3832225"/>
          <p14:tracePt t="35158" x="2801938" y="3838575"/>
          <p14:tracePt t="35197" x="2801938" y="3846513"/>
          <p14:tracePt t="35213" x="2786063" y="3852863"/>
          <p14:tracePt t="35221" x="2779713" y="3852863"/>
          <p14:tracePt t="35229" x="2765425" y="3860800"/>
          <p14:tracePt t="35244" x="2714625" y="3868738"/>
          <p14:tracePt t="35261" x="2692400" y="3868738"/>
          <p14:tracePt t="35277" x="2663825" y="3883025"/>
          <p14:tracePt t="35294" x="2633663" y="3883025"/>
          <p14:tracePt t="35311" x="2613025" y="3889375"/>
          <p14:tracePt t="35327" x="2576513" y="3897313"/>
          <p14:tracePt t="35344" x="2517775" y="3903663"/>
          <p14:tracePt t="35361" x="2424113" y="3919538"/>
          <p14:tracePt t="35377" x="2328863" y="3933825"/>
          <p14:tracePt t="35394" x="2243138" y="3948113"/>
          <p14:tracePt t="35411" x="2176463" y="3962400"/>
          <p14:tracePt t="35428" x="2082800" y="3976688"/>
          <p14:tracePt t="35444" x="2024063" y="3984625"/>
          <p14:tracePt t="35461" x="1966913" y="3990975"/>
          <p14:tracePt t="35478" x="1908175" y="3998913"/>
          <p14:tracePt t="35494" x="1836738" y="3998913"/>
          <p14:tracePt t="35511" x="1785938" y="3998913"/>
          <p14:tracePt t="35527" x="1741488" y="3998913"/>
          <p14:tracePt t="35544" x="1712913" y="3998913"/>
          <p14:tracePt t="35561" x="1684338" y="3998913"/>
          <p14:tracePt t="35577" x="1654175" y="3998913"/>
          <p14:tracePt t="35594" x="1625600" y="3998913"/>
          <p14:tracePt t="35611" x="1603375" y="3998913"/>
          <p14:tracePt t="35614" x="1582738" y="3998913"/>
          <p14:tracePt t="35628" x="1552575" y="3998913"/>
          <p14:tracePt t="35644" x="1531938" y="3998913"/>
          <p14:tracePt t="35661" x="1487488" y="3998913"/>
          <p14:tracePt t="35677" x="1450975" y="3998913"/>
          <p14:tracePt t="35694" x="1422400" y="3998913"/>
          <p14:tracePt t="35711" x="1379538" y="3998913"/>
          <p14:tracePt t="35728" x="1349375" y="3998913"/>
          <p14:tracePt t="35744" x="1320800" y="3998913"/>
          <p14:tracePt t="35761" x="1284288" y="3998913"/>
          <p14:tracePt t="35778" x="1227138" y="3998913"/>
          <p14:tracePt t="35794" x="1182688" y="3998913"/>
          <p14:tracePt t="35811" x="1131888" y="3998913"/>
          <p14:tracePt t="35828" x="1089025" y="3998913"/>
          <p14:tracePt t="35844" x="1066800" y="3998913"/>
          <p14:tracePt t="35861" x="1052513" y="3998913"/>
          <p14:tracePt t="35878" x="1044575" y="3998913"/>
          <p14:tracePt t="35894" x="1030288" y="3998913"/>
          <p14:tracePt t="35933" x="1016000" y="4005263"/>
          <p14:tracePt t="36270" x="1008063" y="4005263"/>
          <p14:tracePt t="36277" x="993775" y="4005263"/>
          <p14:tracePt t="36285" x="979488" y="4005263"/>
          <p14:tracePt t="36294" x="965200" y="4013200"/>
          <p14:tracePt t="36311" x="942975" y="4013200"/>
          <p14:tracePt t="36328" x="906463" y="4013200"/>
          <p14:tracePt t="36344" x="871538" y="4013200"/>
          <p14:tracePt t="36361" x="820738" y="4013200"/>
          <p14:tracePt t="36378" x="762000" y="3998913"/>
          <p14:tracePt t="36394" x="733425" y="3984625"/>
          <p14:tracePt t="36411" x="719138" y="3976688"/>
          <p14:tracePt t="36428" x="711200" y="3970338"/>
          <p14:tracePt t="36444" x="696913" y="3962400"/>
          <p14:tracePt t="36462" x="688975" y="3954463"/>
          <p14:tracePt t="36494" x="674688" y="3940175"/>
          <p14:tracePt t="36528" x="668338" y="3933825"/>
          <p14:tracePt t="36544" x="668338" y="3925888"/>
          <p14:tracePt t="36565" x="668338" y="3919538"/>
          <p14:tracePt t="36613" x="660400" y="3919538"/>
          <p14:tracePt t="36669" x="660400" y="3911600"/>
          <p14:tracePt t="36717" x="652463" y="3903663"/>
          <p14:tracePt t="36781" x="652463" y="3889375"/>
          <p14:tracePt t="36805" x="660400" y="3883025"/>
          <p14:tracePt t="36822" x="674688" y="3868738"/>
          <p14:tracePt t="36838" x="696913" y="3860800"/>
          <p14:tracePt t="36845" x="711200" y="3846513"/>
          <p14:tracePt t="36853" x="725488" y="3838575"/>
          <p14:tracePt t="36861" x="747713" y="3824288"/>
          <p14:tracePt t="36878" x="812800" y="3787775"/>
          <p14:tracePt t="36894" x="863600" y="3744913"/>
          <p14:tracePt t="36911" x="928688" y="3716338"/>
          <p14:tracePt t="36928" x="1038225" y="3686175"/>
          <p14:tracePt t="36944" x="1131888" y="3657600"/>
          <p14:tracePt t="36962" x="1219200" y="3635375"/>
          <p14:tracePt t="36978" x="1306513" y="3621088"/>
          <p14:tracePt t="36994" x="1385888" y="3614738"/>
          <p14:tracePt t="37011" x="1552575" y="3614738"/>
          <p14:tracePt t="37028" x="1647825" y="3614738"/>
          <p14:tracePt t="37045" x="1749425" y="3614738"/>
          <p14:tracePt t="37061" x="1843088" y="3629025"/>
          <p14:tracePt t="37078" x="1958975" y="3657600"/>
          <p14:tracePt t="37094" x="2068513" y="3686175"/>
          <p14:tracePt t="37111" x="2198688" y="3722688"/>
          <p14:tracePt t="37128" x="2308225" y="3759200"/>
          <p14:tracePt t="37145" x="2401888" y="3781425"/>
          <p14:tracePt t="37161" x="2460625" y="3802063"/>
          <p14:tracePt t="37178" x="2511425" y="3810000"/>
          <p14:tracePt t="37194" x="2562225" y="3817938"/>
          <p14:tracePt t="37212" x="2641600" y="3838575"/>
          <p14:tracePt t="37228" x="2684463" y="3846513"/>
          <p14:tracePt t="37245" x="2720975" y="3852863"/>
          <p14:tracePt t="37261" x="2765425" y="3860800"/>
          <p14:tracePt t="37278" x="2786063" y="3860800"/>
          <p14:tracePt t="37295" x="2808288" y="3860800"/>
          <p14:tracePt t="37311" x="2836863" y="3868738"/>
          <p14:tracePt t="37328" x="2859088" y="3868738"/>
          <p14:tracePt t="37345" x="2887663" y="3868738"/>
          <p14:tracePt t="37361" x="2903538" y="3883025"/>
          <p14:tracePt t="37378" x="2917825" y="3883025"/>
          <p14:tracePt t="37395" x="2924175" y="3883025"/>
          <p14:tracePt t="37411" x="2932113" y="3883025"/>
          <p14:tracePt t="38310" x="2932113" y="3889375"/>
          <p14:tracePt t="38316" x="2917825" y="3897313"/>
          <p14:tracePt t="38328" x="2909888" y="3903663"/>
          <p14:tracePt t="38345" x="2852738" y="3933825"/>
          <p14:tracePt t="38362" x="2794000" y="3970338"/>
          <p14:tracePt t="38378" x="2735263" y="3998913"/>
          <p14:tracePt t="38395" x="2663825" y="4041775"/>
          <p14:tracePt t="38412" x="2540000" y="4078288"/>
          <p14:tracePt t="38428" x="2416175" y="4092575"/>
          <p14:tracePt t="38445" x="2336800" y="4114800"/>
          <p14:tracePt t="38462" x="2263775" y="4114800"/>
          <p14:tracePt t="38478" x="2206625" y="4122738"/>
          <p14:tracePt t="38495" x="2155825" y="4122738"/>
          <p14:tracePt t="38512" x="2111375" y="4122738"/>
          <p14:tracePt t="38528" x="2082800" y="4122738"/>
          <p14:tracePt t="38545" x="2054225" y="4122738"/>
          <p14:tracePt t="38562" x="2046288" y="4122738"/>
          <p14:tracePt t="38595" x="2024063" y="4122738"/>
          <p14:tracePt t="38612" x="1995488" y="4114800"/>
          <p14:tracePt t="38628" x="1944688" y="4106863"/>
          <p14:tracePt t="38645" x="1893888" y="4086225"/>
          <p14:tracePt t="38662" x="1871663" y="4078288"/>
          <p14:tracePt t="38678" x="1851025" y="4078288"/>
          <p14:tracePt t="38695" x="1843088" y="4071938"/>
          <p14:tracePt t="38712" x="1820863" y="4064000"/>
          <p14:tracePt t="38728" x="1800225" y="4049713"/>
          <p14:tracePt t="38745" x="1763713" y="4049713"/>
          <p14:tracePt t="38762" x="1735138" y="4035425"/>
          <p14:tracePt t="38779" x="1704975" y="4035425"/>
          <p14:tracePt t="38795" x="1647825" y="4027488"/>
          <p14:tracePt t="38812" x="1611313" y="4027488"/>
          <p14:tracePt t="38828" x="1574800" y="4027488"/>
          <p14:tracePt t="38845" x="1524000" y="4027488"/>
          <p14:tracePt t="38862" x="1481138" y="4027488"/>
          <p14:tracePt t="38878" x="1444625" y="4027488"/>
          <p14:tracePt t="38895" x="1414463" y="4027488"/>
          <p14:tracePt t="38912" x="1385888" y="4027488"/>
          <p14:tracePt t="38928" x="1363663" y="4035425"/>
          <p14:tracePt t="38945" x="1335088" y="4041775"/>
          <p14:tracePt t="38962" x="1298575" y="4056063"/>
          <p14:tracePt t="38978" x="1284288" y="4056063"/>
          <p14:tracePt t="38995" x="1262063" y="4064000"/>
          <p14:tracePt t="39012" x="1241425" y="4064000"/>
          <p14:tracePt t="39028" x="1227138" y="4064000"/>
          <p14:tracePt t="39045" x="1211263" y="4071938"/>
          <p14:tracePt t="39062" x="1196975" y="4071938"/>
          <p14:tracePt t="39079" x="1190625" y="4071938"/>
          <p14:tracePt t="39095" x="1182688" y="4071938"/>
          <p14:tracePt t="39112" x="1176338" y="4071938"/>
          <p14:tracePt t="39374" x="1160463" y="4071938"/>
          <p14:tracePt t="39381" x="1154113" y="4071938"/>
          <p14:tracePt t="39389" x="1146175" y="4071938"/>
          <p14:tracePt t="39397" x="1131888" y="4071938"/>
          <p14:tracePt t="39412" x="1117600" y="4071938"/>
          <p14:tracePt t="39429" x="1103313" y="4071938"/>
          <p14:tracePt t="39446" x="1081088" y="4071938"/>
          <p14:tracePt t="39462" x="1066800" y="4064000"/>
          <p14:tracePt t="39479" x="1058863" y="4064000"/>
          <p14:tracePt t="39512" x="1044575" y="4064000"/>
          <p14:tracePt t="39541" x="1038225" y="4064000"/>
          <p14:tracePt t="39565" x="1023938" y="4064000"/>
          <p14:tracePt t="39581" x="1016000" y="4064000"/>
          <p14:tracePt t="39588" x="1008063" y="4064000"/>
          <p14:tracePt t="39598" x="1001713" y="4064000"/>
          <p14:tracePt t="39613" x="993775" y="4064000"/>
          <p14:tracePt t="39629" x="979488" y="4071938"/>
          <p14:tracePt t="39645" x="965200" y="4078288"/>
          <p14:tracePt t="39662" x="957263" y="4078288"/>
          <p14:tracePt t="39679" x="942975" y="4086225"/>
          <p14:tracePt t="39695" x="936625" y="4086225"/>
          <p14:tracePt t="39712" x="928688" y="4086225"/>
          <p14:tracePt t="39729" x="922338" y="4092575"/>
          <p14:tracePt t="39745" x="906463" y="4106863"/>
          <p14:tracePt t="39762" x="892175" y="4114800"/>
          <p14:tracePt t="39779" x="871538" y="4137025"/>
          <p14:tracePt t="39795" x="849313" y="4179888"/>
          <p14:tracePt t="39812" x="841375" y="4208463"/>
          <p14:tracePt t="39829" x="827088" y="4244975"/>
          <p14:tracePt t="39845" x="798513" y="4295775"/>
          <p14:tracePt t="39862" x="798513" y="4332288"/>
          <p14:tracePt t="39879" x="784225" y="4368800"/>
          <p14:tracePt t="39895" x="776288" y="4397375"/>
          <p14:tracePt t="39912" x="776288" y="4427538"/>
          <p14:tracePt t="39929" x="769938" y="4448175"/>
          <p14:tracePt t="39945" x="769938" y="4462463"/>
          <p14:tracePt t="39962" x="769938" y="4478338"/>
          <p14:tracePt t="39979" x="769938" y="4498975"/>
          <p14:tracePt t="39996" x="769938" y="4521200"/>
          <p14:tracePt t="40012" x="769938" y="4535488"/>
          <p14:tracePt t="40029" x="776288" y="4543425"/>
          <p14:tracePt t="40045" x="790575" y="4557713"/>
          <p14:tracePt t="40062" x="798513" y="4564063"/>
          <p14:tracePt t="40079" x="812800" y="4572000"/>
          <p14:tracePt t="40095" x="835025" y="4579938"/>
          <p14:tracePt t="40112" x="871538" y="4586288"/>
          <p14:tracePt t="40129" x="950913" y="4594225"/>
          <p14:tracePt t="40146" x="1038225" y="4600575"/>
          <p14:tracePt t="40162" x="1125538" y="4600575"/>
          <p14:tracePt t="40179" x="1190625" y="4600575"/>
          <p14:tracePt t="40197" x="1227138" y="4600575"/>
          <p14:tracePt t="40212" x="1241425" y="4600575"/>
          <p14:tracePt t="40229" x="1255713" y="4600575"/>
          <p14:tracePt t="40246" x="1277938" y="4600575"/>
          <p14:tracePt t="40262" x="1298575" y="4600575"/>
          <p14:tracePt t="40279" x="1320800" y="4594225"/>
          <p14:tracePt t="40296" x="1335088" y="4586288"/>
          <p14:tracePt t="40313" x="1363663" y="4579938"/>
          <p14:tracePt t="40329" x="1379538" y="4572000"/>
          <p14:tracePt t="40346" x="1408113" y="4564063"/>
          <p14:tracePt t="40362" x="1436688" y="4564063"/>
          <p14:tracePt t="40379" x="1465263" y="4557713"/>
          <p14:tracePt t="40396" x="1516063" y="4549775"/>
          <p14:tracePt t="40413" x="1538288" y="4549775"/>
          <p14:tracePt t="40430" x="1566863" y="4549775"/>
          <p14:tracePt t="40446" x="1597025" y="4549775"/>
          <p14:tracePt t="40463" x="1639888" y="4535488"/>
          <p14:tracePt t="40480" x="1662113" y="4535488"/>
          <p14:tracePt t="40496" x="1676400" y="4529138"/>
          <p14:tracePt t="40513" x="1704975" y="4521200"/>
          <p14:tracePt t="40529" x="1749425" y="4513263"/>
          <p14:tracePt t="40547" x="1800225" y="4506913"/>
          <p14:tracePt t="40563" x="1857375" y="4506913"/>
          <p14:tracePt t="40580" x="1930400" y="4492625"/>
          <p14:tracePt t="40596" x="1966913" y="4484688"/>
          <p14:tracePt t="40613" x="2003425" y="4484688"/>
          <p14:tracePt t="40620" x="2024063" y="4484688"/>
          <p14:tracePt t="40631" x="2032000" y="4484688"/>
          <p14:tracePt t="40646" x="2068513" y="4484688"/>
          <p14:tracePt t="40663" x="2105025" y="4484688"/>
          <p14:tracePt t="40680" x="2133600" y="4484688"/>
          <p14:tracePt t="40697" x="2162175" y="4478338"/>
          <p14:tracePt t="40713" x="2198688" y="4462463"/>
          <p14:tracePt t="40729" x="2206625" y="4462463"/>
          <p14:tracePt t="40746" x="2249488" y="4456113"/>
          <p14:tracePt t="40763" x="2263775" y="4448175"/>
          <p14:tracePt t="40782" x="2308225" y="4427538"/>
          <p14:tracePt t="40796" x="2328863" y="4427538"/>
          <p14:tracePt t="40813" x="2336800" y="4411663"/>
          <p14:tracePt t="40830" x="2344738" y="4411663"/>
          <p14:tracePt t="40846" x="2351088" y="4411663"/>
          <p14:tracePt t="40863" x="2359025" y="4405313"/>
          <p14:tracePt t="40896" x="2379663" y="4397375"/>
          <p14:tracePt t="40913" x="2387600" y="4397375"/>
          <p14:tracePt t="40930" x="2401888" y="4383088"/>
          <p14:tracePt t="40960" x="2409825" y="4376738"/>
          <p14:tracePt t="40975" x="2430463" y="4368800"/>
          <p14:tracePt t="40992" x="2430463" y="4360863"/>
          <p14:tracePt t="41002" x="2446338" y="4360863"/>
          <p14:tracePt t="41016" x="2460625" y="4354513"/>
          <p14:tracePt t="41029" x="2474913" y="4346575"/>
          <p14:tracePt t="41046" x="2497138" y="4340225"/>
          <p14:tracePt t="41063" x="2503488" y="4340225"/>
          <p14:tracePt t="41079" x="2532063" y="4340225"/>
          <p14:tracePt t="41096" x="2576513" y="4340225"/>
          <p14:tracePt t="41113" x="2605088" y="4340225"/>
          <p14:tracePt t="41115" x="2619375" y="4340225"/>
          <p14:tracePt t="41129" x="2627313" y="4340225"/>
          <p14:tracePt t="41146" x="2655888" y="4340225"/>
          <p14:tracePt t="41163" x="2684463" y="4340225"/>
          <p14:tracePt t="41181" x="2720975" y="4340225"/>
          <p14:tracePt t="41198" x="2728913" y="4340225"/>
          <p14:tracePt t="41234" x="2735263" y="4340225"/>
          <p14:tracePt t="41282" x="2743200" y="4340225"/>
          <p14:tracePt t="41292" x="2765425" y="4346575"/>
          <p14:tracePt t="41301" x="2786063" y="4354513"/>
          <p14:tracePt t="41313" x="2801938" y="4354513"/>
          <p14:tracePt t="41329" x="2836863" y="4368800"/>
          <p14:tracePt t="41346" x="2887663" y="4376738"/>
          <p14:tracePt t="41363" x="2982913" y="4397375"/>
          <p14:tracePt t="41380" x="3070225" y="4397375"/>
          <p14:tracePt t="41396" x="3178175" y="4397375"/>
          <p14:tracePt t="41413" x="3208338" y="4397375"/>
          <p14:tracePt t="41429" x="3236913" y="4397375"/>
          <p14:tracePt t="41446" x="3259138" y="4397375"/>
          <p14:tracePt t="41463" x="3294063" y="4397375"/>
          <p14:tracePt t="41479" x="3360738" y="4411663"/>
          <p14:tracePt t="41496" x="3395663" y="4411663"/>
          <p14:tracePt t="41513" x="3417888" y="4411663"/>
          <p14:tracePt t="41530" x="3425825" y="4411663"/>
          <p14:tracePt t="41546" x="3440113" y="4411663"/>
          <p14:tracePt t="41563" x="3462338" y="4411663"/>
          <p14:tracePt t="41580" x="3533775" y="4411663"/>
          <p14:tracePt t="41596" x="3578225" y="4411663"/>
          <p14:tracePt t="41613" x="3614738" y="4411663"/>
          <p14:tracePt t="41629" x="3635375" y="4411663"/>
          <p14:tracePt t="41663" x="3649663" y="4411663"/>
          <p14:tracePt t="41680" x="3665538" y="4411663"/>
          <p14:tracePt t="41696" x="3700463" y="4411663"/>
          <p14:tracePt t="41713" x="3722688" y="4411663"/>
          <p14:tracePt t="41729" x="3736975" y="4411663"/>
          <p14:tracePt t="41747" x="3751263" y="4411663"/>
          <p14:tracePt t="41782" x="3759200" y="4411663"/>
          <p14:tracePt t="41796" x="3767138" y="4405313"/>
          <p14:tracePt t="41813" x="3773488" y="4405313"/>
          <p14:tracePt t="41950" x="3781425" y="4405313"/>
          <p14:tracePt t="41974" x="3787775" y="4405313"/>
          <p14:tracePt t="41990" x="3795713" y="4405313"/>
          <p14:tracePt t="42005" x="3810000" y="4405313"/>
          <p14:tracePt t="42014" x="3817938" y="4405313"/>
          <p14:tracePt t="42022" x="3824288" y="4405313"/>
          <p14:tracePt t="42029" x="3838575" y="4405313"/>
          <p14:tracePt t="42046" x="3846513" y="4405313"/>
          <p14:tracePt t="42063" x="3860800" y="4397375"/>
          <p14:tracePt t="42085" x="3868738" y="4397375"/>
          <p14:tracePt t="42789" x="3860800" y="4397375"/>
          <p14:tracePt t="42797" x="3846513" y="4397375"/>
          <p14:tracePt t="42813" x="3838575" y="4397375"/>
          <p14:tracePt t="42821" x="3832225" y="4397375"/>
          <p14:tracePt t="42829" x="3824288" y="4397375"/>
          <p14:tracePt t="42846" x="3810000" y="4397375"/>
          <p14:tracePt t="42863" x="3795713" y="4397375"/>
          <p14:tracePt t="42880" x="3767138" y="4405313"/>
          <p14:tracePt t="42896" x="3751263" y="4405313"/>
          <p14:tracePt t="42913" x="3730625" y="4405313"/>
          <p14:tracePt t="42930" x="3708400" y="4411663"/>
          <p14:tracePt t="42946" x="3679825" y="4411663"/>
          <p14:tracePt t="42964" x="3649663" y="4411663"/>
          <p14:tracePt t="42980" x="3614738" y="4427538"/>
          <p14:tracePt t="42996" x="3598863" y="4427538"/>
          <p14:tracePt t="43013" x="3578225" y="4427538"/>
          <p14:tracePt t="43030" x="3563938" y="4427538"/>
          <p14:tracePt t="43046" x="3533775" y="4433888"/>
          <p14:tracePt t="43063" x="3527425" y="4433888"/>
          <p14:tracePt t="43080" x="3505200" y="4433888"/>
          <p14:tracePt t="43096" x="3490913" y="4433888"/>
          <p14:tracePt t="43113" x="3482975" y="4433888"/>
          <p14:tracePt t="43133" x="3468688" y="4433888"/>
          <p14:tracePt t="43146" x="3462338" y="4433888"/>
          <p14:tracePt t="43165" x="3446463" y="4433888"/>
          <p14:tracePt t="43198" x="3440113" y="4433888"/>
          <p14:tracePt t="43221" x="3432175" y="4433888"/>
          <p14:tracePt t="43245" x="3425825" y="4419600"/>
          <p14:tracePt t="43261" x="3425825" y="4411663"/>
          <p14:tracePt t="43269" x="3425825" y="4405313"/>
          <p14:tracePt t="43280" x="3425825" y="4397375"/>
          <p14:tracePt t="43297" x="3417888" y="4368800"/>
          <p14:tracePt t="43313" x="3417888" y="4332288"/>
          <p14:tracePt t="43330" x="3417888" y="4289425"/>
          <p14:tracePt t="43346" x="3417888" y="4259263"/>
          <p14:tracePt t="43363" x="3417888" y="4238625"/>
          <p14:tracePt t="43380" x="3417888" y="4208463"/>
          <p14:tracePt t="43396" x="3432175" y="4194175"/>
          <p14:tracePt t="43413" x="3446463" y="4173538"/>
          <p14:tracePt t="43430" x="3468688" y="4157663"/>
          <p14:tracePt t="43446" x="3490913" y="4129088"/>
          <p14:tracePt t="43464" x="3513138" y="4122738"/>
          <p14:tracePt t="43480" x="3533775" y="4106863"/>
          <p14:tracePt t="43496" x="3563938" y="4092575"/>
          <p14:tracePt t="43513" x="3598863" y="4078288"/>
          <p14:tracePt t="43530" x="3629025" y="4064000"/>
          <p14:tracePt t="43546" x="3657600" y="4056063"/>
          <p14:tracePt t="43563" x="3694113" y="4056063"/>
          <p14:tracePt t="43580" x="3716338" y="4056063"/>
          <p14:tracePt t="43597" x="3744913" y="4049713"/>
          <p14:tracePt t="43613" x="3751263" y="4049713"/>
          <p14:tracePt t="43630" x="3773488" y="4064000"/>
          <p14:tracePt t="43646" x="3802063" y="4078288"/>
          <p14:tracePt t="43663" x="3817938" y="4100513"/>
          <p14:tracePt t="43680" x="3832225" y="4129088"/>
          <p14:tracePt t="43697" x="3838575" y="4143375"/>
          <p14:tracePt t="43714" x="3838575" y="4157663"/>
          <p14:tracePt t="43730" x="3838575" y="4179888"/>
          <p14:tracePt t="43747" x="3838575" y="4202113"/>
          <p14:tracePt t="43763" x="3838575" y="4224338"/>
          <p14:tracePt t="43780" x="3838575" y="4252913"/>
          <p14:tracePt t="43797" x="3832225" y="4281488"/>
          <p14:tracePt t="43813" x="3810000" y="4303713"/>
          <p14:tracePt t="43830" x="3767138" y="4346575"/>
          <p14:tracePt t="43847" x="3736975" y="4368800"/>
          <p14:tracePt t="43863" x="3700463" y="4397375"/>
          <p14:tracePt t="43880" x="3665538" y="4405313"/>
          <p14:tracePt t="43897" x="3629025" y="4427538"/>
          <p14:tracePt t="43913" x="3598863" y="4427538"/>
          <p14:tracePt t="43930" x="3563938" y="4441825"/>
          <p14:tracePt t="43948" x="3519488" y="4441825"/>
          <p14:tracePt t="43963" x="3476625" y="4441825"/>
          <p14:tracePt t="43980" x="3432175" y="4441825"/>
          <p14:tracePt t="43997" x="3389313" y="4441825"/>
          <p14:tracePt t="44013" x="3360738" y="4441825"/>
          <p14:tracePt t="44030" x="3330575" y="4441825"/>
          <p14:tracePt t="44047" x="3302000" y="4441825"/>
          <p14:tracePt t="44063" x="3279775" y="4433888"/>
          <p14:tracePt t="44080" x="3251200" y="4419600"/>
          <p14:tracePt t="44097" x="3228975" y="4411663"/>
          <p14:tracePt t="44113" x="3200400" y="4397375"/>
          <p14:tracePt t="44116" x="3192463" y="4397375"/>
          <p14:tracePt t="44130" x="3186113" y="4391025"/>
          <p14:tracePt t="44147" x="3149600" y="4368800"/>
          <p14:tracePt t="44163" x="3141663" y="4360863"/>
          <p14:tracePt t="44181" x="3121025" y="4346575"/>
          <p14:tracePt t="44197" x="3106738" y="4340225"/>
          <p14:tracePt t="44213" x="3098800" y="4325938"/>
          <p14:tracePt t="44230" x="3084513" y="4310063"/>
          <p14:tracePt t="44247" x="3076575" y="4295775"/>
          <p14:tracePt t="44263" x="3076575" y="4281488"/>
          <p14:tracePt t="44280" x="3062288" y="4267200"/>
          <p14:tracePt t="44297" x="3055938" y="4259263"/>
          <p14:tracePt t="44313" x="3055938" y="4244975"/>
          <p14:tracePt t="44330" x="3055938" y="4230688"/>
          <p14:tracePt t="44347" x="3055938" y="4216400"/>
          <p14:tracePt t="44363" x="3055938" y="4187825"/>
          <p14:tracePt t="44380" x="3062288" y="4157663"/>
          <p14:tracePt t="44397" x="3070225" y="4137025"/>
          <p14:tracePt t="44414" x="3098800" y="4106863"/>
          <p14:tracePt t="44430" x="3127375" y="4086225"/>
          <p14:tracePt t="44447" x="3163888" y="4071938"/>
          <p14:tracePt t="44464" x="3228975" y="4035425"/>
          <p14:tracePt t="44480" x="3279775" y="4021138"/>
          <p14:tracePt t="44497" x="3330575" y="3990975"/>
          <p14:tracePt t="44514" x="3389313" y="3984625"/>
          <p14:tracePt t="44530" x="3446463" y="3976688"/>
          <p14:tracePt t="44547" x="3505200" y="3954463"/>
          <p14:tracePt t="44563" x="3578225" y="3954463"/>
          <p14:tracePt t="44580" x="3635375" y="3962400"/>
          <p14:tracePt t="44597" x="3694113" y="3976688"/>
          <p14:tracePt t="44613" x="3751263" y="3990975"/>
          <p14:tracePt t="44630" x="3795713" y="4013200"/>
          <p14:tracePt t="44647" x="3838575" y="4041775"/>
          <p14:tracePt t="44664" x="3852863" y="4049713"/>
          <p14:tracePt t="44680" x="3875088" y="4064000"/>
          <p14:tracePt t="44697" x="3889375" y="4086225"/>
          <p14:tracePt t="44714" x="3925888" y="4129088"/>
          <p14:tracePt t="44730" x="3954463" y="4157663"/>
          <p14:tracePt t="44747" x="3998913" y="4208463"/>
          <p14:tracePt t="44764" x="4021138" y="4230688"/>
          <p14:tracePt t="44780" x="4021138" y="4252913"/>
          <p14:tracePt t="44797" x="4021138" y="4267200"/>
          <p14:tracePt t="44814" x="4035425" y="4295775"/>
          <p14:tracePt t="44830" x="4041775" y="4332288"/>
          <p14:tracePt t="44847" x="4041775" y="4368800"/>
          <p14:tracePt t="44864" x="4049713" y="4383088"/>
          <p14:tracePt t="44880" x="4049713" y="4397375"/>
          <p14:tracePt t="44897" x="4049713" y="4405313"/>
          <p14:tracePt t="44914" x="4049713" y="4411663"/>
          <p14:tracePt t="44930" x="4041775" y="4441825"/>
          <p14:tracePt t="44948" x="4013200" y="4478338"/>
          <p14:tracePt t="44964" x="3998913" y="4492625"/>
          <p14:tracePt t="44980" x="3970338" y="4506913"/>
          <p14:tracePt t="44997" x="3933825" y="4529138"/>
          <p14:tracePt t="45014" x="3903663" y="4535488"/>
          <p14:tracePt t="45030" x="3875088" y="4549775"/>
          <p14:tracePt t="45047" x="3838575" y="4557713"/>
          <p14:tracePt t="45064" x="3802063" y="4557713"/>
          <p14:tracePt t="45080" x="3767138" y="4572000"/>
          <p14:tracePt t="45097" x="3716338" y="4572000"/>
          <p14:tracePt t="45114" x="3665538" y="4572000"/>
          <p14:tracePt t="45116" x="3629025" y="4572000"/>
          <p14:tracePt t="45130" x="3598863" y="4572000"/>
          <p14:tracePt t="45147" x="3527425" y="4572000"/>
          <p14:tracePt t="45164" x="3490913" y="4572000"/>
          <p14:tracePt t="45180" x="3454400" y="4564063"/>
          <p14:tracePt t="45197" x="3432175" y="4564063"/>
          <p14:tracePt t="45214" x="3389313" y="4543425"/>
          <p14:tracePt t="45230" x="3360738" y="4535488"/>
          <p14:tracePt t="45247" x="3330575" y="4529138"/>
          <p14:tracePt t="45264" x="3302000" y="4513263"/>
          <p14:tracePt t="45280" x="3279775" y="4506913"/>
          <p14:tracePt t="45297" x="3251200" y="4492625"/>
          <p14:tracePt t="45314" x="3236913" y="4492625"/>
          <p14:tracePt t="45330" x="3228975" y="4484688"/>
          <p14:tracePt t="45347" x="3208338" y="4484688"/>
          <p14:tracePt t="45364" x="3178175" y="4470400"/>
          <p14:tracePt t="45380" x="3163888" y="4462463"/>
          <p14:tracePt t="45397" x="3149600" y="4456113"/>
          <p14:tracePt t="45414" x="3141663" y="4448175"/>
          <p14:tracePt t="45448" x="3121025" y="4441825"/>
          <p14:tracePt t="45465" x="3113088" y="4433888"/>
          <p14:tracePt t="45480" x="3106738" y="4427538"/>
          <p14:tracePt t="45497" x="3098800" y="4419600"/>
          <p14:tracePt t="45514" x="3084513" y="4411663"/>
          <p14:tracePt t="45531" x="3084513" y="4405313"/>
          <p14:tracePt t="45547" x="3076575" y="4405313"/>
          <p14:tracePt t="45565" x="3070225" y="4397375"/>
          <p14:tracePt t="45589" x="3062288" y="4397375"/>
          <p14:tracePt t="45597" x="3062288" y="4383088"/>
          <p14:tracePt t="45614" x="3055938" y="4376738"/>
          <p14:tracePt t="45630" x="3040063" y="4368800"/>
          <p14:tracePt t="45664" x="3033713" y="4354513"/>
          <p14:tracePt t="45697" x="3033713" y="4346575"/>
          <p14:tracePt t="45714" x="3033713" y="4340225"/>
          <p14:tracePt t="45731" x="3025775" y="4325938"/>
          <p14:tracePt t="45748" x="3025775" y="4318000"/>
          <p14:tracePt t="45764" x="3025775" y="4303713"/>
          <p14:tracePt t="45781" x="3025775" y="4289425"/>
          <p14:tracePt t="45797" x="3025775" y="4275138"/>
          <p14:tracePt t="45814" x="3033713" y="4244975"/>
          <p14:tracePt t="45831" x="3040063" y="4230688"/>
          <p14:tracePt t="45847" x="3062288" y="4208463"/>
          <p14:tracePt t="45864" x="3076575" y="4187825"/>
          <p14:tracePt t="45881" x="3098800" y="4165600"/>
          <p14:tracePt t="45897" x="3127375" y="4129088"/>
          <p14:tracePt t="45914" x="3171825" y="4106863"/>
          <p14:tracePt t="45930" x="3236913" y="4078288"/>
          <p14:tracePt t="45948" x="3330575" y="4041775"/>
          <p14:tracePt t="45964" x="3403600" y="4027488"/>
          <p14:tracePt t="45981" x="3446463" y="4013200"/>
          <p14:tracePt t="45997" x="3497263" y="3998913"/>
          <p14:tracePt t="46014" x="3563938" y="3990975"/>
          <p14:tracePt t="46031" x="3614738" y="3990975"/>
          <p14:tracePt t="46048" x="3694113" y="3990975"/>
          <p14:tracePt t="46064" x="3767138" y="3990975"/>
          <p14:tracePt t="46081" x="3810000" y="3990975"/>
          <p14:tracePt t="46097" x="3838575" y="3990975"/>
          <p14:tracePt t="46114" x="3860800" y="3990975"/>
          <p14:tracePt t="46117" x="3860800" y="3998913"/>
          <p14:tracePt t="46131" x="3868738" y="3998913"/>
          <p14:tracePt t="46147" x="3883025" y="4013200"/>
          <p14:tracePt t="46164" x="3897313" y="4049713"/>
          <p14:tracePt t="46181" x="3911600" y="4086225"/>
          <p14:tracePt t="46197" x="3919538" y="4114800"/>
          <p14:tracePt t="46214" x="3919538" y="4151313"/>
          <p14:tracePt t="46231" x="3919538" y="4187825"/>
          <p14:tracePt t="46247" x="3919538" y="4216400"/>
          <p14:tracePt t="46264" x="3919538" y="4238625"/>
          <p14:tracePt t="46281" x="3919538" y="4252913"/>
          <p14:tracePt t="46297" x="3925888" y="4275138"/>
          <p14:tracePt t="46331" x="3925888" y="4289425"/>
          <p14:tracePt t="46364" x="3933825" y="4289425"/>
          <p14:tracePt t="46982" x="3940175" y="4289425"/>
          <p14:tracePt t="46989" x="3962400" y="4289425"/>
          <p14:tracePt t="46997" x="3984625" y="4303713"/>
          <p14:tracePt t="47014" x="4005263" y="4310063"/>
          <p14:tracePt t="47031" x="4041775" y="4318000"/>
          <p14:tracePt t="47048" x="4078288" y="4325938"/>
          <p14:tracePt t="47064" x="4114800" y="4325938"/>
          <p14:tracePt t="47081" x="4151313" y="4332288"/>
          <p14:tracePt t="47098" x="4208463" y="4332288"/>
          <p14:tracePt t="47114" x="4303713" y="4332288"/>
          <p14:tracePt t="47118" x="4340225" y="4332288"/>
          <p14:tracePt t="47131" x="4441825" y="4332288"/>
          <p14:tracePt t="47148" x="4535488" y="4332288"/>
          <p14:tracePt t="47164" x="4614863" y="4332288"/>
          <p14:tracePt t="47181" x="4673600" y="4332288"/>
          <p14:tracePt t="47198" x="4716463" y="4332288"/>
          <p14:tracePt t="47214" x="4752975" y="4332288"/>
          <p14:tracePt t="47231" x="4783138" y="4332288"/>
          <p14:tracePt t="47248" x="4803775" y="4332288"/>
          <p14:tracePt t="47264" x="4826000" y="4332288"/>
          <p14:tracePt t="47281" x="4854575" y="4332288"/>
          <p14:tracePt t="47298" x="4884738" y="4332288"/>
          <p14:tracePt t="47315" x="4919663" y="4332288"/>
          <p14:tracePt t="47331" x="4956175" y="4332288"/>
          <p14:tracePt t="47348" x="5000625" y="4332288"/>
          <p14:tracePt t="47364" x="5021263" y="4332288"/>
          <p14:tracePt t="47381" x="5029200" y="4332288"/>
          <p14:tracePt t="47398" x="5037138" y="4332288"/>
          <p14:tracePt t="49141" x="4992688" y="4340225"/>
          <p14:tracePt t="49149" x="4949825" y="4340225"/>
          <p14:tracePt t="49157" x="4876800" y="4340225"/>
          <p14:tracePt t="49165" x="4818063" y="4340225"/>
          <p14:tracePt t="49182" x="4775200" y="4340225"/>
          <p14:tracePt t="49485" x="4760913" y="4340225"/>
          <p14:tracePt t="50413" x="4752975" y="4340225"/>
          <p14:tracePt t="50437" x="4752975" y="4346575"/>
          <p14:tracePt t="50444" x="4760913" y="4354513"/>
          <p14:tracePt t="50461" x="4767263" y="4354513"/>
          <p14:tracePt t="50477" x="4775200" y="4360863"/>
          <p14:tracePt t="50493" x="4783138" y="4360863"/>
          <p14:tracePt t="50518" x="4797425" y="4360863"/>
          <p14:tracePt t="50525" x="4797425" y="4368800"/>
          <p14:tracePt t="50557" x="4803775" y="4368800"/>
          <p14:tracePt t="50653" x="4818063" y="4368800"/>
          <p14:tracePt t="50693" x="4818063" y="4376738"/>
          <p14:tracePt t="50725" x="4826000" y="4376738"/>
          <p14:tracePt t="50789" x="4833938" y="4383088"/>
          <p14:tracePt t="50813" x="4840288" y="4383088"/>
          <p14:tracePt t="50821" x="4848225" y="4383088"/>
          <p14:tracePt t="50853" x="4854575" y="4383088"/>
          <p14:tracePt t="50861" x="4862513" y="4391025"/>
          <p14:tracePt t="50901" x="4868863" y="4391025"/>
          <p14:tracePt t="51021" x="4876800" y="4391025"/>
          <p14:tracePt t="51693" x="4884738" y="4391025"/>
          <p14:tracePt t="51709" x="4891088" y="4397375"/>
          <p14:tracePt t="51717" x="4899025" y="4397375"/>
          <p14:tracePt t="51725" x="4905375" y="4397375"/>
          <p14:tracePt t="51733" x="4905375" y="4405313"/>
          <p14:tracePt t="51749" x="4935538" y="4411663"/>
          <p14:tracePt t="51766" x="4978400" y="4411663"/>
          <p14:tracePt t="51782" x="4992688" y="4411663"/>
          <p14:tracePt t="51799" x="5014913" y="4411663"/>
          <p14:tracePt t="51816" x="5021263" y="4411663"/>
          <p14:tracePt t="51832" x="5037138" y="4411663"/>
          <p14:tracePt t="51849" x="5043488" y="4411663"/>
          <p14:tracePt t="51866" x="5057775" y="4411663"/>
          <p14:tracePt t="51882" x="5072063" y="4411663"/>
          <p14:tracePt t="51900" x="5094288" y="4405313"/>
          <p14:tracePt t="51916" x="5102225" y="4405313"/>
          <p14:tracePt t="51949" x="5116513" y="4405313"/>
          <p14:tracePt t="51966" x="5122863" y="4405313"/>
          <p14:tracePt t="51983" x="5130800" y="4397375"/>
          <p14:tracePt t="51999" x="5138738" y="4397375"/>
          <p14:tracePt t="52016" x="5153025" y="4391025"/>
          <p14:tracePt t="52033" x="5159375" y="4391025"/>
          <p14:tracePt t="52049" x="5167313" y="4383088"/>
          <p14:tracePt t="52102" x="5181600" y="4376738"/>
          <p14:tracePt t="52637" x="5189538" y="4376738"/>
          <p14:tracePt t="52644" x="5210175" y="4368800"/>
          <p14:tracePt t="52652" x="5218113" y="4368800"/>
          <p14:tracePt t="52666" x="5232400" y="4360863"/>
          <p14:tracePt t="52683" x="5246688" y="4360863"/>
          <p14:tracePt t="52699" x="5260975" y="4354513"/>
          <p14:tracePt t="52716" x="5283200" y="4346575"/>
          <p14:tracePt t="52733" x="5297488" y="4346575"/>
          <p14:tracePt t="52750" x="5334000" y="4340225"/>
          <p14:tracePt t="52766" x="5348288" y="4340225"/>
          <p14:tracePt t="52783" x="5356225" y="4340225"/>
          <p14:tracePt t="52799" x="5370513" y="4332288"/>
          <p14:tracePt t="52816" x="5376863" y="4332288"/>
          <p14:tracePt t="52833" x="5399088" y="4325938"/>
          <p14:tracePt t="52849" x="5407025" y="4325938"/>
          <p14:tracePt t="52866" x="5427663" y="4325938"/>
          <p14:tracePt t="52883" x="5435600" y="4325938"/>
          <p14:tracePt t="52916" x="5443538" y="4325938"/>
          <p14:tracePt t="52981" x="5449888" y="4325938"/>
          <p14:tracePt t="53013" x="5457825" y="4325938"/>
          <p14:tracePt t="53077" x="5464175" y="4325938"/>
          <p14:tracePt t="53173" x="5478463" y="4325938"/>
          <p14:tracePt t="53606" x="5486400" y="4325938"/>
          <p14:tracePt t="53677" x="5500688" y="4325938"/>
          <p14:tracePt t="53733" x="5508625" y="4325938"/>
          <p14:tracePt t="54429" x="5494338" y="4325938"/>
          <p14:tracePt t="54437" x="5478463" y="4325938"/>
          <p14:tracePt t="54445" x="5457825" y="4332288"/>
          <p14:tracePt t="54453" x="5443538" y="4332288"/>
          <p14:tracePt t="54466" x="5427663" y="4340225"/>
          <p14:tracePt t="54483" x="5392738" y="4346575"/>
          <p14:tracePt t="54500" x="5334000" y="4360863"/>
          <p14:tracePt t="54517" x="5297488" y="4360863"/>
          <p14:tracePt t="54533" x="5254625" y="4368800"/>
          <p14:tracePt t="54550" x="5218113" y="4368800"/>
          <p14:tracePt t="54567" x="5195888" y="4368800"/>
          <p14:tracePt t="54584" x="5173663" y="4376738"/>
          <p14:tracePt t="54600" x="5167313" y="4376738"/>
          <p14:tracePt t="54893" x="5173663" y="4368800"/>
          <p14:tracePt t="55181" x="5173663" y="4360863"/>
          <p14:tracePt t="56477" x="5181600" y="4360863"/>
          <p14:tracePt t="56484" x="5189538" y="4368800"/>
          <p14:tracePt t="56500" x="5195888" y="4368800"/>
          <p14:tracePt t="56508" x="5203825" y="4368800"/>
          <p14:tracePt t="56525" x="5210175" y="4368800"/>
          <p14:tracePt t="56556" x="5218113" y="4368800"/>
          <p14:tracePt t="56886" x="5232400" y="4368800"/>
          <p14:tracePt t="56893" x="5240338" y="4368800"/>
          <p14:tracePt t="56902" x="5246688" y="4368800"/>
          <p14:tracePt t="56917" x="5260975" y="4368800"/>
          <p14:tracePt t="56934" x="5283200" y="4368800"/>
          <p14:tracePt t="56951" x="5291138" y="4368800"/>
          <p14:tracePt t="56968" x="5305425" y="4368800"/>
          <p14:tracePt t="56984" x="5319713" y="4368800"/>
          <p14:tracePt t="57001" x="5326063" y="4368800"/>
          <p14:tracePt t="57017" x="5334000" y="4368800"/>
          <p14:tracePt t="57034" x="5341938" y="4368800"/>
          <p14:tracePt t="57051" x="5348288" y="4368800"/>
          <p14:tracePt t="57142" x="5356225" y="4368800"/>
          <p14:tracePt t="57390" x="5370513" y="4391025"/>
          <p14:tracePt t="57397" x="5443538" y="4405313"/>
          <p14:tracePt t="57405" x="5508625" y="4433888"/>
          <p14:tracePt t="57417" x="5565775" y="4448175"/>
          <p14:tracePt t="57434" x="5697538" y="4462463"/>
          <p14:tracePt t="57451" x="5799138" y="4462463"/>
          <p14:tracePt t="57467" x="5834063" y="4462463"/>
          <p14:tracePt t="57484" x="5878513" y="4456113"/>
          <p14:tracePt t="57501" x="5921375" y="4441825"/>
          <p14:tracePt t="57518" x="5965825" y="4427538"/>
          <p14:tracePt t="57534" x="6030913" y="4427538"/>
          <p14:tracePt t="57551" x="6073775" y="4411663"/>
          <p14:tracePt t="57568" x="6096000" y="4405313"/>
          <p14:tracePt t="57584" x="6110288" y="4405313"/>
          <p14:tracePt t="57601" x="6118225" y="4405313"/>
          <p14:tracePt t="57618" x="6132513" y="4397375"/>
          <p14:tracePt t="57637" x="6146800" y="4391025"/>
          <p14:tracePt t="57652" x="6197600" y="4346575"/>
          <p14:tracePt t="57668" x="6248400" y="4303713"/>
          <p14:tracePt t="57686" x="6307138" y="4252913"/>
          <p14:tracePt t="57701" x="6357938" y="4216400"/>
          <p14:tracePt t="57718" x="6400800" y="4187825"/>
          <p14:tracePt t="57734" x="6443663" y="4157663"/>
          <p14:tracePt t="57751" x="6502400" y="4129088"/>
          <p14:tracePt t="57768" x="6575425" y="4114800"/>
          <p14:tracePt t="57784" x="6662738" y="4100513"/>
          <p14:tracePt t="57801" x="6719888" y="4092575"/>
          <p14:tracePt t="57818" x="6784975" y="4086225"/>
          <p14:tracePt t="57835" x="6815138" y="4071938"/>
          <p14:tracePt t="57851" x="6843713" y="4071938"/>
          <p14:tracePt t="57868" x="6865938" y="4071938"/>
          <p14:tracePt t="57884" x="6872288" y="4071938"/>
          <p14:tracePt t="57901" x="6886575" y="4071938"/>
          <p14:tracePt t="57918" x="6908800" y="4078288"/>
          <p14:tracePt t="57934" x="6923088" y="4092575"/>
          <p14:tracePt t="57951" x="6937375" y="4106863"/>
          <p14:tracePt t="57968" x="6945313" y="4137025"/>
          <p14:tracePt t="57984" x="6967538" y="4165600"/>
          <p14:tracePt t="58001" x="6996113" y="4224338"/>
          <p14:tracePt t="58018" x="7010400" y="4259263"/>
          <p14:tracePt t="58034" x="7024688" y="4281488"/>
          <p14:tracePt t="58051" x="7032625" y="4310063"/>
          <p14:tracePt t="58084" x="7032625" y="4325938"/>
          <p14:tracePt t="58101" x="7032625" y="4346575"/>
          <p14:tracePt t="58118" x="7032625" y="4368800"/>
          <p14:tracePt t="58134" x="7032625" y="4383088"/>
          <p14:tracePt t="58152" x="7018338" y="4405313"/>
          <p14:tracePt t="58168" x="7010400" y="4411663"/>
          <p14:tracePt t="58185" x="7002463" y="4427538"/>
          <p14:tracePt t="58201" x="6996113" y="4433888"/>
          <p14:tracePt t="58218" x="6981825" y="4441825"/>
          <p14:tracePt t="58251" x="6967538" y="4448175"/>
          <p14:tracePt t="58268" x="6959600" y="4456113"/>
          <p14:tracePt t="58286" x="6951663" y="4456113"/>
          <p14:tracePt t="58382" x="6959600" y="4456113"/>
          <p14:tracePt t="58389" x="6973888" y="4456113"/>
          <p14:tracePt t="58397" x="6988175" y="4456113"/>
          <p14:tracePt t="58405" x="7010400" y="4448175"/>
          <p14:tracePt t="58418" x="7053263" y="4441825"/>
          <p14:tracePt t="58434" x="7134225" y="4433888"/>
          <p14:tracePt t="58451" x="7235825" y="4433888"/>
          <p14:tracePt t="58468" x="7278688" y="4433888"/>
          <p14:tracePt t="58485" x="7315200" y="4433888"/>
          <p14:tracePt t="58501" x="7343775" y="4433888"/>
          <p14:tracePt t="58518" x="7380288" y="4433888"/>
          <p14:tracePt t="58535" x="7394575" y="4433888"/>
          <p14:tracePt t="58646" x="7388225" y="4448175"/>
          <p14:tracePt t="58653" x="7380288" y="4448175"/>
          <p14:tracePt t="58661" x="7358063" y="4470400"/>
          <p14:tracePt t="58670" x="7337425" y="4478338"/>
          <p14:tracePt t="58685" x="7264400" y="4492625"/>
          <p14:tracePt t="58701" x="7205663" y="4498975"/>
          <p14:tracePt t="58718" x="7148513" y="4506913"/>
          <p14:tracePt t="58735" x="7089775" y="4506913"/>
          <p14:tracePt t="58751" x="7018338" y="4506913"/>
          <p14:tracePt t="58768" x="6959600" y="4506913"/>
          <p14:tracePt t="58785" x="6908800" y="4506913"/>
          <p14:tracePt t="58801" x="6880225" y="4506913"/>
          <p14:tracePt t="58818" x="6865938" y="4506913"/>
          <p14:tracePt t="58835" x="6858000" y="4506913"/>
          <p14:tracePt t="58851" x="6835775" y="4506913"/>
          <p14:tracePt t="58868" x="6829425" y="4498975"/>
          <p14:tracePt t="58885" x="6807200" y="4498975"/>
          <p14:tracePt t="58901" x="6792913" y="4492625"/>
          <p14:tracePt t="58918" x="6778625" y="4484688"/>
          <p14:tracePt t="58935" x="6764338" y="4470400"/>
          <p14:tracePt t="58952" x="6742113" y="4448175"/>
          <p14:tracePt t="58968" x="6734175" y="4433888"/>
          <p14:tracePt t="58985" x="6713538" y="4411663"/>
          <p14:tracePt t="59001" x="6705600" y="4405313"/>
          <p14:tracePt t="59018" x="6705600" y="4383088"/>
          <p14:tracePt t="59035" x="6705600" y="4368800"/>
          <p14:tracePt t="59051" x="6705600" y="4318000"/>
          <p14:tracePt t="59068" x="6705600" y="4289425"/>
          <p14:tracePt t="59085" x="6705600" y="4259263"/>
          <p14:tracePt t="59101" x="6705600" y="4238625"/>
          <p14:tracePt t="59118" x="6705600" y="4216400"/>
          <p14:tracePt t="59135" x="6705600" y="4187825"/>
          <p14:tracePt t="59151" x="6713538" y="4151313"/>
          <p14:tracePt t="59168" x="6727825" y="4129088"/>
          <p14:tracePt t="59185" x="6734175" y="4100513"/>
          <p14:tracePt t="59201" x="6748463" y="4078288"/>
          <p14:tracePt t="59218" x="6764338" y="4064000"/>
          <p14:tracePt t="59235" x="6792913" y="4041775"/>
          <p14:tracePt t="59252" x="6829425" y="4013200"/>
          <p14:tracePt t="59268" x="6872288" y="3990975"/>
          <p14:tracePt t="59285" x="6908800" y="3976688"/>
          <p14:tracePt t="59301" x="6951663" y="3970338"/>
          <p14:tracePt t="59318" x="6988175" y="3962400"/>
          <p14:tracePt t="59335" x="7024688" y="3948113"/>
          <p14:tracePt t="59352" x="7061200" y="3940175"/>
          <p14:tracePt t="59368" x="7089775" y="3940175"/>
          <p14:tracePt t="59385" x="7112000" y="3940175"/>
          <p14:tracePt t="59402" x="7134225" y="3940175"/>
          <p14:tracePt t="59418" x="7154863" y="3940175"/>
          <p14:tracePt t="59435" x="7170738" y="3948113"/>
          <p14:tracePt t="59452" x="7205663" y="3970338"/>
          <p14:tracePt t="59468" x="7221538" y="3984625"/>
          <p14:tracePt t="59485" x="7250113" y="3998913"/>
          <p14:tracePt t="59501" x="7286625" y="4027488"/>
          <p14:tracePt t="59518" x="7307263" y="4064000"/>
          <p14:tracePt t="59535" x="7337425" y="4106863"/>
          <p14:tracePt t="59552" x="7373938" y="4122738"/>
          <p14:tracePt t="59568" x="7380288" y="4137025"/>
          <p14:tracePt t="59585" x="7394575" y="4151313"/>
          <p14:tracePt t="59602" x="7402513" y="4173538"/>
          <p14:tracePt t="59605" x="7408863" y="4179888"/>
          <p14:tracePt t="59618" x="7408863" y="4187825"/>
          <p14:tracePt t="59635" x="7431088" y="4244975"/>
          <p14:tracePt t="59653" x="7431088" y="4267200"/>
          <p14:tracePt t="59668" x="7431088" y="4303713"/>
          <p14:tracePt t="59686" x="7431088" y="4332288"/>
          <p14:tracePt t="59702" x="7431088" y="4360863"/>
          <p14:tracePt t="59718" x="7431088" y="4383088"/>
          <p14:tracePt t="59735" x="7431088" y="4397375"/>
          <p14:tracePt t="59752" x="7431088" y="4405313"/>
          <p14:tracePt t="59768" x="7424738" y="4433888"/>
          <p14:tracePt t="59785" x="7394575" y="4470400"/>
          <p14:tracePt t="59802" x="7343775" y="4506913"/>
          <p14:tracePt t="59818" x="7272338" y="4535488"/>
          <p14:tracePt t="59835" x="7140575" y="4586288"/>
          <p14:tracePt t="59852" x="7075488" y="4608513"/>
          <p14:tracePt t="59868" x="7002463" y="4614863"/>
          <p14:tracePt t="59886" x="6937375" y="4614863"/>
          <p14:tracePt t="59903" x="6886575" y="4614863"/>
          <p14:tracePt t="59918" x="6865938" y="4614863"/>
          <p14:tracePt t="59935" x="6835775" y="4614863"/>
          <p14:tracePt t="59952" x="6821488" y="4614863"/>
          <p14:tracePt t="59969" x="6807200" y="4608513"/>
          <p14:tracePt t="59985" x="6799263" y="4600575"/>
          <p14:tracePt t="60002" x="6784975" y="4594225"/>
          <p14:tracePt t="60018" x="6778625" y="4586288"/>
          <p14:tracePt t="60036" x="6770688" y="4564063"/>
          <p14:tracePt t="60052" x="6764338" y="4549775"/>
          <p14:tracePt t="60069" x="6756400" y="4529138"/>
          <p14:tracePt t="60085" x="6756400" y="4513263"/>
          <p14:tracePt t="60102" x="6748463" y="4498975"/>
          <p14:tracePt t="60118" x="6748463" y="4492625"/>
          <p14:tracePt t="60135" x="6748463" y="4470400"/>
          <p14:tracePt t="60152" x="6748463" y="4448175"/>
          <p14:tracePt t="60168" x="6748463" y="4427538"/>
          <p14:tracePt t="60185" x="6748463" y="4397375"/>
          <p14:tracePt t="60202" x="6748463" y="4368800"/>
          <p14:tracePt t="60218" x="6748463" y="4346575"/>
          <p14:tracePt t="60235" x="6748463" y="4318000"/>
          <p14:tracePt t="60252" x="6748463" y="4295775"/>
          <p14:tracePt t="60268" x="6748463" y="4275138"/>
          <p14:tracePt t="60285" x="6748463" y="4244975"/>
          <p14:tracePt t="60302" x="6748463" y="4230688"/>
          <p14:tracePt t="60318" x="6748463" y="4216400"/>
          <p14:tracePt t="60335" x="6748463" y="4202113"/>
          <p14:tracePt t="60352" x="6756400" y="4173538"/>
          <p14:tracePt t="60369" x="6770688" y="4157663"/>
          <p14:tracePt t="60385" x="6778625" y="4129088"/>
          <p14:tracePt t="60402" x="6784975" y="4114800"/>
          <p14:tracePt t="60419" x="6807200" y="4100513"/>
          <p14:tracePt t="60435" x="6843713" y="4071938"/>
          <p14:tracePt t="60452" x="6872288" y="4056063"/>
          <p14:tracePt t="60468" x="6900863" y="4041775"/>
          <p14:tracePt t="60485" x="6937375" y="4027488"/>
          <p14:tracePt t="60502" x="6973888" y="4021138"/>
          <p14:tracePt t="60519" x="7002463" y="3998913"/>
          <p14:tracePt t="60535" x="7024688" y="3998913"/>
          <p14:tracePt t="60552" x="7053263" y="3998913"/>
          <p14:tracePt t="60569" x="7075488" y="3998913"/>
          <p14:tracePt t="60585" x="7104063" y="3990975"/>
          <p14:tracePt t="60602" x="7119938" y="3990975"/>
          <p14:tracePt t="60619" x="7148513" y="3990975"/>
          <p14:tracePt t="60635" x="7170738" y="3990975"/>
          <p14:tracePt t="60652" x="7191375" y="3990975"/>
          <p14:tracePt t="60669" x="7199313" y="3990975"/>
          <p14:tracePt t="60685" x="7221538" y="3990975"/>
          <p14:tracePt t="60702" x="7235825" y="3990975"/>
          <p14:tracePt t="60719" x="7242175" y="3990975"/>
          <p14:tracePt t="60735" x="7256463" y="3990975"/>
          <p14:tracePt t="60752" x="7272338" y="3990975"/>
          <p14:tracePt t="60768" x="7278688" y="3998913"/>
          <p14:tracePt t="60785" x="7286625" y="4005263"/>
          <p14:tracePt t="60802" x="7307263" y="4013200"/>
          <p14:tracePt t="60819" x="7315200" y="4035425"/>
          <p14:tracePt t="60836" x="7343775" y="4064000"/>
          <p14:tracePt t="60852" x="7351713" y="4071938"/>
          <p14:tracePt t="60869" x="7366000" y="4100513"/>
          <p14:tracePt t="60886" x="7388225" y="4122738"/>
          <p14:tracePt t="60902" x="7402513" y="4151313"/>
          <p14:tracePt t="60919" x="7416800" y="4179888"/>
          <p14:tracePt t="60935" x="7424738" y="4202113"/>
          <p14:tracePt t="60952" x="7439025" y="4224338"/>
          <p14:tracePt t="60969" x="7439025" y="4244975"/>
          <p14:tracePt t="60985" x="7445375" y="4267200"/>
          <p14:tracePt t="61002" x="7459663" y="4295775"/>
          <p14:tracePt t="61019" x="7459663" y="4310063"/>
          <p14:tracePt t="61035" x="7459663" y="4332288"/>
          <p14:tracePt t="61052" x="7459663" y="4346575"/>
          <p14:tracePt t="61069" x="7453313" y="4360863"/>
          <p14:tracePt t="61086" x="7424738" y="4391025"/>
          <p14:tracePt t="61103" x="7408863" y="4397375"/>
          <p14:tracePt t="61119" x="7394575" y="4405313"/>
          <p14:tracePt t="61135" x="7373938" y="4419600"/>
          <p14:tracePt t="61152" x="7358063" y="4419600"/>
          <p14:tracePt t="61169" x="7337425" y="4419600"/>
          <p14:tracePt t="61185" x="7329488" y="4419600"/>
          <p14:tracePt t="61202" x="7315200" y="4419600"/>
          <p14:tracePt t="61236" x="7307263" y="4419600"/>
          <p14:tracePt t="61252" x="7300913" y="4419600"/>
          <p14:tracePt t="61406" x="7292975" y="4419600"/>
          <p14:tracePt t="61420" x="7286625" y="4419600"/>
          <p14:tracePt t="61437" x="7272338" y="4419600"/>
          <p14:tracePt t="61445" x="7256463" y="4419600"/>
          <p14:tracePt t="61462" x="7250113" y="4419600"/>
          <p14:tracePt t="61469" x="7235825" y="4419600"/>
          <p14:tracePt t="61485" x="7227888" y="4419600"/>
          <p14:tracePt t="61502" x="7205663" y="4427538"/>
          <p14:tracePt t="61519" x="7199313" y="4427538"/>
          <p14:tracePt t="61536" x="7185025" y="4433888"/>
          <p14:tracePt t="61622" x="7185025" y="4441825"/>
          <p14:tracePt t="62598" x="7177088" y="4441825"/>
          <p14:tracePt t="62606" x="7170738" y="4441825"/>
          <p14:tracePt t="62613" x="7162800" y="4448175"/>
          <p14:tracePt t="62629" x="7148513" y="4448175"/>
          <p14:tracePt t="62637" x="7140575" y="4448175"/>
          <p14:tracePt t="62653" x="7104063" y="4448175"/>
          <p14:tracePt t="62669" x="7069138" y="4462463"/>
          <p14:tracePt t="62687" x="7046913" y="4462463"/>
          <p14:tracePt t="62703" x="7032625" y="4462463"/>
          <p14:tracePt t="62719" x="7018338" y="4462463"/>
          <p14:tracePt t="62736" x="7010400" y="4462463"/>
          <p14:tracePt t="62822" x="6996113" y="4462463"/>
          <p14:tracePt t="62837" x="6988175" y="4462463"/>
          <p14:tracePt t="62861" x="6981825" y="4462463"/>
          <p14:tracePt t="62918" x="6981825" y="4448175"/>
          <p14:tracePt t="62925" x="6967538" y="4441825"/>
          <p14:tracePt t="62936" x="6967538" y="4433888"/>
          <p14:tracePt t="62953" x="6951663" y="4411663"/>
          <p14:tracePt t="62969" x="6931025" y="4376738"/>
          <p14:tracePt t="62986" x="6894513" y="4332288"/>
          <p14:tracePt t="63003" x="6880225" y="4310063"/>
          <p14:tracePt t="63020" x="6880225" y="4289425"/>
          <p14:tracePt t="63036" x="6872288" y="4267200"/>
          <p14:tracePt t="63053" x="6872288" y="4244975"/>
          <p14:tracePt t="63069" x="6872288" y="4224338"/>
          <p14:tracePt t="63086" x="6872288" y="4208463"/>
          <p14:tracePt t="63103" x="6872288" y="4187825"/>
          <p14:tracePt t="63120" x="6880225" y="4165600"/>
          <p14:tracePt t="63136" x="6886575" y="4157663"/>
          <p14:tracePt t="63153" x="6908800" y="4137025"/>
          <p14:tracePt t="63169" x="6931025" y="4129088"/>
          <p14:tracePt t="63186" x="6967538" y="4122738"/>
          <p14:tracePt t="63203" x="7002463" y="4114800"/>
          <p14:tracePt t="63219" x="7032625" y="4106863"/>
          <p14:tracePt t="63236" x="7069138" y="4106863"/>
          <p14:tracePt t="63253" x="7104063" y="4106863"/>
          <p14:tracePt t="63269" x="7126288" y="4106863"/>
          <p14:tracePt t="63286" x="7154863" y="4106863"/>
          <p14:tracePt t="63303" x="7177088" y="4106863"/>
          <p14:tracePt t="63319" x="7199313" y="4114800"/>
          <p14:tracePt t="63336" x="7205663" y="4114800"/>
          <p14:tracePt t="63354" x="7227888" y="4129088"/>
          <p14:tracePt t="63369" x="7242175" y="4137025"/>
          <p14:tracePt t="63386" x="7256463" y="4151313"/>
          <p14:tracePt t="63403" x="7272338" y="4173538"/>
          <p14:tracePt t="63420" x="7286625" y="4202113"/>
          <p14:tracePt t="63436" x="7307263" y="4224338"/>
          <p14:tracePt t="63453" x="7315200" y="4230688"/>
          <p14:tracePt t="63469" x="7323138" y="4244975"/>
          <p14:tracePt t="63486" x="7343775" y="4259263"/>
          <p14:tracePt t="63503" x="7351713" y="4259263"/>
          <p14:tracePt t="63520" x="7358063" y="4259263"/>
          <p14:tracePt t="63536" x="7366000" y="4259263"/>
          <p14:tracePt t="63553" x="7373938" y="4267200"/>
          <p14:tracePt t="63569" x="7380288" y="4267200"/>
          <p14:tracePt t="63586" x="7388225" y="4267200"/>
          <p14:tracePt t="63603" x="7394575" y="4267200"/>
          <p14:tracePt t="63718" x="7394575" y="4275138"/>
          <p14:tracePt t="63725" x="7394575" y="4281488"/>
          <p14:tracePt t="63736" x="7388225" y="4295775"/>
          <p14:tracePt t="63753" x="7323138" y="4325938"/>
          <p14:tracePt t="63769" x="7256463" y="4360863"/>
          <p14:tracePt t="63786" x="7154863" y="4411663"/>
          <p14:tracePt t="63803" x="7061200" y="4448175"/>
          <p14:tracePt t="63819" x="6908800" y="4470400"/>
          <p14:tracePt t="63837" x="6770688" y="4484688"/>
          <p14:tracePt t="63853" x="6561138" y="4484688"/>
          <p14:tracePt t="63869" x="6350000" y="4484688"/>
          <p14:tracePt t="63886" x="6073775" y="4484688"/>
          <p14:tracePt t="63903" x="5813425" y="4484688"/>
          <p14:tracePt t="63920" x="5573713" y="4484688"/>
          <p14:tracePt t="63936" x="5392738" y="4484688"/>
          <p14:tracePt t="63953" x="5159375" y="4484688"/>
          <p14:tracePt t="63969" x="4803775" y="4478338"/>
          <p14:tracePt t="63986" x="4230688" y="4397375"/>
          <p14:tracePt t="64003" x="3171825" y="4318000"/>
          <p14:tracePt t="64020" x="2670175" y="4289425"/>
          <p14:tracePt t="64036" x="2430463" y="4289425"/>
          <p14:tracePt t="64053" x="2278063" y="4289425"/>
          <p14:tracePt t="64070" x="2192338" y="4289425"/>
          <p14:tracePt t="64088" x="2133600" y="4289425"/>
          <p14:tracePt t="64103" x="2060575" y="4295775"/>
          <p14:tracePt t="64120" x="1958975" y="4318000"/>
          <p14:tracePt t="64136" x="1836738" y="4360863"/>
          <p14:tracePt t="64153" x="1770063" y="4376738"/>
          <p14:tracePt t="64170" x="1735138" y="4405313"/>
          <p14:tracePt t="64186" x="1704975" y="4433888"/>
          <p14:tracePt t="64203" x="1662113" y="4484688"/>
          <p14:tracePt t="64220" x="1639888" y="4521200"/>
          <p14:tracePt t="64236" x="1625600" y="4572000"/>
          <p14:tracePt t="64253" x="1625600" y="4630738"/>
          <p14:tracePt t="64270" x="1625600" y="4710113"/>
          <p14:tracePt t="64286" x="1625600" y="4767263"/>
          <p14:tracePt t="64303" x="1625600" y="4811713"/>
          <p14:tracePt t="64320" x="1625600" y="4848225"/>
          <p14:tracePt t="64337" x="1625600" y="4884738"/>
          <p14:tracePt t="64353" x="1625600" y="4905375"/>
          <p14:tracePt t="64370" x="1625600" y="4935538"/>
          <p14:tracePt t="64386" x="1625600" y="4956175"/>
          <p14:tracePt t="64404" x="1625600" y="4978400"/>
          <p14:tracePt t="64420" x="1617663" y="4986338"/>
          <p14:tracePt t="64436" x="1597025" y="5006975"/>
          <p14:tracePt t="64453" x="1582738" y="5014913"/>
          <p14:tracePt t="64470" x="1560513" y="5029200"/>
          <p14:tracePt t="64486" x="1524000" y="5037138"/>
          <p14:tracePt t="64503" x="1465263" y="5043488"/>
          <p14:tracePt t="64520" x="1414463" y="5043488"/>
          <p14:tracePt t="64536" x="1363663" y="5043488"/>
          <p14:tracePt t="64553" x="1328738" y="5043488"/>
          <p14:tracePt t="64570" x="1306513" y="5043488"/>
          <p14:tracePt t="64586" x="1284288" y="5043488"/>
          <p14:tracePt t="64603" x="1255713" y="5043488"/>
          <p14:tracePt t="64620" x="1233488" y="5043488"/>
          <p14:tracePt t="64636" x="1204913" y="5043488"/>
          <p14:tracePt t="64653" x="1160463" y="5043488"/>
          <p14:tracePt t="64670" x="1125538" y="5043488"/>
          <p14:tracePt t="64686" x="1095375" y="5029200"/>
          <p14:tracePt t="64703" x="1058863" y="5029200"/>
          <p14:tracePt t="64720" x="1038225" y="5014913"/>
          <p14:tracePt t="64736" x="1008063" y="5000625"/>
          <p14:tracePt t="64753" x="973138" y="4986338"/>
          <p14:tracePt t="64770" x="922338" y="4956175"/>
          <p14:tracePt t="64786" x="885825" y="4919663"/>
          <p14:tracePt t="64803" x="863600" y="4884738"/>
          <p14:tracePt t="64820" x="841375" y="4803775"/>
          <p14:tracePt t="64836" x="827088" y="4752975"/>
          <p14:tracePt t="64853" x="827088" y="4716463"/>
          <p14:tracePt t="64870" x="827088" y="4681538"/>
          <p14:tracePt t="64887" x="835025" y="4630738"/>
          <p14:tracePt t="64903" x="877888" y="4594225"/>
          <p14:tracePt t="64920" x="936625" y="4543425"/>
          <p14:tracePt t="64936" x="1016000" y="4513263"/>
          <p14:tracePt t="64953" x="1109663" y="4478338"/>
          <p14:tracePt t="64970" x="1190625" y="4456113"/>
          <p14:tracePt t="64987" x="1292225" y="4427538"/>
          <p14:tracePt t="65004" x="1414463" y="4391025"/>
          <p14:tracePt t="65020" x="1516063" y="4360863"/>
          <p14:tracePt t="65036" x="1617663" y="4332288"/>
          <p14:tracePt t="65053" x="1719263" y="4310063"/>
          <p14:tracePt t="65070" x="1843088" y="4281488"/>
          <p14:tracePt t="65087" x="1952625" y="4259263"/>
          <p14:tracePt t="65104" x="2074863" y="4252913"/>
          <p14:tracePt t="65121" x="2206625" y="4238625"/>
          <p14:tracePt t="65137" x="2322513" y="4238625"/>
          <p14:tracePt t="65154" x="2430463" y="4238625"/>
          <p14:tracePt t="65170" x="2503488" y="4238625"/>
          <p14:tracePt t="65187" x="2633663" y="4238625"/>
          <p14:tracePt t="65203" x="2822575" y="4238625"/>
          <p14:tracePt t="65220" x="2968625" y="4238625"/>
          <p14:tracePt t="65237" x="3084513" y="4238625"/>
          <p14:tracePt t="65253" x="3192463" y="4238625"/>
          <p14:tracePt t="65270" x="3273425" y="4238625"/>
          <p14:tracePt t="65287" x="3360738" y="4238625"/>
          <p14:tracePt t="65303" x="3432175" y="4238625"/>
          <p14:tracePt t="65320" x="3482975" y="4238625"/>
          <p14:tracePt t="65337" x="3563938" y="4244975"/>
          <p14:tracePt t="65353" x="3665538" y="4259263"/>
          <p14:tracePt t="65370" x="3773488" y="4281488"/>
          <p14:tracePt t="65387" x="3883025" y="4295775"/>
          <p14:tracePt t="65404" x="4005263" y="4318000"/>
          <p14:tracePt t="65420" x="4041775" y="4325938"/>
          <p14:tracePt t="65437" x="4064000" y="4332288"/>
          <p14:tracePt t="65453" x="4078288" y="4332288"/>
          <p14:tracePt t="65470" x="4106863" y="4332288"/>
          <p14:tracePt t="65487" x="4151313" y="4354513"/>
          <p14:tracePt t="65503" x="4216400" y="4383088"/>
          <p14:tracePt t="65520" x="4259263" y="4397375"/>
          <p14:tracePt t="65537" x="4303713" y="4419600"/>
          <p14:tracePt t="65553" x="4310063" y="4419600"/>
          <p14:tracePt t="65570" x="4310063" y="4427538"/>
          <p14:tracePt t="65587" x="4318000" y="4427538"/>
          <p14:tracePt t="65605" x="4340225" y="4448175"/>
          <p14:tracePt t="65620" x="4368800" y="4470400"/>
          <p14:tracePt t="65637" x="4376738" y="4478338"/>
          <p14:tracePt t="65654" x="4383088" y="4484688"/>
          <p14:tracePt t="65670" x="4391025" y="4492625"/>
          <p14:tracePt t="65704" x="4391025" y="4506913"/>
          <p14:tracePt t="65720" x="4391025" y="4513263"/>
          <p14:tracePt t="65737" x="4397375" y="4521200"/>
          <p14:tracePt t="65853" x="4397375" y="4529138"/>
          <p14:tracePt t="65910" x="4397375" y="4543425"/>
          <p14:tracePt t="65942" x="4397375" y="4549775"/>
          <p14:tracePt t="65949" x="4405313" y="4549775"/>
          <p14:tracePt t="65989" x="4405313" y="4564063"/>
          <p14:tracePt t="66006" x="4411663" y="4572000"/>
          <p14:tracePt t="66022" x="4411663" y="4579938"/>
          <p14:tracePt t="66029" x="4419600" y="4586288"/>
          <p14:tracePt t="66037" x="4419600" y="4594225"/>
          <p14:tracePt t="66054" x="4427538" y="4600575"/>
          <p14:tracePt t="66111" x="4427538" y="4608513"/>
          <p14:tracePt t="66134" x="4427538" y="4614863"/>
          <p14:tracePt t="66141" x="4427538" y="4622800"/>
          <p14:tracePt t="66157" x="4427538" y="4630738"/>
          <p14:tracePt t="66182" x="4427538" y="4637088"/>
          <p14:tracePt t="66189" x="4427538" y="4651375"/>
          <p14:tracePt t="66206" x="4427538" y="4659313"/>
          <p14:tracePt t="66222" x="4419600" y="4665663"/>
          <p14:tracePt t="66229" x="4411663" y="4673600"/>
          <p14:tracePt t="66237" x="4405313" y="4673600"/>
          <p14:tracePt t="66254" x="4376738" y="4687888"/>
          <p14:tracePt t="66270" x="4360863" y="4702175"/>
          <p14:tracePt t="66287" x="4332288" y="4710113"/>
          <p14:tracePt t="66304" x="4303713" y="4732338"/>
          <p14:tracePt t="66321" x="4275138" y="4732338"/>
          <p14:tracePt t="66337" x="4252913" y="4738688"/>
          <p14:tracePt t="66354" x="4230688" y="4746625"/>
          <p14:tracePt t="66370" x="4208463" y="4752975"/>
          <p14:tracePt t="66388" x="4157663" y="4767263"/>
          <p14:tracePt t="66404" x="4137025" y="4775200"/>
          <p14:tracePt t="66420" x="4106863" y="4783138"/>
          <p14:tracePt t="66437" x="4064000" y="4789488"/>
          <p14:tracePt t="66454" x="4041775" y="4797425"/>
          <p14:tracePt t="66470" x="4013200" y="4803775"/>
          <p14:tracePt t="66487" x="3984625" y="4803775"/>
          <p14:tracePt t="66504" x="3948113" y="4811713"/>
          <p14:tracePt t="66520" x="3911600" y="4818063"/>
          <p14:tracePt t="66537" x="3883025" y="4833938"/>
          <p14:tracePt t="66554" x="3860800" y="4833938"/>
          <p14:tracePt t="66571" x="3832225" y="4833938"/>
          <p14:tracePt t="66587" x="3781425" y="4833938"/>
          <p14:tracePt t="66604" x="3767138" y="4840288"/>
          <p14:tracePt t="66620" x="3730625" y="4840288"/>
          <p14:tracePt t="66637" x="3700463" y="4848225"/>
          <p14:tracePt t="66654" x="3686175" y="4848225"/>
          <p14:tracePt t="66670" x="3665538" y="4854575"/>
          <p14:tracePt t="66687" x="3657600" y="4854575"/>
          <p14:tracePt t="66721" x="3649663" y="4854575"/>
          <p14:tracePt t="66737" x="3643313" y="4854575"/>
          <p14:tracePt t="66754" x="3635375" y="4862513"/>
          <p14:tracePt t="66770" x="3629025" y="4862513"/>
          <p14:tracePt t="66787" x="3614738" y="4862513"/>
          <p14:tracePt t="66804" x="3598863" y="4862513"/>
          <p14:tracePt t="66821" x="3592513" y="4862513"/>
          <p14:tracePt t="66837" x="3584575" y="4862513"/>
          <p14:tracePt t="66854" x="3570288" y="4862513"/>
          <p14:tracePt t="66887" x="3556000" y="4868863"/>
          <p14:tracePt t="66904" x="3548063" y="4868863"/>
          <p14:tracePt t="66921" x="3541713" y="4868863"/>
          <p14:tracePt t="66937" x="3533775" y="4868863"/>
          <p14:tracePt t="66954" x="3527425" y="4868863"/>
          <p14:tracePt t="66971" x="3519488" y="4876800"/>
          <p14:tracePt t="66987" x="3513138" y="4876800"/>
          <p14:tracePt t="67004" x="3497263" y="4876800"/>
          <p14:tracePt t="67021" x="3482975" y="4884738"/>
          <p14:tracePt t="67037" x="3476625" y="4884738"/>
          <p14:tracePt t="67054" x="3462338" y="4884738"/>
          <p14:tracePt t="67071" x="3454400" y="4884738"/>
          <p14:tracePt t="67087" x="3446463" y="4884738"/>
          <p14:tracePt t="67104" x="3440113" y="4884738"/>
          <p14:tracePt t="67108" x="3432175" y="4884738"/>
          <p14:tracePt t="67134" x="3425825" y="4884738"/>
          <p14:tracePt t="67141" x="3417888" y="4884738"/>
          <p14:tracePt t="67285" x="3411538" y="4884738"/>
          <p14:tracePt t="67302" x="3403600" y="4884738"/>
          <p14:tracePt t="67308" x="3395663" y="4884738"/>
          <p14:tracePt t="67342" x="3389313" y="4884738"/>
          <p14:tracePt t="67357" x="3381375" y="4884738"/>
          <p14:tracePt t="67365" x="3375025" y="4884738"/>
          <p14:tracePt t="67381" x="3367088" y="4884738"/>
          <p14:tracePt t="67390" x="3360738" y="4884738"/>
          <p14:tracePt t="67422" x="3352800" y="4884738"/>
          <p14:tracePt t="67573" x="3344863" y="4884738"/>
          <p14:tracePt t="67581" x="3324225" y="4884738"/>
          <p14:tracePt t="67589" x="3273425" y="4884738"/>
          <p14:tracePt t="67604" x="3106738" y="4826000"/>
          <p14:tracePt t="67621" x="2982913" y="4775200"/>
          <p14:tracePt t="67637" x="2909888" y="4760913"/>
          <p14:tracePt t="67813" x="2946400" y="4767263"/>
          <p14:tracePt t="67822" x="3019425" y="4789488"/>
          <p14:tracePt t="67829" x="3040063" y="4789488"/>
          <p14:tracePt t="67838" x="3048000" y="4789488"/>
          <p14:tracePt t="67854" x="3062288" y="4789488"/>
          <p14:tracePt t="67966" x="3070225" y="4789488"/>
          <p14:tracePt t="67973" x="3084513" y="4789488"/>
          <p14:tracePt t="67981" x="3113088" y="4789488"/>
          <p14:tracePt t="67989" x="3127375" y="4797425"/>
          <p14:tracePt t="68004" x="3171825" y="4818063"/>
          <p14:tracePt t="68021" x="3214688" y="4833938"/>
          <p14:tracePt t="68038" x="3243263" y="4840288"/>
          <p14:tracePt t="68054" x="3259138" y="4848225"/>
          <p14:tracePt t="68071" x="3279775" y="4854575"/>
          <p14:tracePt t="68088" x="3309938" y="4854575"/>
          <p14:tracePt t="68105" x="3352800" y="4868863"/>
          <p14:tracePt t="68108" x="3367088" y="4876800"/>
          <p14:tracePt t="68121" x="3389313" y="4884738"/>
          <p14:tracePt t="68137" x="3432175" y="4884738"/>
          <p14:tracePt t="68154" x="3446463" y="4884738"/>
          <p14:tracePt t="68187" x="3454400" y="4884738"/>
          <p14:tracePt t="68206" x="3468688" y="4891088"/>
          <p14:tracePt t="68357" x="3468688" y="4899025"/>
          <p14:tracePt t="68373" x="3462338" y="4899025"/>
          <p14:tracePt t="68381" x="3454400" y="4899025"/>
          <p14:tracePt t="68389" x="3446463" y="4899025"/>
          <p14:tracePt t="68404" x="3425825" y="4899025"/>
          <p14:tracePt t="68421" x="3403600" y="4899025"/>
          <p14:tracePt t="68438" x="3395663" y="4899025"/>
          <p14:tracePt t="68454" x="3381375" y="4899025"/>
          <p14:tracePt t="68471" x="3375025" y="4899025"/>
          <p14:tracePt t="68678" x="3360738" y="4899025"/>
          <p14:tracePt t="68693" x="3344863" y="4899025"/>
          <p14:tracePt t="68701" x="3338513" y="4899025"/>
          <p14:tracePt t="68709" x="3330575" y="4899025"/>
          <p14:tracePt t="68721" x="3309938" y="4899025"/>
          <p14:tracePt t="68738" x="3259138" y="4899025"/>
          <p14:tracePt t="68755" x="3192463" y="4899025"/>
          <p14:tracePt t="68771" x="3076575" y="4899025"/>
          <p14:tracePt t="68788" x="2997200" y="4899025"/>
          <p14:tracePt t="68804" x="2932113" y="4899025"/>
          <p14:tracePt t="68822" x="2881313" y="4899025"/>
          <p14:tracePt t="68838" x="2844800" y="4899025"/>
          <p14:tracePt t="68855" x="2786063" y="4905375"/>
          <p14:tracePt t="68871" x="2743200" y="4905375"/>
          <p14:tracePt t="68888" x="2700338" y="4935538"/>
          <p14:tracePt t="68906" x="2678113" y="4935538"/>
          <p14:tracePt t="68921" x="2641600" y="4956175"/>
          <p14:tracePt t="68938" x="2627313" y="4964113"/>
          <p14:tracePt t="68954" x="2582863" y="4986338"/>
          <p14:tracePt t="68972" x="2503488" y="5029200"/>
          <p14:tracePt t="68988" x="2446338" y="5065713"/>
          <p14:tracePt t="69005" x="2387600" y="5094288"/>
          <p14:tracePt t="69021" x="2328863" y="5138738"/>
          <p14:tracePt t="69038" x="2300288" y="5153025"/>
          <p14:tracePt t="69055" x="2257425" y="5195888"/>
          <p14:tracePt t="69071" x="2227263" y="5232400"/>
          <p14:tracePt t="69089" x="2184400" y="5305425"/>
          <p14:tracePt t="69106" x="2147888" y="5362575"/>
          <p14:tracePt t="69109" x="2119313" y="5407025"/>
          <p14:tracePt t="69121" x="2111375" y="5407025"/>
          <p14:tracePt t="69138" x="2090738" y="5443538"/>
          <p14:tracePt t="69155" x="2068513" y="5464175"/>
          <p14:tracePt t="69171" x="2009775" y="5494338"/>
          <p14:tracePt t="69188" x="1952625" y="5514975"/>
          <p14:tracePt t="69205" x="1871663" y="5514975"/>
          <p14:tracePt t="69221" x="1755775" y="5522913"/>
          <p14:tracePt t="69238" x="1597025" y="5522913"/>
          <p14:tracePt t="69255" x="1481138" y="5522913"/>
          <p14:tracePt t="69271" x="1414463" y="5522913"/>
          <p14:tracePt t="69288" x="1371600" y="5522913"/>
          <p14:tracePt t="69305" x="1343025" y="5522913"/>
          <p14:tracePt t="69321" x="1320800" y="5522913"/>
          <p14:tracePt t="69338" x="1292225" y="5522913"/>
          <p14:tracePt t="69354" x="1255713" y="5522913"/>
          <p14:tracePt t="69371" x="1219200" y="5522913"/>
          <p14:tracePt t="69388" x="1196975" y="5522913"/>
          <p14:tracePt t="69405" x="1182688" y="5522913"/>
          <p14:tracePt t="69421" x="1176338" y="5522913"/>
          <p14:tracePt t="69438" x="1160463" y="5522913"/>
          <p14:tracePt t="69454" x="1146175" y="5522913"/>
          <p14:tracePt t="69471" x="1131888" y="5522913"/>
          <p14:tracePt t="69488" x="1125538" y="5522913"/>
          <p14:tracePt t="69505" x="1109663" y="5522913"/>
          <p14:tracePt t="69521" x="1095375" y="5522913"/>
          <p14:tracePt t="69538" x="1089025" y="5522913"/>
          <p14:tracePt t="69555" x="1081088" y="5522913"/>
          <p14:tracePt t="69571" x="1066800" y="5522913"/>
          <p14:tracePt t="69588" x="1058863" y="5522913"/>
          <p14:tracePt t="69605" x="1038225" y="5522913"/>
          <p14:tracePt t="69621" x="1023938" y="5522913"/>
          <p14:tracePt t="69638" x="1016000" y="5522913"/>
          <p14:tracePt t="69671" x="1008063" y="5522913"/>
          <p14:tracePt t="69688" x="1001713" y="5522913"/>
          <p14:tracePt t="69708" x="993775" y="5522913"/>
          <p14:tracePt t="69724" x="987425" y="5514975"/>
          <p14:tracePt t="69740" x="973138" y="5514975"/>
          <p14:tracePt t="69756" x="957263" y="5514975"/>
          <p14:tracePt t="69771" x="950913" y="5508625"/>
          <p14:tracePt t="69788" x="942975" y="5500688"/>
          <p14:tracePt t="69853" x="942975" y="5494338"/>
          <p14:tracePt t="69869" x="942975" y="5478463"/>
          <p14:tracePt t="69901" x="936625" y="5472113"/>
          <p14:tracePt t="69908" x="928688" y="5464175"/>
          <p14:tracePt t="69916" x="928688" y="5457825"/>
          <p14:tracePt t="69933" x="928688" y="5449888"/>
          <p14:tracePt t="69956" x="928688" y="5443538"/>
          <p14:tracePt t="69965" x="922338" y="5427663"/>
          <p14:tracePt t="69989" x="922338" y="5413375"/>
          <p14:tracePt t="69997" x="922338" y="5407025"/>
          <p14:tracePt t="70005" x="922338" y="5399088"/>
          <p14:tracePt t="70021" x="914400" y="5384800"/>
          <p14:tracePt t="70038" x="906463" y="5384800"/>
          <p14:tracePt t="70071" x="906463" y="5370513"/>
          <p14:tracePt t="70088" x="906463" y="5362575"/>
          <p14:tracePt t="70109" x="906463" y="5348288"/>
          <p14:tracePt t="70121" x="900113" y="5341938"/>
          <p14:tracePt t="70138" x="900113" y="5319713"/>
          <p14:tracePt t="70155" x="900113" y="5305425"/>
          <p14:tracePt t="70171" x="900113" y="5283200"/>
          <p14:tracePt t="70188" x="900113" y="5268913"/>
          <p14:tracePt t="70205" x="900113" y="5254625"/>
          <p14:tracePt t="70222" x="900113" y="5240338"/>
          <p14:tracePt t="70238" x="900113" y="5232400"/>
          <p14:tracePt t="70255" x="900113" y="5218113"/>
          <p14:tracePt t="70271" x="900113" y="5210175"/>
          <p14:tracePt t="70288" x="900113" y="5195888"/>
          <p14:tracePt t="70305" x="900113" y="5181600"/>
          <p14:tracePt t="70322" x="900113" y="5159375"/>
          <p14:tracePt t="70338" x="900113" y="5145088"/>
          <p14:tracePt t="70355" x="900113" y="5138738"/>
          <p14:tracePt t="70372" x="900113" y="5130800"/>
          <p14:tracePt t="70388" x="900113" y="5116513"/>
          <p14:tracePt t="70422" x="906463" y="5108575"/>
          <p14:tracePt t="70438" x="914400" y="5094288"/>
          <p14:tracePt t="70455" x="928688" y="5080000"/>
          <p14:tracePt t="70472" x="950913" y="5057775"/>
          <p14:tracePt t="70488" x="965200" y="5043488"/>
          <p14:tracePt t="70505" x="979488" y="5029200"/>
          <p14:tracePt t="70522" x="993775" y="5029200"/>
          <p14:tracePt t="70538" x="1023938" y="5014913"/>
          <p14:tracePt t="70555" x="1081088" y="4992688"/>
          <p14:tracePt t="70572" x="1139825" y="4978400"/>
          <p14:tracePt t="70588" x="1241425" y="4964113"/>
          <p14:tracePt t="70606" x="1357313" y="4956175"/>
          <p14:tracePt t="70621" x="1444625" y="4935538"/>
          <p14:tracePt t="70638" x="1524000" y="4927600"/>
          <p14:tracePt t="70655" x="1566863" y="4919663"/>
          <p14:tracePt t="70671" x="1611313" y="4913313"/>
          <p14:tracePt t="70688" x="1647825" y="4905375"/>
          <p14:tracePt t="70705" x="1684338" y="4905375"/>
          <p14:tracePt t="70722" x="1727200" y="4899025"/>
          <p14:tracePt t="70738" x="1800225" y="4876800"/>
          <p14:tracePt t="70755" x="1857375" y="4868863"/>
          <p14:tracePt t="70772" x="1930400" y="4868863"/>
          <p14:tracePt t="70788" x="1981200" y="4862513"/>
          <p14:tracePt t="70805" x="2024063" y="4862513"/>
          <p14:tracePt t="70822" x="2054225" y="4862513"/>
          <p14:tracePt t="70838" x="2090738" y="4848225"/>
          <p14:tracePt t="70855" x="2119313" y="4840288"/>
          <p14:tracePt t="70872" x="2170113" y="4840288"/>
          <p14:tracePt t="70888" x="2235200" y="4840288"/>
          <p14:tracePt t="70905" x="2293938" y="4840288"/>
          <p14:tracePt t="70922" x="2351088" y="4840288"/>
          <p14:tracePt t="70938" x="2409825" y="4840288"/>
          <p14:tracePt t="70955" x="2481263" y="4840288"/>
          <p14:tracePt t="70972" x="2590800" y="4840288"/>
          <p14:tracePt t="70988" x="2678113" y="4840288"/>
          <p14:tracePt t="71005" x="2728913" y="4840288"/>
          <p14:tracePt t="71022" x="2765425" y="4840288"/>
          <p14:tracePt t="71038" x="2816225" y="4840288"/>
          <p14:tracePt t="71055" x="2844800" y="4840288"/>
          <p14:tracePt t="71072" x="2895600" y="4840288"/>
          <p14:tracePt t="71088" x="2938463" y="4840288"/>
          <p14:tracePt t="71105" x="2982913" y="4840288"/>
          <p14:tracePt t="71122" x="3025775" y="4840288"/>
          <p14:tracePt t="71138" x="3070225" y="4840288"/>
          <p14:tracePt t="71155" x="3127375" y="4840288"/>
          <p14:tracePt t="71172" x="3222625" y="4840288"/>
          <p14:tracePt t="71189" x="3302000" y="4840288"/>
          <p14:tracePt t="71205" x="3360738" y="4840288"/>
          <p14:tracePt t="71222" x="3395663" y="4840288"/>
          <p14:tracePt t="71238" x="3425825" y="4840288"/>
          <p14:tracePt t="71255" x="3468688" y="4840288"/>
          <p14:tracePt t="71272" x="3505200" y="4840288"/>
          <p14:tracePt t="71289" x="3556000" y="4840288"/>
          <p14:tracePt t="71305" x="3606800" y="4840288"/>
          <p14:tracePt t="71322" x="3649663" y="4840288"/>
          <p14:tracePt t="71338" x="3686175" y="4840288"/>
          <p14:tracePt t="71356" x="3730625" y="4840288"/>
          <p14:tracePt t="71372" x="3751263" y="4840288"/>
          <p14:tracePt t="71388" x="3781425" y="4840288"/>
          <p14:tracePt t="71405" x="3817938" y="4840288"/>
          <p14:tracePt t="71422" x="3838575" y="4840288"/>
          <p14:tracePt t="71438" x="3852863" y="4840288"/>
          <p14:tracePt t="71455" x="3889375" y="4840288"/>
          <p14:tracePt t="71472" x="3919538" y="4840288"/>
          <p14:tracePt t="71489" x="3954463" y="4840288"/>
          <p14:tracePt t="71505" x="3984625" y="4840288"/>
          <p14:tracePt t="71522" x="4005263" y="4840288"/>
          <p14:tracePt t="71539" x="4035425" y="4840288"/>
          <p14:tracePt t="71555" x="4049713" y="4840288"/>
          <p14:tracePt t="71572" x="4071938" y="4840288"/>
          <p14:tracePt t="71589" x="4100513" y="4840288"/>
          <p14:tracePt t="71605" x="4122738" y="4840288"/>
          <p14:tracePt t="71622" x="4143375" y="4840288"/>
          <p14:tracePt t="71639" x="4157663" y="4840288"/>
          <p14:tracePt t="71655" x="4173538" y="4840288"/>
          <p14:tracePt t="71672" x="4194175" y="4848225"/>
          <p14:tracePt t="71689" x="4224338" y="4854575"/>
          <p14:tracePt t="71705" x="4275138" y="4876800"/>
          <p14:tracePt t="71722" x="4295775" y="4876800"/>
          <p14:tracePt t="71739" x="4303713" y="4876800"/>
          <p14:tracePt t="71755" x="4310063" y="4884738"/>
          <p14:tracePt t="71772" x="4318000" y="4884738"/>
          <p14:tracePt t="71789" x="4332288" y="4884738"/>
          <p14:tracePt t="71805" x="4340225" y="4899025"/>
          <p14:tracePt t="71822" x="4354513" y="4899025"/>
          <p14:tracePt t="71855" x="4368800" y="4905375"/>
          <p14:tracePt t="71872" x="4376738" y="4913313"/>
          <p14:tracePt t="71889" x="4391025" y="4927600"/>
          <p14:tracePt t="71905" x="4405313" y="4941888"/>
          <p14:tracePt t="71922" x="4411663" y="4949825"/>
          <p14:tracePt t="71939" x="4419600" y="4956175"/>
          <p14:tracePt t="71955" x="4427538" y="4978400"/>
          <p14:tracePt t="71972" x="4441825" y="5006975"/>
          <p14:tracePt t="71989" x="4441825" y="5021263"/>
          <p14:tracePt t="72005" x="4441825" y="5037138"/>
          <p14:tracePt t="72022" x="4441825" y="5057775"/>
          <p14:tracePt t="72039" x="4441825" y="5072063"/>
          <p14:tracePt t="72055" x="4441825" y="5080000"/>
          <p14:tracePt t="72072" x="4456113" y="5102225"/>
          <p14:tracePt t="72089" x="4456113" y="5116513"/>
          <p14:tracePt t="72105" x="4456113" y="5122863"/>
          <p14:tracePt t="72108" x="4456113" y="5130800"/>
          <p14:tracePt t="72122" x="4456113" y="5138738"/>
          <p14:tracePt t="72139" x="4456113" y="5145088"/>
          <p14:tracePt t="72155" x="4456113" y="5159375"/>
          <p14:tracePt t="72172" x="4456113" y="5173663"/>
          <p14:tracePt t="72189" x="4448175" y="5181600"/>
          <p14:tracePt t="72205" x="4448175" y="5189538"/>
          <p14:tracePt t="72222" x="4448175" y="5195888"/>
          <p14:tracePt t="72255" x="4433888" y="5203825"/>
          <p14:tracePt t="72285" x="4433888" y="5210175"/>
          <p14:tracePt t="72301" x="4427538" y="5210175"/>
          <p14:tracePt t="72333" x="4419600" y="5218113"/>
          <p14:tracePt t="72340" x="4411663" y="5218113"/>
          <p14:tracePt t="72373" x="4405313" y="5218113"/>
          <p14:tracePt t="72380" x="4397375" y="5218113"/>
          <p14:tracePt t="72404" x="4391025" y="5224463"/>
          <p14:tracePt t="72412" x="4383088" y="5232400"/>
          <p14:tracePt t="72437" x="4376738" y="5232400"/>
          <p14:tracePt t="72461" x="4368800" y="5232400"/>
          <p14:tracePt t="72469" x="4354513" y="5232400"/>
          <p14:tracePt t="72476" x="4346575" y="5232400"/>
          <p14:tracePt t="72489" x="4340225" y="5232400"/>
          <p14:tracePt t="72505" x="4325938" y="5232400"/>
          <p14:tracePt t="72522" x="4318000" y="5232400"/>
          <p14:tracePt t="72539" x="4303713" y="5240338"/>
          <p14:tracePt t="72572" x="4295775" y="5240338"/>
          <p14:tracePt t="72589" x="4289425" y="5240338"/>
          <p14:tracePt t="72613" x="4281488" y="5240338"/>
          <p14:tracePt t="72628" x="4275138" y="5240338"/>
          <p14:tracePt t="72645" x="4267200" y="5240338"/>
          <p14:tracePt t="72677" x="4259263" y="5240338"/>
          <p14:tracePt t="72684" x="4252913" y="5240338"/>
          <p14:tracePt t="72701" x="4244975" y="5240338"/>
          <p14:tracePt t="72725" x="4238625" y="5240338"/>
          <p14:tracePt t="72732" x="4230688" y="5246688"/>
          <p14:tracePt t="72740" x="4224338" y="5254625"/>
          <p14:tracePt t="72756" x="4208463" y="5254625"/>
          <p14:tracePt t="72772" x="4202113" y="5254625"/>
          <p14:tracePt t="72789" x="4187825" y="5254625"/>
          <p14:tracePt t="72806" x="4173538" y="5254625"/>
          <p14:tracePt t="72823" x="4151313" y="5260975"/>
          <p14:tracePt t="72839" x="4137025" y="5260975"/>
          <p14:tracePt t="72856" x="4122738" y="5260975"/>
          <p14:tracePt t="72872" x="4106863" y="5268913"/>
          <p14:tracePt t="72889" x="4092575" y="5268913"/>
          <p14:tracePt t="72906" x="4071938" y="5275263"/>
          <p14:tracePt t="72922" x="4064000" y="5275263"/>
          <p14:tracePt t="72939" x="4056063" y="5275263"/>
          <p14:tracePt t="72956" x="4049713" y="5275263"/>
          <p14:tracePt t="72972" x="4041775" y="5275263"/>
          <p14:tracePt t="72989" x="4035425" y="5275263"/>
          <p14:tracePt t="73006" x="4021138" y="5275263"/>
          <p14:tracePt t="73022" x="4013200" y="5275263"/>
          <p14:tracePt t="73056" x="3998913" y="5275263"/>
          <p14:tracePt t="73072" x="3990975" y="5275263"/>
          <p14:tracePt t="73089" x="3984625" y="5275263"/>
          <p14:tracePt t="73106" x="3976688" y="5275263"/>
          <p14:tracePt t="73122" x="3970338" y="5275263"/>
          <p14:tracePt t="73149" x="3962400" y="5275263"/>
          <p14:tracePt t="73181" x="3954463" y="5275263"/>
          <p14:tracePt t="73197" x="3954463" y="5283200"/>
          <p14:tracePt t="73213" x="3948113" y="5283200"/>
          <p14:tracePt t="73229" x="3940175" y="5283200"/>
          <p14:tracePt t="73253" x="3933825" y="5291138"/>
          <p14:tracePt t="73285" x="3919538" y="5297488"/>
          <p14:tracePt t="73317" x="3911600" y="5305425"/>
          <p14:tracePt t="73396" x="3903663" y="5305425"/>
          <p14:tracePt t="73404" x="3903663" y="5311775"/>
          <p14:tracePt t="73437" x="3889375" y="5311775"/>
          <p14:tracePt t="73452" x="3883025" y="5311775"/>
          <p14:tracePt t="73460" x="3875088" y="5311775"/>
          <p14:tracePt t="73477" x="3868738" y="5319713"/>
          <p14:tracePt t="73501" x="3852863" y="5326063"/>
          <p14:tracePt t="73508" x="3846513" y="5326063"/>
          <p14:tracePt t="73525" x="3832225" y="5326063"/>
          <p14:tracePt t="73539" x="3817938" y="5334000"/>
          <p14:tracePt t="73556" x="3795713" y="5341938"/>
          <p14:tracePt t="73572" x="3781425" y="5348288"/>
          <p14:tracePt t="73589" x="3767138" y="5356225"/>
          <p14:tracePt t="73606" x="3751263" y="5356225"/>
          <p14:tracePt t="73623" x="3736975" y="5356225"/>
          <p14:tracePt t="73639" x="3716338" y="5356225"/>
          <p14:tracePt t="73656" x="3694113" y="5362575"/>
          <p14:tracePt t="73673" x="3679825" y="5362575"/>
          <p14:tracePt t="73689" x="3657600" y="5362575"/>
          <p14:tracePt t="73706" x="3643313" y="5370513"/>
          <p14:tracePt t="73723" x="3629025" y="5370513"/>
          <p14:tracePt t="73739" x="3614738" y="5370513"/>
          <p14:tracePt t="73756" x="3598863" y="5370513"/>
          <p14:tracePt t="73773" x="3584575" y="5370513"/>
          <p14:tracePt t="73789" x="3578225" y="5370513"/>
          <p14:tracePt t="73806" x="3563938" y="5370513"/>
          <p14:tracePt t="73839" x="3548063" y="5370513"/>
          <p14:tracePt t="73856" x="3541713" y="5370513"/>
          <p14:tracePt t="73873" x="3519488" y="5370513"/>
          <p14:tracePt t="73889" x="3513138" y="5370513"/>
          <p14:tracePt t="73906" x="3497263" y="5370513"/>
          <p14:tracePt t="73939" x="3476625" y="5370513"/>
          <p14:tracePt t="73956" x="3462338" y="5370513"/>
          <p14:tracePt t="73973" x="3446463" y="5370513"/>
          <p14:tracePt t="73989" x="3432175" y="5362575"/>
          <p14:tracePt t="74006" x="3403600" y="5362575"/>
          <p14:tracePt t="74023" x="3381375" y="5356225"/>
          <p14:tracePt t="74039" x="3344863" y="5348288"/>
          <p14:tracePt t="74056" x="3302000" y="5348288"/>
          <p14:tracePt t="74073" x="3251200" y="5334000"/>
          <p14:tracePt t="74089" x="3178175" y="5319713"/>
          <p14:tracePt t="74106" x="3135313" y="5311775"/>
          <p14:tracePt t="74109" x="3113088" y="5311775"/>
          <p14:tracePt t="74123" x="3098800" y="5305425"/>
          <p14:tracePt t="74139" x="3048000" y="5305425"/>
          <p14:tracePt t="74156" x="3033713" y="5297488"/>
          <p14:tracePt t="74173" x="2997200" y="5297488"/>
          <p14:tracePt t="74190" x="2968625" y="5291138"/>
          <p14:tracePt t="74206" x="2909888" y="5283200"/>
          <p14:tracePt t="74223" x="2867025" y="5268913"/>
          <p14:tracePt t="74239" x="2830513" y="5260975"/>
          <p14:tracePt t="74256" x="2801938" y="5260975"/>
          <p14:tracePt t="74273" x="2771775" y="5254625"/>
          <p14:tracePt t="74289" x="2751138" y="5254625"/>
          <p14:tracePt t="74306" x="2720975" y="5254625"/>
          <p14:tracePt t="74323" x="2700338" y="5254625"/>
          <p14:tracePt t="74339" x="2663825" y="5254625"/>
          <p14:tracePt t="74356" x="2641600" y="5254625"/>
          <p14:tracePt t="74373" x="2619375" y="5254625"/>
          <p14:tracePt t="74389" x="2598738" y="5254625"/>
          <p14:tracePt t="74406" x="2568575" y="5254625"/>
          <p14:tracePt t="74423" x="2554288" y="5254625"/>
          <p14:tracePt t="74439" x="2547938" y="5254625"/>
          <p14:tracePt t="74456" x="2532063" y="5254625"/>
          <p14:tracePt t="74473" x="2517775" y="5254625"/>
          <p14:tracePt t="74489" x="2503488" y="5254625"/>
          <p14:tracePt t="74506" x="2481263" y="5254625"/>
          <p14:tracePt t="74523" x="2466975" y="5254625"/>
          <p14:tracePt t="74539" x="2460625" y="5254625"/>
          <p14:tracePt t="74556" x="2446338" y="5254625"/>
          <p14:tracePt t="74573" x="2438400" y="5254625"/>
          <p14:tracePt t="74606" x="2424113" y="5254625"/>
          <p14:tracePt t="74623" x="2416175" y="5254625"/>
          <p14:tracePt t="74639" x="2401888" y="5254625"/>
          <p14:tracePt t="74656" x="2395538" y="5254625"/>
          <p14:tracePt t="74685" x="2379663" y="5254625"/>
          <p14:tracePt t="74701" x="2373313" y="5254625"/>
          <p14:tracePt t="74725" x="2365375" y="5254625"/>
          <p14:tracePt t="74732" x="2359025" y="5254625"/>
          <p14:tracePt t="74741" x="2351088" y="5254625"/>
          <p14:tracePt t="74756" x="2336800" y="5254625"/>
          <p14:tracePt t="74773" x="2322513" y="5254625"/>
          <p14:tracePt t="74790" x="2314575" y="5260975"/>
          <p14:tracePt t="74806" x="2308225" y="5260975"/>
          <p14:tracePt t="74823" x="2293938" y="5260975"/>
          <p14:tracePt t="74840" x="2286000" y="5260975"/>
          <p14:tracePt t="74856" x="2271713" y="5260975"/>
          <p14:tracePt t="74873" x="2263775" y="5268913"/>
          <p14:tracePt t="74965" x="2257425" y="5275263"/>
          <p14:tracePt t="76378" x="2249488" y="5275263"/>
          <p14:tracePt t="76388" x="2235200" y="5275263"/>
          <p14:tracePt t="76398" x="2220913" y="5283200"/>
          <p14:tracePt t="76423" x="2212975" y="5291138"/>
          <p14:tracePt t="76440" x="2198688" y="5305425"/>
          <p14:tracePt t="76473" x="2184400" y="5311775"/>
          <p14:tracePt t="76490" x="2176463" y="5311775"/>
          <p14:tracePt t="76524" x="2162175" y="5311775"/>
          <p14:tracePt t="76550" x="2155825" y="5311775"/>
          <p14:tracePt t="76565" x="2147888" y="5311775"/>
          <p14:tracePt t="76574" x="2141538" y="5311775"/>
          <p14:tracePt t="76592" x="2111375" y="5311775"/>
          <p14:tracePt t="76607" x="2090738" y="5311775"/>
          <p14:tracePt t="76624" x="2068513" y="5311775"/>
          <p14:tracePt t="76640" x="2039938" y="5311775"/>
          <p14:tracePt t="76657" x="2009775" y="5311775"/>
          <p14:tracePt t="76674" x="1981200" y="5311775"/>
          <p14:tracePt t="76690" x="1958975" y="5311775"/>
          <p14:tracePt t="76708" x="1938338" y="5311775"/>
          <p14:tracePt t="76724" x="1922463" y="5311775"/>
          <p14:tracePt t="76759" x="1908175" y="5319713"/>
          <p14:tracePt t="76845" x="1901825" y="5319713"/>
          <p14:tracePt t="77366" x="1901825" y="5326063"/>
          <p14:tracePt t="77632" x="1916113" y="5326063"/>
          <p14:tracePt t="77647" x="1916113" y="5334000"/>
          <p14:tracePt t="77680" x="1922463" y="5334000"/>
          <p14:tracePt t="77692" x="1930400" y="5334000"/>
          <p14:tracePt t="77704" x="1938338" y="5334000"/>
          <p14:tracePt t="77717" x="1944688" y="5334000"/>
          <p14:tracePt t="77726" x="1958975" y="5334000"/>
          <p14:tracePt t="77741" x="1989138" y="5334000"/>
          <p14:tracePt t="77757" x="2017713" y="5341938"/>
          <p14:tracePt t="77774" x="2060575" y="5348288"/>
          <p14:tracePt t="77791" x="2119313" y="5356225"/>
          <p14:tracePt t="77808" x="2162175" y="5362575"/>
          <p14:tracePt t="77824" x="2227263" y="5384800"/>
          <p14:tracePt t="77842" x="2293938" y="5399088"/>
          <p14:tracePt t="77857" x="2344738" y="5421313"/>
          <p14:tracePt t="77874" x="2401888" y="5435600"/>
          <p14:tracePt t="77891" x="2416175" y="5449888"/>
          <p14:tracePt t="77907" x="2430463" y="5457825"/>
          <p14:tracePt t="77924" x="2452688" y="5472113"/>
          <p14:tracePt t="77941" x="2452688" y="5478463"/>
          <p14:tracePt t="77957" x="2466975" y="5494338"/>
          <p14:tracePt t="77974" x="2466975" y="5508625"/>
          <p14:tracePt t="77991" x="2466975" y="5537200"/>
          <p14:tracePt t="78008" x="2466975" y="5565775"/>
          <p14:tracePt t="78025" x="2466975" y="5595938"/>
          <p14:tracePt t="78041" x="2446338" y="5630863"/>
          <p14:tracePt t="78057" x="2416175" y="5667375"/>
          <p14:tracePt t="78074" x="2401888" y="5689600"/>
          <p14:tracePt t="78091" x="2373313" y="5711825"/>
          <p14:tracePt t="78108" x="2308225" y="5754688"/>
          <p14:tracePt t="78124" x="2271713" y="5768975"/>
          <p14:tracePt t="78141" x="2227263" y="5791200"/>
          <p14:tracePt t="78157" x="2184400" y="5813425"/>
          <p14:tracePt t="78175" x="2147888" y="5819775"/>
          <p14:tracePt t="78191" x="2111375" y="5842000"/>
          <p14:tracePt t="78207" x="2082800" y="5849938"/>
          <p14:tracePt t="78224" x="2054225" y="5856288"/>
          <p14:tracePt t="78241" x="2024063" y="5864225"/>
          <p14:tracePt t="78258" x="1981200" y="5870575"/>
          <p14:tracePt t="78274" x="1952625" y="5870575"/>
          <p14:tracePt t="78291" x="1916113" y="5878513"/>
          <p14:tracePt t="78309" x="1879600" y="5884863"/>
          <p14:tracePt t="78324" x="1851025" y="5884863"/>
          <p14:tracePt t="78342" x="1828800" y="5892800"/>
          <p14:tracePt t="78357" x="1792288" y="5900738"/>
          <p14:tracePt t="78374" x="1778000" y="5900738"/>
          <p14:tracePt t="78391" x="1749425" y="5907088"/>
          <p14:tracePt t="78408" x="1727200" y="5907088"/>
          <p14:tracePt t="78424" x="1704975" y="5915025"/>
          <p14:tracePt t="78441" x="1676400" y="5915025"/>
          <p14:tracePt t="78457" x="1662113" y="5915025"/>
          <p14:tracePt t="78474" x="1647825" y="5915025"/>
          <p14:tracePt t="78491" x="1625600" y="5921375"/>
          <p14:tracePt t="78508" x="1603375" y="5921375"/>
          <p14:tracePt t="78524" x="1582738" y="5929313"/>
          <p14:tracePt t="78541" x="1560513" y="5929313"/>
          <p14:tracePt t="78558" x="1552575" y="5929313"/>
          <p14:tracePt t="78574" x="1531938" y="5929313"/>
          <p14:tracePt t="78591" x="1516063" y="5929313"/>
          <p14:tracePt t="78608" x="1495425" y="5929313"/>
          <p14:tracePt t="78612" x="1487488" y="5929313"/>
          <p14:tracePt t="78641" x="1473200" y="5929313"/>
          <p14:tracePt t="78658" x="1465263" y="5929313"/>
          <p14:tracePt t="78675" x="1444625" y="5929313"/>
          <p14:tracePt t="78691" x="1422400" y="5929313"/>
          <p14:tracePt t="78708" x="1408113" y="5929313"/>
          <p14:tracePt t="78724" x="1385888" y="5929313"/>
          <p14:tracePt t="78741" x="1363663" y="5929313"/>
          <p14:tracePt t="78758" x="1349375" y="5929313"/>
          <p14:tracePt t="78776" x="1306513" y="5929313"/>
          <p14:tracePt t="78791" x="1284288" y="5929313"/>
          <p14:tracePt t="78808" x="1270000" y="5929313"/>
          <p14:tracePt t="78824" x="1255713" y="5929313"/>
          <p14:tracePt t="78858" x="1247775" y="5929313"/>
          <p14:tracePt t="78876" x="1233488" y="5929313"/>
          <p14:tracePt t="78891" x="1219200" y="5921375"/>
          <p14:tracePt t="78935" x="1204913" y="5915025"/>
          <p14:tracePt t="78950" x="1196975" y="5915025"/>
          <p14:tracePt t="78957" x="1196975" y="5907088"/>
          <p14:tracePt t="78974" x="1190625" y="5907088"/>
          <p14:tracePt t="78991" x="1182688" y="5900738"/>
          <p14:tracePt t="79008" x="1176338" y="5892800"/>
          <p14:tracePt t="79046" x="1168400" y="5884863"/>
          <p14:tracePt t="79078" x="1160463" y="5878513"/>
          <p14:tracePt t="79085" x="1154113" y="5878513"/>
          <p14:tracePt t="79110" x="1146175" y="5870575"/>
          <p14:tracePt t="79134" x="1146175" y="5864225"/>
          <p14:tracePt t="79158" x="1139825" y="5856288"/>
          <p14:tracePt t="79182" x="1131888" y="5849938"/>
          <p14:tracePt t="79189" x="1125538" y="5849938"/>
          <p14:tracePt t="79214" x="1125538" y="5842000"/>
          <p14:tracePt t="79254" x="1117600" y="5834063"/>
          <p14:tracePt t="79279" x="1117600" y="5827713"/>
          <p14:tracePt t="79294" x="1109663" y="5827713"/>
          <p14:tracePt t="79343" x="1109663" y="5819775"/>
          <p14:tracePt t="79367" x="1103313" y="5813425"/>
          <p14:tracePt t="79406" x="1103313" y="5805488"/>
          <p14:tracePt t="79462" x="1095375" y="5791200"/>
          <p14:tracePt t="79502" x="1095375" y="5783263"/>
          <p14:tracePt t="79517" x="1089025" y="5783263"/>
          <p14:tracePt t="79534" x="1089025" y="5776913"/>
          <p14:tracePt t="79549" x="1089025" y="5762625"/>
          <p14:tracePt t="79558" x="1089025" y="5754688"/>
          <p14:tracePt t="80127" x="1089025" y="5732463"/>
          <p14:tracePt t="80133" x="1089025" y="5726113"/>
          <p14:tracePt t="80150" x="1095375" y="5726113"/>
        </p14:tracePtLst>
      </p14:laserTraceLst>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Classify using </a:t>
            </a:r>
            <a:r>
              <a:rPr lang="en-US" dirty="0" smtClean="0"/>
              <a:t>SVM to get SVM Model</a:t>
            </a:r>
            <a:endParaRPr lang="en-US" dirty="0"/>
          </a:p>
        </p:txBody>
      </p:sp>
      <p:sp>
        <p:nvSpPr>
          <p:cNvPr id="3" name="Content Placeholder 2"/>
          <p:cNvSpPr>
            <a:spLocks noGrp="1"/>
          </p:cNvSpPr>
          <p:nvPr>
            <p:ph idx="1"/>
          </p:nvPr>
        </p:nvSpPr>
        <p:spPr/>
        <p:txBody>
          <a:bodyPr/>
          <a:lstStyle/>
          <a:p>
            <a:r>
              <a:rPr lang="en-US" dirty="0" smtClean="0"/>
              <a:t>Source: Data</a:t>
            </a:r>
          </a:p>
        </p:txBody>
      </p:sp>
      <p:pic>
        <p:nvPicPr>
          <p:cNvPr id="5" name="Picture 4"/>
          <p:cNvPicPr>
            <a:picLocks noChangeAspect="1"/>
          </p:cNvPicPr>
          <p:nvPr/>
        </p:nvPicPr>
        <p:blipFill rotWithShape="1">
          <a:blip r:embed="rId4"/>
          <a:srcRect r="30781" b="12971"/>
          <a:stretch/>
        </p:blipFill>
        <p:spPr>
          <a:xfrm>
            <a:off x="3650867" y="1915188"/>
            <a:ext cx="1925180" cy="4758223"/>
          </a:xfrm>
          <a:prstGeom prst="rect">
            <a:avLst/>
          </a:prstGeom>
        </p:spPr>
      </p:pic>
      <p:pic>
        <p:nvPicPr>
          <p:cNvPr id="6" name="Picture 5"/>
          <p:cNvPicPr>
            <a:picLocks noChangeAspect="1"/>
          </p:cNvPicPr>
          <p:nvPr/>
        </p:nvPicPr>
        <p:blipFill>
          <a:blip r:embed="rId5"/>
          <a:stretch>
            <a:fillRect/>
          </a:stretch>
        </p:blipFill>
        <p:spPr>
          <a:xfrm>
            <a:off x="6246650" y="1839693"/>
            <a:ext cx="5353050" cy="4819650"/>
          </a:xfrm>
          <a:prstGeom prst="rect">
            <a:avLst/>
          </a:prstGeom>
        </p:spPr>
      </p:pic>
    </p:spTree>
    <p:custDataLst>
      <p:tags r:id="rId1"/>
    </p:custDataLst>
    <p:extLst>
      <p:ext uri="{BB962C8B-B14F-4D97-AF65-F5344CB8AC3E}">
        <p14:creationId xmlns:p14="http://schemas.microsoft.com/office/powerpoint/2010/main" val="3863381388"/>
      </p:ext>
    </p:extLst>
  </p:cSld>
  <p:clrMapOvr>
    <a:masterClrMapping/>
  </p:clrMapOvr>
  <mc:AlternateContent xmlns:mc="http://schemas.openxmlformats.org/markup-compatibility/2006" xmlns:p14="http://schemas.microsoft.com/office/powerpoint/2010/main">
    <mc:Choice Requires="p14">
      <p:transition spd="slow" p14:dur="2000" advTm="29725">
        <p:cut/>
      </p:transition>
    </mc:Choice>
    <mc:Fallback xmlns="">
      <p:transition spd="slow" advTm="29725">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mod="1">
    <p:ext uri="{3A86A75C-4F4B-4683-9AE1-C65F6400EC91}">
      <p14:laserTraceLst xmlns:p14="http://schemas.microsoft.com/office/powerpoint/2010/main">
        <p14:tracePtLst>
          <p14:tracePt t="1995" x="855663" y="5362575"/>
          <p14:tracePt t="2332" x="885825" y="5362575"/>
          <p14:tracePt t="2340" x="942975" y="5362575"/>
          <p14:tracePt t="2348" x="1001713" y="5362575"/>
          <p14:tracePt t="2356" x="1058863" y="5362575"/>
          <p14:tracePt t="2367" x="1125538" y="5362575"/>
          <p14:tracePt t="2383" x="1255713" y="5362575"/>
          <p14:tracePt t="2400" x="1379538" y="5362575"/>
          <p14:tracePt t="2417" x="1458913" y="5356225"/>
          <p14:tracePt t="2433" x="1487488" y="5348288"/>
          <p14:tracePt t="2450" x="1501775" y="5348288"/>
          <p14:tracePt t="2467" x="1524000" y="5341938"/>
          <p14:tracePt t="2484" x="1546225" y="5334000"/>
          <p14:tracePt t="2500" x="1582738" y="5311775"/>
          <p14:tracePt t="2517" x="1625600" y="5297488"/>
          <p14:tracePt t="2534" x="1662113" y="5283200"/>
          <p14:tracePt t="2550" x="1698625" y="5254625"/>
          <p14:tracePt t="2567" x="1719263" y="5246688"/>
          <p14:tracePt t="2584" x="1755775" y="5224463"/>
          <p14:tracePt t="2600" x="1785938" y="5203825"/>
          <p14:tracePt t="2617" x="1843088" y="5153025"/>
          <p14:tracePt t="2634" x="1887538" y="5122863"/>
          <p14:tracePt t="2650" x="1930400" y="5087938"/>
          <p14:tracePt t="2667" x="1966913" y="5029200"/>
          <p14:tracePt t="2684" x="1989138" y="4986338"/>
          <p14:tracePt t="2700" x="2003425" y="4927600"/>
          <p14:tracePt t="2717" x="2032000" y="4868863"/>
          <p14:tracePt t="2734" x="2060575" y="4811713"/>
          <p14:tracePt t="2750" x="2105025" y="4746625"/>
          <p14:tracePt t="2767" x="2133600" y="4687888"/>
          <p14:tracePt t="2784" x="2162175" y="4630738"/>
          <p14:tracePt t="2800" x="2184400" y="4600575"/>
          <p14:tracePt t="2817" x="2235200" y="4529138"/>
          <p14:tracePt t="2834" x="2286000" y="4462463"/>
          <p14:tracePt t="2850" x="2359025" y="4391025"/>
          <p14:tracePt t="2867" x="2438400" y="4310063"/>
          <p14:tracePt t="2884" x="2466975" y="4275138"/>
          <p14:tracePt t="2900" x="2481263" y="4252913"/>
          <p14:tracePt t="2917" x="2497138" y="4230688"/>
          <p14:tracePt t="2934" x="2497138" y="4224338"/>
          <p14:tracePt t="4020" x="2517775" y="4208463"/>
          <p14:tracePt t="4028" x="2547938" y="4194175"/>
          <p14:tracePt t="4035" x="2613025" y="4165600"/>
          <p14:tracePt t="4051" x="2678113" y="4143375"/>
          <p14:tracePt t="4067" x="3048000" y="4013200"/>
          <p14:tracePt t="4084" x="3476625" y="3933825"/>
          <p14:tracePt t="4101" x="3948113" y="3781425"/>
          <p14:tracePt t="4117" x="4405313" y="3643313"/>
          <p14:tracePt t="4134" x="4797425" y="3527425"/>
          <p14:tracePt t="4151" x="5159375" y="3403600"/>
          <p14:tracePt t="4167" x="5551488" y="3222625"/>
          <p14:tracePt t="4184" x="5921375" y="3076575"/>
          <p14:tracePt t="4201" x="6234113" y="2946400"/>
          <p14:tracePt t="4217" x="6473825" y="2844800"/>
          <p14:tracePt t="4234" x="6611938" y="2779713"/>
          <p14:tracePt t="4251" x="6727825" y="2728913"/>
          <p14:tracePt t="4267" x="6880225" y="2627313"/>
          <p14:tracePt t="4284" x="6967538" y="2562225"/>
          <p14:tracePt t="4301" x="7061200" y="2503488"/>
          <p14:tracePt t="4317" x="7177088" y="2409825"/>
          <p14:tracePt t="4334" x="7264400" y="2351088"/>
          <p14:tracePt t="4351" x="7343775" y="2278063"/>
          <p14:tracePt t="4368" x="7416800" y="2212975"/>
          <p14:tracePt t="4384" x="7467600" y="2162175"/>
          <p14:tracePt t="4401" x="7532688" y="2090738"/>
          <p14:tracePt t="4418" x="7605713" y="2009775"/>
          <p14:tracePt t="4434" x="7678738" y="1930400"/>
          <p14:tracePt t="4451" x="7786688" y="1806575"/>
          <p14:tracePt t="4468" x="7845425" y="1735138"/>
          <p14:tracePt t="4484" x="7881938" y="1684338"/>
          <p14:tracePt t="4501" x="7916863" y="1633538"/>
          <p14:tracePt t="4518" x="7989888" y="1552575"/>
          <p14:tracePt t="4534" x="8062913" y="1487488"/>
          <p14:tracePt t="4551" x="8105775" y="1444625"/>
          <p14:tracePt t="4568" x="8135938" y="1393825"/>
          <p14:tracePt t="4584" x="8170863" y="1357313"/>
          <p14:tracePt t="4601" x="8178800" y="1335088"/>
          <p14:tracePt t="4618" x="8186738" y="1312863"/>
          <p14:tracePt t="4634" x="8193088" y="1306513"/>
          <p14:tracePt t="4651" x="8207375" y="1292225"/>
          <p14:tracePt t="4668" x="8207375" y="1277938"/>
          <p14:tracePt t="4684" x="8207375" y="1270000"/>
          <p14:tracePt t="4701" x="8215313" y="1262063"/>
          <p14:tracePt t="5084" x="8221663" y="1262063"/>
          <p14:tracePt t="5091" x="8229600" y="1270000"/>
          <p14:tracePt t="5101" x="8229600" y="1284288"/>
          <p14:tracePt t="5118" x="8229600" y="1328738"/>
          <p14:tracePt t="5134" x="8243888" y="1371600"/>
          <p14:tracePt t="5151" x="8251825" y="1414463"/>
          <p14:tracePt t="5168" x="8251825" y="1450975"/>
          <p14:tracePt t="5184" x="8251825" y="1481138"/>
          <p14:tracePt t="5201" x="8251825" y="1516063"/>
          <p14:tracePt t="5218" x="8251825" y="1597025"/>
          <p14:tracePt t="5235" x="8251825" y="1684338"/>
          <p14:tracePt t="5251" x="8258175" y="1719263"/>
          <p14:tracePt t="5268" x="8280400" y="1755775"/>
          <p14:tracePt t="5285" x="8280400" y="1778000"/>
          <p14:tracePt t="5302" x="8280400" y="1792288"/>
          <p14:tracePt t="5318" x="8280400" y="1814513"/>
          <p14:tracePt t="5335" x="8280400" y="1828800"/>
          <p14:tracePt t="5351" x="8280400" y="1843088"/>
          <p14:tracePt t="5368" x="8280400" y="1851025"/>
          <p14:tracePt t="5401" x="8280400" y="1857375"/>
          <p14:tracePt t="5436" x="8280400" y="1865313"/>
          <p14:tracePt t="5476" x="8280400" y="1879600"/>
          <p14:tracePt t="6164" x="8266113" y="1887538"/>
          <p14:tracePt t="6171" x="8266113" y="1893888"/>
          <p14:tracePt t="6180" x="8251825" y="1901825"/>
          <p14:tracePt t="6188" x="8251825" y="1908175"/>
          <p14:tracePt t="6201" x="8243888" y="1916113"/>
          <p14:tracePt t="6218" x="8229600" y="1930400"/>
          <p14:tracePt t="6235" x="8215313" y="1938338"/>
          <p14:tracePt t="6251" x="8186738" y="1973263"/>
          <p14:tracePt t="6268" x="8170863" y="1989138"/>
          <p14:tracePt t="6285" x="8150225" y="2017713"/>
          <p14:tracePt t="6301" x="8099425" y="2054225"/>
          <p14:tracePt t="6318" x="8069263" y="2074863"/>
          <p14:tracePt t="6335" x="8026400" y="2105025"/>
          <p14:tracePt t="6352" x="7975600" y="2125663"/>
          <p14:tracePt t="6368" x="7888288" y="2170113"/>
          <p14:tracePt t="6385" x="7780338" y="2206625"/>
          <p14:tracePt t="6401" x="7699375" y="2243138"/>
          <p14:tracePt t="6418" x="7642225" y="2271713"/>
          <p14:tracePt t="6435" x="7597775" y="2293938"/>
          <p14:tracePt t="6451" x="7561263" y="2314575"/>
          <p14:tracePt t="6468" x="7554913" y="2322513"/>
          <p14:tracePt t="6501" x="7540625" y="2336800"/>
          <p14:tracePt t="6518" x="7518400" y="2351088"/>
          <p14:tracePt t="6535" x="7489825" y="2373313"/>
          <p14:tracePt t="6551" x="7467600" y="2401888"/>
          <p14:tracePt t="6568" x="7439025" y="2424113"/>
          <p14:tracePt t="6585" x="7394575" y="2460625"/>
          <p14:tracePt t="6602" x="7286625" y="2517775"/>
          <p14:tracePt t="6618" x="7119938" y="2590800"/>
          <p14:tracePt t="6635" x="6821488" y="2743200"/>
          <p14:tracePt t="6652" x="6545263" y="2822575"/>
          <p14:tracePt t="6668" x="6211888" y="2924175"/>
          <p14:tracePt t="6685" x="5892800" y="3011488"/>
          <p14:tracePt t="6702" x="5630863" y="3098800"/>
          <p14:tracePt t="6718" x="5472113" y="3171825"/>
          <p14:tracePt t="6735" x="5362575" y="3236913"/>
          <p14:tracePt t="6751" x="5305425" y="3279775"/>
          <p14:tracePt t="6768" x="5240338" y="3338513"/>
          <p14:tracePt t="6785" x="5189538" y="3389313"/>
          <p14:tracePt t="6802" x="5080000" y="3497263"/>
          <p14:tracePt t="6818" x="4956175" y="3629025"/>
          <p14:tracePt t="6835" x="4760913" y="3802063"/>
          <p14:tracePt t="6852" x="4673600" y="3883025"/>
          <p14:tracePt t="6868" x="4594225" y="3933825"/>
          <p14:tracePt t="6885" x="4506913" y="3984625"/>
          <p14:tracePt t="6902" x="4441825" y="4021138"/>
          <p14:tracePt t="6918" x="4368800" y="4041775"/>
          <p14:tracePt t="6935" x="4332288" y="4056063"/>
          <p14:tracePt t="6952" x="4303713" y="4064000"/>
          <p14:tracePt t="6968" x="4289425" y="4064000"/>
          <p14:tracePt t="6986" x="4267200" y="4064000"/>
          <p14:tracePt t="7002" x="4224338" y="4056063"/>
          <p14:tracePt t="7018" x="4179888" y="4021138"/>
          <p14:tracePt t="7035" x="4114800" y="3925888"/>
          <p14:tracePt t="7052" x="4078288" y="3824288"/>
          <p14:tracePt t="7068" x="4041775" y="3700463"/>
          <p14:tracePt t="7085" x="4035425" y="3584575"/>
          <p14:tracePt t="7102" x="4013200" y="3482975"/>
          <p14:tracePt t="7118" x="4013200" y="3389313"/>
          <p14:tracePt t="7135" x="4021138" y="3294063"/>
          <p14:tracePt t="7152" x="4027488" y="3208338"/>
          <p14:tracePt t="7168" x="4056063" y="3106738"/>
          <p14:tracePt t="7185" x="4092575" y="3011488"/>
          <p14:tracePt t="7202" x="4122738" y="2917825"/>
          <p14:tracePt t="7218" x="4165600" y="2844800"/>
          <p14:tracePt t="7235" x="4216400" y="2757488"/>
          <p14:tracePt t="7252" x="4259263" y="2714625"/>
          <p14:tracePt t="7268" x="4289425" y="2692400"/>
          <p14:tracePt t="7285" x="4325938" y="2649538"/>
          <p14:tracePt t="7302" x="4368800" y="2619375"/>
          <p14:tracePt t="7318" x="4405313" y="2590800"/>
          <p14:tracePt t="7335" x="4441825" y="2568575"/>
          <p14:tracePt t="7352" x="4478338" y="2547938"/>
          <p14:tracePt t="7368" x="4506913" y="2532063"/>
          <p14:tracePt t="7385" x="4557713" y="2511425"/>
          <p14:tracePt t="7402" x="4594225" y="2489200"/>
          <p14:tracePt t="7419" x="4637088" y="2481263"/>
          <p14:tracePt t="7435" x="4659313" y="2474913"/>
          <p14:tracePt t="7452" x="4673600" y="2466975"/>
          <p14:tracePt t="7468" x="4702175" y="2460625"/>
          <p14:tracePt t="7485" x="4752975" y="2446338"/>
          <p14:tracePt t="7502" x="4789488" y="2446338"/>
          <p14:tracePt t="7518" x="4848225" y="2446338"/>
          <p14:tracePt t="7535" x="4884738" y="2438400"/>
          <p14:tracePt t="7552" x="4941888" y="2438400"/>
          <p14:tracePt t="7568" x="5006975" y="2438400"/>
          <p14:tracePt t="7585" x="5072063" y="2438400"/>
          <p14:tracePt t="7602" x="5145088" y="2438400"/>
          <p14:tracePt t="7619" x="5240338" y="2446338"/>
          <p14:tracePt t="7635" x="5376863" y="2489200"/>
          <p14:tracePt t="7652" x="5449888" y="2525713"/>
          <p14:tracePt t="7668" x="5537200" y="2582863"/>
          <p14:tracePt t="7685" x="5610225" y="2641600"/>
          <p14:tracePt t="7702" x="5681663" y="2720975"/>
          <p14:tracePt t="7719" x="5762625" y="2852738"/>
          <p14:tracePt t="7735" x="5834063" y="2989263"/>
          <p14:tracePt t="7752" x="5884863" y="3113088"/>
          <p14:tracePt t="7769" x="5935663" y="3236913"/>
          <p14:tracePt t="7785" x="5980113" y="3367088"/>
          <p14:tracePt t="7802" x="6002338" y="3505200"/>
          <p14:tracePt t="7819" x="6037263" y="3759200"/>
          <p14:tracePt t="7835" x="6067425" y="3897313"/>
          <p14:tracePt t="7852" x="6081713" y="4041775"/>
          <p14:tracePt t="7869" x="6103938" y="4179888"/>
          <p14:tracePt t="7885" x="6110288" y="4318000"/>
          <p14:tracePt t="7902" x="6118225" y="4456113"/>
          <p14:tracePt t="7919" x="6118225" y="4572000"/>
          <p14:tracePt t="7935" x="6088063" y="4681538"/>
          <p14:tracePt t="7952" x="6059488" y="4803775"/>
          <p14:tracePt t="7969" x="6022975" y="4927600"/>
          <p14:tracePt t="7985" x="6008688" y="5037138"/>
          <p14:tracePt t="8002" x="5980113" y="5153025"/>
          <p14:tracePt t="8019" x="5935663" y="5246688"/>
          <p14:tracePt t="8035" x="5864225" y="5356225"/>
          <p14:tracePt t="8052" x="5827713" y="5421313"/>
          <p14:tracePt t="8069" x="5768975" y="5500688"/>
          <p14:tracePt t="8085" x="5703888" y="5573713"/>
          <p14:tracePt t="8102" x="5653088" y="5630863"/>
          <p14:tracePt t="8119" x="5588000" y="5697538"/>
          <p14:tracePt t="8135" x="5508625" y="5762625"/>
          <p14:tracePt t="8152" x="5421313" y="5842000"/>
          <p14:tracePt t="8169" x="5362575" y="5900738"/>
          <p14:tracePt t="8185" x="5291138" y="5951538"/>
          <p14:tracePt t="8202" x="5210175" y="6008688"/>
          <p14:tracePt t="8219" x="5065713" y="6081713"/>
          <p14:tracePt t="8235" x="4978400" y="6118225"/>
          <p14:tracePt t="8252" x="4891088" y="6124575"/>
          <p14:tracePt t="8269" x="4811713" y="6132513"/>
          <p14:tracePt t="8286" x="4724400" y="6132513"/>
          <p14:tracePt t="8302" x="4614863" y="6132513"/>
          <p14:tracePt t="8319" x="4492625" y="6110288"/>
          <p14:tracePt t="8335" x="4391025" y="6067425"/>
          <p14:tracePt t="8352" x="4318000" y="6030913"/>
          <p14:tracePt t="8369" x="4252913" y="5994400"/>
          <p14:tracePt t="8385" x="4202113" y="5951538"/>
          <p14:tracePt t="8402" x="4157663" y="5878513"/>
          <p14:tracePt t="8419" x="4106863" y="5748338"/>
          <p14:tracePt t="8435" x="4071938" y="5630863"/>
          <p14:tracePt t="8452" x="4049713" y="5551488"/>
          <p14:tracePt t="8469" x="4027488" y="5478463"/>
          <p14:tracePt t="8486" x="3998913" y="5384800"/>
          <p14:tracePt t="8502" x="3970338" y="5305425"/>
          <p14:tracePt t="8519" x="3954463" y="5246688"/>
          <p14:tracePt t="8535" x="3940175" y="5181600"/>
          <p14:tracePt t="8552" x="3933825" y="5122863"/>
          <p14:tracePt t="8569" x="3925888" y="5057775"/>
          <p14:tracePt t="8571" x="3925888" y="5029200"/>
          <p14:tracePt t="8585" x="3911600" y="5000625"/>
          <p14:tracePt t="8602" x="3903663" y="4935538"/>
          <p14:tracePt t="8619" x="3897313" y="4876800"/>
          <p14:tracePt t="8635" x="3897313" y="4840288"/>
          <p14:tracePt t="8652" x="3883025" y="4803775"/>
          <p14:tracePt t="8669" x="3883025" y="4775200"/>
          <p14:tracePt t="8686" x="3883025" y="4732338"/>
          <p14:tracePt t="8702" x="3883025" y="4673600"/>
          <p14:tracePt t="8719" x="3883025" y="4594225"/>
          <p14:tracePt t="8736" x="3889375" y="4492625"/>
          <p14:tracePt t="8752" x="3919538" y="4405313"/>
          <p14:tracePt t="8769" x="3933825" y="4318000"/>
          <p14:tracePt t="8785" x="3948113" y="4259263"/>
          <p14:tracePt t="8802" x="3970338" y="4165600"/>
          <p14:tracePt t="8819" x="4021138" y="4013200"/>
          <p14:tracePt t="8836" x="4041775" y="3919538"/>
          <p14:tracePt t="8852" x="4071938" y="3810000"/>
          <p14:tracePt t="8869" x="4078288" y="3722688"/>
          <p14:tracePt t="8886" x="4100513" y="3635375"/>
          <p14:tracePt t="8902" x="4114800" y="3556000"/>
          <p14:tracePt t="8919" x="4143375" y="3482975"/>
          <p14:tracePt t="8936" x="4165600" y="3417888"/>
          <p14:tracePt t="8952" x="4194175" y="3360738"/>
          <p14:tracePt t="8969" x="4224338" y="3302000"/>
          <p14:tracePt t="8986" x="4244975" y="3259138"/>
          <p14:tracePt t="9002" x="4281488" y="3222625"/>
          <p14:tracePt t="9019" x="4332288" y="3178175"/>
          <p14:tracePt t="9036" x="4346575" y="3157538"/>
          <p14:tracePt t="9052" x="4376738" y="3135313"/>
          <p14:tracePt t="9069" x="4419600" y="3090863"/>
          <p14:tracePt t="9086" x="4478338" y="3040063"/>
          <p14:tracePt t="9102" x="4529138" y="3011488"/>
          <p14:tracePt t="9119" x="4579938" y="2968625"/>
          <p14:tracePt t="9136" x="4614863" y="2954338"/>
          <p14:tracePt t="9152" x="4651375" y="2932113"/>
          <p14:tracePt t="9169" x="4665663" y="2924175"/>
          <p14:tracePt t="9186" x="4695825" y="2917825"/>
          <p14:tracePt t="9203" x="4732338" y="2909888"/>
          <p14:tracePt t="9219" x="4760913" y="2909888"/>
          <p14:tracePt t="9236" x="4797425" y="2909888"/>
          <p14:tracePt t="9252" x="4840288" y="2909888"/>
          <p14:tracePt t="9269" x="4884738" y="2909888"/>
          <p14:tracePt t="9286" x="4956175" y="2938463"/>
          <p14:tracePt t="9302" x="5043488" y="2989263"/>
          <p14:tracePt t="9319" x="5122863" y="3040063"/>
          <p14:tracePt t="9336" x="5173663" y="3106738"/>
          <p14:tracePt t="9353" x="5232400" y="3186113"/>
          <p14:tracePt t="9369" x="5275263" y="3259138"/>
          <p14:tracePt t="9386" x="5326063" y="3330575"/>
          <p14:tracePt t="9402" x="5370513" y="3395663"/>
          <p14:tracePt t="9419" x="5443538" y="3519488"/>
          <p14:tracePt t="9436" x="5486400" y="3621088"/>
          <p14:tracePt t="9452" x="5537200" y="3716338"/>
          <p14:tracePt t="9469" x="5588000" y="3832225"/>
          <p14:tracePt t="9486" x="5638800" y="3919538"/>
          <p14:tracePt t="9502" x="5703888" y="4035425"/>
          <p14:tracePt t="9519" x="5748338" y="4129088"/>
          <p14:tracePt t="9536" x="5791200" y="4224338"/>
          <p14:tracePt t="9552" x="5819775" y="4325938"/>
          <p14:tracePt t="9569" x="5856288" y="4441825"/>
          <p14:tracePt t="9571" x="5884863" y="4506913"/>
          <p14:tracePt t="9586" x="5900738" y="4572000"/>
          <p14:tracePt t="9603" x="5929313" y="4746625"/>
          <p14:tracePt t="9619" x="5929313" y="4840288"/>
          <p14:tracePt t="9636" x="5929313" y="4935538"/>
          <p14:tracePt t="9652" x="5929313" y="5043488"/>
          <p14:tracePt t="9669" x="5929313" y="5153025"/>
          <p14:tracePt t="9686" x="5929313" y="5268913"/>
          <p14:tracePt t="9702" x="5907088" y="5370513"/>
          <p14:tracePt t="9719" x="5878513" y="5435600"/>
          <p14:tracePt t="9736" x="5834063" y="5508625"/>
          <p14:tracePt t="9752" x="5762625" y="5573713"/>
          <p14:tracePt t="9769" x="5689600" y="5646738"/>
          <p14:tracePt t="9786" x="5610225" y="5697538"/>
          <p14:tracePt t="9803" x="5529263" y="5754688"/>
          <p14:tracePt t="9819" x="5376863" y="5827713"/>
          <p14:tracePt t="9836" x="5283200" y="5849938"/>
          <p14:tracePt t="9852" x="5189538" y="5878513"/>
          <p14:tracePt t="9869" x="5087938" y="5900738"/>
          <p14:tracePt t="9886" x="4986338" y="5900738"/>
          <p14:tracePt t="9902" x="4868863" y="5900738"/>
          <p14:tracePt t="9919" x="4767263" y="5900738"/>
          <p14:tracePt t="9936" x="4681538" y="5900738"/>
          <p14:tracePt t="9953" x="4645025" y="5884863"/>
          <p14:tracePt t="9969" x="4594225" y="5870575"/>
          <p14:tracePt t="9986" x="4557713" y="5864225"/>
          <p14:tracePt t="10003" x="4506913" y="5842000"/>
          <p14:tracePt t="10019" x="4462463" y="5827713"/>
          <p14:tracePt t="10036" x="4441825" y="5813425"/>
          <p14:tracePt t="10053" x="4427538" y="5813425"/>
          <p14:tracePt t="10069" x="4419600" y="5805488"/>
          <p14:tracePt t="10086" x="4411663" y="5768975"/>
          <p14:tracePt t="10103" x="4397375" y="5740400"/>
          <p14:tracePt t="10119" x="4391025" y="5711825"/>
          <p14:tracePt t="10136" x="4391025" y="5667375"/>
          <p14:tracePt t="10153" x="4376738" y="5646738"/>
          <p14:tracePt t="10169" x="4368800" y="5630863"/>
          <p14:tracePt t="10186" x="4368800" y="5610225"/>
          <p14:tracePt t="10203" x="4368800" y="5595938"/>
          <p14:tracePt t="10219" x="4360863" y="5580063"/>
          <p14:tracePt t="10236" x="4360863" y="5573713"/>
          <p14:tracePt t="10253" x="4354513" y="5551488"/>
          <p14:tracePt t="10269" x="4354513" y="5545138"/>
          <p14:tracePt t="10286" x="4346575" y="5529263"/>
          <p14:tracePt t="10303" x="4346575" y="5522913"/>
          <p14:tracePt t="10336" x="4346575" y="5508625"/>
          <p14:tracePt t="10364" x="4346575" y="5500688"/>
          <p14:tracePt t="10412" x="4346575" y="5494338"/>
          <p14:tracePt t="10420" x="4346575" y="5486400"/>
          <p14:tracePt t="10436" x="4346575" y="5478463"/>
          <p14:tracePt t="10484" x="4346575" y="5472113"/>
          <p14:tracePt t="10500" x="4346575" y="5464175"/>
          <p14:tracePt t="10524" x="4340225" y="5457825"/>
          <p14:tracePt t="10556" x="4332288" y="5443538"/>
          <p14:tracePt t="10564" x="4332288" y="5435600"/>
          <p14:tracePt t="10572" x="4325938" y="5435600"/>
          <p14:tracePt t="10586" x="4318000" y="5427663"/>
          <p14:tracePt t="10603" x="4295775" y="5413375"/>
          <p14:tracePt t="10619" x="4267200" y="5392738"/>
          <p14:tracePt t="10636" x="4252913" y="5376863"/>
          <p14:tracePt t="10653" x="4224338" y="5348288"/>
          <p14:tracePt t="10669" x="4194175" y="5326063"/>
          <p14:tracePt t="10686" x="4173538" y="5305425"/>
          <p14:tracePt t="10703" x="4143375" y="5283200"/>
          <p14:tracePt t="10719" x="4129088" y="5268913"/>
          <p14:tracePt t="10736" x="4122738" y="5246688"/>
          <p14:tracePt t="10753" x="4114800" y="5240338"/>
          <p14:tracePt t="10769" x="4100513" y="5218113"/>
          <p14:tracePt t="10786" x="4092575" y="5203825"/>
          <p14:tracePt t="10803" x="4086225" y="5189538"/>
          <p14:tracePt t="10820" x="4078288" y="5181600"/>
          <p14:tracePt t="10836" x="4078288" y="5173663"/>
          <p14:tracePt t="10868" x="4071938" y="5167313"/>
          <p14:tracePt t="10940" x="4071938" y="5159375"/>
          <p14:tracePt t="10948" x="4064000" y="5159375"/>
          <p14:tracePt t="10980" x="4064000" y="5153025"/>
          <p14:tracePt t="11020" x="4056063" y="5145088"/>
          <p14:tracePt t="11060" x="4056063" y="5130800"/>
          <p14:tracePt t="11076" x="4049713" y="5130800"/>
          <p14:tracePt t="11662" x="4049713" y="5122863"/>
          <p14:tracePt t="11668" x="4013200" y="5102225"/>
          <p14:tracePt t="11678" x="3948113" y="5065713"/>
          <p14:tracePt t="11686" x="3889375" y="5037138"/>
          <p14:tracePt t="11703" x="3787775" y="4964113"/>
          <p14:tracePt t="11721" x="3751263" y="4927600"/>
          <p14:tracePt t="11737" x="3730625" y="4913313"/>
          <p14:tracePt t="11753" x="3716338" y="4884738"/>
          <p14:tracePt t="11770" x="3716338" y="4868863"/>
          <p14:tracePt t="11787" x="3716338" y="4833938"/>
          <p14:tracePt t="11803" x="3716338" y="4818063"/>
          <p14:tracePt t="11820" x="3716338" y="4789488"/>
          <p14:tracePt t="11837" x="3716338" y="4767263"/>
          <p14:tracePt t="11853" x="3716338" y="4752975"/>
          <p14:tracePt t="11870" x="3722688" y="4746625"/>
          <p14:tracePt t="11887" x="3736975" y="4724400"/>
          <p14:tracePt t="11903" x="3744913" y="4702175"/>
          <p14:tracePt t="11920" x="3751263" y="4673600"/>
          <p14:tracePt t="11937" x="3767138" y="4645025"/>
          <p14:tracePt t="11953" x="3773488" y="4594225"/>
          <p14:tracePt t="11971" x="3773488" y="4484688"/>
          <p14:tracePt t="11987" x="3767138" y="4368800"/>
          <p14:tracePt t="12003" x="3736975" y="4289425"/>
          <p14:tracePt t="12020" x="3736975" y="4252913"/>
          <p14:tracePt t="12037" x="3736975" y="4202113"/>
          <p14:tracePt t="12054" x="3736975" y="4157663"/>
          <p14:tracePt t="12070" x="3751263" y="4100513"/>
          <p14:tracePt t="12087" x="3810000" y="4021138"/>
          <p14:tracePt t="12103" x="3911600" y="3919538"/>
          <p14:tracePt t="12120" x="3990975" y="3846513"/>
          <p14:tracePt t="12137" x="4086225" y="3773488"/>
          <p14:tracePt t="12153" x="4202113" y="3700463"/>
          <p14:tracePt t="12170" x="4281488" y="3665538"/>
          <p14:tracePt t="12187" x="4318000" y="3635375"/>
          <p14:tracePt t="12203" x="4325938" y="3614738"/>
          <p14:tracePt t="12220" x="4332288" y="3606800"/>
          <p14:tracePt t="12237" x="4332288" y="3578225"/>
          <p14:tracePt t="12253" x="4340225" y="3556000"/>
          <p14:tracePt t="12271" x="4340225" y="3527425"/>
          <p14:tracePt t="12287" x="4340225" y="3490913"/>
          <p14:tracePt t="12304" x="4340225" y="3446463"/>
          <p14:tracePt t="12320" x="4325938" y="3381375"/>
          <p14:tracePt t="12337" x="4310063" y="3352800"/>
          <p14:tracePt t="12353" x="4310063" y="3338513"/>
          <p14:tracePt t="12370" x="4295775" y="3330575"/>
          <p14:tracePt t="12387" x="4281488" y="3287713"/>
          <p14:tracePt t="12404" x="4275138" y="3251200"/>
          <p14:tracePt t="12420" x="4259263" y="3228975"/>
          <p14:tracePt t="12437" x="4244975" y="3214688"/>
          <p14:tracePt t="12454" x="4238625" y="3186113"/>
          <p14:tracePt t="12471" x="4224338" y="3149600"/>
          <p14:tracePt t="12487" x="4208463" y="3113088"/>
          <p14:tracePt t="12504" x="4194175" y="3076575"/>
          <p14:tracePt t="12520" x="4194175" y="3048000"/>
          <p14:tracePt t="12537" x="4187825" y="3025775"/>
          <p14:tracePt t="12553" x="4179888" y="3019425"/>
          <p14:tracePt t="12570" x="4179888" y="2997200"/>
          <p14:tracePt t="12573" x="4173538" y="2982913"/>
          <p14:tracePt t="12587" x="4165600" y="2968625"/>
          <p14:tracePt t="12604" x="4137025" y="2917825"/>
          <p14:tracePt t="12620" x="4122738" y="2895600"/>
          <p14:tracePt t="12654" x="4114800" y="2873375"/>
          <p14:tracePt t="12670" x="4106863" y="2859088"/>
          <p14:tracePt t="12687" x="4100513" y="2844800"/>
          <p14:tracePt t="12703" x="4092575" y="2816225"/>
          <p14:tracePt t="12720" x="4078288" y="2779713"/>
          <p14:tracePt t="12737" x="4078288" y="2765425"/>
          <p14:tracePt t="12754" x="4078288" y="2751138"/>
          <p14:tracePt t="12770" x="4078288" y="2743200"/>
          <p14:tracePt t="12787" x="4078288" y="2728913"/>
          <p14:tracePt t="12804" x="4078288" y="2714625"/>
          <p14:tracePt t="12820" x="4078288" y="2700338"/>
          <p14:tracePt t="12837" x="4078288" y="2678113"/>
          <p14:tracePt t="12854" x="4092575" y="2663825"/>
          <p14:tracePt t="12870" x="4106863" y="2649538"/>
          <p14:tracePt t="12887" x="4129088" y="2627313"/>
          <p14:tracePt t="12904" x="4151313" y="2619375"/>
          <p14:tracePt t="12920" x="4165600" y="2613025"/>
          <p14:tracePt t="12937" x="4187825" y="2605088"/>
          <p14:tracePt t="12954" x="4208463" y="2598738"/>
          <p14:tracePt t="12971" x="4230688" y="2598738"/>
          <p14:tracePt t="12988" x="4259263" y="2582863"/>
          <p14:tracePt t="13004" x="4267200" y="2582863"/>
          <p14:tracePt t="13020" x="4289425" y="2582863"/>
          <p14:tracePt t="13037" x="4295775" y="2582863"/>
          <p14:tracePt t="13054" x="4303713" y="2582863"/>
          <p14:tracePt t="13070" x="4318000" y="2582863"/>
          <p14:tracePt t="13087" x="4332288" y="2582863"/>
          <p14:tracePt t="13104" x="4354513" y="2590800"/>
          <p14:tracePt t="13121" x="4368800" y="2590800"/>
          <p14:tracePt t="13137" x="4391025" y="2598738"/>
          <p14:tracePt t="13154" x="4405313" y="2605088"/>
          <p14:tracePt t="13170" x="4411663" y="2613025"/>
          <p14:tracePt t="13187" x="4441825" y="2633663"/>
          <p14:tracePt t="13204" x="4470400" y="2641600"/>
          <p14:tracePt t="13220" x="4498975" y="2655888"/>
          <p14:tracePt t="13237" x="4513263" y="2663825"/>
          <p14:tracePt t="13254" x="4521200" y="2670175"/>
          <p14:tracePt t="13271" x="4529138" y="2678113"/>
          <p14:tracePt t="13390" x="4535488" y="2684463"/>
          <p14:tracePt t="13405" x="4535488" y="2692400"/>
          <p14:tracePt t="13421" x="4535488" y="2700338"/>
          <p14:tracePt t="13428" x="4543425" y="2706688"/>
          <p14:tracePt t="13437" x="4543425" y="2714625"/>
          <p14:tracePt t="13455" x="4543425" y="2728913"/>
          <p14:tracePt t="13470" x="4557713" y="2751138"/>
          <p14:tracePt t="13487" x="4557713" y="2765425"/>
          <p14:tracePt t="13504" x="4557713" y="2786063"/>
          <p14:tracePt t="13521" x="4557713" y="2801938"/>
          <p14:tracePt t="13537" x="4557713" y="2808288"/>
          <p14:tracePt t="13554" x="4557713" y="2830513"/>
          <p14:tracePt t="13571" x="4557713" y="2867025"/>
          <p14:tracePt t="13589" x="4557713" y="2881313"/>
          <p14:tracePt t="13604" x="4535488" y="2903538"/>
          <p14:tracePt t="13620" x="4521200" y="2932113"/>
          <p14:tracePt t="13637" x="4498975" y="2954338"/>
          <p14:tracePt t="13654" x="4478338" y="2974975"/>
          <p14:tracePt t="13671" x="4462463" y="2974975"/>
          <p14:tracePt t="13687" x="4441825" y="2989263"/>
          <p14:tracePt t="13704" x="4433888" y="2997200"/>
          <p14:tracePt t="13721" x="4411663" y="2997200"/>
          <p14:tracePt t="13737" x="4397375" y="2997200"/>
          <p14:tracePt t="13754" x="4383088" y="2997200"/>
          <p14:tracePt t="13771" x="4346575" y="2997200"/>
          <p14:tracePt t="13787" x="4325938" y="2997200"/>
          <p14:tracePt t="13804" x="4289425" y="2997200"/>
          <p14:tracePt t="13821" x="4252913" y="2997200"/>
          <p14:tracePt t="13837" x="4230688" y="2997200"/>
          <p14:tracePt t="13854" x="4202113" y="2989263"/>
          <p14:tracePt t="13871" x="4179888" y="2989263"/>
          <p14:tracePt t="13887" x="4173538" y="2989263"/>
          <p14:tracePt t="13904" x="4157663" y="2982913"/>
          <p14:tracePt t="13920" x="4143375" y="2974975"/>
          <p14:tracePt t="13937" x="4137025" y="2974975"/>
          <p14:tracePt t="13954" x="4122738" y="2968625"/>
          <p14:tracePt t="13972" x="4114800" y="2968625"/>
          <p14:tracePt t="13987" x="4106863" y="2968625"/>
          <p14:tracePt t="18766" x="4129088" y="2974975"/>
          <p14:tracePt t="18773" x="4208463" y="3062288"/>
          <p14:tracePt t="18781" x="4310063" y="3186113"/>
          <p14:tracePt t="18789" x="4492625" y="3389313"/>
          <p14:tracePt t="18805" x="4775200" y="3787775"/>
          <p14:tracePt t="18822" x="4992688" y="4078288"/>
          <p14:tracePt t="18839" x="5029200" y="4129088"/>
          <p14:tracePt t="19438" x="5037138" y="4137025"/>
          <p14:tracePt t="19501" x="5029200" y="4137025"/>
          <p14:tracePt t="19549" x="5021263" y="4137025"/>
          <p14:tracePt t="19557" x="5014913" y="4143375"/>
          <p14:tracePt t="19566" x="5000625" y="4143375"/>
          <p14:tracePt t="19572" x="4970463" y="4143375"/>
          <p14:tracePt t="19589" x="4913313" y="4143375"/>
          <p14:tracePt t="19606" x="4868863" y="4143375"/>
          <p14:tracePt t="19622" x="4818063" y="4137025"/>
          <p14:tracePt t="19639" x="4746625" y="4114800"/>
          <p14:tracePt t="19656" x="4645025" y="4086225"/>
          <p14:tracePt t="19673" x="4521200" y="4041775"/>
          <p14:tracePt t="19689" x="4411663" y="4005263"/>
          <p14:tracePt t="19706" x="4318000" y="3970338"/>
          <p14:tracePt t="19723" x="4208463" y="3883025"/>
          <p14:tracePt t="19739" x="4137025" y="3817938"/>
          <p14:tracePt t="19756" x="4064000" y="3716338"/>
          <p14:tracePt t="19772" x="4013200" y="3649663"/>
          <p14:tracePt t="19789" x="3990975" y="3592513"/>
          <p14:tracePt t="19806" x="3990975" y="3570288"/>
          <p14:tracePt t="19822" x="3990975" y="3533775"/>
          <p14:tracePt t="19839" x="3990975" y="3497263"/>
          <p14:tracePt t="19856" x="3998913" y="3468688"/>
          <p14:tracePt t="19873" x="4041775" y="3411538"/>
          <p14:tracePt t="19889" x="4143375" y="3338513"/>
          <p14:tracePt t="19906" x="4295775" y="3273425"/>
          <p14:tracePt t="19923" x="4594225" y="3208338"/>
          <p14:tracePt t="19939" x="4803775" y="3178175"/>
          <p14:tracePt t="19956" x="5037138" y="3141663"/>
          <p14:tracePt t="19973" x="5291138" y="3106738"/>
          <p14:tracePt t="19989" x="5522913" y="3090863"/>
          <p14:tracePt t="20006" x="5740400" y="3070225"/>
          <p14:tracePt t="20022" x="5884863" y="3062288"/>
          <p14:tracePt t="20039" x="5951538" y="3062288"/>
          <p14:tracePt t="20056" x="6022975" y="3055938"/>
          <p14:tracePt t="20073" x="6132513" y="3055938"/>
          <p14:tracePt t="20077" x="6189663" y="3055938"/>
          <p14:tracePt t="20089" x="6262688" y="3055938"/>
          <p14:tracePt t="20106" x="6400800" y="3055938"/>
          <p14:tracePt t="20123" x="6524625" y="3055938"/>
          <p14:tracePt t="20139" x="6567488" y="3055938"/>
          <p14:tracePt t="20156" x="6581775" y="3055938"/>
          <p14:tracePt t="20173" x="6604000" y="3062288"/>
          <p14:tracePt t="20190" x="6626225" y="3070225"/>
          <p14:tracePt t="20207" x="6640513" y="3070225"/>
          <p14:tracePt t="20224" x="6646863" y="3076575"/>
          <p14:tracePt t="20239" x="6646863" y="3084513"/>
          <p14:tracePt t="20256" x="6646863" y="3098800"/>
          <p14:tracePt t="20273" x="6646863" y="3106738"/>
          <p14:tracePt t="20289" x="6646863" y="3121025"/>
          <p14:tracePt t="20398" x="6646863" y="3113088"/>
          <p14:tracePt t="20405" x="6646863" y="3098800"/>
          <p14:tracePt t="20413" x="6662738" y="3076575"/>
          <p14:tracePt t="20422" x="6669088" y="3070225"/>
          <p14:tracePt t="20440" x="6697663" y="3019425"/>
          <p14:tracePt t="20456" x="6727825" y="2974975"/>
          <p14:tracePt t="20473" x="6799263" y="2903538"/>
          <p14:tracePt t="20490" x="6880225" y="2844800"/>
          <p14:tracePt t="20506" x="6973888" y="2757488"/>
          <p14:tracePt t="20523" x="7061200" y="2714625"/>
          <p14:tracePt t="20539" x="7235825" y="2641600"/>
          <p14:tracePt t="20556" x="7351713" y="2582863"/>
          <p14:tracePt t="20573" x="7475538" y="2562225"/>
          <p14:tracePt t="20589" x="7627938" y="2532063"/>
          <p14:tracePt t="20606" x="7772400" y="2532063"/>
          <p14:tracePt t="20623" x="7932738" y="2525713"/>
          <p14:tracePt t="20640" x="8077200" y="2525713"/>
          <p14:tracePt t="20656" x="8237538" y="2525713"/>
          <p14:tracePt t="20673" x="8359775" y="2525713"/>
          <p14:tracePt t="20690" x="8505825" y="2525713"/>
          <p14:tracePt t="20706" x="8664575" y="2525713"/>
          <p14:tracePt t="20723" x="8932863" y="2547938"/>
          <p14:tracePt t="20740" x="9107488" y="2582863"/>
          <p14:tracePt t="20756" x="9274175" y="2627313"/>
          <p14:tracePt t="20773" x="9420225" y="2641600"/>
          <p14:tracePt t="20790" x="9542463" y="2700338"/>
          <p14:tracePt t="20806" x="9694863" y="2743200"/>
          <p14:tracePt t="20823" x="9847263" y="2786063"/>
          <p14:tracePt t="20840" x="9999663" y="2830513"/>
          <p14:tracePt t="20856" x="10167938" y="2881313"/>
          <p14:tracePt t="20873" x="10326688" y="2917825"/>
          <p14:tracePt t="20889" x="10472738" y="2960688"/>
          <p14:tracePt t="20906" x="10625138" y="3011488"/>
          <p14:tracePt t="20923" x="10842625" y="3090863"/>
          <p14:tracePt t="20940" x="10995025" y="3157538"/>
          <p14:tracePt t="20956" x="11147425" y="3222625"/>
          <p14:tracePt t="20973" x="11249025" y="3265488"/>
          <p14:tracePt t="20989" x="11342688" y="3309938"/>
          <p14:tracePt t="21006" x="11415713" y="3360738"/>
          <p14:tracePt t="21023" x="11480800" y="3411538"/>
          <p14:tracePt t="21040" x="11539538" y="3468688"/>
          <p14:tracePt t="21056" x="11582400" y="3527425"/>
          <p14:tracePt t="21073" x="11633200" y="3578225"/>
          <p14:tracePt t="21077" x="11655425" y="3606800"/>
          <p14:tracePt t="21089" x="11676063" y="3649663"/>
          <p14:tracePt t="21106" x="11706225" y="3700463"/>
          <p14:tracePt t="21123" x="11771313" y="3810000"/>
          <p14:tracePt t="21140" x="11799888" y="3868738"/>
          <p14:tracePt t="21156" x="11836400" y="3940175"/>
          <p14:tracePt t="21173" x="11850688" y="3984625"/>
          <p14:tracePt t="21190" x="11887200" y="4049713"/>
          <p14:tracePt t="21206" x="11909425" y="4106863"/>
          <p14:tracePt t="21223" x="11938000" y="4157663"/>
          <p14:tracePt t="21240" x="11945938" y="4202113"/>
          <p14:tracePt t="21256" x="11960225" y="4238625"/>
          <p14:tracePt t="21273" x="11966575" y="4281488"/>
          <p14:tracePt t="21290" x="11966575" y="4318000"/>
          <p14:tracePt t="21306" x="11966575" y="4354513"/>
          <p14:tracePt t="21323" x="11974513" y="4391025"/>
          <p14:tracePt t="21340" x="11974513" y="4433888"/>
          <p14:tracePt t="21356" x="11974513" y="4470400"/>
          <p14:tracePt t="21373" x="11974513" y="4521200"/>
          <p14:tracePt t="21390" x="11952288" y="4608513"/>
          <p14:tracePt t="21406" x="11923713" y="4702175"/>
          <p14:tracePt t="21423" x="11879263" y="4775200"/>
          <p14:tracePt t="21440" x="11844338" y="4854575"/>
          <p14:tracePt t="21456" x="11799888" y="4919663"/>
          <p14:tracePt t="21473" x="11749088" y="5000625"/>
          <p14:tracePt t="21491" x="11676063" y="5094288"/>
          <p14:tracePt t="21507" x="11641138" y="5145088"/>
          <p14:tracePt t="21523" x="11560175" y="5224463"/>
          <p14:tracePt t="21540" x="11503025" y="5291138"/>
          <p14:tracePt t="21556" x="11466513" y="5311775"/>
          <p14:tracePt t="21573" x="11430000" y="5341938"/>
          <p14:tracePt t="21590" x="11387138" y="5376863"/>
          <p14:tracePt t="21606" x="11299825" y="5421313"/>
          <p14:tracePt t="21623" x="11212513" y="5464175"/>
          <p14:tracePt t="21640" x="11139488" y="5500688"/>
          <p14:tracePt t="21656" x="11045825" y="5529263"/>
          <p14:tracePt t="21673" x="10980738" y="5551488"/>
          <p14:tracePt t="21690" x="10907713" y="5551488"/>
          <p14:tracePt t="21707" x="10820400" y="5565775"/>
          <p14:tracePt t="21723" x="10682288" y="5588000"/>
          <p14:tracePt t="21740" x="10594975" y="5602288"/>
          <p14:tracePt t="21756" x="10507663" y="5616575"/>
          <p14:tracePt t="21773" x="10399713" y="5630863"/>
          <p14:tracePt t="21790" x="10298113" y="5653088"/>
          <p14:tracePt t="21806" x="10196513" y="5653088"/>
          <p14:tracePt t="21823" x="10094913" y="5653088"/>
          <p14:tracePt t="21840" x="10007600" y="5653088"/>
          <p14:tracePt t="21856" x="9942513" y="5653088"/>
          <p14:tracePt t="21873" x="9883775" y="5653088"/>
          <p14:tracePt t="21890" x="9826625" y="5653088"/>
          <p14:tracePt t="21907" x="9745663" y="5653088"/>
          <p14:tracePt t="21923" x="9710738" y="5653088"/>
          <p14:tracePt t="21940" x="9674225" y="5653088"/>
          <p14:tracePt t="21957" x="9629775" y="5653088"/>
          <p14:tracePt t="21973" x="9578975" y="5653088"/>
          <p14:tracePt t="21991" x="9536113" y="5646738"/>
          <p14:tracePt t="22006" x="9448800" y="5616575"/>
          <p14:tracePt t="22023" x="9361488" y="5580063"/>
          <p14:tracePt t="22040" x="9288463" y="5545138"/>
          <p14:tracePt t="22057" x="9223375" y="5514975"/>
          <p14:tracePt t="22073" x="9166225" y="5472113"/>
          <p14:tracePt t="22076" x="9136063" y="5464175"/>
          <p14:tracePt t="22090" x="9093200" y="5443538"/>
          <p14:tracePt t="22107" x="8977313" y="5370513"/>
          <p14:tracePt t="22123" x="8897938" y="5319713"/>
          <p14:tracePt t="22140" x="8831263" y="5283200"/>
          <p14:tracePt t="22157" x="8788400" y="5260975"/>
          <p14:tracePt t="22173" x="8745538" y="5240338"/>
          <p14:tracePt t="22190" x="8709025" y="5218113"/>
          <p14:tracePt t="22206" x="8686800" y="5203825"/>
          <p14:tracePt t="22223" x="8664575" y="5189538"/>
          <p14:tracePt t="22241" x="8643938" y="5173663"/>
          <p14:tracePt t="22257" x="8628063" y="5159375"/>
          <p14:tracePt t="22273" x="8607425" y="5145088"/>
          <p14:tracePt t="22290" x="8593138" y="5130800"/>
          <p14:tracePt t="22307" x="8570913" y="5094288"/>
          <p14:tracePt t="22323" x="8548688" y="5065713"/>
          <p14:tracePt t="22340" x="8534400" y="5037138"/>
          <p14:tracePt t="22357" x="8520113" y="5014913"/>
          <p14:tracePt t="22373" x="8505825" y="4986338"/>
          <p14:tracePt t="22390" x="8497888" y="4970463"/>
          <p14:tracePt t="22407" x="8483600" y="4941888"/>
          <p14:tracePt t="22423" x="8475663" y="4927600"/>
          <p14:tracePt t="22440" x="8475663" y="4913313"/>
          <p14:tracePt t="22457" x="8469313" y="4891088"/>
          <p14:tracePt t="22474" x="8469313" y="4868863"/>
          <p14:tracePt t="22490" x="8455025" y="4840288"/>
          <p14:tracePt t="22507" x="8455025" y="4803775"/>
          <p14:tracePt t="22523" x="8455025" y="4783138"/>
          <p14:tracePt t="22540" x="8455025" y="4752975"/>
          <p14:tracePt t="22557" x="8455025" y="4738688"/>
          <p14:tracePt t="22573" x="8455025" y="4702175"/>
          <p14:tracePt t="22590" x="8455025" y="4665663"/>
          <p14:tracePt t="22607" x="8455025" y="4622800"/>
          <p14:tracePt t="22623" x="8461375" y="4579938"/>
          <p14:tracePt t="22640" x="8483600" y="4521200"/>
          <p14:tracePt t="22657" x="8491538" y="4470400"/>
          <p14:tracePt t="22674" x="8505825" y="4427538"/>
          <p14:tracePt t="22693" x="8526463" y="4376738"/>
          <p14:tracePt t="22708" x="8542338" y="4325938"/>
          <p14:tracePt t="22724" x="8556625" y="4289425"/>
          <p14:tracePt t="22742" x="8577263" y="4252913"/>
          <p14:tracePt t="22757" x="8593138" y="4224338"/>
          <p14:tracePt t="22774" x="8599488" y="4194175"/>
          <p14:tracePt t="22791" x="8607425" y="4165600"/>
          <p14:tracePt t="22807" x="8621713" y="4137025"/>
          <p14:tracePt t="22824" x="8636000" y="4106863"/>
          <p14:tracePt t="22841" x="8643938" y="4078288"/>
          <p14:tracePt t="22857" x="8650288" y="4056063"/>
          <p14:tracePt t="22874" x="8664575" y="4035425"/>
          <p14:tracePt t="22891" x="8686800" y="4005263"/>
          <p14:tracePt t="22908" x="8701088" y="3976688"/>
          <p14:tracePt t="22924" x="8723313" y="3948113"/>
          <p14:tracePt t="22940" x="8737600" y="3919538"/>
          <p14:tracePt t="22957" x="8745538" y="3903663"/>
          <p14:tracePt t="22974" x="8759825" y="3883025"/>
          <p14:tracePt t="22990" x="8766175" y="3860800"/>
          <p14:tracePt t="23007" x="8780463" y="3846513"/>
          <p14:tracePt t="23024" x="8780463" y="3832225"/>
          <p14:tracePt t="23041" x="8788400" y="3810000"/>
          <p14:tracePt t="23057" x="8802688" y="3795713"/>
          <p14:tracePt t="23074" x="8802688" y="3773488"/>
          <p14:tracePt t="23081" x="8810625" y="3759200"/>
          <p14:tracePt t="23090" x="8816975" y="3751263"/>
          <p14:tracePt t="23107" x="8824913" y="3730625"/>
          <p14:tracePt t="23124" x="8847138" y="3694113"/>
          <p14:tracePt t="23141" x="8853488" y="3671888"/>
          <p14:tracePt t="23158" x="8867775" y="3657600"/>
          <p14:tracePt t="23174" x="8875713" y="3643313"/>
          <p14:tracePt t="23192" x="8897938" y="3629025"/>
          <p14:tracePt t="23207" x="8897938" y="3614738"/>
          <p14:tracePt t="23224" x="8912225" y="3592513"/>
          <p14:tracePt t="23241" x="8918575" y="3584575"/>
          <p14:tracePt t="23258" x="8926513" y="3563938"/>
          <p14:tracePt t="23274" x="8940800" y="3548063"/>
          <p14:tracePt t="23291" x="8940800" y="3541713"/>
          <p14:tracePt t="23309" x="8948738" y="3527425"/>
          <p14:tracePt t="23324" x="8955088" y="3527425"/>
          <p14:tracePt t="23341" x="8963025" y="3513138"/>
          <p14:tracePt t="23357" x="8969375" y="3505200"/>
          <p14:tracePt t="23374" x="8977313" y="3497263"/>
          <p14:tracePt t="23408" x="8999538" y="3468688"/>
          <p14:tracePt t="23424" x="8999538" y="3462338"/>
          <p14:tracePt t="23441" x="9013825" y="3446463"/>
          <p14:tracePt t="23457" x="9013825" y="3440113"/>
          <p14:tracePt t="23474" x="9020175" y="3432175"/>
          <p14:tracePt t="23507" x="9034463" y="3411538"/>
          <p14:tracePt t="23524" x="9042400" y="3395663"/>
          <p14:tracePt t="23541" x="9056688" y="3381375"/>
          <p14:tracePt t="23557" x="9056688" y="3375025"/>
          <p14:tracePt t="23574" x="9064625" y="3352800"/>
          <p14:tracePt t="23591" x="9070975" y="3338513"/>
          <p14:tracePt t="23607" x="9070975" y="3316288"/>
          <p14:tracePt t="23624" x="9078913" y="3302000"/>
          <p14:tracePt t="23640" x="9085263" y="3294063"/>
          <p14:tracePt t="23674" x="9085263" y="3287713"/>
          <p14:tracePt t="23693" x="9085263" y="3259138"/>
          <p14:tracePt t="23708" x="9085263" y="3243263"/>
          <p14:tracePt t="23724" x="9093200" y="3222625"/>
          <p14:tracePt t="23740" x="9093200" y="3214688"/>
          <p14:tracePt t="23757" x="9093200" y="3200400"/>
          <p14:tracePt t="23776" x="9101138" y="3186113"/>
          <p14:tracePt t="23791" x="9101138" y="3178175"/>
          <p14:tracePt t="23808" x="9101138" y="3163888"/>
          <p14:tracePt t="23825" x="9107488" y="3157538"/>
          <p14:tracePt t="23841" x="9115425" y="3127375"/>
          <p14:tracePt t="23858" x="9115425" y="3113088"/>
          <p14:tracePt t="23874" x="9129713" y="3090863"/>
          <p14:tracePt t="23892" x="9136063" y="3055938"/>
          <p14:tracePt t="23910" x="9144000" y="3033713"/>
          <p14:tracePt t="23924" x="9151938" y="2997200"/>
          <p14:tracePt t="23942" x="9158288" y="2982913"/>
          <p14:tracePt t="23958" x="9166225" y="2960688"/>
          <p14:tracePt t="23974" x="9180513" y="2932113"/>
          <p14:tracePt t="23991" x="9194800" y="2895600"/>
          <p14:tracePt t="24008" x="9209088" y="2873375"/>
          <p14:tracePt t="24024" x="9217025" y="2852738"/>
          <p14:tracePt t="24041" x="9237663" y="2822575"/>
          <p14:tracePt t="24058" x="9253538" y="2808288"/>
          <p14:tracePt t="24074" x="9267825" y="2786063"/>
          <p14:tracePt t="24081" x="9274175" y="2779713"/>
          <p14:tracePt t="24091" x="9288463" y="2771775"/>
          <p14:tracePt t="24108" x="9296400" y="2757488"/>
          <p14:tracePt t="24124" x="9318625" y="2743200"/>
          <p14:tracePt t="24143" x="9332913" y="2735263"/>
          <p14:tracePt t="24158" x="9355138" y="2735263"/>
          <p14:tracePt t="24174" x="9383713" y="2735263"/>
          <p14:tracePt t="24193" x="9412288" y="2728913"/>
          <p14:tracePt t="24207" x="9440863" y="2728913"/>
          <p14:tracePt t="24226" x="9471025" y="2728913"/>
          <p14:tracePt t="24241" x="9485313" y="2728913"/>
          <p14:tracePt t="24259" x="9528175" y="2728913"/>
          <p14:tracePt t="24274" x="9550400" y="2728913"/>
          <p14:tracePt t="24292" x="9609138" y="2728913"/>
          <p14:tracePt t="24308" x="9652000" y="2735263"/>
          <p14:tracePt t="24325" x="9702800" y="2751138"/>
          <p14:tracePt t="24341" x="9745663" y="2757488"/>
          <p14:tracePt t="24358" x="9767888" y="2771775"/>
          <p14:tracePt t="24374" x="9812338" y="2794000"/>
          <p14:tracePt t="24391" x="9840913" y="2808288"/>
          <p14:tracePt t="24408" x="9869488" y="2830513"/>
          <p14:tracePt t="24424" x="9891713" y="2852738"/>
          <p14:tracePt t="24441" x="9913938" y="2867025"/>
          <p14:tracePt t="24475" x="9928225" y="2873375"/>
          <p14:tracePt t="24492" x="9934575" y="2887663"/>
          <p14:tracePt t="24508" x="9934575" y="2909888"/>
          <p14:tracePt t="24525" x="9948863" y="2924175"/>
          <p14:tracePt t="24541" x="9964738" y="2938463"/>
          <p14:tracePt t="24558" x="9964738" y="2954338"/>
          <p14:tracePt t="24575" x="9964738" y="2960688"/>
          <p14:tracePt t="24583" x="9971088" y="2960688"/>
          <p14:tracePt t="24599" x="9979025" y="2968625"/>
          <p14:tracePt t="24608" x="9979025" y="2974975"/>
          <p14:tracePt t="24624" x="9985375" y="2982913"/>
          <p14:tracePt t="24641" x="9993313" y="2982913"/>
          <p14:tracePt t="24658" x="9993313" y="2989263"/>
          <p14:tracePt t="24680" x="9999663" y="2989263"/>
          <p14:tracePt t="24712" x="9999663" y="2997200"/>
          <p14:tracePt t="24977" x="9999663" y="3005138"/>
          <p14:tracePt t="24984" x="9999663" y="3019425"/>
          <p14:tracePt t="24993" x="9999663" y="3025775"/>
          <p14:tracePt t="25008" x="9999663" y="3048000"/>
          <p14:tracePt t="25025" x="9999663" y="3062288"/>
          <p14:tracePt t="25041" x="9999663" y="3070225"/>
          <p14:tracePt t="25059" x="9999663" y="3084513"/>
          <p14:tracePt t="25075" x="9993313" y="3098800"/>
          <p14:tracePt t="25084" x="9993313" y="3106738"/>
          <p14:tracePt t="25098" x="9993313" y="3121025"/>
          <p14:tracePt t="25109" x="9979025" y="3149600"/>
          <p14:tracePt t="25124" x="9979025" y="3163888"/>
          <p14:tracePt t="25142" x="9964738" y="3186113"/>
          <p14:tracePt t="25158" x="9964738" y="3214688"/>
          <p14:tracePt t="25174" x="9964738" y="3228975"/>
          <p14:tracePt t="25191" x="9956800" y="3259138"/>
          <p14:tracePt t="25208" x="9948863" y="3309938"/>
          <p14:tracePt t="25225" x="9942513" y="3367088"/>
          <p14:tracePt t="25242" x="9934575" y="3432175"/>
          <p14:tracePt t="25258" x="9928225" y="3490913"/>
          <p14:tracePt t="25276" x="9913938" y="3556000"/>
          <p14:tracePt t="25308" x="9913938" y="3584575"/>
          <p14:tracePt t="25325" x="9898063" y="3614738"/>
          <p14:tracePt t="25341" x="9891713" y="3643313"/>
          <p14:tracePt t="25358" x="9877425" y="3679825"/>
          <p14:tracePt t="25375" x="9877425" y="3716338"/>
          <p14:tracePt t="25394" x="9855200" y="3773488"/>
          <p14:tracePt t="25408" x="9847263" y="3810000"/>
          <p14:tracePt t="25425" x="9832975" y="3846513"/>
          <p14:tracePt t="25442" x="9818688" y="3883025"/>
          <p14:tracePt t="25458" x="9804400" y="3897313"/>
          <p14:tracePt t="25474" x="9775825" y="3940175"/>
          <p14:tracePt t="25491" x="9739313" y="3990975"/>
          <p14:tracePt t="25508" x="9710738" y="4027488"/>
          <p14:tracePt t="25524" x="9680575" y="4049713"/>
          <p14:tracePt t="25541" x="9652000" y="4086225"/>
          <p14:tracePt t="25558" x="9629775" y="4114800"/>
          <p14:tracePt t="25575" x="9609138" y="4137025"/>
          <p14:tracePt t="25583" x="9601200" y="4143375"/>
          <p14:tracePt t="25591" x="9593263" y="4151313"/>
          <p14:tracePt t="25608" x="9572625" y="4179888"/>
          <p14:tracePt t="25626" x="9564688" y="4194175"/>
          <p14:tracePt t="25642" x="9550400" y="4208463"/>
          <p14:tracePt t="25658" x="9528175" y="4230688"/>
          <p14:tracePt t="25674" x="9521825" y="4252913"/>
          <p14:tracePt t="25693" x="9499600" y="4267200"/>
          <p14:tracePt t="25708" x="9485313" y="4289425"/>
          <p14:tracePt t="25726" x="9477375" y="4303713"/>
          <p14:tracePt t="25741" x="9456738" y="4332288"/>
          <p14:tracePt t="25758" x="9448800" y="4346575"/>
          <p14:tracePt t="25776" x="9426575" y="4368800"/>
          <p14:tracePt t="25792" x="9405938" y="4383088"/>
          <p14:tracePt t="25808" x="9398000" y="4391025"/>
          <p14:tracePt t="25825" x="9383713" y="4405313"/>
          <p14:tracePt t="25841" x="9361488" y="4419600"/>
          <p14:tracePt t="25858" x="9347200" y="4427538"/>
          <p14:tracePt t="25875" x="9324975" y="4433888"/>
          <p14:tracePt t="25893" x="9310688" y="4448175"/>
          <p14:tracePt t="25910" x="9296400" y="4448175"/>
          <p14:tracePt t="25925" x="9288463" y="4456113"/>
          <p14:tracePt t="25941" x="9282113" y="4456113"/>
          <p14:tracePt t="25958" x="9274175" y="4456113"/>
          <p14:tracePt t="25975" x="9267825" y="4456113"/>
          <p14:tracePt t="25991" x="9259888" y="4462463"/>
          <p14:tracePt t="26008" x="9259888" y="4470400"/>
          <p14:tracePt t="26025" x="9253538" y="4470400"/>
          <p14:tracePt t="26041" x="9237663" y="4478338"/>
          <p14:tracePt t="26058" x="9231313" y="4492625"/>
          <p14:tracePt t="26076" x="9217025" y="4498975"/>
          <p14:tracePt t="26097" x="9209088" y="4506913"/>
          <p14:tracePt t="26113" x="9209088" y="4513263"/>
          <p14:tracePt t="26125" x="9194800" y="4529138"/>
          <p14:tracePt t="26142" x="9186863" y="4543425"/>
          <p14:tracePt t="26158" x="9186863" y="4557713"/>
          <p14:tracePt t="26175" x="9172575" y="4579938"/>
          <p14:tracePt t="26191" x="9158288" y="4600575"/>
          <p14:tracePt t="26208" x="9136063" y="4637088"/>
          <p14:tracePt t="26226" x="9115425" y="4665663"/>
          <p14:tracePt t="26241" x="9093200" y="4687888"/>
          <p14:tracePt t="26260" x="9050338" y="4724400"/>
          <p14:tracePt t="26276" x="9028113" y="4738688"/>
          <p14:tracePt t="26291" x="8991600" y="4752975"/>
          <p14:tracePt t="26308" x="8955088" y="4752975"/>
          <p14:tracePt t="26325" x="8932863" y="4752975"/>
          <p14:tracePt t="26342" x="8918575" y="4752975"/>
          <p14:tracePt t="26358" x="8897938" y="4752975"/>
          <p14:tracePt t="26375" x="8882063" y="4752975"/>
          <p14:tracePt t="26392" x="8853488" y="4738688"/>
          <p14:tracePt t="26410" x="8831263" y="4724400"/>
          <p14:tracePt t="26425" x="8810625" y="4695825"/>
          <p14:tracePt t="26442" x="8774113" y="4665663"/>
          <p14:tracePt t="26458" x="8745538" y="4637088"/>
          <p14:tracePt t="26476" x="8709025" y="4600575"/>
          <p14:tracePt t="26492" x="8686800" y="4572000"/>
          <p14:tracePt t="26509" x="8672513" y="4549775"/>
          <p14:tracePt t="26525" x="8664575" y="4535488"/>
          <p14:tracePt t="26542" x="8658225" y="4535488"/>
          <p14:tracePt t="26558" x="8658225" y="4529138"/>
          <p14:tracePt t="26575" x="8650288" y="4513263"/>
          <p14:tracePt t="26584" x="8650288" y="4506913"/>
          <p14:tracePt t="26664" x="8650288" y="4498975"/>
          <p14:tracePt t="26751" x="8650288" y="4492625"/>
        </p14:tracePtLst>
      </p14:laserTraceLst>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SVM Model</a:t>
            </a:r>
            <a:endParaRPr lang="en-US" dirty="0"/>
          </a:p>
        </p:txBody>
      </p:sp>
      <p:sp>
        <p:nvSpPr>
          <p:cNvPr id="3" name="Content Placeholder 2"/>
          <p:cNvSpPr>
            <a:spLocks noGrp="1"/>
          </p:cNvSpPr>
          <p:nvPr>
            <p:ph idx="1"/>
          </p:nvPr>
        </p:nvSpPr>
        <p:spPr/>
        <p:txBody>
          <a:bodyPr/>
          <a:lstStyle/>
          <a:p>
            <a:r>
              <a:rPr lang="en-US" dirty="0" smtClean="0"/>
              <a:t>Output: SVM model</a:t>
            </a:r>
            <a:endParaRPr lang="en-US" dirty="0"/>
          </a:p>
        </p:txBody>
      </p:sp>
      <p:pic>
        <p:nvPicPr>
          <p:cNvPr id="6" name="Picture 5"/>
          <p:cNvPicPr>
            <a:picLocks noChangeAspect="1"/>
          </p:cNvPicPr>
          <p:nvPr/>
        </p:nvPicPr>
        <p:blipFill>
          <a:blip r:embed="rId3"/>
          <a:stretch>
            <a:fillRect/>
          </a:stretch>
        </p:blipFill>
        <p:spPr>
          <a:xfrm>
            <a:off x="1171855" y="2364441"/>
            <a:ext cx="4014788" cy="4000500"/>
          </a:xfrm>
          <a:prstGeom prst="rect">
            <a:avLst/>
          </a:prstGeom>
        </p:spPr>
      </p:pic>
      <p:pic>
        <p:nvPicPr>
          <p:cNvPr id="7" name="Picture 6"/>
          <p:cNvPicPr>
            <a:picLocks noChangeAspect="1"/>
          </p:cNvPicPr>
          <p:nvPr/>
        </p:nvPicPr>
        <p:blipFill>
          <a:blip r:embed="rId4"/>
          <a:stretch>
            <a:fillRect/>
          </a:stretch>
        </p:blipFill>
        <p:spPr>
          <a:xfrm>
            <a:off x="8884774" y="1299434"/>
            <a:ext cx="2259106" cy="1744532"/>
          </a:xfrm>
          <a:prstGeom prst="rect">
            <a:avLst/>
          </a:prstGeom>
        </p:spPr>
      </p:pic>
      <p:pic>
        <p:nvPicPr>
          <p:cNvPr id="8" name="Picture 7"/>
          <p:cNvPicPr>
            <a:picLocks noChangeAspect="1"/>
          </p:cNvPicPr>
          <p:nvPr/>
        </p:nvPicPr>
        <p:blipFill>
          <a:blip r:embed="rId5"/>
          <a:stretch>
            <a:fillRect/>
          </a:stretch>
        </p:blipFill>
        <p:spPr>
          <a:xfrm>
            <a:off x="8884774" y="3278840"/>
            <a:ext cx="2332533" cy="2893360"/>
          </a:xfrm>
          <a:prstGeom prst="rect">
            <a:avLst/>
          </a:prstGeom>
        </p:spPr>
      </p:pic>
      <p:sp>
        <p:nvSpPr>
          <p:cNvPr id="10" name="Rectangle 9"/>
          <p:cNvSpPr/>
          <p:nvPr/>
        </p:nvSpPr>
        <p:spPr>
          <a:xfrm>
            <a:off x="1021976" y="5629835"/>
            <a:ext cx="4303059" cy="547128"/>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1" name="Rectangle 10"/>
          <p:cNvSpPr/>
          <p:nvPr/>
        </p:nvSpPr>
        <p:spPr>
          <a:xfrm>
            <a:off x="1021976" y="4659943"/>
            <a:ext cx="4303059" cy="319253"/>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4" name="TextBox 3"/>
          <p:cNvSpPr txBox="1"/>
          <p:nvPr/>
        </p:nvSpPr>
        <p:spPr>
          <a:xfrm>
            <a:off x="5478892" y="4429297"/>
            <a:ext cx="2579296" cy="646331"/>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none" rtlCol="0">
            <a:spAutoFit/>
          </a:bodyPr>
          <a:lstStyle/>
          <a:p>
            <a:r>
              <a:rPr lang="en-US" dirty="0" smtClean="0"/>
              <a:t>Index of support vectors </a:t>
            </a:r>
          </a:p>
          <a:p>
            <a:r>
              <a:rPr lang="en-US" dirty="0" smtClean="0"/>
              <a:t>over input vectors</a:t>
            </a:r>
            <a:endParaRPr lang="en-US" dirty="0"/>
          </a:p>
        </p:txBody>
      </p:sp>
      <p:sp>
        <p:nvSpPr>
          <p:cNvPr id="12" name="TextBox 11"/>
          <p:cNvSpPr txBox="1"/>
          <p:nvPr/>
        </p:nvSpPr>
        <p:spPr>
          <a:xfrm>
            <a:off x="5497831" y="5445169"/>
            <a:ext cx="2906373" cy="369332"/>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none" rtlCol="0">
            <a:spAutoFit/>
          </a:bodyPr>
          <a:lstStyle/>
          <a:p>
            <a:r>
              <a:rPr lang="en-US" dirty="0" smtClean="0"/>
              <a:t>Support vectors coefficients</a:t>
            </a:r>
          </a:p>
        </p:txBody>
      </p:sp>
      <p:sp>
        <p:nvSpPr>
          <p:cNvPr id="13" name="TextBox 12"/>
          <p:cNvSpPr txBox="1"/>
          <p:nvPr/>
        </p:nvSpPr>
        <p:spPr>
          <a:xfrm>
            <a:off x="5497831" y="6084839"/>
            <a:ext cx="2798971" cy="646331"/>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rtlCol="0">
            <a:spAutoFit/>
          </a:bodyPr>
          <a:lstStyle/>
          <a:p>
            <a:r>
              <a:rPr lang="en-US" dirty="0" smtClean="0"/>
              <a:t>Detail input data of support vector</a:t>
            </a:r>
          </a:p>
        </p:txBody>
      </p:sp>
      <p:cxnSp>
        <p:nvCxnSpPr>
          <p:cNvPr id="9" name="Straight Arrow Connector 8"/>
          <p:cNvCxnSpPr>
            <a:stCxn id="11" idx="3"/>
            <a:endCxn id="4" idx="1"/>
          </p:cNvCxnSpPr>
          <p:nvPr/>
        </p:nvCxnSpPr>
        <p:spPr>
          <a:xfrm flipV="1">
            <a:off x="5325035" y="4752463"/>
            <a:ext cx="153857" cy="6710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p:cNvCxnSpPr>
            <a:endCxn id="12" idx="1"/>
          </p:cNvCxnSpPr>
          <p:nvPr/>
        </p:nvCxnSpPr>
        <p:spPr>
          <a:xfrm flipV="1">
            <a:off x="4938839" y="5629835"/>
            <a:ext cx="558992" cy="18466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p:cNvCxnSpPr>
            <a:endCxn id="13" idx="1"/>
          </p:cNvCxnSpPr>
          <p:nvPr/>
        </p:nvCxnSpPr>
        <p:spPr>
          <a:xfrm>
            <a:off x="4938839" y="6096140"/>
            <a:ext cx="558992" cy="31186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9169412"/>
      </p:ext>
    </p:extLst>
  </p:cSld>
  <p:clrMapOvr>
    <a:masterClrMapping/>
  </p:clrMapOvr>
  <mc:AlternateContent xmlns:mc="http://schemas.openxmlformats.org/markup-compatibility/2006" xmlns:p14="http://schemas.microsoft.com/office/powerpoint/2010/main">
    <mc:Choice Requires="p14">
      <p:transition spd="slow" p14:dur="2000" advTm="83823">
        <p:cut/>
      </p:transition>
    </mc:Choice>
    <mc:Fallback xmlns="">
      <p:transition spd="slow" advTm="83823">
        <p:cut/>
      </p:transition>
    </mc:Fallback>
  </mc:AlternateContent>
  <p:timing>
    <p:tnLst>
      <p:par>
        <p:cTn id="1" dur="indefinite" restart="never" nodeType="tmRoot"/>
      </p:par>
    </p:tnLst>
  </p:timing>
  <p:extLst mod="1">
    <p:ext uri="{3A86A75C-4F4B-4683-9AE1-C65F6400EC91}">
      <p14:laserTraceLst xmlns:p14="http://schemas.microsoft.com/office/powerpoint/2010/main">
        <p14:tracePtLst>
          <p14:tracePt t="3505" x="638175" y="5348288"/>
          <p14:tracePt t="3874" x="646113" y="5341938"/>
          <p14:tracePt t="3882" x="652463" y="5341938"/>
          <p14:tracePt t="3899" x="674688" y="5341938"/>
          <p14:tracePt t="3914" x="688975" y="5334000"/>
          <p14:tracePt t="3922" x="696913" y="5334000"/>
          <p14:tracePt t="3934" x="711200" y="5334000"/>
          <p14:tracePt t="3951" x="733425" y="5319713"/>
          <p14:tracePt t="3968" x="769938" y="5319713"/>
          <p14:tracePt t="3985" x="827088" y="5319713"/>
          <p14:tracePt t="4001" x="979488" y="5319713"/>
          <p14:tracePt t="4018" x="1131888" y="5319713"/>
          <p14:tracePt t="4035" x="1335088" y="5319713"/>
          <p14:tracePt t="4051" x="1597025" y="5319713"/>
          <p14:tracePt t="4068" x="1893888" y="5319713"/>
          <p14:tracePt t="4085" x="2206625" y="5319713"/>
          <p14:tracePt t="4101" x="2409825" y="5319713"/>
          <p14:tracePt t="4118" x="2540000" y="5326063"/>
          <p14:tracePt t="4134" x="2649538" y="5334000"/>
          <p14:tracePt t="4151" x="2714625" y="5341938"/>
          <p14:tracePt t="4168" x="2786063" y="5348288"/>
          <p14:tracePt t="4185" x="2852738" y="5348288"/>
          <p14:tracePt t="4201" x="2895600" y="5348288"/>
          <p14:tracePt t="4218" x="2917825" y="5348288"/>
          <p14:tracePt t="4235" x="2932113" y="5334000"/>
          <p14:tracePt t="4251" x="2960688" y="5311775"/>
          <p14:tracePt t="4268" x="2989263" y="5268913"/>
          <p14:tracePt t="4285" x="3025775" y="5210175"/>
          <p14:tracePt t="4301" x="3055938" y="5159375"/>
          <p14:tracePt t="4318" x="3070225" y="5122863"/>
          <p14:tracePt t="4335" x="3076575" y="5080000"/>
          <p14:tracePt t="4351" x="3084513" y="5043488"/>
          <p14:tracePt t="4368" x="3084513" y="5014913"/>
          <p14:tracePt t="4385" x="3084513" y="4986338"/>
          <p14:tracePt t="4401" x="3084513" y="4941888"/>
          <p14:tracePt t="4418" x="3084513" y="4935538"/>
          <p14:tracePt t="4435" x="3084513" y="4927600"/>
          <p14:tracePt t="4468" x="3084513" y="4919663"/>
          <p14:tracePt t="4515" x="3076575" y="4913313"/>
          <p14:tracePt t="5010" x="3055938" y="4899025"/>
          <p14:tracePt t="5018" x="3019425" y="4899025"/>
          <p14:tracePt t="5026" x="2974975" y="4891088"/>
          <p14:tracePt t="5035" x="2932113" y="4891088"/>
          <p14:tracePt t="5051" x="2786063" y="4840288"/>
          <p14:tracePt t="5069" x="2547938" y="4767263"/>
          <p14:tracePt t="5085" x="2220913" y="4651375"/>
          <p14:tracePt t="5102" x="1916113" y="4521200"/>
          <p14:tracePt t="5118" x="1727200" y="4427538"/>
          <p14:tracePt t="5135" x="1639888" y="4368800"/>
          <p14:tracePt t="5152" x="1611313" y="4310063"/>
          <p14:tracePt t="5168" x="1611313" y="4295775"/>
          <p14:tracePt t="5185" x="1611313" y="4267200"/>
          <p14:tracePt t="5202" x="1611313" y="4244975"/>
          <p14:tracePt t="5218" x="1617663" y="4244975"/>
          <p14:tracePt t="5290" x="1625600" y="4244975"/>
          <p14:tracePt t="5315" x="1625600" y="4238625"/>
          <p14:tracePt t="5338" x="1633538" y="4238625"/>
          <p14:tracePt t="5346" x="1647825" y="4244975"/>
          <p14:tracePt t="5354" x="1662113" y="4267200"/>
          <p14:tracePt t="5368" x="1690688" y="4310063"/>
          <p14:tracePt t="5385" x="1735138" y="4405313"/>
          <p14:tracePt t="5402" x="1755775" y="4448175"/>
          <p14:tracePt t="5418" x="1763713" y="4506913"/>
          <p14:tracePt t="5435" x="1778000" y="4564063"/>
          <p14:tracePt t="5452" x="1778000" y="4637088"/>
          <p14:tracePt t="5468" x="1778000" y="4710113"/>
          <p14:tracePt t="5485" x="1785938" y="4775200"/>
          <p14:tracePt t="5502" x="1800225" y="4811713"/>
          <p14:tracePt t="5518" x="1814513" y="4833938"/>
          <p14:tracePt t="5535" x="1828800" y="4854575"/>
          <p14:tracePt t="5552" x="1843088" y="4876800"/>
          <p14:tracePt t="5568" x="1871663" y="4891088"/>
          <p14:tracePt t="5585" x="1922463" y="4919663"/>
          <p14:tracePt t="5587" x="1973263" y="4935538"/>
          <p14:tracePt t="5602" x="2068513" y="4986338"/>
          <p14:tracePt t="5618" x="2097088" y="5000625"/>
          <p14:tracePt t="5635" x="2105025" y="5000625"/>
          <p14:tracePt t="5652" x="2105025" y="5006975"/>
          <p14:tracePt t="5685" x="2105025" y="5021263"/>
          <p14:tracePt t="5702" x="2097088" y="5043488"/>
          <p14:tracePt t="5718" x="2054225" y="5072063"/>
          <p14:tracePt t="5735" x="1958975" y="5108575"/>
          <p14:tracePt t="5752" x="1843088" y="5153025"/>
          <p14:tracePt t="5768" x="1749425" y="5173663"/>
          <p14:tracePt t="5785" x="1633538" y="5189538"/>
          <p14:tracePt t="5802" x="1546225" y="5189538"/>
          <p14:tracePt t="5818" x="1444625" y="5189538"/>
          <p14:tracePt t="5835" x="1320800" y="5189538"/>
          <p14:tracePt t="5852" x="1227138" y="5159375"/>
          <p14:tracePt t="5868" x="1131888" y="5130800"/>
          <p14:tracePt t="5885" x="1058863" y="5102225"/>
          <p14:tracePt t="5902" x="1008063" y="5072063"/>
          <p14:tracePt t="5918" x="950913" y="5029200"/>
          <p14:tracePt t="5935" x="892175" y="4986338"/>
          <p14:tracePt t="5952" x="849313" y="4956175"/>
          <p14:tracePt t="5969" x="827088" y="4935538"/>
          <p14:tracePt t="5985" x="804863" y="4905375"/>
          <p14:tracePt t="6002" x="790575" y="4868863"/>
          <p14:tracePt t="6018" x="790575" y="4833938"/>
          <p14:tracePt t="6035" x="790575" y="4789488"/>
          <p14:tracePt t="6052" x="776288" y="4752975"/>
          <p14:tracePt t="6069" x="776288" y="4732338"/>
          <p14:tracePt t="6085" x="776288" y="4710113"/>
          <p14:tracePt t="6102" x="784225" y="4695825"/>
          <p14:tracePt t="6119" x="812800" y="4665663"/>
          <p14:tracePt t="6135" x="849313" y="4645025"/>
          <p14:tracePt t="6152" x="885825" y="4614863"/>
          <p14:tracePt t="6169" x="922338" y="4594225"/>
          <p14:tracePt t="6185" x="1008063" y="4557713"/>
          <p14:tracePt t="6202" x="1095375" y="4529138"/>
          <p14:tracePt t="6219" x="1227138" y="4498975"/>
          <p14:tracePt t="6235" x="1371600" y="4484688"/>
          <p14:tracePt t="6252" x="1552575" y="4456113"/>
          <p14:tracePt t="6269" x="1741488" y="4448175"/>
          <p14:tracePt t="6285" x="1893888" y="4448175"/>
          <p14:tracePt t="6302" x="2024063" y="4448175"/>
          <p14:tracePt t="6319" x="2119313" y="4448175"/>
          <p14:tracePt t="6336" x="2192338" y="4448175"/>
          <p14:tracePt t="6352" x="2293938" y="4492625"/>
          <p14:tracePt t="6369" x="2395538" y="4557713"/>
          <p14:tracePt t="6385" x="2568575" y="4687888"/>
          <p14:tracePt t="6402" x="2655888" y="4760913"/>
          <p14:tracePt t="6419" x="2706688" y="4848225"/>
          <p14:tracePt t="6435" x="2743200" y="4941888"/>
          <p14:tracePt t="6452" x="2786063" y="5051425"/>
          <p14:tracePt t="6469" x="2822575" y="5167313"/>
          <p14:tracePt t="6485" x="2881313" y="5283200"/>
          <p14:tracePt t="6502" x="2903538" y="5399088"/>
          <p14:tracePt t="6519" x="2924175" y="5500688"/>
          <p14:tracePt t="6535" x="2932113" y="5610225"/>
          <p14:tracePt t="6552" x="2946400" y="5689600"/>
          <p14:tracePt t="6569" x="2946400" y="5791200"/>
          <p14:tracePt t="6585" x="2946400" y="5884863"/>
          <p14:tracePt t="6602" x="2946400" y="5935663"/>
          <p14:tracePt t="6619" x="2917825" y="5980113"/>
          <p14:tracePt t="6635" x="2887663" y="6016625"/>
          <p14:tracePt t="6652" x="2867025" y="6059488"/>
          <p14:tracePt t="6669" x="2816225" y="6096000"/>
          <p14:tracePt t="6685" x="2735263" y="6154738"/>
          <p14:tracePt t="6702" x="2649538" y="6205538"/>
          <p14:tracePt t="6719" x="2532063" y="6256338"/>
          <p14:tracePt t="6735" x="2430463" y="6307138"/>
          <p14:tracePt t="6752" x="2328863" y="6335713"/>
          <p14:tracePt t="6769" x="2249488" y="6350000"/>
          <p14:tracePt t="6785" x="2119313" y="6372225"/>
          <p14:tracePt t="6802" x="2024063" y="6378575"/>
          <p14:tracePt t="6819" x="1938338" y="6378575"/>
          <p14:tracePt t="6835" x="1851025" y="6378575"/>
          <p14:tracePt t="6852" x="1778000" y="6378575"/>
          <p14:tracePt t="6869" x="1712913" y="6378575"/>
          <p14:tracePt t="6885" x="1617663" y="6372225"/>
          <p14:tracePt t="6902" x="1524000" y="6350000"/>
          <p14:tracePt t="6919" x="1430338" y="6321425"/>
          <p14:tracePt t="6935" x="1343025" y="6291263"/>
          <p14:tracePt t="6952" x="1292225" y="6270625"/>
          <p14:tracePt t="6969" x="1241425" y="6240463"/>
          <p14:tracePt t="6985" x="1160463" y="6169025"/>
          <p14:tracePt t="7002" x="1089025" y="6088063"/>
          <p14:tracePt t="7019" x="1008063" y="5972175"/>
          <p14:tracePt t="7035" x="979488" y="5878513"/>
          <p14:tracePt t="7052" x="942975" y="5805488"/>
          <p14:tracePt t="7069" x="922338" y="5726113"/>
          <p14:tracePt t="7086" x="914400" y="5638800"/>
          <p14:tracePt t="7102" x="914400" y="5537200"/>
          <p14:tracePt t="7119" x="914400" y="5435600"/>
          <p14:tracePt t="7136" x="914400" y="5319713"/>
          <p14:tracePt t="7152" x="914400" y="5195888"/>
          <p14:tracePt t="7169" x="914400" y="5065713"/>
          <p14:tracePt t="7186" x="914400" y="4992688"/>
          <p14:tracePt t="7202" x="922338" y="4941888"/>
          <p14:tracePt t="7219" x="936625" y="4876800"/>
          <p14:tracePt t="7236" x="965200" y="4818063"/>
          <p14:tracePt t="7252" x="993775" y="4775200"/>
          <p14:tracePt t="7269" x="1023938" y="4732338"/>
          <p14:tracePt t="7286" x="1044575" y="4695825"/>
          <p14:tracePt t="7302" x="1074738" y="4659313"/>
          <p14:tracePt t="7319" x="1117600" y="4614863"/>
          <p14:tracePt t="7336" x="1176338" y="4579938"/>
          <p14:tracePt t="7352" x="1241425" y="4543425"/>
          <p14:tracePt t="7369" x="1357313" y="4498975"/>
          <p14:tracePt t="7386" x="1430338" y="4470400"/>
          <p14:tracePt t="7402" x="1531938" y="4441825"/>
          <p14:tracePt t="7419" x="1625600" y="4411663"/>
          <p14:tracePt t="7436" x="1719263" y="4405313"/>
          <p14:tracePt t="7452" x="1814513" y="4391025"/>
          <p14:tracePt t="7469" x="1901825" y="4391025"/>
          <p14:tracePt t="7486" x="1989138" y="4391025"/>
          <p14:tracePt t="7502" x="2090738" y="4391025"/>
          <p14:tracePt t="7519" x="2176463" y="4391025"/>
          <p14:tracePt t="7536" x="2278063" y="4405313"/>
          <p14:tracePt t="7552" x="2379663" y="4427538"/>
          <p14:tracePt t="7569" x="2446338" y="4462463"/>
          <p14:tracePt t="7586" x="2489200" y="4492625"/>
          <p14:tracePt t="7603" x="2511425" y="4506913"/>
          <p14:tracePt t="7619" x="2525713" y="4529138"/>
          <p14:tracePt t="7636" x="2554288" y="4579938"/>
          <p14:tracePt t="7652" x="2598738" y="4651375"/>
          <p14:tracePt t="7669" x="2633663" y="4724400"/>
          <p14:tracePt t="7686" x="2692400" y="4797425"/>
          <p14:tracePt t="7702" x="2706688" y="4862513"/>
          <p14:tracePt t="7719" x="2735263" y="4919663"/>
          <p14:tracePt t="7736" x="2751138" y="4978400"/>
          <p14:tracePt t="7752" x="2757488" y="5021263"/>
          <p14:tracePt t="7769" x="2765425" y="5065713"/>
          <p14:tracePt t="7786" x="2765425" y="5094288"/>
          <p14:tracePt t="7802" x="2765425" y="5108575"/>
          <p14:tracePt t="7819" x="2765425" y="5138738"/>
          <p14:tracePt t="7836" x="2751138" y="5159375"/>
          <p14:tracePt t="7852" x="2714625" y="5195888"/>
          <p14:tracePt t="7869" x="2700338" y="5218113"/>
          <p14:tracePt t="7886" x="2670175" y="5240338"/>
          <p14:tracePt t="7902" x="2633663" y="5275263"/>
          <p14:tracePt t="7919" x="2598738" y="5305425"/>
          <p14:tracePt t="7936" x="2554288" y="5348288"/>
          <p14:tracePt t="7952" x="2503488" y="5399088"/>
          <p14:tracePt t="7969" x="2446338" y="5443538"/>
          <p14:tracePt t="7986" x="2379663" y="5486400"/>
          <p14:tracePt t="8003" x="2351088" y="5500688"/>
          <p14:tracePt t="8019" x="2328863" y="5522913"/>
          <p14:tracePt t="8036" x="2300288" y="5551488"/>
          <p14:tracePt t="8053" x="2263775" y="5588000"/>
          <p14:tracePt t="8069" x="2227263" y="5624513"/>
          <p14:tracePt t="8086" x="2198688" y="5653088"/>
          <p14:tracePt t="8103" x="2176463" y="5675313"/>
          <p14:tracePt t="8119" x="2141538" y="5703888"/>
          <p14:tracePt t="8136" x="2097088" y="5740400"/>
          <p14:tracePt t="8152" x="2068513" y="5776913"/>
          <p14:tracePt t="8169" x="2032000" y="5799138"/>
          <p14:tracePt t="8186" x="1989138" y="5834063"/>
          <p14:tracePt t="8202" x="1952625" y="5856288"/>
          <p14:tracePt t="8219" x="1938338" y="5870575"/>
          <p14:tracePt t="8236" x="1930400" y="5878513"/>
          <p14:tracePt t="8253" x="1922463" y="5884863"/>
          <p14:tracePt t="8269" x="1916113" y="5884863"/>
          <p14:tracePt t="8314" x="1908175" y="5884863"/>
          <p14:tracePt t="8330" x="1893888" y="5884863"/>
          <p14:tracePt t="8354" x="1887538" y="5884863"/>
          <p14:tracePt t="8362" x="1865313" y="5884863"/>
          <p14:tracePt t="8370" x="1857375" y="5884863"/>
          <p14:tracePt t="8386" x="1814513" y="5884863"/>
          <p14:tracePt t="8403" x="1749425" y="5884863"/>
          <p14:tracePt t="8419" x="1647825" y="5864225"/>
          <p14:tracePt t="8436" x="1560513" y="5827713"/>
          <p14:tracePt t="8453" x="1524000" y="5805488"/>
          <p14:tracePt t="8469" x="1501775" y="5783263"/>
          <p14:tracePt t="8486" x="1487488" y="5762625"/>
          <p14:tracePt t="8503" x="1481138" y="5711825"/>
          <p14:tracePt t="8519" x="1473200" y="5646738"/>
          <p14:tracePt t="8536" x="1473200" y="5565775"/>
          <p14:tracePt t="8553" x="1473200" y="5478463"/>
          <p14:tracePt t="8569" x="1458913" y="5283200"/>
          <p14:tracePt t="8586" x="1458913" y="5159375"/>
          <p14:tracePt t="8603" x="1458913" y="5021263"/>
          <p14:tracePt t="8619" x="1458913" y="4919663"/>
          <p14:tracePt t="8636" x="1458913" y="4833938"/>
          <p14:tracePt t="8653" x="1465263" y="4783138"/>
          <p14:tracePt t="8669" x="1487488" y="4746625"/>
          <p14:tracePt t="8686" x="1509713" y="4695825"/>
          <p14:tracePt t="8703" x="1546225" y="4645025"/>
          <p14:tracePt t="8719" x="1566863" y="4608513"/>
          <p14:tracePt t="8736" x="1582738" y="4600575"/>
          <p14:tracePt t="8753" x="1582738" y="4586288"/>
          <p14:tracePt t="8769" x="1589088" y="4572000"/>
          <p14:tracePt t="8786" x="1597025" y="4564063"/>
          <p14:tracePt t="8803" x="1603375" y="4564063"/>
          <p14:tracePt t="8819" x="1603375" y="4557713"/>
          <p14:tracePt t="8874" x="1611313" y="4557713"/>
          <p14:tracePt t="8979" x="1617663" y="4557713"/>
          <p14:tracePt t="8986" x="1625600" y="4557713"/>
          <p14:tracePt t="8994" x="1633538" y="4557713"/>
          <p14:tracePt t="9003" x="1639888" y="4557713"/>
          <p14:tracePt t="9019" x="1654175" y="4572000"/>
          <p14:tracePt t="9036" x="1668463" y="4572000"/>
          <p14:tracePt t="9053" x="1690688" y="4579938"/>
          <p14:tracePt t="9069" x="1704975" y="4579938"/>
          <p14:tracePt t="9086" x="1712913" y="4586288"/>
          <p14:tracePt t="9103" x="1749425" y="4586288"/>
          <p14:tracePt t="9120" x="1763713" y="4586288"/>
          <p14:tracePt t="9136" x="1800225" y="4586288"/>
          <p14:tracePt t="9153" x="1828800" y="4586288"/>
          <p14:tracePt t="9186" x="1843088" y="4586288"/>
          <p14:tracePt t="9203" x="1851025" y="4586288"/>
          <p14:tracePt t="9220" x="1857375" y="4586288"/>
          <p14:tracePt t="9236" x="1865313" y="4586288"/>
          <p14:tracePt t="11315" x="1879600" y="4586288"/>
          <p14:tracePt t="11322" x="1887538" y="4586288"/>
          <p14:tracePt t="11330" x="1893888" y="4586288"/>
          <p14:tracePt t="11362" x="1916113" y="4586288"/>
          <p14:tracePt t="11378" x="1930400" y="4586288"/>
          <p14:tracePt t="11386" x="1944688" y="4586288"/>
          <p14:tracePt t="11394" x="1966913" y="4586288"/>
          <p14:tracePt t="11403" x="1973263" y="4579938"/>
          <p14:tracePt t="11420" x="2017713" y="4579938"/>
          <p14:tracePt t="11437" x="2046288" y="4572000"/>
          <p14:tracePt t="11454" x="2090738" y="4572000"/>
          <p14:tracePt t="11470" x="2125663" y="4572000"/>
          <p14:tracePt t="11487" x="2162175" y="4572000"/>
          <p14:tracePt t="11504" x="2198688" y="4572000"/>
          <p14:tracePt t="11520" x="2212975" y="4572000"/>
          <p14:tracePt t="11537" x="2220913" y="4572000"/>
          <p14:tracePt t="11554" x="2235200" y="4572000"/>
          <p14:tracePt t="11570" x="2243138" y="4579938"/>
          <p14:tracePt t="11587" x="2257425" y="4586288"/>
          <p14:tracePt t="11604" x="2278063" y="4600575"/>
          <p14:tracePt t="11620" x="2308225" y="4630738"/>
          <p14:tracePt t="11637" x="2344738" y="4659313"/>
          <p14:tracePt t="11654" x="2359025" y="4673600"/>
          <p14:tracePt t="11670" x="2365375" y="4687888"/>
          <p14:tracePt t="11687" x="2379663" y="4710113"/>
          <p14:tracePt t="11703" x="2395538" y="4738688"/>
          <p14:tracePt t="11720" x="2409825" y="4752975"/>
          <p14:tracePt t="11737" x="2416175" y="4767263"/>
          <p14:tracePt t="11754" x="2430463" y="4789488"/>
          <p14:tracePt t="11770" x="2438400" y="4811713"/>
          <p14:tracePt t="11787" x="2446338" y="4818063"/>
          <p14:tracePt t="11804" x="2452688" y="4826000"/>
          <p14:tracePt t="11820" x="2460625" y="4840288"/>
          <p14:tracePt t="11837" x="2460625" y="4854575"/>
          <p14:tracePt t="12002" x="2460625" y="4862513"/>
          <p14:tracePt t="12266" x="2452688" y="4862513"/>
          <p14:tracePt t="12274" x="2446338" y="4876800"/>
          <p14:tracePt t="12282" x="2401888" y="4884738"/>
          <p14:tracePt t="12290" x="2314575" y="4899025"/>
          <p14:tracePt t="12304" x="2184400" y="4899025"/>
          <p14:tracePt t="12321" x="2105025" y="4899025"/>
          <p14:tracePt t="12538" x="2111375" y="4899025"/>
          <p14:tracePt t="12626" x="2125663" y="4899025"/>
          <p14:tracePt t="12690" x="2133600" y="4899025"/>
          <p14:tracePt t="12699" x="2141538" y="4899025"/>
          <p14:tracePt t="12705" x="2147888" y="4899025"/>
          <p14:tracePt t="12819" x="2147888" y="4891088"/>
          <p14:tracePt t="12850" x="2147888" y="4884738"/>
          <p14:tracePt t="12858" x="2147888" y="4876800"/>
          <p14:tracePt t="12874" x="2133600" y="4862513"/>
          <p14:tracePt t="12883" x="2125663" y="4862513"/>
          <p14:tracePt t="12890" x="2105025" y="4854575"/>
          <p14:tracePt t="12904" x="2090738" y="4848225"/>
          <p14:tracePt t="12921" x="2068513" y="4833938"/>
          <p14:tracePt t="12937" x="2009775" y="4826000"/>
          <p14:tracePt t="12954" x="1944688" y="4803775"/>
          <p14:tracePt t="12971" x="1865313" y="4797425"/>
          <p14:tracePt t="12987" x="1755775" y="4783138"/>
          <p14:tracePt t="13004" x="1704975" y="4775200"/>
          <p14:tracePt t="13021" x="1668463" y="4775200"/>
          <p14:tracePt t="13037" x="1647825" y="4775200"/>
          <p14:tracePt t="13054" x="1617663" y="4783138"/>
          <p14:tracePt t="13071" x="1597025" y="4783138"/>
          <p14:tracePt t="13087" x="1546225" y="4811713"/>
          <p14:tracePt t="13089" x="1524000" y="4818063"/>
          <p14:tracePt t="13104" x="1501775" y="4833938"/>
          <p14:tracePt t="13121" x="1450975" y="4854575"/>
          <p14:tracePt t="13137" x="1393825" y="4884738"/>
          <p14:tracePt t="13154" x="1385888" y="4891088"/>
          <p14:tracePt t="13171" x="1349375" y="4919663"/>
          <p14:tracePt t="13187" x="1312863" y="4935538"/>
          <p14:tracePt t="13204" x="1284288" y="4964113"/>
          <p14:tracePt t="13221" x="1247775" y="5000625"/>
          <p14:tracePt t="13237" x="1219200" y="5021263"/>
          <p14:tracePt t="13254" x="1190625" y="5037138"/>
          <p14:tracePt t="13271" x="1176338" y="5051425"/>
          <p14:tracePt t="13288" x="1154113" y="5057775"/>
          <p14:tracePt t="13304" x="1109663" y="5072063"/>
          <p14:tracePt t="13321" x="1074738" y="5080000"/>
          <p14:tracePt t="13337" x="1044575" y="5080000"/>
          <p14:tracePt t="13354" x="1023938" y="5087938"/>
          <p14:tracePt t="13371" x="993775" y="5087938"/>
          <p14:tracePt t="13388" x="965200" y="5087938"/>
          <p14:tracePt t="13404" x="942975" y="5087938"/>
          <p14:tracePt t="13421" x="900113" y="5072063"/>
          <p14:tracePt t="13438" x="855663" y="5057775"/>
          <p14:tracePt t="13454" x="790575" y="5029200"/>
          <p14:tracePt t="13471" x="739775" y="4992688"/>
          <p14:tracePt t="13487" x="719138" y="4978400"/>
          <p14:tracePt t="13504" x="711200" y="4970463"/>
          <p14:tracePt t="13521" x="711200" y="4927600"/>
          <p14:tracePt t="13537" x="711200" y="4868863"/>
          <p14:tracePt t="13554" x="711200" y="4818063"/>
          <p14:tracePt t="13571" x="711200" y="4767263"/>
          <p14:tracePt t="13588" x="739775" y="4724400"/>
          <p14:tracePt t="13604" x="776288" y="4673600"/>
          <p14:tracePt t="13621" x="812800" y="4645025"/>
          <p14:tracePt t="13638" x="855663" y="4614863"/>
          <p14:tracePt t="13654" x="900113" y="4594225"/>
          <p14:tracePt t="13671" x="942975" y="4572000"/>
          <p14:tracePt t="13688" x="1016000" y="4543425"/>
          <p14:tracePt t="13704" x="1103313" y="4513263"/>
          <p14:tracePt t="13721" x="1241425" y="4478338"/>
          <p14:tracePt t="13738" x="1306513" y="4470400"/>
          <p14:tracePt t="13754" x="1363663" y="4470400"/>
          <p14:tracePt t="13771" x="1414463" y="4470400"/>
          <p14:tracePt t="13788" x="1487488" y="4470400"/>
          <p14:tracePt t="13804" x="1574800" y="4470400"/>
          <p14:tracePt t="13821" x="1668463" y="4470400"/>
          <p14:tracePt t="13838" x="1741488" y="4470400"/>
          <p14:tracePt t="13854" x="1785938" y="4470400"/>
          <p14:tracePt t="13871" x="1828800" y="4470400"/>
          <p14:tracePt t="13888" x="1879600" y="4470400"/>
          <p14:tracePt t="13904" x="1958975" y="4484688"/>
          <p14:tracePt t="13921" x="2111375" y="4498975"/>
          <p14:tracePt t="13938" x="2314575" y="4529138"/>
          <p14:tracePt t="13954" x="2416175" y="4564063"/>
          <p14:tracePt t="13971" x="2460625" y="4579938"/>
          <p14:tracePt t="13988" x="2497138" y="4586288"/>
          <p14:tracePt t="14004" x="2532063" y="4614863"/>
          <p14:tracePt t="14021" x="2582863" y="4645025"/>
          <p14:tracePt t="14038" x="2649538" y="4681538"/>
          <p14:tracePt t="14054" x="2720975" y="4724400"/>
          <p14:tracePt t="14071" x="2786063" y="4760913"/>
          <p14:tracePt t="14088" x="2830513" y="4797425"/>
          <p14:tracePt t="14090" x="2852738" y="4811713"/>
          <p14:tracePt t="14104" x="2867025" y="4818063"/>
          <p14:tracePt t="14121" x="2887663" y="4848225"/>
          <p14:tracePt t="14138" x="2917825" y="4891088"/>
          <p14:tracePt t="14154" x="2932113" y="4919663"/>
          <p14:tracePt t="14171" x="2932113" y="4935538"/>
          <p14:tracePt t="14188" x="2932113" y="4964113"/>
          <p14:tracePt t="14204" x="2932113" y="4992688"/>
          <p14:tracePt t="14221" x="2917825" y="5021263"/>
          <p14:tracePt t="14238" x="2881313" y="5065713"/>
          <p14:tracePt t="14254" x="2859088" y="5102225"/>
          <p14:tracePt t="14271" x="2830513" y="5116513"/>
          <p14:tracePt t="14288" x="2801938" y="5138738"/>
          <p14:tracePt t="14304" x="2779713" y="5153025"/>
          <p14:tracePt t="14321" x="2735263" y="5167313"/>
          <p14:tracePt t="14338" x="2714625" y="5181600"/>
          <p14:tracePt t="14354" x="2670175" y="5195888"/>
          <p14:tracePt t="14371" x="2649538" y="5210175"/>
          <p14:tracePt t="14388" x="2598738" y="5232400"/>
          <p14:tracePt t="14404" x="2562225" y="5240338"/>
          <p14:tracePt t="14421" x="2532063" y="5246688"/>
          <p14:tracePt t="14438" x="2489200" y="5268913"/>
          <p14:tracePt t="14454" x="2452688" y="5268913"/>
          <p14:tracePt t="14471" x="2416175" y="5275263"/>
          <p14:tracePt t="14488" x="2365375" y="5291138"/>
          <p14:tracePt t="14505" x="2328863" y="5297488"/>
          <p14:tracePt t="14521" x="2278063" y="5297488"/>
          <p14:tracePt t="14538" x="2212975" y="5297488"/>
          <p14:tracePt t="14554" x="2176463" y="5297488"/>
          <p14:tracePt t="14571" x="2141538" y="5297488"/>
          <p14:tracePt t="14588" x="2111375" y="5297488"/>
          <p14:tracePt t="14604" x="2082800" y="5297488"/>
          <p14:tracePt t="14621" x="2032000" y="5297488"/>
          <p14:tracePt t="14638" x="1958975" y="5291138"/>
          <p14:tracePt t="14655" x="1908175" y="5275263"/>
          <p14:tracePt t="14671" x="1851025" y="5260975"/>
          <p14:tracePt t="14688" x="1820863" y="5246688"/>
          <p14:tracePt t="14705" x="1792288" y="5232400"/>
          <p14:tracePt t="14721" x="1763713" y="5210175"/>
          <p14:tracePt t="14738" x="1727200" y="5181600"/>
          <p14:tracePt t="14755" x="1712913" y="5159375"/>
          <p14:tracePt t="14771" x="1684338" y="5122863"/>
          <p14:tracePt t="14788" x="1662113" y="5080000"/>
          <p14:tracePt t="14805" x="1647825" y="5037138"/>
          <p14:tracePt t="14821" x="1633538" y="5000625"/>
          <p14:tracePt t="14838" x="1633538" y="4970463"/>
          <p14:tracePt t="14855" x="1633538" y="4941888"/>
          <p14:tracePt t="14871" x="1633538" y="4919663"/>
          <p14:tracePt t="14888" x="1633538" y="4891088"/>
          <p14:tracePt t="14905" x="1633538" y="4868863"/>
          <p14:tracePt t="14921" x="1639888" y="4840288"/>
          <p14:tracePt t="14938" x="1662113" y="4811713"/>
          <p14:tracePt t="14955" x="1690688" y="4783138"/>
          <p14:tracePt t="14971" x="1712913" y="4760913"/>
          <p14:tracePt t="14988" x="1763713" y="4716463"/>
          <p14:tracePt t="15005" x="1836738" y="4673600"/>
          <p14:tracePt t="15022" x="1922463" y="4637088"/>
          <p14:tracePt t="15038" x="2017713" y="4594225"/>
          <p14:tracePt t="15055" x="2097088" y="4572000"/>
          <p14:tracePt t="15071" x="2198688" y="4543425"/>
          <p14:tracePt t="15088" x="2314575" y="4535488"/>
          <p14:tracePt t="15090" x="2387600" y="4521200"/>
          <p14:tracePt t="15105" x="2452688" y="4521200"/>
          <p14:tracePt t="15121" x="2633663" y="4521200"/>
          <p14:tracePt t="15138" x="2765425" y="4535488"/>
          <p14:tracePt t="15155" x="2867025" y="4564063"/>
          <p14:tracePt t="15171" x="2989263" y="4600575"/>
          <p14:tracePt t="15188" x="3098800" y="4645025"/>
          <p14:tracePt t="15205" x="3208338" y="4695825"/>
          <p14:tracePt t="15221" x="3265488" y="4746625"/>
          <p14:tracePt t="15238" x="3344863" y="4789488"/>
          <p14:tracePt t="15255" x="3381375" y="4818063"/>
          <p14:tracePt t="15271" x="3425825" y="4848225"/>
          <p14:tracePt t="15288" x="3462338" y="4868863"/>
          <p14:tracePt t="15305" x="3482975" y="4891088"/>
          <p14:tracePt t="15321" x="3497263" y="4919663"/>
          <p14:tracePt t="15338" x="3497263" y="4941888"/>
          <p14:tracePt t="15355" x="3497263" y="4956175"/>
          <p14:tracePt t="15371" x="3497263" y="4978400"/>
          <p14:tracePt t="15388" x="3497263" y="5000625"/>
          <p14:tracePt t="15405" x="3497263" y="5037138"/>
          <p14:tracePt t="15421" x="3497263" y="5057775"/>
          <p14:tracePt t="15438" x="3497263" y="5087938"/>
          <p14:tracePt t="15455" x="3490913" y="5102225"/>
          <p14:tracePt t="15471" x="3482975" y="5116513"/>
          <p14:tracePt t="15488" x="3476625" y="5130800"/>
          <p14:tracePt t="15523" x="3476625" y="5138738"/>
          <p14:tracePt t="15538" x="3462338" y="5145088"/>
          <p14:tracePt t="15555" x="3462338" y="5153025"/>
          <p14:tracePt t="15572" x="3454400" y="5159375"/>
          <p14:tracePt t="15618" x="3454400" y="5173663"/>
          <p14:tracePt t="15650" x="3446463" y="5181600"/>
          <p14:tracePt t="15658" x="3440113" y="5189538"/>
          <p14:tracePt t="15699" x="3440113" y="5195888"/>
          <p14:tracePt t="15746" x="3432175" y="5203825"/>
          <p14:tracePt t="15786" x="3432175" y="5218113"/>
          <p14:tracePt t="15827" x="3432175" y="5224463"/>
          <p14:tracePt t="15883" x="3417888" y="5240338"/>
          <p14:tracePt t="15906" x="3417888" y="5246688"/>
          <p14:tracePt t="15930" x="3411538" y="5246688"/>
          <p14:tracePt t="15962" x="3411538" y="5254625"/>
          <p14:tracePt t="15978" x="3403600" y="5254625"/>
          <p14:tracePt t="15986" x="3395663" y="5254625"/>
          <p14:tracePt t="16002" x="3389313" y="5260975"/>
          <p14:tracePt t="16018" x="3381375" y="5260975"/>
          <p14:tracePt t="16026" x="3375025" y="5268913"/>
          <p14:tracePt t="16098" x="3367088" y="5268913"/>
          <p14:tracePt t="17307" x="3360738" y="5260975"/>
          <p14:tracePt t="17338" x="3352800" y="5260975"/>
          <p14:tracePt t="17362" x="3352800" y="5254625"/>
          <p14:tracePt t="17370" x="3344863" y="5246688"/>
          <p14:tracePt t="17386" x="3344863" y="5240338"/>
          <p14:tracePt t="17434" x="3338513" y="5232400"/>
          <p14:tracePt t="17459" x="3338513" y="5224463"/>
          <p14:tracePt t="17474" x="3330575" y="5224463"/>
          <p14:tracePt t="17530" x="3330575" y="5218113"/>
          <p14:tracePt t="17618" x="3324225" y="5210175"/>
          <p14:tracePt t="17658" x="3316288" y="5210175"/>
          <p14:tracePt t="17682" x="3309938" y="5210175"/>
          <p14:tracePt t="17714" x="3302000" y="5203825"/>
          <p14:tracePt t="17730" x="3294063" y="5203825"/>
          <p14:tracePt t="17746" x="3287713" y="5195888"/>
          <p14:tracePt t="17754" x="3273425" y="5195888"/>
          <p14:tracePt t="17770" x="3265488" y="5189538"/>
          <p14:tracePt t="17778" x="3259138" y="5181600"/>
          <p14:tracePt t="17789" x="3251200" y="5181600"/>
          <p14:tracePt t="17899" x="3243263" y="5173663"/>
          <p14:tracePt t="17930" x="3243263" y="5167313"/>
          <p14:tracePt t="17970" x="3243263" y="5159375"/>
          <p14:tracePt t="18779" x="3243263" y="5153025"/>
          <p14:tracePt t="18795" x="3228975" y="5153025"/>
          <p14:tracePt t="18802" x="3222625" y="5153025"/>
          <p14:tracePt t="18810" x="3208338" y="5153025"/>
          <p14:tracePt t="18826" x="3192463" y="5153025"/>
          <p14:tracePt t="18839" x="3186113" y="5153025"/>
          <p14:tracePt t="18856" x="3178175" y="5153025"/>
          <p14:tracePt t="18873" x="3163888" y="5153025"/>
          <p14:tracePt t="18889" x="3157538" y="5153025"/>
          <p14:tracePt t="18906" x="3141663" y="5153025"/>
          <p14:tracePt t="18923" x="3135313" y="5153025"/>
          <p14:tracePt t="18939" x="3113088" y="5153025"/>
          <p14:tracePt t="18956" x="3098800" y="5153025"/>
          <p14:tracePt t="18973" x="3090863" y="5153025"/>
          <p14:tracePt t="18989" x="3084513" y="5153025"/>
          <p14:tracePt t="19434" x="3084513" y="5145088"/>
          <p14:tracePt t="19442" x="3084513" y="5138738"/>
          <p14:tracePt t="19450" x="3084513" y="5130800"/>
          <p14:tracePt t="19458" x="3084513" y="5116513"/>
          <p14:tracePt t="19474" x="3090863" y="5102225"/>
          <p14:tracePt t="19490" x="3098800" y="5094288"/>
          <p14:tracePt t="19506" x="3098800" y="5080000"/>
          <p14:tracePt t="19531" x="3113088" y="5065713"/>
          <p14:tracePt t="19554" x="3121025" y="5051425"/>
          <p14:tracePt t="19562" x="3121025" y="5043488"/>
          <p14:tracePt t="19573" x="3127375" y="5043488"/>
          <p14:tracePt t="19589" x="3127375" y="5029200"/>
          <p14:tracePt t="19606" x="3135313" y="5021263"/>
          <p14:tracePt t="19623" x="3141663" y="5000625"/>
          <p14:tracePt t="19642" x="3141663" y="4992688"/>
          <p14:tracePt t="19656" x="3141663" y="4986338"/>
          <p14:tracePt t="19673" x="3141663" y="4964113"/>
          <p14:tracePt t="19689" x="3141663" y="4949825"/>
          <p14:tracePt t="19706" x="3135313" y="4935538"/>
          <p14:tracePt t="19723" x="3135313" y="4927600"/>
          <p14:tracePt t="19739" x="3135313" y="4913313"/>
          <p14:tracePt t="19756" x="3127375" y="4905375"/>
          <p14:tracePt t="19789" x="3127375" y="4891088"/>
          <p14:tracePt t="19806" x="3127375" y="4884738"/>
          <p14:tracePt t="19823" x="3121025" y="4862513"/>
          <p14:tracePt t="19840" x="3121025" y="4848225"/>
          <p14:tracePt t="19856" x="3121025" y="4818063"/>
          <p14:tracePt t="19873" x="3121025" y="4797425"/>
          <p14:tracePt t="19889" x="3121025" y="4783138"/>
          <p14:tracePt t="19906" x="3127375" y="4767263"/>
          <p14:tracePt t="19923" x="3141663" y="4746625"/>
          <p14:tracePt t="19939" x="3157538" y="4724400"/>
          <p14:tracePt t="19956" x="3171825" y="4710113"/>
          <p14:tracePt t="19973" x="3208338" y="4687888"/>
          <p14:tracePt t="19989" x="3251200" y="4665663"/>
          <p14:tracePt t="20007" x="3309938" y="4659313"/>
          <p14:tracePt t="20023" x="3411538" y="4637088"/>
          <p14:tracePt t="20040" x="3505200" y="4622800"/>
          <p14:tracePt t="20056" x="3584575" y="4614863"/>
          <p14:tracePt t="20073" x="3643313" y="4600575"/>
          <p14:tracePt t="20090" x="3730625" y="4594225"/>
          <p14:tracePt t="20106" x="3773488" y="4594225"/>
          <p14:tracePt t="20123" x="3817938" y="4594225"/>
          <p14:tracePt t="20139" x="3868738" y="4594225"/>
          <p14:tracePt t="20156" x="3925888" y="4594225"/>
          <p14:tracePt t="20173" x="3970338" y="4600575"/>
          <p14:tracePt t="20190" x="4041775" y="4608513"/>
          <p14:tracePt t="20206" x="4092575" y="4614863"/>
          <p14:tracePt t="20223" x="4129088" y="4622800"/>
          <p14:tracePt t="20240" x="4157663" y="4622800"/>
          <p14:tracePt t="20256" x="4187825" y="4630738"/>
          <p14:tracePt t="20273" x="4208463" y="4637088"/>
          <p14:tracePt t="20290" x="4244975" y="4637088"/>
          <p14:tracePt t="20306" x="4259263" y="4645025"/>
          <p14:tracePt t="20323" x="4267200" y="4651375"/>
          <p14:tracePt t="20356" x="4281488" y="4659313"/>
          <p14:tracePt t="20373" x="4303713" y="4681538"/>
          <p14:tracePt t="20390" x="4318000" y="4695825"/>
          <p14:tracePt t="20406" x="4318000" y="4702175"/>
          <p14:tracePt t="20423" x="4325938" y="4710113"/>
          <p14:tracePt t="20440" x="4332288" y="4716463"/>
          <p14:tracePt t="20473" x="4340225" y="4738688"/>
          <p14:tracePt t="20490" x="4346575" y="4760913"/>
          <p14:tracePt t="20507" x="4354513" y="4775200"/>
          <p14:tracePt t="20523" x="4360863" y="4783138"/>
          <p14:tracePt t="20556" x="4360863" y="4797425"/>
          <p14:tracePt t="20573" x="4360863" y="4811713"/>
          <p14:tracePt t="20590" x="4360863" y="4818063"/>
          <p14:tracePt t="20606" x="4360863" y="4826000"/>
          <p14:tracePt t="20623" x="4360863" y="4840288"/>
          <p14:tracePt t="20640" x="4360863" y="4848225"/>
          <p14:tracePt t="20656" x="4360863" y="4862513"/>
          <p14:tracePt t="20673" x="4360863" y="4876800"/>
          <p14:tracePt t="20690" x="4360863" y="4899025"/>
          <p14:tracePt t="20706" x="4360863" y="4913313"/>
          <p14:tracePt t="20723" x="4360863" y="4927600"/>
          <p14:tracePt t="20740" x="4360863" y="4941888"/>
          <p14:tracePt t="20757" x="4354513" y="4956175"/>
          <p14:tracePt t="20773" x="4346575" y="4970463"/>
          <p14:tracePt t="20790" x="4310063" y="5000625"/>
          <p14:tracePt t="20806" x="4303713" y="5006975"/>
          <p14:tracePt t="20823" x="4289425" y="5021263"/>
          <p14:tracePt t="20840" x="4259263" y="5043488"/>
          <p14:tracePt t="20857" x="4238625" y="5057775"/>
          <p14:tracePt t="20874" x="4208463" y="5065713"/>
          <p14:tracePt t="20890" x="4165600" y="5072063"/>
          <p14:tracePt t="20907" x="4137025" y="5087938"/>
          <p14:tracePt t="20924" x="4106863" y="5094288"/>
          <p14:tracePt t="20940" x="4078288" y="5094288"/>
          <p14:tracePt t="20957" x="4049713" y="5116513"/>
          <p14:tracePt t="20974" x="4013200" y="5116513"/>
          <p14:tracePt t="20991" x="3998913" y="5116513"/>
          <p14:tracePt t="21007" x="3962400" y="5116513"/>
          <p14:tracePt t="21024" x="3933825" y="5116513"/>
          <p14:tracePt t="21041" x="3897313" y="5116513"/>
          <p14:tracePt t="21057" x="3868738" y="5116513"/>
          <p14:tracePt t="21074" x="3824288" y="5116513"/>
          <p14:tracePt t="21090" x="3795713" y="5116513"/>
          <p14:tracePt t="21117" x="3781425" y="5116513"/>
          <p14:tracePt t="22037" x="3795713" y="5116513"/>
          <p14:tracePt t="22045" x="3802063" y="5116513"/>
          <p14:tracePt t="22058" x="3838575" y="5116513"/>
          <p14:tracePt t="22074" x="3883025" y="5116513"/>
          <p14:tracePt t="22091" x="3911600" y="5116513"/>
          <p14:tracePt t="22107" x="3954463" y="5116513"/>
          <p14:tracePt t="22124" x="4005263" y="5108575"/>
          <p14:tracePt t="22141" x="4041775" y="5108575"/>
          <p14:tracePt t="22157" x="4106863" y="5087938"/>
          <p14:tracePt t="22174" x="4157663" y="5087938"/>
          <p14:tracePt t="22191" x="4208463" y="5080000"/>
          <p14:tracePt t="22208" x="4252913" y="5072063"/>
          <p14:tracePt t="22224" x="4275138" y="5057775"/>
          <p14:tracePt t="22241" x="4325938" y="5043488"/>
          <p14:tracePt t="22258" x="4346575" y="5037138"/>
          <p14:tracePt t="22275" x="4391025" y="5029200"/>
          <p14:tracePt t="22291" x="4405313" y="5029200"/>
          <p14:tracePt t="22309" x="4411663" y="5029200"/>
          <p14:tracePt t="22324" x="4419600" y="5029200"/>
          <p14:tracePt t="23037" x="4405313" y="5029200"/>
          <p14:tracePt t="23053" x="4383088" y="5037138"/>
          <p14:tracePt t="23061" x="4376738" y="5037138"/>
          <p14:tracePt t="23069" x="4360863" y="5043488"/>
          <p14:tracePt t="23093" x="4354513" y="5051425"/>
          <p14:tracePt t="23101" x="4340225" y="5051425"/>
          <p14:tracePt t="23109" x="4332288" y="5057775"/>
          <p14:tracePt t="23124" x="4318000" y="5057775"/>
          <p14:tracePt t="23141" x="4310063" y="5057775"/>
          <p14:tracePt t="23158" x="4303713" y="5057775"/>
          <p14:tracePt t="23174" x="4295775" y="5057775"/>
          <p14:tracePt t="23191" x="4281488" y="5065713"/>
          <p14:tracePt t="23224" x="4267200" y="5065713"/>
          <p14:tracePt t="23242" x="4259263" y="5065713"/>
          <p14:tracePt t="23274" x="4244975" y="5065713"/>
          <p14:tracePt t="23291" x="4238625" y="5065713"/>
          <p14:tracePt t="23308" x="4230688" y="5065713"/>
          <p14:tracePt t="23324" x="4224338" y="5065713"/>
          <p14:tracePt t="23365" x="4208463" y="5065713"/>
          <p14:tracePt t="23429" x="4202113" y="5065713"/>
          <p14:tracePt t="23469" x="4187825" y="5065713"/>
          <p14:tracePt t="24042" x="4202113" y="5065713"/>
          <p14:tracePt t="24054" x="4230688" y="5065713"/>
          <p14:tracePt t="24062" x="4252913" y="5065713"/>
          <p14:tracePt t="24074" x="4303713" y="5043488"/>
          <p14:tracePt t="24091" x="4354513" y="5037138"/>
          <p14:tracePt t="24108" x="4405313" y="5006975"/>
          <p14:tracePt t="24124" x="4441825" y="4992688"/>
          <p14:tracePt t="24141" x="4492625" y="4970463"/>
          <p14:tracePt t="24159" x="4529138" y="4956175"/>
          <p14:tracePt t="24175" x="4579938" y="4935538"/>
          <p14:tracePt t="24191" x="4622800" y="4913313"/>
          <p14:tracePt t="24208" x="4659313" y="4899025"/>
          <p14:tracePt t="24225" x="4710113" y="4884738"/>
          <p14:tracePt t="24242" x="4732338" y="4868863"/>
          <p14:tracePt t="24258" x="4775200" y="4868863"/>
          <p14:tracePt t="24275" x="4789488" y="4868863"/>
          <p14:tracePt t="24292" x="4818063" y="4862513"/>
          <p14:tracePt t="24308" x="4826000" y="4862513"/>
          <p14:tracePt t="24325" x="4840288" y="4862513"/>
          <p14:tracePt t="24342" x="4848225" y="4862513"/>
          <p14:tracePt t="24358" x="4862513" y="4862513"/>
          <p14:tracePt t="24375" x="4876800" y="4862513"/>
          <p14:tracePt t="24391" x="4891088" y="4862513"/>
          <p14:tracePt t="24408" x="4899025" y="4868863"/>
          <p14:tracePt t="24425" x="4913313" y="4876800"/>
          <p14:tracePt t="24443" x="4919663" y="4891088"/>
          <p14:tracePt t="24459" x="4935538" y="4905375"/>
          <p14:tracePt t="24475" x="4941888" y="4913313"/>
          <p14:tracePt t="24492" x="4941888" y="4919663"/>
          <p14:tracePt t="24508" x="4949825" y="4927600"/>
          <p14:tracePt t="24525" x="4956175" y="4935538"/>
          <p14:tracePt t="25247" x="4956175" y="4941888"/>
          <p14:tracePt t="25269" x="4949825" y="4949825"/>
          <p14:tracePt t="25279" x="4941888" y="4949825"/>
          <p14:tracePt t="25285" x="4935538" y="4949825"/>
          <p14:tracePt t="25293" x="4913313" y="4956175"/>
          <p14:tracePt t="25308" x="4884738" y="4964113"/>
          <p14:tracePt t="25325" x="4840288" y="4970463"/>
          <p14:tracePt t="25342" x="4803775" y="4986338"/>
          <p14:tracePt t="25358" x="4752975" y="4992688"/>
          <p14:tracePt t="25375" x="4702175" y="5000625"/>
          <p14:tracePt t="25392" x="4645025" y="5006975"/>
          <p14:tracePt t="25408" x="4594225" y="5014913"/>
          <p14:tracePt t="25425" x="4572000" y="5014913"/>
          <p14:tracePt t="25441" x="4529138" y="5021263"/>
          <p14:tracePt t="25458" x="4470400" y="5029200"/>
          <p14:tracePt t="25475" x="4419600" y="5029200"/>
          <p14:tracePt t="25491" x="4368800" y="5029200"/>
          <p14:tracePt t="25508" x="4310063" y="5029200"/>
          <p14:tracePt t="25525" x="4259263" y="5029200"/>
          <p14:tracePt t="25541" x="4216400" y="5029200"/>
          <p14:tracePt t="25558" x="4179888" y="5029200"/>
          <p14:tracePt t="25575" x="4151313" y="5029200"/>
          <p14:tracePt t="25592" x="4122738" y="5029200"/>
          <p14:tracePt t="25595" x="4100513" y="5029200"/>
          <p14:tracePt t="25608" x="4078288" y="5029200"/>
          <p14:tracePt t="25625" x="4027488" y="5029200"/>
          <p14:tracePt t="25641" x="3998913" y="5029200"/>
          <p14:tracePt t="25658" x="3970338" y="5029200"/>
          <p14:tracePt t="25675" x="3948113" y="5029200"/>
          <p14:tracePt t="25691" x="3919538" y="5029200"/>
          <p14:tracePt t="25708" x="3889375" y="5029200"/>
          <p14:tracePt t="25725" x="3852863" y="5029200"/>
          <p14:tracePt t="25742" x="3824288" y="5029200"/>
          <p14:tracePt t="25758" x="3795713" y="5029200"/>
          <p14:tracePt t="25775" x="3773488" y="5029200"/>
          <p14:tracePt t="25791" x="3751263" y="5029200"/>
          <p14:tracePt t="25808" x="3722688" y="5029200"/>
          <p14:tracePt t="25825" x="3700463" y="5029200"/>
          <p14:tracePt t="25841" x="3649663" y="5029200"/>
          <p14:tracePt t="25858" x="3629025" y="5029200"/>
          <p14:tracePt t="25875" x="3598863" y="5029200"/>
          <p14:tracePt t="25892" x="3563938" y="5029200"/>
          <p14:tracePt t="25908" x="3519488" y="5029200"/>
          <p14:tracePt t="25925" x="3490913" y="5029200"/>
          <p14:tracePt t="25941" x="3462338" y="5029200"/>
          <p14:tracePt t="25959" x="3432175" y="5029200"/>
          <p14:tracePt t="25975" x="3403600" y="5029200"/>
          <p14:tracePt t="25992" x="3367088" y="5029200"/>
          <p14:tracePt t="26008" x="3338513" y="5029200"/>
          <p14:tracePt t="26025" x="3309938" y="5029200"/>
          <p14:tracePt t="26042" x="3251200" y="5014913"/>
          <p14:tracePt t="26058" x="3214688" y="5014913"/>
          <p14:tracePt t="26075" x="3178175" y="5006975"/>
          <p14:tracePt t="26091" x="3149600" y="5006975"/>
          <p14:tracePt t="26108" x="3141663" y="5000625"/>
          <p14:tracePt t="26125" x="3127375" y="5000625"/>
          <p14:tracePt t="26158" x="3113088" y="5000625"/>
          <p14:tracePt t="26175" x="3106738" y="5000625"/>
          <p14:tracePt t="26192" x="3098800" y="5000625"/>
          <p14:tracePt t="26209" x="3090863" y="4992688"/>
          <p14:tracePt t="26225" x="3084513" y="4992688"/>
          <p14:tracePt t="26251" x="3076575" y="4992688"/>
          <p14:tracePt t="26276" x="3070225" y="4992688"/>
          <p14:tracePt t="26940" x="3070225" y="4986338"/>
          <p14:tracePt t="26955" x="3084513" y="4970463"/>
          <p14:tracePt t="26963" x="3090863" y="4964113"/>
          <p14:tracePt t="26975" x="3106738" y="4964113"/>
          <p14:tracePt t="26992" x="3127375" y="4956175"/>
          <p14:tracePt t="27009" x="3163888" y="4949825"/>
          <p14:tracePt t="27025" x="3200400" y="4941888"/>
          <p14:tracePt t="27042" x="3228975" y="4935538"/>
          <p14:tracePt t="27059" x="3243263" y="4935538"/>
          <p14:tracePt t="27075" x="3259138" y="4935538"/>
          <p14:tracePt t="27092" x="3273425" y="4935538"/>
          <p14:tracePt t="27109" x="3287713" y="4935538"/>
          <p14:tracePt t="27125" x="3294063" y="4935538"/>
          <p14:tracePt t="27142" x="3302000" y="4935538"/>
          <p14:tracePt t="27158" x="3309938" y="4935538"/>
          <p14:tracePt t="27175" x="3316288" y="4935538"/>
          <p14:tracePt t="27192" x="3324225" y="4935538"/>
          <p14:tracePt t="27225" x="3338513" y="4935538"/>
          <p14:tracePt t="27548" x="3338513" y="4927600"/>
          <p14:tracePt t="27555" x="3352800" y="4919663"/>
          <p14:tracePt t="27562" x="3360738" y="4913313"/>
          <p14:tracePt t="27575" x="3381375" y="4884738"/>
          <p14:tracePt t="27592" x="3440113" y="4840288"/>
          <p14:tracePt t="27595" x="3468688" y="4826000"/>
          <p14:tracePt t="27609" x="3505200" y="4803775"/>
          <p14:tracePt t="27625" x="3598863" y="4760913"/>
          <p14:tracePt t="27642" x="3649663" y="4752975"/>
          <p14:tracePt t="27659" x="3708400" y="4732338"/>
          <p14:tracePt t="27675" x="3736975" y="4724400"/>
          <p14:tracePt t="27692" x="3787775" y="4724400"/>
          <p14:tracePt t="27709" x="3824288" y="4716463"/>
          <p14:tracePt t="27725" x="3852863" y="4702175"/>
          <p14:tracePt t="27742" x="3875088" y="4702175"/>
          <p14:tracePt t="27759" x="3889375" y="4702175"/>
          <p14:tracePt t="27776" x="3897313" y="4702175"/>
          <p14:tracePt t="27792" x="3911600" y="4702175"/>
          <p14:tracePt t="27809" x="3933825" y="4710113"/>
          <p14:tracePt t="27825" x="3940175" y="4716463"/>
          <p14:tracePt t="27842" x="3954463" y="4738688"/>
          <p14:tracePt t="27859" x="3970338" y="4752975"/>
          <p14:tracePt t="27875" x="3976688" y="4789488"/>
          <p14:tracePt t="27892" x="3990975" y="4811713"/>
          <p14:tracePt t="27909" x="3990975" y="4840288"/>
          <p14:tracePt t="27926" x="3998913" y="4848225"/>
          <p14:tracePt t="27942" x="3998913" y="4862513"/>
          <p14:tracePt t="27959" x="4005263" y="4884738"/>
          <p14:tracePt t="27976" x="4005263" y="4891088"/>
          <p14:tracePt t="27992" x="4013200" y="4913313"/>
          <p14:tracePt t="28009" x="4013200" y="4919663"/>
          <p14:tracePt t="28025" x="4013200" y="4927600"/>
          <p14:tracePt t="28172" x="4013200" y="4935538"/>
          <p14:tracePt t="28187" x="4013200" y="4941888"/>
          <p14:tracePt t="28203" x="4013200" y="4949825"/>
          <p14:tracePt t="28219" x="4013200" y="4956175"/>
          <p14:tracePt t="28244" x="4013200" y="4964113"/>
          <p14:tracePt t="28260" x="4013200" y="4978400"/>
          <p14:tracePt t="28276" x="4013200" y="4986338"/>
          <p14:tracePt t="28291" x="4021138" y="4992688"/>
          <p14:tracePt t="28308" x="4021138" y="5000625"/>
          <p14:tracePt t="29992" x="4013200" y="5000625"/>
          <p14:tracePt t="30030" x="4005263" y="5000625"/>
          <p14:tracePt t="30048" x="3998913" y="5000625"/>
          <p14:tracePt t="30085" x="3990975" y="5006975"/>
          <p14:tracePt t="30102" x="3976688" y="5014913"/>
          <p14:tracePt t="30109" x="3962400" y="5021263"/>
          <p14:tracePt t="30117" x="3940175" y="5037138"/>
          <p14:tracePt t="30126" x="3925888" y="5043488"/>
          <p14:tracePt t="30143" x="3883025" y="5043488"/>
          <p14:tracePt t="30160" x="3810000" y="5043488"/>
          <p14:tracePt t="30453" x="3810000" y="5051425"/>
          <p14:tracePt t="30463" x="3817938" y="5057775"/>
          <p14:tracePt t="30469" x="3817938" y="5065713"/>
          <p14:tracePt t="30480" x="3824288" y="5072063"/>
          <p14:tracePt t="31018" x="3824288" y="5087938"/>
          <p14:tracePt t="31030" x="3824288" y="5094288"/>
          <p14:tracePt t="31043" x="3824288" y="5116513"/>
          <p14:tracePt t="31060" x="3832225" y="5122863"/>
          <p14:tracePt t="31077" x="3838575" y="5153025"/>
          <p14:tracePt t="31094" x="3846513" y="5167313"/>
          <p14:tracePt t="31101" x="3846513" y="5173663"/>
          <p14:tracePt t="31110" x="3846513" y="5181600"/>
          <p14:tracePt t="31127" x="3852863" y="5195888"/>
          <p14:tracePt t="31144" x="3852863" y="5203825"/>
          <p14:tracePt t="31161" x="3852863" y="5210175"/>
          <p14:tracePt t="31177" x="3852863" y="5218113"/>
          <p14:tracePt t="31195" x="3852863" y="5240338"/>
          <p14:tracePt t="31211" x="3846513" y="5246688"/>
          <p14:tracePt t="31227" x="3846513" y="5260975"/>
          <p14:tracePt t="31244" x="3838575" y="5260975"/>
          <p14:tracePt t="31277" x="3838575" y="5275263"/>
          <p14:tracePt t="31294" x="3824288" y="5283200"/>
          <p14:tracePt t="31310" x="3817938" y="5291138"/>
          <p14:tracePt t="31327" x="3810000" y="5297488"/>
          <p14:tracePt t="31366" x="3802063" y="5305425"/>
          <p14:tracePt t="31438" x="3787775" y="5305425"/>
          <p14:tracePt t="31655" x="3781425" y="5305425"/>
          <p14:tracePt t="31934" x="3773488" y="5305425"/>
          <p14:tracePt t="31941" x="3767138" y="5305425"/>
          <p14:tracePt t="31950" x="3759200" y="5305425"/>
          <p14:tracePt t="31965" x="3751263" y="5305425"/>
          <p14:tracePt t="31978" x="3730625" y="5305425"/>
          <p14:tracePt t="31994" x="3686175" y="5305425"/>
          <p14:tracePt t="32010" x="3621088" y="5297488"/>
          <p14:tracePt t="32029" x="3513138" y="5291138"/>
          <p14:tracePt t="32044" x="3446463" y="5283200"/>
          <p14:tracePt t="32061" x="3381375" y="5268913"/>
          <p14:tracePt t="32077" x="3316288" y="5254625"/>
          <p14:tracePt t="32094" x="3294063" y="5254625"/>
          <p14:tracePt t="32101" x="3273425" y="5254625"/>
          <p14:tracePt t="32110" x="3251200" y="5240338"/>
          <p14:tracePt t="32127" x="3214688" y="5232400"/>
          <p14:tracePt t="32144" x="3186113" y="5224463"/>
          <p14:tracePt t="32160" x="3163888" y="5210175"/>
          <p14:tracePt t="32178" x="3127375" y="5181600"/>
          <p14:tracePt t="32194" x="3090863" y="5145088"/>
          <p14:tracePt t="32212" x="3062288" y="5087938"/>
          <p14:tracePt t="32227" x="3011488" y="5029200"/>
          <p14:tracePt t="32246" x="2974975" y="4978400"/>
          <p14:tracePt t="32261" x="2968625" y="4949825"/>
          <p14:tracePt t="32277" x="2954338" y="4935538"/>
          <p14:tracePt t="32294" x="2946400" y="4905375"/>
          <p14:tracePt t="32311" x="2938463" y="4862513"/>
          <p14:tracePt t="32327" x="2924175" y="4826000"/>
          <p14:tracePt t="32344" x="2924175" y="4783138"/>
          <p14:tracePt t="32362" x="2924175" y="4716463"/>
          <p14:tracePt t="32377" x="2924175" y="4702175"/>
          <p14:tracePt t="32394" x="2924175" y="4651375"/>
          <p14:tracePt t="32411" x="2932113" y="4608513"/>
          <p14:tracePt t="32427" x="2954338" y="4579938"/>
          <p14:tracePt t="32444" x="2974975" y="4529138"/>
          <p14:tracePt t="32461" x="3011488" y="4498975"/>
          <p14:tracePt t="32477" x="3048000" y="4462463"/>
          <p14:tracePt t="32494" x="3098800" y="4433888"/>
          <p14:tracePt t="32511" x="3157538" y="4383088"/>
          <p14:tracePt t="32527" x="3208338" y="4368800"/>
          <p14:tracePt t="32544" x="3259138" y="4332288"/>
          <p14:tracePt t="32561" x="3330575" y="4310063"/>
          <p14:tracePt t="32578" x="3454400" y="4281488"/>
          <p14:tracePt t="32594" x="3527425" y="4275138"/>
          <p14:tracePt t="32611" x="3598863" y="4267200"/>
          <p14:tracePt t="32627" x="3679825" y="4267200"/>
          <p14:tracePt t="32644" x="3744913" y="4267200"/>
          <p14:tracePt t="32660" x="3802063" y="4267200"/>
          <p14:tracePt t="32679" x="3868738" y="4267200"/>
          <p14:tracePt t="32695" x="3919538" y="4289425"/>
          <p14:tracePt t="32711" x="3948113" y="4310063"/>
          <p14:tracePt t="32727" x="3984625" y="4346575"/>
          <p14:tracePt t="32745" x="4013200" y="4405313"/>
          <p14:tracePt t="32761" x="4035425" y="4456113"/>
          <p14:tracePt t="32780" x="4092575" y="4622800"/>
          <p14:tracePt t="32794" x="4106863" y="4732338"/>
          <p14:tracePt t="32811" x="4106863" y="4868863"/>
          <p14:tracePt t="32828" x="4106863" y="4970463"/>
          <p14:tracePt t="32844" x="4106863" y="5072063"/>
          <p14:tracePt t="32861" x="4106863" y="5159375"/>
          <p14:tracePt t="32878" x="4106863" y="5246688"/>
          <p14:tracePt t="32894" x="4086225" y="5341938"/>
          <p14:tracePt t="32911" x="4049713" y="5421313"/>
          <p14:tracePt t="32927" x="4021138" y="5500688"/>
          <p14:tracePt t="32944" x="3990975" y="5545138"/>
          <p14:tracePt t="32962" x="3962400" y="5616575"/>
          <p14:tracePt t="32978" x="3925888" y="5667375"/>
          <p14:tracePt t="32994" x="3903663" y="5718175"/>
          <p14:tracePt t="33011" x="3875088" y="5740400"/>
          <p14:tracePt t="33028" x="3852863" y="5768975"/>
          <p14:tracePt t="33044" x="3838575" y="5791200"/>
          <p14:tracePt t="33061" x="3810000" y="5813425"/>
          <p14:tracePt t="33078" x="3781425" y="5827713"/>
          <p14:tracePt t="33094" x="3722688" y="5849938"/>
          <p14:tracePt t="33103" x="3694113" y="5856288"/>
          <p14:tracePt t="33111" x="3657600" y="5878513"/>
          <p14:tracePt t="33128" x="3556000" y="5907088"/>
          <p14:tracePt t="33144" x="3482975" y="5921375"/>
          <p14:tracePt t="33161" x="3403600" y="5929313"/>
          <p14:tracePt t="33179" x="3279775" y="5951538"/>
          <p14:tracePt t="33196" x="3200400" y="5957888"/>
          <p14:tracePt t="33211" x="3127375" y="5972175"/>
          <p14:tracePt t="33229" x="3076575" y="5980113"/>
          <p14:tracePt t="33244" x="3033713" y="5980113"/>
          <p14:tracePt t="33263" x="2982913" y="5986463"/>
          <p14:tracePt t="33277" x="2917825" y="5986463"/>
          <p14:tracePt t="33295" x="2822575" y="5986463"/>
          <p14:tracePt t="33311" x="2706688" y="5986463"/>
          <p14:tracePt t="33328" x="2598738" y="5986463"/>
          <p14:tracePt t="33344" x="2511425" y="5986463"/>
          <p14:tracePt t="33361" x="2466975" y="5986463"/>
          <p14:tracePt t="33379" x="2424113" y="5986463"/>
          <p14:tracePt t="33394" x="2395538" y="5986463"/>
          <p14:tracePt t="33411" x="2344738" y="5986463"/>
          <p14:tracePt t="33428" x="2278063" y="5986463"/>
          <p14:tracePt t="33444" x="2227263" y="5986463"/>
          <p14:tracePt t="33461" x="2198688" y="5986463"/>
          <p14:tracePt t="33478" x="2192338" y="5986463"/>
          <p14:tracePt t="33511" x="2176463" y="5986463"/>
          <p14:tracePt t="33528" x="2170113" y="5986463"/>
          <p14:tracePt t="33544" x="2147888" y="5986463"/>
          <p14:tracePt t="33561" x="2119313" y="5986463"/>
          <p14:tracePt t="33578" x="2097088" y="5986463"/>
          <p14:tracePt t="33594" x="2082800" y="5986463"/>
          <p14:tracePt t="33614" x="2074863" y="5986463"/>
          <p14:tracePt t="33628" x="2046288" y="5986463"/>
          <p14:tracePt t="33644" x="2017713" y="5986463"/>
          <p14:tracePt t="33661" x="1995488" y="5986463"/>
          <p14:tracePt t="33678" x="1981200" y="5986463"/>
          <p14:tracePt t="33694" x="1958975" y="5986463"/>
          <p14:tracePt t="33711" x="1944688" y="5986463"/>
          <p14:tracePt t="33727" x="1938338" y="5986463"/>
          <p14:tracePt t="33744" x="1916113" y="5986463"/>
          <p14:tracePt t="33760" x="1901825" y="5986463"/>
          <p14:tracePt t="33777" x="1851025" y="5986463"/>
          <p14:tracePt t="33795" x="1828800" y="5986463"/>
          <p14:tracePt t="33811" x="1806575" y="5986463"/>
          <p14:tracePt t="33827" x="1770063" y="5986463"/>
          <p14:tracePt t="33844" x="1749425" y="5986463"/>
          <p14:tracePt t="33861" x="1719263" y="5986463"/>
          <p14:tracePt t="33877" x="1704975" y="5986463"/>
          <p14:tracePt t="33894" x="1684338" y="5986463"/>
          <p14:tracePt t="33911" x="1654175" y="5986463"/>
          <p14:tracePt t="33928" x="1647825" y="5986463"/>
          <p14:tracePt t="33946" x="1603375" y="5986463"/>
          <p14:tracePt t="33962" x="1566863" y="5986463"/>
          <p14:tracePt t="33979" x="1552575" y="5986463"/>
          <p14:tracePt t="33995" x="1531938" y="5986463"/>
          <p14:tracePt t="34011" x="1524000" y="5986463"/>
          <p14:tracePt t="34028" x="1501775" y="5986463"/>
          <p14:tracePt t="34044" x="1473200" y="5986463"/>
          <p14:tracePt t="34061" x="1430338" y="5986463"/>
          <p14:tracePt t="34077" x="1400175" y="5980113"/>
          <p14:tracePt t="34095" x="1393825" y="5980113"/>
          <p14:tracePt t="34102" x="1379538" y="5972175"/>
          <p14:tracePt t="34117" x="1363663" y="5965825"/>
          <p14:tracePt t="34135" x="1349375" y="5951538"/>
          <p14:tracePt t="34144" x="1343025" y="5951538"/>
          <p14:tracePt t="34163" x="1320800" y="5921375"/>
          <p14:tracePt t="34178" x="1312863" y="5907088"/>
          <p14:tracePt t="34194" x="1312863" y="5884863"/>
          <p14:tracePt t="34212" x="1312863" y="5870575"/>
          <p14:tracePt t="34228" x="1298575" y="5856288"/>
          <p14:tracePt t="34245" x="1298575" y="5842000"/>
          <p14:tracePt t="34261" x="1298575" y="5819775"/>
          <p14:tracePt t="34278" x="1298575" y="5805488"/>
          <p14:tracePt t="34296" x="1298575" y="5799138"/>
          <p14:tracePt t="34311" x="1298575" y="5776913"/>
          <p14:tracePt t="34328" x="1298575" y="5768975"/>
          <p14:tracePt t="34345" x="1298575" y="5754688"/>
          <p14:tracePt t="34362" x="1298575" y="5726113"/>
          <p14:tracePt t="34394" x="1306513" y="5703888"/>
          <p14:tracePt t="34428" x="1312863" y="5697538"/>
          <p14:tracePt t="34444" x="1328738" y="5681663"/>
          <p14:tracePt t="34462" x="1335088" y="5675313"/>
          <p14:tracePt t="34478" x="1343025" y="5675313"/>
          <p14:tracePt t="34495" x="1357313" y="5661025"/>
          <p14:tracePt t="34514" x="1385888" y="5653088"/>
          <p14:tracePt t="34528" x="1422400" y="5646738"/>
          <p14:tracePt t="34545" x="1516063" y="5624513"/>
          <p14:tracePt t="34562" x="1654175" y="5624513"/>
          <p14:tracePt t="34578" x="1857375" y="5624513"/>
          <p14:tracePt t="34596" x="1995488" y="5624513"/>
          <p14:tracePt t="34602" x="2039938" y="5624513"/>
          <p14:tracePt t="34612" x="2082800" y="5624513"/>
          <p14:tracePt t="34628" x="2147888" y="5624513"/>
          <p14:tracePt t="34645" x="2184400" y="5624513"/>
          <p14:tracePt t="34661" x="2212975" y="5624513"/>
          <p14:tracePt t="34678" x="2263775" y="5638800"/>
          <p14:tracePt t="34695" x="2328863" y="5653088"/>
          <p14:tracePt t="34711" x="2395538" y="5667375"/>
          <p14:tracePt t="34728" x="2452688" y="5697538"/>
          <p14:tracePt t="34745" x="2489200" y="5697538"/>
          <p14:tracePt t="34762" x="2497138" y="5703888"/>
          <p14:tracePt t="34779" x="2511425" y="5703888"/>
          <p14:tracePt t="34807" x="2517775" y="5711825"/>
          <p14:tracePt t="34815" x="2517775" y="5718175"/>
          <p14:tracePt t="34839" x="2525713" y="5726113"/>
          <p14:tracePt t="34846" x="2525713" y="5740400"/>
          <p14:tracePt t="34861" x="2532063" y="5754688"/>
          <p14:tracePt t="34878" x="2532063" y="5768975"/>
          <p14:tracePt t="34895" x="2532063" y="5783263"/>
          <p14:tracePt t="34911" x="2532063" y="5805488"/>
          <p14:tracePt t="34930" x="2532063" y="5813425"/>
          <p14:tracePt t="34945" x="2525713" y="5827713"/>
          <p14:tracePt t="34963" x="2503488" y="5856288"/>
          <p14:tracePt t="34978" x="2474913" y="5870575"/>
          <p14:tracePt t="34996" x="2452688" y="5884863"/>
          <p14:tracePt t="35012" x="2430463" y="5892800"/>
          <p14:tracePt t="35028" x="2401888" y="5907088"/>
          <p14:tracePt t="35046" x="2379663" y="5915025"/>
          <p14:tracePt t="35062" x="2344738" y="5915025"/>
          <p14:tracePt t="35078" x="2293938" y="5921375"/>
          <p14:tracePt t="35095" x="2249488" y="5935663"/>
          <p14:tracePt t="35104" x="2227263" y="5935663"/>
          <p14:tracePt t="35111" x="2220913" y="5935663"/>
          <p14:tracePt t="35129" x="2192338" y="5935663"/>
          <p14:tracePt t="35145" x="2147888" y="5935663"/>
          <p14:tracePt t="35162" x="2090738" y="5935663"/>
          <p14:tracePt t="35179" x="2054225" y="5935663"/>
          <p14:tracePt t="35195" x="2017713" y="5935663"/>
          <p14:tracePt t="35211" x="1989138" y="5935663"/>
          <p14:tracePt t="35229" x="1966913" y="5935663"/>
          <p14:tracePt t="35245" x="1944688" y="5935663"/>
          <p14:tracePt t="35264" x="1930400" y="5935663"/>
          <p14:tracePt t="35278" x="1908175" y="5935663"/>
          <p14:tracePt t="35297" x="1893888" y="5935663"/>
          <p14:tracePt t="35312" x="1887538" y="5935663"/>
          <p14:tracePt t="35328" x="1865313" y="5935663"/>
          <p14:tracePt t="35345" x="1851025" y="5935663"/>
          <p14:tracePt t="35362" x="1828800" y="5935663"/>
          <p14:tracePt t="35395" x="1820863" y="5935663"/>
          <p14:tracePt t="35437" x="1806575" y="5935663"/>
          <p14:tracePt t="35448" x="1800225" y="5935663"/>
          <p14:tracePt t="35462" x="1785938" y="5935663"/>
          <p14:tracePt t="35470" x="1778000" y="5935663"/>
          <p14:tracePt t="35485" x="1770063" y="5935663"/>
          <p14:tracePt t="35495" x="1763713" y="5935663"/>
          <p14:tracePt t="35519" x="1755775" y="5935663"/>
          <p14:tracePt t="35528" x="1741488" y="5935663"/>
          <p14:tracePt t="35545" x="1727200" y="5935663"/>
          <p14:tracePt t="35562" x="1684338" y="5935663"/>
          <p14:tracePt t="35578" x="1639888" y="5929313"/>
          <p14:tracePt t="35595" x="1611313" y="5921375"/>
          <p14:tracePt t="35612" x="1589088" y="5921375"/>
          <p14:tracePt t="35628" x="1574800" y="5915025"/>
          <p14:tracePt t="35662" x="1560513" y="5915025"/>
          <p14:tracePt t="35679" x="1538288" y="5915025"/>
          <p14:tracePt t="35695" x="1531938" y="5915025"/>
          <p14:tracePt t="35712" x="1524000" y="5915025"/>
          <p14:tracePt t="35728" x="1516063" y="5915025"/>
          <p14:tracePt t="35746" x="1509713" y="5907088"/>
          <p14:tracePt t="35761" x="1501775" y="5907088"/>
          <p14:tracePt t="35778" x="1481138" y="5907088"/>
          <p14:tracePt t="35795" x="1465263" y="5900738"/>
          <p14:tracePt t="35812" x="1436688" y="5892800"/>
          <p14:tracePt t="35845" x="1422400" y="5884863"/>
          <p14:tracePt t="35893" x="1422400" y="5870575"/>
          <p14:tracePt t="35903" x="1414463" y="5870575"/>
          <p14:tracePt t="35917" x="1414463" y="5864225"/>
          <p14:tracePt t="35929" x="1414463" y="5849938"/>
          <p14:tracePt t="35945" x="1414463" y="5827713"/>
          <p14:tracePt t="35962" x="1414463" y="5783263"/>
          <p14:tracePt t="35978" x="1436688" y="5768975"/>
          <p14:tracePt t="35995" x="1458913" y="5748338"/>
          <p14:tracePt t="36012" x="1481138" y="5718175"/>
          <p14:tracePt t="36028" x="1524000" y="5703888"/>
          <p14:tracePt t="36045" x="1552575" y="5681663"/>
          <p14:tracePt t="36061" x="1589088" y="5661025"/>
          <p14:tracePt t="36078" x="1603375" y="5661025"/>
          <p14:tracePt t="36095" x="1611313" y="5661025"/>
          <p14:tracePt t="36100" x="1617663" y="5653088"/>
          <p14:tracePt t="36111" x="1633538" y="5653088"/>
          <p14:tracePt t="36128" x="1668463" y="5638800"/>
          <p14:tracePt t="36145" x="1712913" y="5630863"/>
          <p14:tracePt t="36161" x="1763713" y="5630863"/>
          <p14:tracePt t="36179" x="1778000" y="5630863"/>
          <p14:tracePt t="36195" x="1792288" y="5630863"/>
          <p14:tracePt t="36212" x="1820863" y="5630863"/>
          <p14:tracePt t="36228" x="1857375" y="5630863"/>
          <p14:tracePt t="36245" x="1901825" y="5630863"/>
          <p14:tracePt t="36262" x="1922463" y="5638800"/>
          <p14:tracePt t="36278" x="1930400" y="5646738"/>
          <p14:tracePt t="36295" x="1944688" y="5646738"/>
          <p14:tracePt t="36312" x="1944688" y="5653088"/>
          <p14:tracePt t="36328" x="1952625" y="5653088"/>
          <p14:tracePt t="36345" x="1958975" y="5667375"/>
          <p14:tracePt t="36362" x="1995488" y="5675313"/>
          <p14:tracePt t="36378" x="2003425" y="5697538"/>
          <p14:tracePt t="36395" x="2017713" y="5711825"/>
          <p14:tracePt t="36412" x="2039938" y="5726113"/>
          <p14:tracePt t="36428" x="2046288" y="5740400"/>
          <p14:tracePt t="36446" x="2060575" y="5754688"/>
          <p14:tracePt t="36493" x="2060575" y="5762625"/>
          <p14:tracePt t="36509" x="2068513" y="5768975"/>
          <p14:tracePt t="36516" x="2068513" y="5776913"/>
          <p14:tracePt t="36528" x="2068513" y="5783263"/>
          <p14:tracePt t="36545" x="2068513" y="5819775"/>
          <p14:tracePt t="36562" x="2068513" y="5834063"/>
          <p14:tracePt t="36578" x="2068513" y="5842000"/>
          <p14:tracePt t="36595" x="2068513" y="5849938"/>
          <p14:tracePt t="36612" x="2068513" y="5856288"/>
          <p14:tracePt t="36628" x="2068513" y="5864225"/>
          <p14:tracePt t="36645" x="2068513" y="5870575"/>
          <p14:tracePt t="36662" x="2060575" y="5870575"/>
          <p14:tracePt t="36678" x="2046288" y="5884863"/>
          <p14:tracePt t="36695" x="2039938" y="5884863"/>
          <p14:tracePt t="36712" x="2017713" y="5892800"/>
          <p14:tracePt t="36728" x="1995488" y="5892800"/>
          <p14:tracePt t="36745" x="1958975" y="5907088"/>
          <p14:tracePt t="36762" x="1952625" y="5907088"/>
          <p14:tracePt t="36779" x="1944688" y="5915025"/>
          <p14:tracePt t="36795" x="1938338" y="5915025"/>
          <p14:tracePt t="36812" x="1930400" y="5915025"/>
          <p14:tracePt t="36829" x="1916113" y="5915025"/>
          <p14:tracePt t="36845" x="1901825" y="5915025"/>
          <p14:tracePt t="36862" x="1887538" y="5915025"/>
          <p14:tracePt t="36878" x="1871663" y="5915025"/>
          <p14:tracePt t="36895" x="1857375" y="5915025"/>
          <p14:tracePt t="36912" x="1851025" y="5915025"/>
          <p14:tracePt t="36929" x="1843088" y="5915025"/>
          <p14:tracePt t="36946" x="1836738" y="5915025"/>
          <p14:tracePt t="36965" x="1828800" y="5915025"/>
          <p14:tracePt t="36978" x="1814513" y="5907088"/>
          <p14:tracePt t="36995" x="1814513" y="5900738"/>
          <p14:tracePt t="37012" x="1806575" y="5900738"/>
          <p14:tracePt t="37029" x="1792288" y="5892800"/>
          <p14:tracePt t="37045" x="1792288" y="5884863"/>
          <p14:tracePt t="37062" x="1785938" y="5878513"/>
          <p14:tracePt t="37079" x="1778000" y="5870575"/>
          <p14:tracePt t="37112" x="1763713" y="5864225"/>
          <p14:tracePt t="37129" x="1763713" y="5849938"/>
          <p14:tracePt t="37162" x="1755775" y="5842000"/>
          <p14:tracePt t="37309" x="1755775" y="5834063"/>
          <p14:tracePt t="37399" x="1749425" y="5834063"/>
          <p14:tracePt t="37421" x="1741488" y="5827713"/>
          <p14:tracePt t="37592" x="1741488" y="5819775"/>
          <p14:tracePt t="37605" x="1749425" y="5819775"/>
          <p14:tracePt t="37621" x="1755775" y="5805488"/>
          <p14:tracePt t="37630" x="1763713" y="5805488"/>
          <p14:tracePt t="37646" x="1792288" y="5805488"/>
          <p14:tracePt t="37662" x="1851025" y="5791200"/>
          <p14:tracePt t="37679" x="1922463" y="5768975"/>
          <p14:tracePt t="37697" x="2032000" y="5754688"/>
          <p14:tracePt t="37712" x="2074863" y="5748338"/>
          <p14:tracePt t="37731" x="2147888" y="5740400"/>
          <p14:tracePt t="37746" x="2192338" y="5732463"/>
          <p14:tracePt t="37762" x="2235200" y="5726113"/>
          <p14:tracePt t="37779" x="2308225" y="5711825"/>
          <p14:tracePt t="37796" x="2359025" y="5703888"/>
          <p14:tracePt t="37813" x="2409825" y="5703888"/>
          <p14:tracePt t="37829" x="2452688" y="5697538"/>
          <p14:tracePt t="37846" x="2489200" y="5697538"/>
          <p14:tracePt t="37862" x="2525713" y="5681663"/>
          <p14:tracePt t="37879" x="2582863" y="5675313"/>
          <p14:tracePt t="37896" x="2649538" y="5667375"/>
          <p14:tracePt t="37912" x="2728913" y="5653088"/>
          <p14:tracePt t="37931" x="2794000" y="5646738"/>
          <p14:tracePt t="37946" x="2816225" y="5638800"/>
          <p14:tracePt t="37962" x="2844800" y="5638800"/>
          <p14:tracePt t="37979" x="2873375" y="5630863"/>
          <p14:tracePt t="37996" x="2924175" y="5630863"/>
          <p14:tracePt t="38012" x="2968625" y="5630863"/>
          <p14:tracePt t="38029" x="3019425" y="5630863"/>
          <p14:tracePt t="38046" x="3040063" y="5630863"/>
          <p14:tracePt t="38063" x="3062288" y="5638800"/>
          <p14:tracePt t="38096" x="3076575" y="5646738"/>
          <p14:tracePt t="38104" x="3090863" y="5646738"/>
          <p14:tracePt t="38112" x="3113088" y="5653088"/>
          <p14:tracePt t="38130" x="3163888" y="5681663"/>
          <p14:tracePt t="38146" x="3171825" y="5681663"/>
          <p14:tracePt t="38163" x="3178175" y="5697538"/>
          <p14:tracePt t="38182" x="3186113" y="5697538"/>
          <p14:tracePt t="38223" x="3192463" y="5697538"/>
          <p14:tracePt t="38229" x="3192463" y="5703888"/>
          <p14:tracePt t="38246" x="3200400" y="5718175"/>
          <p14:tracePt t="38265" x="3200400" y="5726113"/>
          <p14:tracePt t="38270" x="3200400" y="5732463"/>
          <p14:tracePt t="38279" x="3200400" y="5740400"/>
          <p14:tracePt t="38296" x="3200400" y="5748338"/>
          <p14:tracePt t="38313" x="3200400" y="5754688"/>
          <p14:tracePt t="38330" x="3178175" y="5791200"/>
          <p14:tracePt t="38346" x="3171825" y="5799138"/>
          <p14:tracePt t="38362" x="3141663" y="5819775"/>
          <p14:tracePt t="38379" x="3127375" y="5842000"/>
          <p14:tracePt t="38396" x="3113088" y="5849938"/>
          <p14:tracePt t="38413" x="3098800" y="5849938"/>
          <p14:tracePt t="38429" x="3076575" y="5864225"/>
          <p14:tracePt t="38446" x="3070225" y="5864225"/>
          <p14:tracePt t="38463" x="3055938" y="5870575"/>
          <p14:tracePt t="38479" x="3048000" y="5878513"/>
          <p14:tracePt t="38496" x="3040063" y="5878513"/>
          <p14:tracePt t="38513" x="3019425" y="5884863"/>
          <p14:tracePt t="38530" x="2997200" y="5884863"/>
          <p14:tracePt t="38546" x="2974975" y="5892800"/>
          <p14:tracePt t="38562" x="2946400" y="5892800"/>
          <p14:tracePt t="38579" x="2924175" y="5892800"/>
          <p14:tracePt t="38596" x="2903538" y="5892800"/>
          <p14:tracePt t="38614" x="2895600" y="5892800"/>
          <p14:tracePt t="38629" x="2881313" y="5892800"/>
          <p14:tracePt t="38647" x="2873375" y="5892800"/>
          <p14:tracePt t="38671" x="2867025" y="5892800"/>
          <p14:tracePt t="38679" x="2859088" y="5892800"/>
          <p14:tracePt t="38710" x="2859088" y="5884863"/>
          <p14:tracePt t="38718" x="2859088" y="5878513"/>
          <p14:tracePt t="38730" x="2859088" y="5849938"/>
          <p14:tracePt t="38746" x="2859088" y="5842000"/>
          <p14:tracePt t="38763" x="2859088" y="5819775"/>
          <p14:tracePt t="38779" x="2867025" y="5799138"/>
          <p14:tracePt t="38797" x="2881313" y="5783263"/>
          <p14:tracePt t="38813" x="2903538" y="5762625"/>
          <p14:tracePt t="38829" x="2932113" y="5740400"/>
          <p14:tracePt t="38846" x="2968625" y="5732463"/>
          <p14:tracePt t="38863" x="3019425" y="5711825"/>
          <p14:tracePt t="38880" x="3121025" y="5681663"/>
          <p14:tracePt t="38897" x="3236913" y="5667375"/>
          <p14:tracePt t="38913" x="3360738" y="5646738"/>
          <p14:tracePt t="38930" x="3490913" y="5638800"/>
          <p14:tracePt t="38946" x="3548063" y="5638800"/>
          <p14:tracePt t="38963" x="3584575" y="5638800"/>
          <p14:tracePt t="38979" x="3643313" y="5638800"/>
          <p14:tracePt t="38996" x="3730625" y="5638800"/>
          <p14:tracePt t="39013" x="3846513" y="5638800"/>
          <p14:tracePt t="39029" x="3990975" y="5638800"/>
          <p14:tracePt t="39046" x="4100513" y="5638800"/>
          <p14:tracePt t="39063" x="4179888" y="5638800"/>
          <p14:tracePt t="39079" x="4259263" y="5646738"/>
          <p14:tracePt t="39097" x="4325938" y="5675313"/>
          <p14:tracePt t="39104" x="4354513" y="5675313"/>
          <p14:tracePt t="39113" x="4391025" y="5681663"/>
          <p14:tracePt t="39131" x="4484688" y="5703888"/>
          <p14:tracePt t="39146" x="4521200" y="5718175"/>
          <p14:tracePt t="39163" x="4535488" y="5718175"/>
          <p14:tracePt t="39180" x="4549775" y="5726113"/>
          <p14:tracePt t="39196" x="4557713" y="5732463"/>
          <p14:tracePt t="39213" x="4586288" y="5748338"/>
          <p14:tracePt t="39229" x="4614863" y="5762625"/>
          <p14:tracePt t="39246" x="4645025" y="5783263"/>
          <p14:tracePt t="39263" x="4651375" y="5791200"/>
          <p14:tracePt t="39280" x="4659313" y="5791200"/>
          <p14:tracePt t="39296" x="4665663" y="5791200"/>
          <p14:tracePt t="39313" x="4665663" y="5799138"/>
          <p14:tracePt t="39330" x="4687888" y="5813425"/>
          <p14:tracePt t="39346" x="4716463" y="5827713"/>
          <p14:tracePt t="39363" x="4724400" y="5827713"/>
          <p14:tracePt t="39437" x="4724400" y="5834063"/>
          <p14:tracePt t="39454" x="4732338" y="5849938"/>
          <p14:tracePt t="39462" x="4738688" y="5856288"/>
          <p14:tracePt t="39494" x="4738688" y="5864225"/>
          <p14:tracePt t="39512" x="4738688" y="5878513"/>
          <p14:tracePt t="39526" x="4732338" y="5892800"/>
          <p14:tracePt t="39535" x="4732338" y="5900738"/>
          <p14:tracePt t="39546" x="4710113" y="5921375"/>
          <p14:tracePt t="39563" x="4681538" y="5929313"/>
          <p14:tracePt t="39580" x="4645025" y="5951538"/>
          <p14:tracePt t="39596" x="4572000" y="5965825"/>
          <p14:tracePt t="39604" x="4535488" y="5980113"/>
          <p14:tracePt t="39613" x="4498975" y="5980113"/>
          <p14:tracePt t="39630" x="4405313" y="5994400"/>
          <p14:tracePt t="39646" x="4325938" y="5994400"/>
          <p14:tracePt t="39663" x="4259263" y="5994400"/>
          <p14:tracePt t="39681" x="4202113" y="5994400"/>
          <p14:tracePt t="39697" x="4129088" y="5994400"/>
          <p14:tracePt t="39714" x="4021138" y="5994400"/>
          <p14:tracePt t="39730" x="3990975" y="5994400"/>
          <p14:tracePt t="39746" x="3933825" y="5994400"/>
          <p14:tracePt t="39763" x="3889375" y="5994400"/>
          <p14:tracePt t="39780" x="3860800" y="5994400"/>
          <p14:tracePt t="39796" x="3824288" y="5994400"/>
          <p14:tracePt t="39813" x="3795713" y="5994400"/>
          <p14:tracePt t="39830" x="3759200" y="5994400"/>
          <p14:tracePt t="39846" x="3730625" y="5994400"/>
          <p14:tracePt t="39865" x="3694113" y="5994400"/>
          <p14:tracePt t="39880" x="3657600" y="5994400"/>
          <p14:tracePt t="39896" x="3621088" y="5994400"/>
          <p14:tracePt t="39913" x="3570288" y="5994400"/>
          <p14:tracePt t="39931" x="3519488" y="5994400"/>
          <p14:tracePt t="39947" x="3482975" y="5994400"/>
          <p14:tracePt t="39964" x="3454400" y="5994400"/>
          <p14:tracePt t="39980" x="3432175" y="5994400"/>
          <p14:tracePt t="39997" x="3411538" y="5994400"/>
          <p14:tracePt t="40014" x="3389313" y="5994400"/>
          <p14:tracePt t="40030" x="3360738" y="5994400"/>
          <p14:tracePt t="40046" x="3309938" y="5994400"/>
          <p14:tracePt t="40063" x="3273425" y="5994400"/>
          <p14:tracePt t="40080" x="3236913" y="5994400"/>
          <p14:tracePt t="40096" x="3208338" y="5994400"/>
          <p14:tracePt t="40103" x="3200400" y="5994400"/>
          <p14:tracePt t="40114" x="3178175" y="5994400"/>
          <p14:tracePt t="40132" x="3163888" y="5994400"/>
          <p14:tracePt t="40148" x="3157538" y="5994400"/>
          <p14:tracePt t="40163" x="3141663" y="5994400"/>
          <p14:tracePt t="40180" x="3135313" y="5994400"/>
          <p14:tracePt t="40196" x="3121025" y="5994400"/>
          <p14:tracePt t="40215" x="3098800" y="5986463"/>
          <p14:tracePt t="40230" x="3070225" y="5980113"/>
          <p14:tracePt t="40246" x="3040063" y="5965825"/>
          <p14:tracePt t="40263" x="3033713" y="5957888"/>
          <p14:tracePt t="40353" x="3025775" y="5957888"/>
          <p14:tracePt t="40358" x="3019425" y="5951538"/>
          <p14:tracePt t="40373" x="3019425" y="5935663"/>
          <p14:tracePt t="40382" x="3011488" y="5921375"/>
          <p14:tracePt t="40397" x="3011488" y="5900738"/>
          <p14:tracePt t="40413" x="3011488" y="5864225"/>
          <p14:tracePt t="40430" x="3011488" y="5834063"/>
          <p14:tracePt t="40448" x="3011488" y="5813425"/>
          <p14:tracePt t="40464" x="3019425" y="5783263"/>
          <p14:tracePt t="40480" x="3055938" y="5754688"/>
          <p14:tracePt t="40497" x="3113088" y="5711825"/>
          <p14:tracePt t="40514" x="3251200" y="5653088"/>
          <p14:tracePt t="40530" x="3294063" y="5638800"/>
          <p14:tracePt t="40546" x="3425825" y="5610225"/>
          <p14:tracePt t="40563" x="3482975" y="5610225"/>
          <p14:tracePt t="40580" x="3584575" y="5610225"/>
          <p14:tracePt t="40596" x="3694113" y="5610225"/>
          <p14:tracePt t="40605" x="3759200" y="5610225"/>
          <p14:tracePt t="40613" x="3817938" y="5610225"/>
          <p14:tracePt t="40630" x="3962400" y="5610225"/>
          <p14:tracePt t="40647" x="4106863" y="5610225"/>
          <p14:tracePt t="40663" x="4230688" y="5610225"/>
          <p14:tracePt t="40682" x="4419600" y="5610225"/>
          <p14:tracePt t="40699" x="4521200" y="5610225"/>
          <p14:tracePt t="40714" x="4637088" y="5630863"/>
          <p14:tracePt t="40730" x="4732338" y="5638800"/>
          <p14:tracePt t="40746" x="4826000" y="5661025"/>
          <p14:tracePt t="40763" x="4884738" y="5661025"/>
          <p14:tracePt t="40780" x="4927600" y="5681663"/>
          <p14:tracePt t="40797" x="4949825" y="5681663"/>
          <p14:tracePt t="40814" x="4964113" y="5689600"/>
          <p14:tracePt t="40830" x="4970463" y="5689600"/>
          <p14:tracePt t="40847" x="4986338" y="5689600"/>
          <p14:tracePt t="40863" x="5000625" y="5689600"/>
          <p14:tracePt t="40880" x="5006975" y="5689600"/>
          <p14:tracePt t="40898" x="5014913" y="5697538"/>
          <p14:tracePt t="40942" x="5021263" y="5703888"/>
          <p14:tracePt t="41008" x="5021263" y="5711825"/>
          <p14:tracePt t="41022" x="5021263" y="5726113"/>
          <p14:tracePt t="41030" x="5014913" y="5740400"/>
          <p14:tracePt t="41047" x="4978400" y="5768975"/>
          <p14:tracePt t="41063" x="4919663" y="5799138"/>
          <p14:tracePt t="41079" x="4884738" y="5813425"/>
          <p14:tracePt t="41096" x="4833938" y="5834063"/>
          <p14:tracePt t="41099" x="4818063" y="5842000"/>
          <p14:tracePt t="41113" x="4783138" y="5864225"/>
          <p14:tracePt t="41130" x="4738688" y="5870575"/>
          <p14:tracePt t="41147" x="4681538" y="5884863"/>
          <p14:tracePt t="41163" x="4622800" y="5892800"/>
          <p14:tracePt t="41180" x="4572000" y="5900738"/>
          <p14:tracePt t="41197" x="4492625" y="5915025"/>
          <p14:tracePt t="41213" x="4411663" y="5921375"/>
          <p14:tracePt t="41230" x="4332288" y="5935663"/>
          <p14:tracePt t="41246" x="4267200" y="5943600"/>
          <p14:tracePt t="41263" x="4208463" y="5943600"/>
          <p14:tracePt t="41280" x="4165600" y="5943600"/>
          <p14:tracePt t="41296" x="4129088" y="5943600"/>
          <p14:tracePt t="41313" x="4100513" y="5943600"/>
          <p14:tracePt t="41330" x="4064000" y="5943600"/>
          <p14:tracePt t="41347" x="4027488" y="5935663"/>
          <p14:tracePt t="41363" x="3976688" y="5935663"/>
          <p14:tracePt t="41380" x="3940175" y="5929313"/>
          <p14:tracePt t="41397" x="3911600" y="5929313"/>
          <p14:tracePt t="41413" x="3875088" y="5915025"/>
          <p14:tracePt t="41430" x="3838575" y="5915025"/>
          <p14:tracePt t="41447" x="3787775" y="5915025"/>
          <p14:tracePt t="41463" x="3716338" y="5915025"/>
          <p14:tracePt t="41480" x="3665538" y="5907088"/>
          <p14:tracePt t="41497" x="3629025" y="5900738"/>
          <p14:tracePt t="41513" x="3606800" y="5900738"/>
          <p14:tracePt t="41530" x="3584575" y="5900738"/>
          <p14:tracePt t="41546" x="3570288" y="5900738"/>
          <p14:tracePt t="41563" x="3556000" y="5900738"/>
          <p14:tracePt t="41580" x="3533775" y="5900738"/>
          <p14:tracePt t="41669" x="3527425" y="5900738"/>
          <p14:tracePt t="41684" x="3519488" y="5900738"/>
          <p14:tracePt t="41708" x="3513138" y="5900738"/>
          <p14:tracePt t="41996" x="3513138" y="5892800"/>
          <p14:tracePt t="42003" x="3513138" y="5884863"/>
          <p14:tracePt t="42013" x="3519488" y="5884863"/>
          <p14:tracePt t="42030" x="3584575" y="5870575"/>
          <p14:tracePt t="42047" x="3694113" y="5849938"/>
          <p14:tracePt t="42063" x="3838575" y="5849938"/>
          <p14:tracePt t="42080" x="3990975" y="5849938"/>
          <p14:tracePt t="42097" x="4187825" y="5849938"/>
          <p14:tracePt t="42101" x="4281488" y="5849938"/>
          <p14:tracePt t="42113" x="4397375" y="5849938"/>
          <p14:tracePt t="42130" x="4746625" y="5849938"/>
          <p14:tracePt t="42147" x="4935538" y="5849938"/>
          <p14:tracePt t="42164" x="5051425" y="5849938"/>
          <p14:tracePt t="42180" x="5116513" y="5849938"/>
          <p14:tracePt t="42197" x="5130800" y="5849938"/>
          <p14:tracePt t="42230" x="5145088" y="5849938"/>
          <p14:tracePt t="42247" x="5159375" y="5849938"/>
          <p14:tracePt t="42263" x="5181600" y="5842000"/>
          <p14:tracePt t="42280" x="5210175" y="5834063"/>
          <p14:tracePt t="42297" x="5232400" y="5827713"/>
          <p14:tracePt t="42314" x="5254625" y="5819775"/>
          <p14:tracePt t="42330" x="5305425" y="5799138"/>
          <p14:tracePt t="42347" x="5370513" y="5762625"/>
          <p14:tracePt t="42363" x="5457825" y="5726113"/>
          <p14:tracePt t="42380" x="5514975" y="5703888"/>
          <p14:tracePt t="42397" x="5537200" y="5697538"/>
          <p14:tracePt t="42413" x="5545138" y="5689600"/>
          <p14:tracePt t="42430" x="5551488" y="5689600"/>
          <p14:tracePt t="42447" x="5573713" y="5681663"/>
          <p14:tracePt t="42463" x="5616575" y="5675313"/>
          <p14:tracePt t="42480" x="5667375" y="5675313"/>
          <p14:tracePt t="42497" x="5697538" y="5667375"/>
          <p14:tracePt t="42514" x="5711825" y="5667375"/>
          <p14:tracePt t="42644" x="5718175" y="5667375"/>
          <p14:tracePt t="42651" x="5732463" y="5667375"/>
          <p14:tracePt t="42663" x="5754688" y="5667375"/>
          <p14:tracePt t="42681" x="5791200" y="5667375"/>
          <p14:tracePt t="42697" x="5842000" y="5667375"/>
          <p14:tracePt t="42713" x="5884863" y="5653088"/>
          <p14:tracePt t="42730" x="5943600" y="5630863"/>
          <p14:tracePt t="42747" x="6124575" y="5573713"/>
          <p14:tracePt t="42764" x="6437313" y="5449888"/>
          <p14:tracePt t="42780" x="6850063" y="5268913"/>
          <p14:tracePt t="42797" x="7221538" y="5037138"/>
          <p14:tracePt t="42814" x="7699375" y="4797425"/>
          <p14:tracePt t="42830" x="8054975" y="4557713"/>
          <p14:tracePt t="42847" x="8455025" y="4275138"/>
          <p14:tracePt t="42864" x="8745538" y="3954463"/>
          <p14:tracePt t="42880" x="8875713" y="3773488"/>
          <p14:tracePt t="42897" x="9013825" y="3513138"/>
          <p14:tracePt t="42914" x="9064625" y="3381375"/>
          <p14:tracePt t="42930" x="9115425" y="3259138"/>
          <p14:tracePt t="42947" x="9144000" y="3127375"/>
          <p14:tracePt t="42964" x="9172575" y="2989263"/>
          <p14:tracePt t="42981" x="9237663" y="2867025"/>
          <p14:tracePt t="42997" x="9288463" y="2786063"/>
          <p14:tracePt t="43014" x="9318625" y="2720975"/>
          <p14:tracePt t="43030" x="9361488" y="2590800"/>
          <p14:tracePt t="43047" x="9390063" y="2416175"/>
          <p14:tracePt t="43064" x="9412288" y="2293938"/>
          <p14:tracePt t="43080" x="9420225" y="2212975"/>
          <p14:tracePt t="43098" x="9426575" y="2176463"/>
          <p14:tracePt t="43113" x="9426575" y="2162175"/>
          <p14:tracePt t="43130" x="9426575" y="2155825"/>
          <p14:tracePt t="43147" x="9426575" y="2133600"/>
          <p14:tracePt t="43164" x="9434513" y="2111375"/>
          <p14:tracePt t="43180" x="9456738" y="2090738"/>
          <p14:tracePt t="43197" x="9499600" y="2039938"/>
          <p14:tracePt t="43214" x="9536113" y="1995488"/>
          <p14:tracePt t="43231" x="9578975" y="1938338"/>
          <p14:tracePt t="43247" x="9623425" y="1887538"/>
          <p14:tracePt t="43264" x="9674225" y="1814513"/>
          <p14:tracePt t="43280" x="9731375" y="1755775"/>
          <p14:tracePt t="43297" x="9767888" y="1719263"/>
          <p14:tracePt t="43314" x="9863138" y="1654175"/>
          <p14:tracePt t="43330" x="9906000" y="1625600"/>
          <p14:tracePt t="43347" x="9942513" y="1617663"/>
          <p14:tracePt t="43364" x="9971088" y="1597025"/>
          <p14:tracePt t="43381" x="10021888" y="1574800"/>
          <p14:tracePt t="43397" x="10072688" y="1566863"/>
          <p14:tracePt t="43414" x="10117138" y="1560513"/>
          <p14:tracePt t="43430" x="10174288" y="1560513"/>
          <p14:tracePt t="43447" x="10247313" y="1560513"/>
          <p14:tracePt t="43464" x="10290175" y="1560513"/>
          <p14:tracePt t="43480" x="10320338" y="1560513"/>
          <p14:tracePt t="43497" x="10355263" y="1589088"/>
          <p14:tracePt t="43514" x="10421938" y="1662113"/>
          <p14:tracePt t="43530" x="10442575" y="1704975"/>
          <p14:tracePt t="43547" x="10487025" y="1770063"/>
          <p14:tracePt t="43564" x="10515600" y="1814513"/>
          <p14:tracePt t="43581" x="10537825" y="1893888"/>
          <p14:tracePt t="43597" x="10558463" y="1966913"/>
          <p14:tracePt t="43614" x="10580688" y="2046288"/>
          <p14:tracePt t="43630" x="10594975" y="2111375"/>
          <p14:tracePt t="43647" x="10602913" y="2155825"/>
          <p14:tracePt t="43664" x="10602913" y="2198688"/>
          <p14:tracePt t="43682" x="10602913" y="2286000"/>
          <p14:tracePt t="43697" x="10602913" y="2359025"/>
          <p14:tracePt t="43714" x="10602913" y="2430463"/>
          <p14:tracePt t="43731" x="10602913" y="2489200"/>
          <p14:tracePt t="43747" x="10594975" y="2540000"/>
          <p14:tracePt t="43764" x="10574338" y="2590800"/>
          <p14:tracePt t="43781" x="10544175" y="2649538"/>
          <p14:tracePt t="43797" x="10515600" y="2684463"/>
          <p14:tracePt t="43814" x="10479088" y="2735263"/>
          <p14:tracePt t="43831" x="10436225" y="2779713"/>
          <p14:tracePt t="43847" x="10391775" y="2816225"/>
          <p14:tracePt t="43864" x="10363200" y="2844800"/>
          <p14:tracePt t="43882" x="10298113" y="2895600"/>
          <p14:tracePt t="43898" x="10275888" y="2909888"/>
          <p14:tracePt t="43914" x="10247313" y="2946400"/>
          <p14:tracePt t="43931" x="10218738" y="2968625"/>
          <p14:tracePt t="43947" x="10188575" y="2989263"/>
          <p14:tracePt t="43964" x="10152063" y="3011488"/>
          <p14:tracePt t="43981" x="10131425" y="3040063"/>
          <p14:tracePt t="43997" x="10086975" y="3048000"/>
          <p14:tracePt t="44014" x="10058400" y="3062288"/>
          <p14:tracePt t="44031" x="10015538" y="3076575"/>
          <p14:tracePt t="44047" x="9979025" y="3084513"/>
          <p14:tracePt t="44064" x="9948863" y="3090863"/>
          <p14:tracePt t="44081" x="9891713" y="3106738"/>
          <p14:tracePt t="44098" x="9796463" y="3121025"/>
          <p14:tracePt t="44114" x="9745663" y="3127375"/>
          <p14:tracePt t="44131" x="9694863" y="3135313"/>
          <p14:tracePt t="44147" x="9659938" y="3149600"/>
          <p14:tracePt t="44164" x="9623425" y="3149600"/>
          <p14:tracePt t="44181" x="9572625" y="3149600"/>
          <p14:tracePt t="44197" x="9513888" y="3149600"/>
          <p14:tracePt t="44214" x="9463088" y="3149600"/>
          <p14:tracePt t="44231" x="9426575" y="3149600"/>
          <p14:tracePt t="44247" x="9383713" y="3135313"/>
          <p14:tracePt t="44265" x="9347200" y="3113088"/>
          <p14:tracePt t="44281" x="9296400" y="3084513"/>
          <p14:tracePt t="44298" x="9253538" y="3055938"/>
          <p14:tracePt t="44314" x="9186863" y="2997200"/>
          <p14:tracePt t="44331" x="9158288" y="2960688"/>
          <p14:tracePt t="44347" x="9121775" y="2909888"/>
          <p14:tracePt t="44364" x="9101138" y="2873375"/>
          <p14:tracePt t="44381" x="9085263" y="2822575"/>
          <p14:tracePt t="44398" x="9064625" y="2779713"/>
          <p14:tracePt t="44414" x="9042400" y="2728913"/>
          <p14:tracePt t="44431" x="9034463" y="2684463"/>
          <p14:tracePt t="44447" x="9020175" y="2649538"/>
          <p14:tracePt t="44464" x="9020175" y="2619375"/>
          <p14:tracePt t="44481" x="9005888" y="2554288"/>
          <p14:tracePt t="44498" x="9005888" y="2525713"/>
          <p14:tracePt t="44514" x="9005888" y="2424113"/>
          <p14:tracePt t="44531" x="9005888" y="2359025"/>
          <p14:tracePt t="44547" x="9005888" y="2271713"/>
          <p14:tracePt t="44564" x="9028113" y="2198688"/>
          <p14:tracePt t="44581" x="9070975" y="2119313"/>
          <p14:tracePt t="44597" x="9129713" y="2003425"/>
          <p14:tracePt t="44601" x="9151938" y="1966913"/>
          <p14:tracePt t="44614" x="9180513" y="1922463"/>
          <p14:tracePt t="44631" x="9245600" y="1836738"/>
          <p14:tracePt t="44647" x="9288463" y="1792288"/>
          <p14:tracePt t="44664" x="9347200" y="1741488"/>
          <p14:tracePt t="44681" x="9412288" y="1668463"/>
          <p14:tracePt t="44698" x="9471025" y="1633538"/>
          <p14:tracePt t="44714" x="9550400" y="1589088"/>
          <p14:tracePt t="44731" x="9609138" y="1552575"/>
          <p14:tracePt t="44747" x="9666288" y="1531938"/>
          <p14:tracePt t="44764" x="9688513" y="1524000"/>
          <p14:tracePt t="44781" x="9710738" y="1524000"/>
          <p14:tracePt t="44797" x="9745663" y="1509713"/>
          <p14:tracePt t="44814" x="9775825" y="1509713"/>
          <p14:tracePt t="44831" x="9826625" y="1509713"/>
          <p14:tracePt t="44848" x="9891713" y="1509713"/>
          <p14:tracePt t="44864" x="9956800" y="1509713"/>
          <p14:tracePt t="44881" x="10015538" y="1509713"/>
          <p14:tracePt t="44898" x="10109200" y="1524000"/>
          <p14:tracePt t="44914" x="10152063" y="1538288"/>
          <p14:tracePt t="44931" x="10174288" y="1546225"/>
          <p14:tracePt t="44948" x="10182225" y="1546225"/>
          <p14:tracePt t="44981" x="10196513" y="1552575"/>
          <p14:tracePt t="44998" x="10218738" y="1560513"/>
          <p14:tracePt t="45015" x="10261600" y="1566863"/>
          <p14:tracePt t="45031" x="10326688" y="1574800"/>
          <p14:tracePt t="45048" x="10377488" y="1582738"/>
          <p14:tracePt t="45065" x="10414000" y="1597025"/>
          <p14:tracePt t="45082" x="10464800" y="1625600"/>
          <p14:tracePt t="45098" x="10487025" y="1647825"/>
          <p14:tracePt t="45115" x="10507663" y="1668463"/>
          <p14:tracePt t="45133" x="10523538" y="1676400"/>
          <p14:tracePt t="45149" x="10537825" y="1690688"/>
          <p14:tracePt t="45165" x="10552113" y="1698625"/>
          <p14:tracePt t="45181" x="10580688" y="1712913"/>
          <p14:tracePt t="45199" x="10609263" y="1727200"/>
          <p14:tracePt t="45215" x="10645775" y="1741488"/>
          <p14:tracePt t="45231" x="10675938" y="1749425"/>
          <p14:tracePt t="45248" x="10696575" y="1763713"/>
          <p14:tracePt t="45265" x="10710863" y="1770063"/>
          <p14:tracePt t="45282" x="10747375" y="1785938"/>
          <p14:tracePt t="45299" x="10761663" y="1800225"/>
          <p14:tracePt t="45315" x="10777538" y="1820863"/>
          <p14:tracePt t="45331" x="10798175" y="1843088"/>
          <p14:tracePt t="45348" x="10820400" y="1865313"/>
          <p14:tracePt t="45365" x="10834688" y="1887538"/>
          <p14:tracePt t="45382" x="10848975" y="1922463"/>
          <p14:tracePt t="45398" x="10863263" y="1966913"/>
          <p14:tracePt t="45415" x="10879138" y="2017713"/>
          <p14:tracePt t="45431" x="10899775" y="2060575"/>
          <p14:tracePt t="45448" x="10907713" y="2097088"/>
          <p14:tracePt t="45465" x="10922000" y="2125663"/>
          <p14:tracePt t="45482" x="10929938" y="2155825"/>
          <p14:tracePt t="45498" x="10929938" y="2192338"/>
          <p14:tracePt t="45515" x="10929938" y="2220913"/>
          <p14:tracePt t="45532" x="10929938" y="2243138"/>
          <p14:tracePt t="45548" x="10929938" y="2271713"/>
          <p14:tracePt t="45565" x="10929938" y="2308225"/>
          <p14:tracePt t="45581" x="10929938" y="2344738"/>
          <p14:tracePt t="45598" x="10929938" y="2373313"/>
          <p14:tracePt t="45607" x="10929938" y="2379663"/>
          <p14:tracePt t="45616" x="10929938" y="2395538"/>
          <p14:tracePt t="45631" x="10929938" y="2438400"/>
          <p14:tracePt t="45650" x="10914063" y="2489200"/>
          <p14:tracePt t="45666" x="10893425" y="2532063"/>
          <p14:tracePt t="45682" x="10885488" y="2554288"/>
          <p14:tracePt t="45699" x="10856913" y="2590800"/>
          <p14:tracePt t="45715" x="10842625" y="2613025"/>
          <p14:tracePt t="45731" x="10806113" y="2649538"/>
          <p14:tracePt t="45748" x="10761663" y="2692400"/>
          <p14:tracePt t="45765" x="10733088" y="2714625"/>
          <p14:tracePt t="45782" x="10704513" y="2735263"/>
          <p14:tracePt t="45799" x="10675938" y="2765425"/>
          <p14:tracePt t="45815" x="10631488" y="2786063"/>
          <p14:tracePt t="45831" x="10602913" y="2801938"/>
          <p14:tracePt t="45848" x="10552113" y="2830513"/>
          <p14:tracePt t="45865" x="10507663" y="2844800"/>
          <p14:tracePt t="45882" x="10464800" y="2867025"/>
          <p14:tracePt t="45898" x="10406063" y="2887663"/>
          <p14:tracePt t="45915" x="10363200" y="2909888"/>
          <p14:tracePt t="45932" x="10304463" y="2932113"/>
          <p14:tracePt t="45949" x="10269538" y="2938463"/>
          <p14:tracePt t="45965" x="10239375" y="2954338"/>
          <p14:tracePt t="45982" x="10188575" y="2968625"/>
          <p14:tracePt t="45998" x="10152063" y="2974975"/>
          <p14:tracePt t="46015" x="10101263" y="2989263"/>
          <p14:tracePt t="46031" x="10058400" y="3005138"/>
          <p14:tracePt t="46048" x="10015538" y="3005138"/>
          <p14:tracePt t="46065" x="9956800" y="3011488"/>
          <p14:tracePt t="46082" x="9913938" y="3019425"/>
          <p14:tracePt t="46098" x="9877425" y="3019425"/>
          <p14:tracePt t="46115" x="9855200" y="3019425"/>
          <p14:tracePt t="46132" x="9826625" y="3019425"/>
          <p14:tracePt t="46148" x="9790113" y="3019425"/>
          <p14:tracePt t="46165" x="9745663" y="3019425"/>
          <p14:tracePt t="46182" x="9702800" y="3019425"/>
          <p14:tracePt t="46199" x="9666288" y="3019425"/>
          <p14:tracePt t="46215" x="9644063" y="3019425"/>
          <p14:tracePt t="46232" x="9615488" y="3019425"/>
          <p14:tracePt t="46248" x="9601200" y="3019425"/>
          <p14:tracePt t="46266" x="9564688" y="3019425"/>
          <p14:tracePt t="46283" x="9542463" y="3019425"/>
          <p14:tracePt t="46298" x="9499600" y="3019425"/>
          <p14:tracePt t="46316" x="9471025" y="3019425"/>
          <p14:tracePt t="46332" x="9448800" y="3019425"/>
          <p14:tracePt t="46348" x="9434513" y="3019425"/>
          <p14:tracePt t="46365" x="9420225" y="3019425"/>
          <p14:tracePt t="46382" x="9390063" y="3005138"/>
          <p14:tracePt t="46399" x="9361488" y="2997200"/>
          <p14:tracePt t="46416" x="9347200" y="2989263"/>
          <p14:tracePt t="46432" x="9324975" y="2982913"/>
          <p14:tracePt t="46448" x="9310688" y="2968625"/>
          <p14:tracePt t="46466" x="9282113" y="2946400"/>
          <p14:tracePt t="46482" x="9274175" y="2938463"/>
          <p14:tracePt t="46498" x="9253538" y="2903538"/>
          <p14:tracePt t="46515" x="9253538" y="2881313"/>
          <p14:tracePt t="46532" x="9245600" y="2859088"/>
          <p14:tracePt t="46548" x="9237663" y="2816225"/>
          <p14:tracePt t="46565" x="9237663" y="2765425"/>
          <p14:tracePt t="46582" x="9237663" y="2714625"/>
          <p14:tracePt t="46598" x="9237663" y="2670175"/>
          <p14:tracePt t="46608" x="9237663" y="2649538"/>
          <p14:tracePt t="46615" x="9237663" y="2633663"/>
          <p14:tracePt t="46632" x="9237663" y="2598738"/>
          <p14:tracePt t="46648" x="9237663" y="2568575"/>
          <p14:tracePt t="46666" x="9237663" y="2503488"/>
          <p14:tracePt t="46684" x="9259888" y="2452688"/>
          <p14:tracePt t="46699" x="9310688" y="2395538"/>
          <p14:tracePt t="46715" x="9361488" y="2344738"/>
          <p14:tracePt t="46732" x="9412288" y="2300288"/>
          <p14:tracePt t="46748" x="9491663" y="2249488"/>
          <p14:tracePt t="46765" x="9586913" y="2198688"/>
          <p14:tracePt t="46782" x="9652000" y="2155825"/>
          <p14:tracePt t="46799" x="9745663" y="2125663"/>
          <p14:tracePt t="46815" x="9855200" y="2105025"/>
          <p14:tracePt t="46832" x="9956800" y="2082800"/>
          <p14:tracePt t="46849" x="10044113" y="2074863"/>
          <p14:tracePt t="46866" x="10145713" y="2074863"/>
          <p14:tracePt t="46882" x="10202863" y="2090738"/>
          <p14:tracePt t="46899" x="10283825" y="2119313"/>
          <p14:tracePt t="46915" x="10334625" y="2155825"/>
          <p14:tracePt t="46932" x="10391775" y="2198688"/>
          <p14:tracePt t="46949" x="10414000" y="2227263"/>
          <p14:tracePt t="46965" x="10421938" y="2263775"/>
          <p14:tracePt t="46982" x="10442575" y="2322513"/>
          <p14:tracePt t="46998" x="10450513" y="2387600"/>
          <p14:tracePt t="47015" x="10450513" y="2430463"/>
          <p14:tracePt t="47032" x="10450513" y="2466975"/>
          <p14:tracePt t="47049" x="10436225" y="2517775"/>
          <p14:tracePt t="47066" x="10377488" y="2582863"/>
          <p14:tracePt t="47083" x="10320338" y="2641600"/>
          <p14:tracePt t="47098" x="10261600" y="2670175"/>
          <p14:tracePt t="47115" x="10188575" y="2706688"/>
          <p14:tracePt t="47133" x="10109200" y="2728913"/>
          <p14:tracePt t="47149" x="9999663" y="2735263"/>
          <p14:tracePt t="47165" x="9898063" y="2735263"/>
          <p14:tracePt t="47182" x="9840913" y="2735263"/>
          <p14:tracePt t="47199" x="9812338" y="2735263"/>
          <p14:tracePt t="47215" x="9796463" y="2735263"/>
          <p14:tracePt t="47232" x="9790113" y="2735263"/>
          <p14:tracePt t="47590" x="9782175" y="2735263"/>
          <p14:tracePt t="47598" x="9725025" y="2735263"/>
          <p14:tracePt t="47606" x="9623425" y="2765425"/>
          <p14:tracePt t="47615" x="9440863" y="2852738"/>
          <p14:tracePt t="47633" x="8839200" y="3098800"/>
          <p14:tracePt t="47649" x="8186738" y="3389313"/>
          <p14:tracePt t="47666" x="7292975" y="3802063"/>
          <p14:tracePt t="47684" x="6784975" y="4027488"/>
          <p14:tracePt t="47698" x="6408738" y="4202113"/>
          <p14:tracePt t="47715" x="6037263" y="4360863"/>
          <p14:tracePt t="47733" x="5754688" y="4506913"/>
          <p14:tracePt t="47749" x="5522913" y="4645025"/>
          <p14:tracePt t="47766" x="5370513" y="4732338"/>
          <p14:tracePt t="47782" x="5210175" y="4826000"/>
          <p14:tracePt t="47799" x="5043488" y="4913313"/>
          <p14:tracePt t="47815" x="4876800" y="4978400"/>
          <p14:tracePt t="47832" x="4673600" y="5043488"/>
          <p14:tracePt t="47849" x="4513263" y="5116513"/>
          <p14:tracePt t="47866" x="4281488" y="5246688"/>
          <p14:tracePt t="47885" x="4165600" y="5311775"/>
          <p14:tracePt t="47899" x="4056063" y="5392738"/>
          <p14:tracePt t="47915" x="3933825" y="5486400"/>
          <p14:tracePt t="47934" x="3824288" y="5559425"/>
          <p14:tracePt t="47949" x="3730625" y="5616575"/>
          <p14:tracePt t="47966" x="3614738" y="5689600"/>
          <p14:tracePt t="47982" x="3513138" y="5740400"/>
          <p14:tracePt t="47999" x="3425825" y="5799138"/>
          <p14:tracePt t="48016" x="3316288" y="5864225"/>
          <p14:tracePt t="48032" x="3236913" y="5921375"/>
          <p14:tracePt t="48049" x="3141663" y="5994400"/>
          <p14:tracePt t="48066" x="3033713" y="6059488"/>
          <p14:tracePt t="48082" x="2946400" y="6096000"/>
          <p14:tracePt t="48099" x="2909888" y="6124575"/>
          <p14:tracePt t="48119" x="2887663" y="6124575"/>
          <p14:tracePt t="48132" x="2867025" y="6138863"/>
          <p14:tracePt t="48149" x="2830513" y="6138863"/>
          <p14:tracePt t="48165" x="2786063" y="6154738"/>
          <p14:tracePt t="48182" x="2765425" y="6161088"/>
          <p14:tracePt t="48199" x="2751138" y="6169025"/>
          <p14:tracePt t="48215" x="2720975" y="6175375"/>
          <p14:tracePt t="48232" x="2706688" y="6175375"/>
          <p14:tracePt t="48248" x="2678113" y="6189663"/>
          <p14:tracePt t="48266" x="2663825" y="6205538"/>
          <p14:tracePt t="48282" x="2655888" y="6205538"/>
          <p14:tracePt t="48479" x="2663825" y="6205538"/>
          <p14:tracePt t="48495" x="2670175" y="6205538"/>
          <p14:tracePt t="48502" x="2678113" y="6205538"/>
          <p14:tracePt t="48517" x="2684463" y="6205538"/>
          <p14:tracePt t="48532" x="2700338" y="6205538"/>
          <p14:tracePt t="48549" x="2706688" y="6205538"/>
          <p14:tracePt t="48566" x="2720975" y="6205538"/>
          <p14:tracePt t="48719" x="2728913" y="6205538"/>
          <p14:tracePt t="48726" x="2728913" y="6211888"/>
          <p14:tracePt t="48734" x="2728913" y="6219825"/>
          <p14:tracePt t="48749" x="2706688" y="6226175"/>
          <p14:tracePt t="48766" x="2670175" y="6234113"/>
          <p14:tracePt t="48782" x="2627313" y="6248400"/>
          <p14:tracePt t="48799" x="2582863" y="6248400"/>
          <p14:tracePt t="48816" x="2511425" y="6256338"/>
          <p14:tracePt t="48832" x="2424113" y="6256338"/>
          <p14:tracePt t="48851" x="2300288" y="6256338"/>
          <p14:tracePt t="48866" x="2257425" y="6256338"/>
          <p14:tracePt t="48883" x="2176463" y="6256338"/>
          <p14:tracePt t="48899" x="2119313" y="6256338"/>
          <p14:tracePt t="48917" x="2054225" y="6256338"/>
          <p14:tracePt t="48932" x="1981200" y="6256338"/>
          <p14:tracePt t="48949" x="1916113" y="6256338"/>
          <p14:tracePt t="48966" x="1857375" y="6240463"/>
          <p14:tracePt t="48983" x="1806575" y="6226175"/>
          <p14:tracePt t="48999" x="1763713" y="6211888"/>
          <p14:tracePt t="49016" x="1704975" y="6197600"/>
          <p14:tracePt t="49033" x="1654175" y="6183313"/>
          <p14:tracePt t="49051" x="1589088" y="6169025"/>
          <p14:tracePt t="49066" x="1560513" y="6161088"/>
          <p14:tracePt t="49083" x="1531938" y="6161088"/>
          <p14:tracePt t="49099" x="1524000" y="6154738"/>
          <p14:tracePt t="49106" x="1516063" y="6146800"/>
          <p14:tracePt t="49117" x="1509713" y="6146800"/>
          <p14:tracePt t="49135" x="1487488" y="6138863"/>
          <p14:tracePt t="49150" x="1465263" y="6124575"/>
          <p14:tracePt t="49166" x="1444625" y="6118225"/>
          <p14:tracePt t="49184" x="1430338" y="6103938"/>
          <p14:tracePt t="49199" x="1414463" y="6096000"/>
          <p14:tracePt t="49215" x="1400175" y="6096000"/>
          <p14:tracePt t="49232" x="1385888" y="6081713"/>
          <p14:tracePt t="49251" x="1371600" y="6073775"/>
          <p14:tracePt t="49266" x="1363663" y="6073775"/>
          <p14:tracePt t="49283" x="1357313" y="6067425"/>
          <p14:tracePt t="49299" x="1349375" y="6067425"/>
          <p14:tracePt t="49317" x="1335088" y="6067425"/>
          <p14:tracePt t="49332" x="1328738" y="6059488"/>
          <p14:tracePt t="49349" x="1312863" y="6059488"/>
          <p14:tracePt t="49366" x="1306513" y="6059488"/>
          <p14:tracePt t="49383" x="1298575" y="6059488"/>
          <p14:tracePt t="49400" x="1292225" y="6059488"/>
          <p14:tracePt t="49421" x="1284288" y="6059488"/>
          <p14:tracePt t="49433" x="1277938" y="6053138"/>
          <p14:tracePt t="49451" x="1233488" y="6037263"/>
          <p14:tracePt t="49483" x="1219200" y="6030913"/>
          <p14:tracePt t="49525" x="1211263" y="6030913"/>
          <p14:tracePt t="49532" x="1196975" y="6022975"/>
          <p14:tracePt t="49547" x="1190625" y="6022975"/>
          <p14:tracePt t="49564" x="1176338" y="6022975"/>
          <p14:tracePt t="49572" x="1176338" y="6016625"/>
          <p14:tracePt t="49582" x="1168400" y="6016625"/>
          <p14:tracePt t="49599" x="1168400" y="6008688"/>
          <p14:tracePt t="49616" x="1154113" y="6008688"/>
          <p14:tracePt t="49633" x="1117600" y="5980113"/>
          <p14:tracePt t="49650" x="1089025" y="5965825"/>
          <p14:tracePt t="49666" x="1089025" y="5957888"/>
          <p14:tracePt t="49682" x="1081088" y="5957888"/>
          <p14:tracePt t="49717" x="1074738" y="5957888"/>
          <p14:tracePt t="49732" x="1066800" y="5951538"/>
          <p14:tracePt t="49868" x="1066800" y="5935663"/>
          <p14:tracePt t="49875" x="1074738" y="5935663"/>
          <p14:tracePt t="49901" x="1074738" y="5929313"/>
          <p14:tracePt t="49916" x="1081088" y="5921375"/>
          <p14:tracePt t="49933" x="1095375" y="5915025"/>
          <p14:tracePt t="49948" x="1103313" y="5915025"/>
          <p14:tracePt t="49964" x="1117600" y="5907088"/>
          <p14:tracePt t="49980" x="1131888" y="5892800"/>
          <p14:tracePt t="50004" x="1139825" y="5892800"/>
          <p14:tracePt t="50011" x="1146175" y="5892800"/>
          <p14:tracePt t="50028" x="1154113" y="5892800"/>
          <p14:tracePt t="50060" x="1160463" y="5892800"/>
          <p14:tracePt t="50068" x="1176338" y="5884863"/>
          <p14:tracePt t="50086" x="1190625" y="5884863"/>
          <p14:tracePt t="50101" x="1196975" y="5878513"/>
          <p14:tracePt t="50117" x="1204913" y="5878513"/>
          <p14:tracePt t="50124" x="1211263" y="5878513"/>
          <p14:tracePt t="50141" x="1219200" y="5878513"/>
          <p14:tracePt t="50149" x="1227138" y="5878513"/>
          <p14:tracePt t="50166" x="1247775" y="5878513"/>
          <p14:tracePt t="50182" x="1262063" y="5878513"/>
          <p14:tracePt t="50199" x="1284288" y="5878513"/>
          <p14:tracePt t="50216" x="1298575" y="5878513"/>
          <p14:tracePt t="50232" x="1328738" y="5878513"/>
          <p14:tracePt t="50250" x="1349375" y="5878513"/>
          <p14:tracePt t="50266" x="1357313" y="5878513"/>
          <p14:tracePt t="50299" x="1363663" y="5878513"/>
          <p14:tracePt t="50317" x="1371600" y="5878513"/>
          <p14:tracePt t="50333" x="1379538" y="5878513"/>
          <p14:tracePt t="50349" x="1393825" y="5878513"/>
          <p14:tracePt t="50367" x="1408113" y="5878513"/>
          <p14:tracePt t="50383" x="1414463" y="5878513"/>
          <p14:tracePt t="50399" x="1430338" y="5878513"/>
          <p14:tracePt t="50417" x="1450975" y="5878513"/>
          <p14:tracePt t="50433" x="1487488" y="5878513"/>
          <p14:tracePt t="50450" x="1524000" y="5878513"/>
          <p14:tracePt t="50466" x="1546225" y="5878513"/>
          <p14:tracePt t="50483" x="1566863" y="5878513"/>
          <p14:tracePt t="50499" x="1597025" y="5892800"/>
          <p14:tracePt t="50516" x="1639888" y="5892800"/>
          <p14:tracePt t="50533" x="1684338" y="5900738"/>
          <p14:tracePt t="50549" x="1727200" y="5907088"/>
          <p14:tracePt t="50566" x="1735138" y="5907088"/>
          <p14:tracePt t="50583" x="1749425" y="5907088"/>
          <p14:tracePt t="50604" x="1755775" y="5907088"/>
          <p14:tracePt t="50616" x="1763713" y="5907088"/>
          <p14:tracePt t="50633" x="1800225" y="5915025"/>
          <p14:tracePt t="50650" x="1836738" y="5921375"/>
          <p14:tracePt t="50666" x="1857375" y="5921375"/>
          <p14:tracePt t="50683" x="1879600" y="5921375"/>
          <p14:tracePt t="50699" x="1901825" y="5921375"/>
          <p14:tracePt t="50716" x="1938338" y="5921375"/>
          <p14:tracePt t="50733" x="1989138" y="5929313"/>
          <p14:tracePt t="50749" x="2032000" y="5943600"/>
          <p14:tracePt t="50766" x="2054225" y="5943600"/>
          <p14:tracePt t="50783" x="2068513" y="5951538"/>
          <p14:tracePt t="50800" x="2082800" y="5951538"/>
          <p14:tracePt t="50816" x="2111375" y="5951538"/>
          <p14:tracePt t="50833" x="2141538" y="5957888"/>
          <p14:tracePt t="50850" x="2198688" y="5972175"/>
          <p14:tracePt t="50866" x="2227263" y="5972175"/>
          <p14:tracePt t="50883" x="2249488" y="5972175"/>
          <p14:tracePt t="50900" x="2257425" y="5972175"/>
          <p14:tracePt t="50916" x="2271713" y="5980113"/>
          <p14:tracePt t="50933" x="2286000" y="5980113"/>
          <p14:tracePt t="50950" x="2300288" y="5980113"/>
          <p14:tracePt t="50966" x="2308225" y="5986463"/>
          <p14:tracePt t="50983" x="2314575" y="5986463"/>
          <p14:tracePt t="50999" x="2336800" y="5986463"/>
          <p14:tracePt t="51016" x="2336800" y="5994400"/>
          <p14:tracePt t="51033" x="2359025" y="6008688"/>
          <p14:tracePt t="51050" x="2365375" y="6016625"/>
          <p14:tracePt t="51066" x="2379663" y="6037263"/>
          <p14:tracePt t="51084" x="2395538" y="6067425"/>
          <p14:tracePt t="51099" x="2401888" y="6096000"/>
          <p14:tracePt t="51117" x="2416175" y="6138863"/>
          <p14:tracePt t="51133" x="2424113" y="6183313"/>
          <p14:tracePt t="51150" x="2430463" y="6205538"/>
          <p14:tracePt t="51166" x="2438400" y="6226175"/>
          <p14:tracePt t="51199" x="2438400" y="6234113"/>
          <p14:tracePt t="51216" x="2438400" y="6240463"/>
          <p14:tracePt t="51268" x="2438400" y="6248400"/>
          <p14:tracePt t="51292" x="2430463" y="6248400"/>
          <p14:tracePt t="51299" x="2424113" y="6248400"/>
          <p14:tracePt t="51307" x="2416175" y="6248400"/>
          <p14:tracePt t="51317" x="2401888" y="6248400"/>
          <p14:tracePt t="51333" x="2365375" y="6256338"/>
          <p14:tracePt t="51350" x="2344738" y="6256338"/>
          <p14:tracePt t="51367" x="2314575" y="6256338"/>
          <p14:tracePt t="51383" x="2300288" y="6256338"/>
          <p14:tracePt t="51399" x="2286000" y="6256338"/>
          <p14:tracePt t="51416" x="2263775" y="6256338"/>
          <p14:tracePt t="51433" x="2243138" y="6256338"/>
          <p14:tracePt t="51450" x="2227263" y="6256338"/>
          <p14:tracePt t="51466" x="2220913" y="6256338"/>
          <p14:tracePt t="52140" x="2212975" y="6262688"/>
          <p14:tracePt t="52156" x="2212975" y="6270625"/>
          <p14:tracePt t="52164" x="2212975" y="6276975"/>
          <p14:tracePt t="52172" x="2212975" y="6284913"/>
          <p14:tracePt t="52183" x="2212975" y="6299200"/>
          <p14:tracePt t="52204" x="2212975" y="6307138"/>
          <p14:tracePt t="52216" x="2212975" y="6313488"/>
          <p14:tracePt t="52233" x="2212975" y="6321425"/>
          <p14:tracePt t="52253" x="2212975" y="6327775"/>
          <p14:tracePt t="52276" x="2212975" y="6335713"/>
          <p14:tracePt t="52308" x="2206625" y="6342063"/>
          <p14:tracePt t="52316" x="2206625" y="6350000"/>
          <p14:tracePt t="52333" x="2198688" y="6350000"/>
          <p14:tracePt t="52339" x="2192338" y="6350000"/>
          <p14:tracePt t="52350" x="2184400" y="6357938"/>
          <p14:tracePt t="52367" x="2162175" y="6357938"/>
          <p14:tracePt t="52384" x="2147888" y="6357938"/>
          <p14:tracePt t="52400" x="2133600" y="6357938"/>
          <p14:tracePt t="52417" x="2125663" y="6357938"/>
          <p14:tracePt t="52434" x="2111375" y="6357938"/>
          <p14:tracePt t="52467" x="2090738" y="6342063"/>
          <p14:tracePt t="52483" x="2082800" y="6327775"/>
          <p14:tracePt t="52500" x="2074863" y="6313488"/>
          <p14:tracePt t="52517" x="2068513" y="6307138"/>
          <p14:tracePt t="52533" x="2068513" y="6299200"/>
          <p14:tracePt t="52550" x="2068513" y="6284913"/>
          <p14:tracePt t="52567" x="2068513" y="6276975"/>
          <p14:tracePt t="52584" x="2068513" y="6262688"/>
          <p14:tracePt t="52589" x="2068513" y="6256338"/>
          <p14:tracePt t="52600" x="2068513" y="6240463"/>
          <p14:tracePt t="52617" x="2068513" y="6234113"/>
          <p14:tracePt t="52634" x="2090738" y="6205538"/>
          <p14:tracePt t="52650" x="2097088" y="6197600"/>
          <p14:tracePt t="52667" x="2119313" y="6183313"/>
          <p14:tracePt t="52685" x="2141538" y="6175375"/>
          <p14:tracePt t="52700" x="2155825" y="6161088"/>
          <p14:tracePt t="52717" x="2176463" y="6154738"/>
          <p14:tracePt t="52733" x="2192338" y="6146800"/>
          <p14:tracePt t="52750" x="2212975" y="6132513"/>
          <p14:tracePt t="52767" x="2227263" y="6124575"/>
          <p14:tracePt t="52783" x="2249488" y="6110288"/>
          <p14:tracePt t="52800" x="2278063" y="6103938"/>
          <p14:tracePt t="52817" x="2344738" y="6067425"/>
          <p14:tracePt t="52834" x="2446338" y="6045200"/>
          <p14:tracePt t="52850" x="2511425" y="6037263"/>
          <p14:tracePt t="52867" x="2568575" y="6037263"/>
          <p14:tracePt t="52883" x="2619375" y="6037263"/>
          <p14:tracePt t="52900" x="2670175" y="6037263"/>
          <p14:tracePt t="52917" x="2735263" y="6045200"/>
          <p14:tracePt t="52934" x="2765425" y="6059488"/>
          <p14:tracePt t="52950" x="2771775" y="6059488"/>
          <p14:tracePt t="52967" x="2771775" y="6067425"/>
          <p14:tracePt t="52983" x="2779713" y="6081713"/>
          <p14:tracePt t="53000" x="2786063" y="6103938"/>
          <p14:tracePt t="53017" x="2794000" y="6110288"/>
          <p14:tracePt t="53034" x="2794000" y="6124575"/>
          <p14:tracePt t="53317" x="2801938" y="6124575"/>
          <p14:tracePt t="53332" x="2801938" y="6103938"/>
          <p14:tracePt t="53340" x="2801938" y="6073775"/>
          <p14:tracePt t="53350" x="2801938" y="6067425"/>
          <p14:tracePt t="53676" x="2808288" y="6067425"/>
          <p14:tracePt t="53692" x="2822575" y="6067425"/>
          <p14:tracePt t="53700" x="2844800" y="6067425"/>
          <p14:tracePt t="53708" x="2867025" y="6067425"/>
          <p14:tracePt t="53717" x="2903538" y="6067425"/>
          <p14:tracePt t="53734" x="2954338" y="6067425"/>
          <p14:tracePt t="53750" x="3011488" y="6073775"/>
          <p14:tracePt t="53767" x="3062288" y="6073775"/>
          <p14:tracePt t="53784" x="3098800" y="6088063"/>
          <p14:tracePt t="53800" x="3121025" y="6088063"/>
          <p14:tracePt t="53818" x="3157538" y="6088063"/>
          <p14:tracePt t="53834" x="3200400" y="6103938"/>
          <p14:tracePt t="53852" x="3236913" y="6103938"/>
          <p14:tracePt t="53867" x="3279775" y="6118225"/>
          <p14:tracePt t="53884" x="3316288" y="6118225"/>
          <p14:tracePt t="53900" x="3338513" y="6124575"/>
          <p14:tracePt t="53917" x="3360738" y="6132513"/>
          <p14:tracePt t="53934" x="3389313" y="6132513"/>
          <p14:tracePt t="53951" x="3417888" y="6154738"/>
          <p14:tracePt t="53967" x="3482975" y="6183313"/>
          <p14:tracePt t="53984" x="3541713" y="6189663"/>
          <p14:tracePt t="54000" x="3570288" y="6211888"/>
          <p14:tracePt t="54018" x="3606800" y="6226175"/>
          <p14:tracePt t="54034" x="3621088" y="6234113"/>
          <p14:tracePt t="54051" x="3649663" y="6240463"/>
          <p14:tracePt t="54067" x="3665538" y="6240463"/>
          <p14:tracePt t="54084" x="3700463" y="6262688"/>
          <p14:tracePt t="54101" x="3708400" y="6262688"/>
          <p14:tracePt t="54117" x="3716338" y="6262688"/>
          <p14:tracePt t="57535" x="3700463" y="6262688"/>
          <p14:tracePt t="57550" x="3694113" y="6262688"/>
          <p14:tracePt t="57566" x="3679825" y="6262688"/>
          <p14:tracePt t="57581" x="3671888" y="6262688"/>
          <p14:tracePt t="57608" x="3665538" y="6262688"/>
          <p14:tracePt t="57622" x="3657600" y="6262688"/>
          <p14:tracePt t="57629" x="3649663" y="6262688"/>
          <p14:tracePt t="57646" x="3643313" y="6262688"/>
          <p14:tracePt t="57654" x="3635375" y="6262688"/>
          <p14:tracePt t="57668" x="3629025" y="6262688"/>
          <p14:tracePt t="57685" x="3621088" y="6262688"/>
          <p14:tracePt t="57710" x="3614738" y="6262688"/>
          <p14:tracePt t="57765" x="3606800" y="6262688"/>
          <p14:tracePt t="58678" x="3598863" y="6262688"/>
          <p14:tracePt t="60326" x="3621088" y="6262688"/>
          <p14:tracePt t="60333" x="3671888" y="6256338"/>
          <p14:tracePt t="60341" x="3730625" y="6248400"/>
          <p14:tracePt t="60352" x="3787775" y="6248400"/>
          <p14:tracePt t="60370" x="3919538" y="6226175"/>
          <p14:tracePt t="60387" x="4041775" y="6219825"/>
          <p14:tracePt t="60403" x="4106863" y="6219825"/>
          <p14:tracePt t="60420" x="4122738" y="6219825"/>
          <p14:tracePt t="60436" x="4129088" y="6219825"/>
          <p14:tracePt t="60453" x="4137025" y="6219825"/>
          <p14:tracePt t="60470" x="4143375" y="6219825"/>
          <p14:tracePt t="60504" x="4157663" y="6219825"/>
          <p14:tracePt t="60519" x="4173538" y="6219825"/>
          <p14:tracePt t="60536" x="4202113" y="6219825"/>
          <p14:tracePt t="60555" x="4275138" y="6219825"/>
          <p14:tracePt t="60570" x="4340225" y="6219825"/>
          <p14:tracePt t="60587" x="4376738" y="6219825"/>
          <p14:tracePt t="60594" x="4433888" y="6219825"/>
          <p14:tracePt t="60604" x="4456113" y="6219825"/>
          <p14:tracePt t="60619" x="4498975" y="6219825"/>
          <p14:tracePt t="60636" x="4543425" y="6219825"/>
          <p14:tracePt t="60652" x="4608513" y="6219825"/>
          <p14:tracePt t="60669" x="4702175" y="6219825"/>
          <p14:tracePt t="60686" x="4803775" y="6219825"/>
          <p14:tracePt t="60703" x="4905375" y="6219825"/>
          <p14:tracePt t="60719" x="4964113" y="6219825"/>
          <p14:tracePt t="60736" x="5014913" y="6219825"/>
          <p14:tracePt t="60753" x="5102225" y="6226175"/>
          <p14:tracePt t="60769" x="5153025" y="6234113"/>
          <p14:tracePt t="60786" x="5311775" y="6256338"/>
          <p14:tracePt t="60803" x="5407025" y="6262688"/>
          <p14:tracePt t="60820" x="5478463" y="6270625"/>
          <p14:tracePt t="60836" x="5522913" y="6276975"/>
          <p14:tracePt t="60853" x="5559425" y="6284913"/>
          <p14:tracePt t="60869" x="5588000" y="6291263"/>
          <p14:tracePt t="60886" x="5616575" y="6291263"/>
          <p14:tracePt t="60903" x="5661025" y="6291263"/>
          <p14:tracePt t="60919" x="5667375" y="6299200"/>
          <p14:tracePt t="60936" x="5681663" y="6299200"/>
          <p14:tracePt t="60952" x="5689600" y="6299200"/>
          <p14:tracePt t="60970" x="5732463" y="6307138"/>
          <p14:tracePt t="60986" x="5762625" y="6321425"/>
          <p14:tracePt t="61003" x="5799138" y="6321425"/>
          <p14:tracePt t="61019" x="5827713" y="6342063"/>
          <p14:tracePt t="61036" x="5834063" y="6342063"/>
          <p14:tracePt t="61053" x="5842000" y="6342063"/>
          <p14:tracePt t="61071" x="5870575" y="6350000"/>
          <p14:tracePt t="61086" x="5892800" y="6350000"/>
          <p14:tracePt t="61094" x="5907088" y="6350000"/>
          <p14:tracePt t="61103" x="5921375" y="6357938"/>
          <p14:tracePt t="61119" x="5935663" y="6364288"/>
          <p14:tracePt t="61136" x="5943600" y="6364288"/>
          <p14:tracePt t="61154" x="5957888" y="6372225"/>
          <p14:tracePt t="61170" x="5972175" y="6372225"/>
          <p14:tracePt t="61186" x="5980113" y="6372225"/>
          <p14:tracePt t="61203" x="5986463" y="6378575"/>
          <p14:tracePt t="61255" x="5994400" y="6386513"/>
          <p14:tracePt t="61278" x="6002338" y="6392863"/>
          <p14:tracePt t="61367" x="6022975" y="6400800"/>
          <p14:tracePt t="61378" x="6045200" y="6408738"/>
          <p14:tracePt t="61388" x="6059488" y="6408738"/>
          <p14:tracePt t="61403" x="6088063" y="6386513"/>
          <p14:tracePt t="61420" x="6103938" y="6342063"/>
          <p14:tracePt t="61765" x="6110288" y="6342063"/>
          <p14:tracePt t="61778" x="6138863" y="6350000"/>
          <p14:tracePt t="61805" x="6161088" y="6357938"/>
          <p14:tracePt t="61820" x="6169025" y="6357938"/>
          <p14:tracePt t="61836" x="6205538" y="6357938"/>
          <p14:tracePt t="61853" x="6313488" y="6372225"/>
          <p14:tracePt t="61870" x="6437313" y="6423025"/>
          <p14:tracePt t="61887" x="6683375" y="6480175"/>
          <p14:tracePt t="61903" x="7002463" y="6538913"/>
          <p14:tracePt t="61920" x="7337425" y="6567488"/>
          <p14:tracePt t="61936" x="7693025" y="6626225"/>
          <p14:tracePt t="61954" x="8142288" y="6691313"/>
          <p14:tracePt t="61970" x="8353425" y="6719888"/>
          <p14:tracePt t="61987" x="8585200" y="6734175"/>
          <p14:tracePt t="62003" x="8766175" y="6734175"/>
          <p14:tracePt t="62020" x="8940800" y="6734175"/>
          <p14:tracePt t="62036" x="9144000" y="6734175"/>
          <p14:tracePt t="62053" x="9339263" y="6734175"/>
          <p14:tracePt t="62070" x="9528175" y="6691313"/>
          <p14:tracePt t="62087" x="9688513" y="6646863"/>
          <p14:tracePt t="62094" x="9761538" y="6618288"/>
          <p14:tracePt t="62103" x="9804400" y="6611938"/>
          <p14:tracePt t="62120" x="9869488" y="6589713"/>
          <p14:tracePt t="62137" x="9948863" y="6545263"/>
          <p14:tracePt t="62154" x="10080625" y="6494463"/>
          <p14:tracePt t="62170" x="10152063" y="6465888"/>
          <p14:tracePt t="62187" x="10247313" y="6429375"/>
          <p14:tracePt t="62204" x="10320338" y="6408738"/>
          <p14:tracePt t="62221" x="10391775" y="6392863"/>
          <p14:tracePt t="62237" x="10487025" y="6386513"/>
          <p14:tracePt t="62253" x="10552113" y="6386513"/>
          <p14:tracePt t="62270" x="10580688" y="6386513"/>
          <p14:tracePt t="62287" x="10594975" y="6386513"/>
          <p14:tracePt t="62374" x="10588625" y="6386513"/>
          <p14:tracePt t="62384" x="10558463" y="6386513"/>
          <p14:tracePt t="62390" x="10515600" y="6386513"/>
          <p14:tracePt t="62403" x="10421938" y="6423025"/>
          <p14:tracePt t="62420" x="10298113" y="6451600"/>
          <p14:tracePt t="62437" x="10188575" y="6480175"/>
          <p14:tracePt t="62453" x="10050463" y="6494463"/>
          <p14:tracePt t="62470" x="9891713" y="6494463"/>
          <p14:tracePt t="62486" x="9745663" y="6494463"/>
          <p14:tracePt t="62503" x="9615488" y="6480175"/>
          <p14:tracePt t="62520" x="9536113" y="6473825"/>
          <p14:tracePt t="62537" x="9477375" y="6451600"/>
          <p14:tracePt t="62555" x="9412288" y="6429375"/>
          <p14:tracePt t="62570" x="9361488" y="6415088"/>
          <p14:tracePt t="62587" x="9324975" y="6408738"/>
          <p14:tracePt t="62594" x="9304338" y="6408738"/>
          <p14:tracePt t="62603" x="9274175" y="6392863"/>
          <p14:tracePt t="62622" x="9231313" y="6392863"/>
          <p14:tracePt t="62637" x="9180513" y="6392863"/>
          <p14:tracePt t="62653" x="9129713" y="6392863"/>
          <p14:tracePt t="62671" x="9078913" y="6400800"/>
          <p14:tracePt t="62687" x="8991600" y="6437313"/>
          <p14:tracePt t="62703" x="8904288" y="6473825"/>
          <p14:tracePt t="62720" x="8788400" y="6530975"/>
          <p14:tracePt t="62737" x="8701088" y="6567488"/>
          <p14:tracePt t="62754" x="8542338" y="6626225"/>
          <p14:tracePt t="62770" x="8455025" y="6662738"/>
          <p14:tracePt t="62787" x="8353425" y="6691313"/>
          <p14:tracePt t="62804" x="8201025" y="6719888"/>
          <p14:tracePt t="62821" x="8026400" y="6734175"/>
          <p14:tracePt t="62837" x="7845425" y="6734175"/>
          <p14:tracePt t="62854" x="7713663" y="6734175"/>
          <p14:tracePt t="62870" x="7577138" y="6734175"/>
          <p14:tracePt t="62887" x="7431088" y="6734175"/>
          <p14:tracePt t="62903" x="7264400" y="6734175"/>
          <p14:tracePt t="62920" x="7010400" y="6734175"/>
          <p14:tracePt t="62937" x="6756400" y="6713538"/>
          <p14:tracePt t="62954" x="6545263" y="6697663"/>
          <p14:tracePt t="62970" x="6307138" y="6691313"/>
          <p14:tracePt t="62987" x="6211888" y="6691313"/>
          <p14:tracePt t="63004" x="6154738" y="6691313"/>
          <p14:tracePt t="63020" x="6132513" y="6691313"/>
          <p14:tracePt t="63038" x="6103938" y="6677025"/>
          <p14:tracePt t="63070" x="6088063" y="6677025"/>
          <p14:tracePt t="63086" x="6067425" y="6669088"/>
          <p14:tracePt t="63103" x="6022975" y="6654800"/>
          <p14:tracePt t="63120" x="5935663" y="6640513"/>
          <p14:tracePt t="63137" x="5892800" y="6618288"/>
          <p14:tracePt t="63153" x="5878513" y="6618288"/>
          <p14:tracePt t="63250" x="5864225" y="6611938"/>
          <p14:tracePt t="63258" x="5856288" y="6604000"/>
          <p14:tracePt t="63266" x="5849938" y="6589713"/>
          <p14:tracePt t="63274" x="5827713" y="6561138"/>
          <p14:tracePt t="63286" x="5791200" y="6524625"/>
          <p14:tracePt t="63303" x="5653088" y="6451600"/>
          <p14:tracePt t="63320" x="5435600" y="6364288"/>
          <p14:tracePt t="63336" x="5291138" y="6313488"/>
          <p14:tracePt t="63353" x="5195888" y="6307138"/>
          <p14:tracePt t="63370" x="5153025" y="6291263"/>
          <p14:tracePt t="63386" x="5138738" y="6284913"/>
          <p14:tracePt t="63403" x="5116513" y="6284913"/>
          <p14:tracePt t="63420" x="5057775" y="6256338"/>
          <p14:tracePt t="63436" x="4970463" y="6219825"/>
          <p14:tracePt t="63453" x="4868863" y="6205538"/>
          <p14:tracePt t="63470" x="4797425" y="6189663"/>
          <p14:tracePt t="63486" x="4752975" y="6189663"/>
          <p14:tracePt t="63503" x="4732338" y="6183313"/>
          <p14:tracePt t="63520" x="4710113" y="6183313"/>
          <p14:tracePt t="63536" x="4673600" y="6175375"/>
          <p14:tracePt t="63554" x="4594225" y="6161088"/>
          <p14:tracePt t="63570" x="4557713" y="6161088"/>
          <p14:tracePt t="63586" x="4529138" y="6154738"/>
          <p14:tracePt t="63603" x="4506913" y="6146800"/>
          <p14:tracePt t="63620" x="4478338" y="6146800"/>
          <p14:tracePt t="63636" x="4427538" y="6138863"/>
          <p14:tracePt t="63653" x="4391025" y="6132513"/>
          <p14:tracePt t="63670" x="4376738" y="6132513"/>
          <p14:tracePt t="63686" x="4368800" y="6132513"/>
          <p14:tracePt t="63859" x="4405313" y="6132513"/>
          <p14:tracePt t="63867" x="4462463" y="6132513"/>
          <p14:tracePt t="63874" x="4529138" y="6124575"/>
          <p14:tracePt t="63886" x="4594225" y="6124575"/>
          <p14:tracePt t="63903" x="4752975" y="6124575"/>
          <p14:tracePt t="63920" x="4941888" y="6124575"/>
          <p14:tracePt t="63937" x="5108575" y="6124575"/>
          <p14:tracePt t="63953" x="5326063" y="6124575"/>
          <p14:tracePt t="63970" x="5472113" y="6124575"/>
          <p14:tracePt t="63987" x="5573713" y="6124575"/>
          <p14:tracePt t="64003" x="5638800" y="6124575"/>
          <p14:tracePt t="64020" x="5718175" y="6124575"/>
          <p14:tracePt t="64037" x="5834063" y="6124575"/>
          <p14:tracePt t="64053" x="5972175" y="6138863"/>
          <p14:tracePt t="64070" x="6081713" y="6154738"/>
          <p14:tracePt t="64087" x="6175375" y="6169025"/>
          <p14:tracePt t="64089" x="6189663" y="6175375"/>
          <p14:tracePt t="64103" x="6219825" y="6175375"/>
          <p14:tracePt t="64120" x="6262688" y="6183313"/>
          <p14:tracePt t="64137" x="6313488" y="6197600"/>
          <p14:tracePt t="64153" x="6415088" y="6205538"/>
          <p14:tracePt t="64170" x="6488113" y="6219825"/>
          <p14:tracePt t="64187" x="6516688" y="6226175"/>
          <p14:tracePt t="64203" x="6538913" y="6234113"/>
          <p14:tracePt t="64220" x="6567488" y="6248400"/>
          <p14:tracePt t="64237" x="6589713" y="6262688"/>
          <p14:tracePt t="64254" x="6618288" y="6284913"/>
          <p14:tracePt t="64270" x="6626225" y="6291263"/>
          <p14:tracePt t="64287" x="6626225" y="6299200"/>
          <p14:tracePt t="64303" x="6626225" y="6321425"/>
          <p14:tracePt t="64320" x="6626225" y="6335713"/>
          <p14:tracePt t="64338" x="6618288" y="6378575"/>
          <p14:tracePt t="64353" x="6589713" y="6408738"/>
          <p14:tracePt t="64370" x="6502400" y="6459538"/>
          <p14:tracePt t="64387" x="6372225" y="6524625"/>
          <p14:tracePt t="64403" x="6248400" y="6553200"/>
          <p14:tracePt t="64420" x="6124575" y="6561138"/>
          <p14:tracePt t="64437" x="6016625" y="6575425"/>
          <p14:tracePt t="64454" x="5878513" y="6575425"/>
          <p14:tracePt t="64470" x="5726113" y="6575425"/>
          <p14:tracePt t="64487" x="5522913" y="6575425"/>
          <p14:tracePt t="64503" x="5305425" y="6545263"/>
          <p14:tracePt t="64520" x="5094288" y="6516688"/>
          <p14:tracePt t="64537" x="4848225" y="6465888"/>
          <p14:tracePt t="64553" x="4710113" y="6429375"/>
          <p14:tracePt t="64570" x="4549775" y="6400800"/>
          <p14:tracePt t="64587" x="4391025" y="6378575"/>
          <p14:tracePt t="64603" x="4252913" y="6357938"/>
          <p14:tracePt t="64620" x="4122738" y="6335713"/>
          <p14:tracePt t="64637" x="3998913" y="6321425"/>
          <p14:tracePt t="64654" x="3852863" y="6299200"/>
          <p14:tracePt t="64670" x="3708400" y="6276975"/>
          <p14:tracePt t="64687" x="3563938" y="6256338"/>
          <p14:tracePt t="64703" x="3432175" y="6234113"/>
          <p14:tracePt t="64720" x="3324225" y="6226175"/>
          <p14:tracePt t="64737" x="3186113" y="6205538"/>
          <p14:tracePt t="64754" x="3084513" y="6189663"/>
          <p14:tracePt t="64770" x="3005138" y="6183313"/>
          <p14:tracePt t="64787" x="2924175" y="6183313"/>
          <p14:tracePt t="64804" x="2859088" y="6183313"/>
          <p14:tracePt t="64820" x="2779713" y="6183313"/>
          <p14:tracePt t="64838" x="2670175" y="6183313"/>
          <p14:tracePt t="64854" x="2532063" y="6169025"/>
          <p14:tracePt t="64870" x="2430463" y="6161088"/>
          <p14:tracePt t="64887" x="2373313" y="6154738"/>
          <p14:tracePt t="64904" x="2336800" y="6154738"/>
          <p14:tracePt t="64920" x="2308225" y="6154738"/>
          <p14:tracePt t="64937" x="2263775" y="6154738"/>
          <p14:tracePt t="64954" x="2176463" y="6154738"/>
          <p14:tracePt t="64970" x="2125663" y="6154738"/>
          <p14:tracePt t="64987" x="2082800" y="6154738"/>
          <p14:tracePt t="65004" x="2039938" y="6154738"/>
          <p14:tracePt t="65020" x="2003425" y="6161088"/>
          <p14:tracePt t="65037" x="1938338" y="6175375"/>
          <p14:tracePt t="65054" x="1879600" y="6175375"/>
          <p14:tracePt t="65070" x="1820863" y="6189663"/>
          <p14:tracePt t="65087" x="1749425" y="6189663"/>
          <p14:tracePt t="65090" x="1719263" y="6189663"/>
          <p14:tracePt t="65104" x="1668463" y="6189663"/>
          <p14:tracePt t="65120" x="1582738" y="6189663"/>
          <p14:tracePt t="65137" x="1436688" y="6189663"/>
          <p14:tracePt t="65154" x="1363663" y="6189663"/>
          <p14:tracePt t="65170" x="1328738" y="6189663"/>
          <p14:tracePt t="65187" x="1306513" y="6189663"/>
          <p14:tracePt t="65220" x="1298575" y="6189663"/>
          <p14:tracePt t="65237" x="1292225" y="6189663"/>
          <p14:tracePt t="65254" x="1284288" y="6189663"/>
          <p14:tracePt t="65270" x="1262063" y="6183313"/>
          <p14:tracePt t="65307" x="1262063" y="6175375"/>
          <p14:tracePt t="65331" x="1262063" y="6169025"/>
          <p14:tracePt t="65338" x="1262063" y="6161088"/>
          <p14:tracePt t="65354" x="1262063" y="6154738"/>
          <p14:tracePt t="65370" x="1255713" y="6154738"/>
          <p14:tracePt t="65387" x="1255713" y="6146800"/>
          <p14:tracePt t="65404" x="1255713" y="6132513"/>
          <p14:tracePt t="65420" x="1262063" y="6118225"/>
          <p14:tracePt t="65437" x="1270000" y="6110288"/>
          <p14:tracePt t="65454" x="1284288" y="6088063"/>
          <p14:tracePt t="65470" x="1292225" y="6081713"/>
          <p14:tracePt t="65487" x="1312863" y="6059488"/>
          <p14:tracePt t="65504" x="1328738" y="6053138"/>
          <p14:tracePt t="65521" x="1363663" y="6037263"/>
          <p14:tracePt t="65537" x="1371600" y="6030913"/>
          <p14:tracePt t="65554" x="1385888" y="6022975"/>
          <p14:tracePt t="65570" x="1408113" y="6016625"/>
          <p14:tracePt t="65587" x="1430338" y="6016625"/>
          <p14:tracePt t="65604" x="1481138" y="6016625"/>
          <p14:tracePt t="65620" x="1560513" y="6016625"/>
          <p14:tracePt t="65637" x="1617663" y="6016625"/>
          <p14:tracePt t="65654" x="1662113" y="6016625"/>
          <p14:tracePt t="65671" x="1698625" y="6016625"/>
          <p14:tracePt t="65687" x="1749425" y="6016625"/>
          <p14:tracePt t="65704" x="1857375" y="6016625"/>
          <p14:tracePt t="65720" x="1973263" y="6016625"/>
          <p14:tracePt t="65737" x="2111375" y="6016625"/>
          <p14:tracePt t="65754" x="2263775" y="6016625"/>
          <p14:tracePt t="65771" x="2373313" y="6016625"/>
          <p14:tracePt t="65787" x="2525713" y="6016625"/>
          <p14:tracePt t="65804" x="2757488" y="6037263"/>
          <p14:tracePt t="65821" x="2938463" y="6059488"/>
          <p14:tracePt t="65837" x="3076575" y="6073775"/>
          <p14:tracePt t="65854" x="3186113" y="6096000"/>
          <p14:tracePt t="65871" x="3259138" y="6110288"/>
          <p14:tracePt t="65887" x="3352800" y="6124575"/>
          <p14:tracePt t="65904" x="3417888" y="6138863"/>
          <p14:tracePt t="65921" x="3476625" y="6138863"/>
          <p14:tracePt t="65937" x="3505200" y="6138863"/>
          <p14:tracePt t="65971" x="3519488" y="6138863"/>
          <p14:tracePt t="65987" x="3541713" y="6138863"/>
          <p14:tracePt t="66004" x="3578225" y="6138863"/>
          <p14:tracePt t="66020" x="3614738" y="6138863"/>
          <p14:tracePt t="66037" x="3649663" y="6138863"/>
          <p14:tracePt t="66054" x="3657600" y="6138863"/>
          <p14:tracePt t="66071" x="3679825" y="6138863"/>
          <p14:tracePt t="66088" x="3708400" y="6132513"/>
          <p14:tracePt t="66090" x="3736975" y="6118225"/>
          <p14:tracePt t="66104" x="3787775" y="6103938"/>
          <p14:tracePt t="66121" x="3868738" y="6088063"/>
          <p14:tracePt t="66137" x="3990975" y="6059488"/>
          <p14:tracePt t="66154" x="4129088" y="6045200"/>
          <p14:tracePt t="66171" x="4194175" y="6045200"/>
          <p14:tracePt t="66187" x="4259263" y="6045200"/>
          <p14:tracePt t="66204" x="4346575" y="6045200"/>
          <p14:tracePt t="66221" x="4462463" y="6045200"/>
          <p14:tracePt t="66237" x="4579938" y="6045200"/>
          <p14:tracePt t="66254" x="4687888" y="6045200"/>
          <p14:tracePt t="66271" x="4775200" y="6045200"/>
          <p14:tracePt t="66287" x="4833938" y="6045200"/>
          <p14:tracePt t="66304" x="4876800" y="6045200"/>
          <p14:tracePt t="66321" x="4935538" y="6045200"/>
          <p14:tracePt t="66337" x="5094288" y="6045200"/>
          <p14:tracePt t="66354" x="5210175" y="6045200"/>
          <p14:tracePt t="66371" x="5326063" y="6059488"/>
          <p14:tracePt t="66387" x="5392738" y="6067425"/>
          <p14:tracePt t="66404" x="5435600" y="6073775"/>
          <p14:tracePt t="66421" x="5486400" y="6081713"/>
          <p14:tracePt t="66437" x="5588000" y="6096000"/>
          <p14:tracePt t="66454" x="5726113" y="6110288"/>
          <p14:tracePt t="66471" x="5892800" y="6132513"/>
          <p14:tracePt t="66487" x="6037263" y="6132513"/>
          <p14:tracePt t="66504" x="6132513" y="6132513"/>
          <p14:tracePt t="66521" x="6197600" y="6138863"/>
          <p14:tracePt t="66537" x="6248400" y="6146800"/>
          <p14:tracePt t="66554" x="6313488" y="6146800"/>
          <p14:tracePt t="66571" x="6386513" y="6161088"/>
          <p14:tracePt t="66588" x="6443663" y="6169025"/>
          <p14:tracePt t="66604" x="6473825" y="6175375"/>
          <p14:tracePt t="66621" x="6494463" y="6175375"/>
          <p14:tracePt t="66638" x="6524625" y="6175375"/>
          <p14:tracePt t="66654" x="6581775" y="6197600"/>
          <p14:tracePt t="66671" x="6654800" y="6219825"/>
          <p14:tracePt t="66688" x="6719888" y="6234113"/>
          <p14:tracePt t="66704" x="6764338" y="6248400"/>
          <p14:tracePt t="66721" x="6784975" y="6256338"/>
          <p14:tracePt t="66737" x="6799263" y="6262688"/>
          <p14:tracePt t="66754" x="6843713" y="6284913"/>
          <p14:tracePt t="66772" x="6880225" y="6307138"/>
          <p14:tracePt t="66788" x="6916738" y="6321425"/>
          <p14:tracePt t="66804" x="6937375" y="6335713"/>
          <p14:tracePt t="66838" x="6937375" y="6342063"/>
          <p14:tracePt t="66855" x="6945313" y="6364288"/>
          <p14:tracePt t="66871" x="6951663" y="6386513"/>
          <p14:tracePt t="66888" x="6959600" y="6408738"/>
          <p14:tracePt t="66904" x="6959600" y="6429375"/>
          <p14:tracePt t="66921" x="6959600" y="6473825"/>
          <p14:tracePt t="66938" x="6937375" y="6502400"/>
          <p14:tracePt t="66954" x="6900863" y="6530975"/>
          <p14:tracePt t="66971" x="6850063" y="6567488"/>
          <p14:tracePt t="66987" x="6799263" y="6581775"/>
          <p14:tracePt t="67004" x="6727825" y="6604000"/>
          <p14:tracePt t="67021" x="6646863" y="6626225"/>
          <p14:tracePt t="67038" x="6553200" y="6626225"/>
          <p14:tracePt t="67054" x="6473825" y="6640513"/>
          <p14:tracePt t="67072" x="6423025" y="6640513"/>
          <p14:tracePt t="67088" x="6372225" y="6640513"/>
          <p14:tracePt t="67090" x="6342063" y="6640513"/>
          <p14:tracePt t="67104" x="6307138" y="6640513"/>
          <p14:tracePt t="67121" x="6197600" y="6640513"/>
          <p14:tracePt t="67138" x="6154738" y="6640513"/>
          <p14:tracePt t="67154" x="6124575" y="6640513"/>
          <p14:tracePt t="67171" x="6096000" y="6640513"/>
          <p14:tracePt t="67188" x="6081713" y="6632575"/>
          <p14:tracePt t="67204" x="6059488" y="6632575"/>
          <p14:tracePt t="67221" x="6030913" y="6626225"/>
          <p14:tracePt t="67238" x="6002338" y="6618288"/>
          <p14:tracePt t="67254" x="5986463" y="6611938"/>
          <p14:tracePt t="67271" x="5986463" y="6604000"/>
          <p14:tracePt t="67304" x="5980113" y="6589713"/>
          <p14:tracePt t="67321" x="5980113" y="6567488"/>
          <p14:tracePt t="67338" x="5980113" y="6516688"/>
          <p14:tracePt t="67354" x="6002338" y="6465888"/>
          <p14:tracePt t="67371" x="6037263" y="6423025"/>
          <p14:tracePt t="67388" x="6088063" y="6386513"/>
          <p14:tracePt t="67404" x="6132513" y="6350000"/>
          <p14:tracePt t="67421" x="6175375" y="6327775"/>
          <p14:tracePt t="67438" x="6197600" y="6321425"/>
          <p14:tracePt t="67454" x="6240463" y="6307138"/>
          <p14:tracePt t="67471" x="6276975" y="6299200"/>
          <p14:tracePt t="67488" x="6327775" y="6299200"/>
          <p14:tracePt t="67505" x="6400800" y="6284913"/>
          <p14:tracePt t="67522" x="6524625" y="6284913"/>
          <p14:tracePt t="67538" x="6604000" y="6284913"/>
          <p14:tracePt t="67554" x="6691313" y="6284913"/>
          <p14:tracePt t="67571" x="6784975" y="6307138"/>
          <p14:tracePt t="67588" x="6886575" y="6342063"/>
          <p14:tracePt t="67605" x="6988175" y="6386513"/>
          <p14:tracePt t="67621" x="7097713" y="6415088"/>
          <p14:tracePt t="67638" x="7185025" y="6437313"/>
          <p14:tracePt t="67655" x="7242175" y="6459538"/>
          <p14:tracePt t="67671" x="7315200" y="6473825"/>
          <p14:tracePt t="67688" x="7394575" y="6480175"/>
          <p14:tracePt t="67704" x="7532688" y="6480175"/>
          <p14:tracePt t="67721" x="7713663" y="6480175"/>
          <p14:tracePt t="67738" x="8004175" y="6357938"/>
          <p14:tracePt t="67755" x="8178800" y="6256338"/>
          <p14:tracePt t="67772" x="8389938" y="6138863"/>
          <p14:tracePt t="67788" x="8621713" y="6045200"/>
          <p14:tracePt t="67804" x="8867775" y="6002338"/>
          <p14:tracePt t="67821" x="9166225" y="5951538"/>
          <p14:tracePt t="67838" x="9390063" y="5907088"/>
          <p14:tracePt t="67854" x="9558338" y="5892800"/>
          <p14:tracePt t="67872" x="9615488" y="5864225"/>
          <p14:tracePt t="67888" x="9615488" y="5856288"/>
          <p14:tracePt t="67904" x="9615488" y="5842000"/>
          <p14:tracePt t="67921" x="9578975" y="5791200"/>
          <p14:tracePt t="67938" x="9536113" y="5726113"/>
          <p14:tracePt t="67955" x="9521825" y="5711825"/>
          <p14:tracePt t="67971" x="9485313" y="5675313"/>
          <p14:tracePt t="67988" x="9440863" y="5630863"/>
          <p14:tracePt t="68005" x="9355138" y="5580063"/>
          <p14:tracePt t="68021" x="9310688" y="5522913"/>
          <p14:tracePt t="68038" x="9253538" y="5435600"/>
          <p14:tracePt t="68055" x="9217025" y="5356225"/>
          <p14:tracePt t="68072" x="9202738" y="5291138"/>
          <p14:tracePt t="68088" x="9186863" y="5232400"/>
          <p14:tracePt t="68091" x="9186863" y="5195888"/>
          <p14:tracePt t="68104" x="9186863" y="5167313"/>
          <p14:tracePt t="68121" x="9186863" y="5057775"/>
          <p14:tracePt t="68138" x="9186863" y="4986338"/>
          <p14:tracePt t="68155" x="9217025" y="4913313"/>
          <p14:tracePt t="68171" x="9253538" y="4818063"/>
          <p14:tracePt t="68188" x="9288463" y="4732338"/>
          <p14:tracePt t="68205" x="9339263" y="4630738"/>
          <p14:tracePt t="68221" x="9405938" y="4549775"/>
          <p14:tracePt t="68238" x="9463088" y="4462463"/>
          <p14:tracePt t="68255" x="9528175" y="4391025"/>
          <p14:tracePt t="68271" x="9601200" y="4318000"/>
          <p14:tracePt t="68288" x="9659938" y="4259263"/>
          <p14:tracePt t="68305" x="9739313" y="4208463"/>
          <p14:tracePt t="68321" x="9847263" y="4165600"/>
          <p14:tracePt t="68338" x="9920288" y="4151313"/>
          <p14:tracePt t="68355" x="10029825" y="4143375"/>
          <p14:tracePt t="68371" x="10137775" y="4122738"/>
          <p14:tracePt t="68388" x="10247313" y="4122738"/>
          <p14:tracePt t="68405" x="10371138" y="4122738"/>
          <p14:tracePt t="68421" x="10479088" y="4122738"/>
          <p14:tracePt t="68438" x="10580688" y="4143375"/>
          <p14:tracePt t="68455" x="10690225" y="4179888"/>
          <p14:tracePt t="68471" x="10769600" y="4216400"/>
          <p14:tracePt t="68488" x="10856913" y="4267200"/>
          <p14:tracePt t="68505" x="10958513" y="4346575"/>
          <p14:tracePt t="68521" x="11037888" y="4411663"/>
          <p14:tracePt t="68538" x="11082338" y="4470400"/>
          <p14:tracePt t="68555" x="11125200" y="4543425"/>
          <p14:tracePt t="68571" x="11176000" y="4622800"/>
          <p14:tracePt t="68588" x="11204575" y="4702175"/>
          <p14:tracePt t="68605" x="11249025" y="4803775"/>
          <p14:tracePt t="68622" x="11269663" y="4905375"/>
          <p14:tracePt t="68638" x="11299825" y="5000625"/>
          <p14:tracePt t="68655" x="11306175" y="5080000"/>
          <p14:tracePt t="68671" x="11306175" y="5167313"/>
          <p14:tracePt t="68688" x="11306175" y="5224463"/>
          <p14:tracePt t="68705" x="11277600" y="5348288"/>
          <p14:tracePt t="68721" x="11241088" y="5443538"/>
          <p14:tracePt t="68738" x="11190288" y="5522913"/>
          <p14:tracePt t="68755" x="11147425" y="5580063"/>
          <p14:tracePt t="68771" x="11096625" y="5630863"/>
          <p14:tracePt t="68788" x="11001375" y="5711825"/>
          <p14:tracePt t="68805" x="10885488" y="5776913"/>
          <p14:tracePt t="68822" x="10741025" y="5849938"/>
          <p14:tracePt t="68838" x="10580688" y="5929313"/>
          <p14:tracePt t="68855" x="10450513" y="6002338"/>
          <p14:tracePt t="68872" x="10334625" y="6045200"/>
          <p14:tracePt t="68888" x="10233025" y="6081713"/>
          <p14:tracePt t="68905" x="10066338" y="6118225"/>
          <p14:tracePt t="68921" x="9985375" y="6124575"/>
          <p14:tracePt t="68938" x="9948863" y="6124575"/>
          <p14:tracePt t="68955" x="9906000" y="6124575"/>
          <p14:tracePt t="68971" x="9863138" y="6124575"/>
          <p14:tracePt t="68988" x="9767888" y="6110288"/>
          <p14:tracePt t="69005" x="9680575" y="6073775"/>
          <p14:tracePt t="69022" x="9615488" y="6037263"/>
          <p14:tracePt t="69038" x="9601200" y="6030913"/>
          <p14:tracePt t="69055" x="9593263" y="6022975"/>
          <p14:tracePt t="69072" x="9593263" y="6002338"/>
          <p14:tracePt t="69088" x="9593263" y="5965825"/>
          <p14:tracePt t="69091" x="9593263" y="5935663"/>
          <p14:tracePt t="69105" x="9593263" y="5856288"/>
          <p14:tracePt t="69122" x="9609138" y="5783263"/>
          <p14:tracePt t="69138" x="9644063" y="5703888"/>
          <p14:tracePt t="69155" x="9666288" y="5653088"/>
          <p14:tracePt t="69172" x="9694863" y="5610225"/>
          <p14:tracePt t="69188" x="9710738" y="5588000"/>
          <p14:tracePt t="69205" x="9739313" y="5551488"/>
          <p14:tracePt t="69222" x="9761538" y="5529263"/>
          <p14:tracePt t="69238" x="9782175" y="5514975"/>
          <p14:tracePt t="69256" x="9796463" y="5500688"/>
          <p14:tracePt t="69272" x="9812338" y="5494338"/>
          <p14:tracePt t="69288" x="9832975" y="5478463"/>
          <p14:tracePt t="69305" x="9877425" y="5449888"/>
          <p14:tracePt t="69322" x="9898063" y="5427663"/>
          <p14:tracePt t="69338" x="9913938" y="5407025"/>
          <p14:tracePt t="69355" x="9928225" y="5399088"/>
          <p14:tracePt t="69372" x="9934575" y="5392738"/>
          <p14:tracePt t="69388" x="9948863" y="5384800"/>
          <p14:tracePt t="69405" x="9948863" y="5376863"/>
          <p14:tracePt t="69563" x="9934575" y="5376863"/>
          <p14:tracePt t="69571" x="9920288" y="5376863"/>
          <p14:tracePt t="69579" x="9898063" y="5376863"/>
          <p14:tracePt t="69588" x="9863138" y="5376863"/>
          <p14:tracePt t="69605" x="9775825" y="5376863"/>
          <p14:tracePt t="69622" x="9644063" y="5376863"/>
          <p14:tracePt t="69639" x="9513888" y="5376863"/>
          <p14:tracePt t="69655" x="9398000" y="5376863"/>
          <p14:tracePt t="69672" x="9288463" y="5376863"/>
          <p14:tracePt t="69688" x="9217025" y="5376863"/>
          <p14:tracePt t="69705" x="9121775" y="5376863"/>
          <p14:tracePt t="69722" x="9028113" y="5376863"/>
          <p14:tracePt t="69738" x="8969375" y="5362575"/>
          <p14:tracePt t="69755" x="8918575" y="5356225"/>
          <p14:tracePt t="69772" x="8897938" y="5348288"/>
          <p14:tracePt t="69789" x="8890000" y="5341938"/>
          <p14:tracePt t="69805" x="8875713" y="5334000"/>
          <p14:tracePt t="69822" x="8853488" y="5283200"/>
          <p14:tracePt t="69838" x="8824913" y="5240338"/>
          <p14:tracePt t="69855" x="8802688" y="5189538"/>
          <p14:tracePt t="69872" x="8796338" y="5153025"/>
          <p14:tracePt t="69888" x="8796338" y="5102225"/>
          <p14:tracePt t="69905" x="8796338" y="5043488"/>
          <p14:tracePt t="69922" x="8816975" y="4935538"/>
          <p14:tracePt t="69939" x="8853488" y="4848225"/>
          <p14:tracePt t="69955" x="8897938" y="4783138"/>
          <p14:tracePt t="69972" x="8969375" y="4702175"/>
          <p14:tracePt t="69989" x="9028113" y="4622800"/>
          <p14:tracePt t="70005" x="9093200" y="4572000"/>
          <p14:tracePt t="70022" x="9166225" y="4521200"/>
          <p14:tracePt t="70039" x="9217025" y="4492625"/>
          <p14:tracePt t="70055" x="9304338" y="4462463"/>
          <p14:tracePt t="70073" x="9398000" y="4419600"/>
          <p14:tracePt t="70089" x="9499600" y="4405313"/>
          <p14:tracePt t="70091" x="9542463" y="4405313"/>
          <p14:tracePt t="70105" x="9659938" y="4383088"/>
          <p14:tracePt t="70122" x="9753600" y="4376738"/>
          <p14:tracePt t="70139" x="9832975" y="4368800"/>
          <p14:tracePt t="70155" x="9920288" y="4368800"/>
          <p14:tracePt t="70172" x="9993313" y="4346575"/>
          <p14:tracePt t="70189" x="10086975" y="4332288"/>
          <p14:tracePt t="70205" x="10137775" y="4325938"/>
          <p14:tracePt t="70222" x="10182225" y="4325938"/>
          <p14:tracePt t="70239" x="10218738" y="4325938"/>
          <p14:tracePt t="70255" x="10261600" y="4325938"/>
          <p14:tracePt t="70272" x="10355263" y="4325938"/>
          <p14:tracePt t="70289" x="10464800" y="4354513"/>
          <p14:tracePt t="70305" x="10639425" y="4397375"/>
          <p14:tracePt t="70322" x="10741025" y="4433888"/>
          <p14:tracePt t="70339" x="10806113" y="4470400"/>
          <p14:tracePt t="70355" x="10863263" y="4478338"/>
          <p14:tracePt t="70372" x="10914063" y="4513263"/>
          <p14:tracePt t="70388" x="10972800" y="4535488"/>
          <p14:tracePt t="70405" x="11023600" y="4557713"/>
          <p14:tracePt t="70422" x="11082338" y="4594225"/>
          <p14:tracePt t="70439" x="11139488" y="4622800"/>
          <p14:tracePt t="70455" x="11176000" y="4659313"/>
          <p14:tracePt t="70472" x="11226800" y="4702175"/>
          <p14:tracePt t="70489" x="11263313" y="4724400"/>
          <p14:tracePt t="70506" x="11291888" y="4760913"/>
          <p14:tracePt t="70522" x="11314113" y="4803775"/>
          <p14:tracePt t="70539" x="11336338" y="4833938"/>
          <p14:tracePt t="70555" x="11342688" y="4868863"/>
          <p14:tracePt t="70572" x="11350625" y="4884738"/>
          <p14:tracePt t="70589" x="11356975" y="4905375"/>
          <p14:tracePt t="70605" x="11356975" y="4941888"/>
          <p14:tracePt t="70622" x="11371263" y="4986338"/>
          <p14:tracePt t="70639" x="11371263" y="5014913"/>
          <p14:tracePt t="70655" x="11371263" y="5051425"/>
          <p14:tracePt t="70672" x="11371263" y="5080000"/>
          <p14:tracePt t="70689" x="11350625" y="5145088"/>
          <p14:tracePt t="70705" x="11314113" y="5195888"/>
          <p14:tracePt t="70722" x="11291888" y="5232400"/>
          <p14:tracePt t="70739" x="11255375" y="5254625"/>
          <p14:tracePt t="70756" x="11204575" y="5275263"/>
          <p14:tracePt t="70772" x="11161713" y="5291138"/>
          <p14:tracePt t="70789" x="11110913" y="5305425"/>
          <p14:tracePt t="70805" x="11060113" y="5319713"/>
          <p14:tracePt t="70822" x="11023600" y="5319713"/>
          <p14:tracePt t="70839" x="10964863" y="5326063"/>
          <p14:tracePt t="70855" x="10893425" y="5334000"/>
          <p14:tracePt t="70872" x="10806113" y="5334000"/>
          <p14:tracePt t="70890" x="10696575" y="5334000"/>
          <p14:tracePt t="70905" x="10645775" y="5334000"/>
          <p14:tracePt t="70922" x="10594975" y="5334000"/>
          <p14:tracePt t="70939" x="10558463" y="5334000"/>
          <p14:tracePt t="70955" x="10515600" y="5334000"/>
          <p14:tracePt t="70972" x="10464800" y="5334000"/>
          <p14:tracePt t="70989" x="10436225" y="5334000"/>
          <p14:tracePt t="71006" x="10399713" y="5334000"/>
          <p14:tracePt t="71022" x="10371138" y="5334000"/>
          <p14:tracePt t="71039" x="10340975" y="5334000"/>
          <p14:tracePt t="71056" x="10312400" y="5334000"/>
          <p14:tracePt t="71072" x="10275888" y="5334000"/>
          <p14:tracePt t="71089" x="10239375" y="5334000"/>
          <p14:tracePt t="71091" x="10218738" y="5334000"/>
          <p14:tracePt t="71106" x="10174288" y="5334000"/>
          <p14:tracePt t="71122" x="10131425" y="5334000"/>
          <p14:tracePt t="71139" x="10080625" y="5334000"/>
          <p14:tracePt t="71155" x="10029825" y="5334000"/>
          <p14:tracePt t="71172" x="9993313" y="5334000"/>
          <p14:tracePt t="71189" x="9948863" y="5348288"/>
          <p14:tracePt t="71206" x="9920288" y="5348288"/>
          <p14:tracePt t="71222" x="9883775" y="5348288"/>
          <p14:tracePt t="71239" x="9832975" y="5356225"/>
          <p14:tracePt t="71256" x="9775825" y="5356225"/>
          <p14:tracePt t="71273" x="9688513" y="5356225"/>
          <p14:tracePt t="71289" x="9666288" y="5356225"/>
          <p14:tracePt t="71306" x="9615488" y="5356225"/>
          <p14:tracePt t="71322" x="9578975" y="5356225"/>
          <p14:tracePt t="71339" x="9564688" y="5356225"/>
          <p14:tracePt t="71356" x="9542463" y="5356225"/>
          <p14:tracePt t="71372" x="9528175" y="5356225"/>
          <p14:tracePt t="71389" x="9513888" y="5356225"/>
          <p14:tracePt t="71406" x="9491663" y="5356225"/>
          <p14:tracePt t="71422" x="9485313" y="5356225"/>
          <p14:tracePt t="71439" x="9471025" y="5356225"/>
          <p14:tracePt t="71456" x="9456738" y="5356225"/>
          <p14:tracePt t="71472" x="9448800" y="5356225"/>
          <p14:tracePt t="71489" x="9440863" y="5356225"/>
          <p14:tracePt t="71506" x="9426575" y="5356225"/>
          <p14:tracePt t="71563" x="9420225" y="5356225"/>
          <p14:tracePt t="71578" x="9405938" y="5362575"/>
          <p14:tracePt t="71643" x="9398000" y="5362575"/>
          <p14:tracePt t="71771" x="9390063" y="5362575"/>
          <p14:tracePt t="71827" x="9383713" y="5362575"/>
          <p14:tracePt t="71843" x="9375775" y="5362575"/>
          <p14:tracePt t="71851" x="9369425" y="5362575"/>
          <p14:tracePt t="71859" x="9361488" y="5362575"/>
          <p14:tracePt t="71883" x="9355138" y="5362575"/>
          <p14:tracePt t="71899" x="9347200" y="5362575"/>
          <p14:tracePt t="71931" x="9339263" y="5362575"/>
          <p14:tracePt t="71939" x="9332913" y="5362575"/>
          <p14:tracePt t="71947" x="9324975" y="5362575"/>
          <p14:tracePt t="71956" x="9318625" y="5362575"/>
          <p14:tracePt t="71972" x="9310688" y="5362575"/>
          <p14:tracePt t="74347" x="9304338" y="5362575"/>
          <p14:tracePt t="74354" x="9288463" y="5362575"/>
          <p14:tracePt t="74378" x="9282113" y="5356225"/>
          <p14:tracePt t="74387" x="9267825" y="5348288"/>
          <p14:tracePt t="74394" x="9253538" y="5341938"/>
          <p14:tracePt t="74406" x="9209088" y="5326063"/>
          <p14:tracePt t="74423" x="9085263" y="5305425"/>
          <p14:tracePt t="74440" x="8745538" y="5254625"/>
          <p14:tracePt t="74457" x="8193088" y="5189538"/>
          <p14:tracePt t="74473" x="7199313" y="5051425"/>
          <p14:tracePt t="74490" x="6443663" y="4992688"/>
          <p14:tracePt t="74507" x="5675313" y="4978400"/>
          <p14:tracePt t="74523" x="4970463" y="4913313"/>
          <p14:tracePt t="74540" x="4456113" y="4826000"/>
          <p14:tracePt t="74557" x="4157663" y="4797425"/>
          <p14:tracePt t="74573" x="4013200" y="4783138"/>
          <p14:tracePt t="74590" x="3954463" y="4783138"/>
          <p14:tracePt t="74594" x="3940175" y="4783138"/>
          <p14:tracePt t="74607" x="3925888" y="4783138"/>
          <p14:tracePt t="74624" x="3903663" y="4783138"/>
          <p14:tracePt t="74641" x="3860800" y="4783138"/>
          <p14:tracePt t="74659" x="3716338" y="4783138"/>
          <p14:tracePt t="74674" x="3643313" y="4783138"/>
          <p14:tracePt t="74690" x="3367088" y="4767263"/>
          <p14:tracePt t="74707" x="3243263" y="4767263"/>
          <p14:tracePt t="74724" x="3186113" y="4767263"/>
          <p14:tracePt t="74741" x="3178175" y="4767263"/>
          <p14:tracePt t="74808" x="3171825" y="4767263"/>
          <p14:tracePt t="74944" x="3186113" y="4767263"/>
          <p14:tracePt t="74950" x="3222625" y="4775200"/>
          <p14:tracePt t="74957" x="3243263" y="4775200"/>
          <p14:tracePt t="74974" x="3338513" y="4783138"/>
          <p14:tracePt t="74991" x="3403600" y="4789488"/>
          <p14:tracePt t="75009" x="3432175" y="4803775"/>
          <p14:tracePt t="75024" x="3454400" y="4803775"/>
          <p14:tracePt t="75041" x="3462338" y="4803775"/>
          <p14:tracePt t="75058" x="3476625" y="4803775"/>
          <p14:tracePt t="75074" x="3497263" y="4803775"/>
          <p14:tracePt t="75190" x="3476625" y="4803775"/>
          <p14:tracePt t="75198" x="3417888" y="4803775"/>
          <p14:tracePt t="75207" x="3360738" y="4803775"/>
          <p14:tracePt t="75224" x="3222625" y="4803775"/>
          <p14:tracePt t="75241" x="3113088" y="4803775"/>
          <p14:tracePt t="75259" x="3033713" y="4803775"/>
          <p14:tracePt t="75275" x="3019425" y="4803775"/>
          <p14:tracePt t="75291" x="3005138" y="4811713"/>
          <p14:tracePt t="75421" x="3025775" y="4811713"/>
          <p14:tracePt t="75432" x="3062288" y="4811713"/>
          <p14:tracePt t="75440" x="3121025" y="4811713"/>
          <p14:tracePt t="75458" x="3279775" y="4818063"/>
          <p14:tracePt t="75474" x="3375025" y="4818063"/>
          <p14:tracePt t="75491" x="3440113" y="4840288"/>
          <p14:tracePt t="75507" x="3505200" y="4840288"/>
          <p14:tracePt t="75524" x="3563938" y="4848225"/>
          <p14:tracePt t="75541" x="3598863" y="4862513"/>
          <p14:tracePt t="75558" x="3614738" y="4862513"/>
          <p14:tracePt t="75646" x="3598863" y="4862513"/>
          <p14:tracePt t="75653" x="3548063" y="4854575"/>
          <p14:tracePt t="75661" x="3513138" y="4854575"/>
          <p14:tracePt t="75674" x="3432175" y="4854575"/>
          <p14:tracePt t="75691" x="3381375" y="4854575"/>
          <p14:tracePt t="75708" x="3367088" y="4854575"/>
          <p14:tracePt t="75860" x="3375025" y="4854575"/>
          <p14:tracePt t="75867" x="3403600" y="4854575"/>
          <p14:tracePt t="75875" x="3454400" y="4854575"/>
          <p14:tracePt t="75891" x="3533775" y="4854575"/>
          <p14:tracePt t="75907" x="3606800" y="4862513"/>
          <p14:tracePt t="75924" x="3649663" y="4862513"/>
          <p14:tracePt t="75941" x="3657600" y="4862513"/>
          <p14:tracePt t="75958" x="3665538" y="4862513"/>
          <p14:tracePt t="76246" x="3671888" y="4862513"/>
          <p14:tracePt t="76253" x="3694113" y="4862513"/>
          <p14:tracePt t="76264" x="3736975" y="4862513"/>
          <p14:tracePt t="76274" x="3933825" y="4862513"/>
          <p14:tracePt t="76291" x="4310063" y="4862513"/>
          <p14:tracePt t="76308" x="4862513" y="4862513"/>
          <p14:tracePt t="76324" x="5472113" y="4862513"/>
          <p14:tracePt t="76341" x="6103938" y="4862513"/>
          <p14:tracePt t="76358" x="6632575" y="4862513"/>
          <p14:tracePt t="76374" x="7185025" y="4862513"/>
          <p14:tracePt t="76391" x="7656513" y="4862513"/>
          <p14:tracePt t="76408" x="7997825" y="4862513"/>
          <p14:tracePt t="76424" x="8186738" y="4862513"/>
          <p14:tracePt t="76442" x="8345488" y="4862513"/>
          <p14:tracePt t="76458" x="8410575" y="4848225"/>
          <p14:tracePt t="76475" x="8469313" y="4833938"/>
          <p14:tracePt t="76491" x="8520113" y="4833938"/>
          <p14:tracePt t="76508" x="8593138" y="4826000"/>
          <p14:tracePt t="76525" x="8678863" y="4826000"/>
          <p14:tracePt t="76541" x="8766175" y="4826000"/>
          <p14:tracePt t="76558" x="8861425" y="4826000"/>
          <p14:tracePt t="76574" x="8932863" y="4826000"/>
          <p14:tracePt t="76591" x="8983663" y="4826000"/>
          <p14:tracePt t="76599" x="9005888" y="4826000"/>
          <p14:tracePt t="76608" x="9034463" y="4826000"/>
          <p14:tracePt t="76625" x="9093200" y="4826000"/>
          <p14:tracePt t="76643" x="9194800" y="4840288"/>
          <p14:tracePt t="76658" x="9223375" y="4848225"/>
          <p14:tracePt t="76674" x="9282113" y="4848225"/>
          <p14:tracePt t="76691" x="9288463" y="4848225"/>
          <p14:tracePt t="76749" x="9304338" y="4848225"/>
          <p14:tracePt t="76758" x="9310688" y="4848225"/>
          <p14:tracePt t="76767" x="9324975" y="4848225"/>
          <p14:tracePt t="76781" x="9332913" y="4848225"/>
          <p14:tracePt t="76838" x="9347200" y="4840288"/>
          <p14:tracePt t="76845" x="9361488" y="4833938"/>
          <p14:tracePt t="76858" x="9412288" y="4783138"/>
          <p14:tracePt t="76875" x="9440863" y="4760913"/>
          <p14:tracePt t="76892" x="9471025" y="4738688"/>
          <p14:tracePt t="76908" x="9491663" y="4738688"/>
          <p14:tracePt t="76925" x="9528175" y="4724400"/>
          <p14:tracePt t="76941" x="9572625" y="4716463"/>
          <p14:tracePt t="76958" x="9629775" y="4716463"/>
          <p14:tracePt t="76975" x="9674225" y="4716463"/>
          <p14:tracePt t="76991" x="9694863" y="4716463"/>
          <p14:tracePt t="77008" x="9725025" y="4716463"/>
          <p14:tracePt t="77025" x="9745663" y="4716463"/>
          <p14:tracePt t="77042" x="9790113" y="4716463"/>
          <p14:tracePt t="77058" x="9796463" y="4716463"/>
          <p14:tracePt t="77075" x="9812338" y="4716463"/>
          <p14:tracePt t="77091" x="9818688" y="4732338"/>
          <p14:tracePt t="77108" x="9840913" y="4767263"/>
          <p14:tracePt t="77125" x="9869488" y="4811713"/>
          <p14:tracePt t="77142" x="9906000" y="4854575"/>
          <p14:tracePt t="77159" x="9920288" y="4876800"/>
          <p14:tracePt t="77175" x="9920288" y="4891088"/>
          <p14:tracePt t="77191" x="9920288" y="4919663"/>
          <p14:tracePt t="77208" x="9920288" y="4956175"/>
          <p14:tracePt t="77225" x="9920288" y="5006975"/>
          <p14:tracePt t="77244" x="9920288" y="5057775"/>
          <p14:tracePt t="77258" x="9920288" y="5087938"/>
          <p14:tracePt t="77275" x="9920288" y="5108575"/>
          <p14:tracePt t="77291" x="9906000" y="5153025"/>
          <p14:tracePt t="77308" x="9877425" y="5189538"/>
          <p14:tracePt t="77325" x="9847263" y="5232400"/>
          <p14:tracePt t="77341" x="9826625" y="5268913"/>
          <p14:tracePt t="77358" x="9804400" y="5291138"/>
          <p14:tracePt t="77375" x="9790113" y="5297488"/>
          <p14:tracePt t="77391" x="9767888" y="5319713"/>
          <p14:tracePt t="77408" x="9753600" y="5334000"/>
          <p14:tracePt t="77425" x="9731375" y="5341938"/>
          <p14:tracePt t="77441" x="9717088" y="5348288"/>
          <p14:tracePt t="77459" x="9710738" y="5348288"/>
          <p14:tracePt t="77475" x="9694863" y="5348288"/>
          <p14:tracePt t="77492" x="9666288" y="5356225"/>
          <p14:tracePt t="77508" x="9644063" y="5362575"/>
          <p14:tracePt t="77526" x="9615488" y="5362575"/>
          <p14:tracePt t="77558" x="9609138" y="5362575"/>
          <p14:tracePt t="77575" x="9601200" y="5362575"/>
          <p14:tracePt t="77591" x="9593263" y="5362575"/>
          <p14:tracePt t="77610" x="9572625" y="5362575"/>
          <p14:tracePt t="77625" x="9564688" y="5356225"/>
          <p14:tracePt t="77642" x="9536113" y="5319713"/>
          <p14:tracePt t="77658" x="9528175" y="5297488"/>
          <p14:tracePt t="77675" x="9513888" y="5283200"/>
          <p14:tracePt t="77691" x="9513888" y="5268913"/>
          <p14:tracePt t="77708" x="9499600" y="5246688"/>
          <p14:tracePt t="77725" x="9499600" y="5232400"/>
          <p14:tracePt t="77741" x="9491663" y="5210175"/>
          <p14:tracePt t="77758" x="9491663" y="5195888"/>
          <p14:tracePt t="77775" x="9491663" y="5167313"/>
          <p14:tracePt t="77792" x="9491663" y="5145088"/>
          <p14:tracePt t="77808" x="9491663" y="5116513"/>
          <p14:tracePt t="77826" x="9491663" y="5072063"/>
          <p14:tracePt t="77842" x="9491663" y="5051425"/>
          <p14:tracePt t="77858" x="9491663" y="5029200"/>
          <p14:tracePt t="77875" x="9491663" y="5006975"/>
          <p14:tracePt t="77892" x="9491663" y="4978400"/>
          <p14:tracePt t="77908" x="9491663" y="4970463"/>
          <p14:tracePt t="77925" x="9491663" y="4949825"/>
          <p14:tracePt t="77941" x="9499600" y="4919663"/>
          <p14:tracePt t="77958" x="9507538" y="4891088"/>
          <p14:tracePt t="77975" x="9513888" y="4868863"/>
          <p14:tracePt t="77992" x="9521825" y="4840288"/>
          <p14:tracePt t="78009" x="9528175" y="4818063"/>
          <p14:tracePt t="78027" x="9542463" y="4789488"/>
          <p14:tracePt t="78042" x="9550400" y="4783138"/>
          <p14:tracePt t="78058" x="9558338" y="4767263"/>
          <p14:tracePt t="78075" x="9564688" y="4752975"/>
          <p14:tracePt t="78092" x="9572625" y="4746625"/>
          <p14:tracePt t="78098" x="9586913" y="4724400"/>
          <p14:tracePt t="78125" x="9615488" y="4716463"/>
          <p14:tracePt t="78142" x="9629775" y="4702175"/>
          <p14:tracePt t="78158" x="9637713" y="4702175"/>
          <p14:tracePt t="78175" x="9644063" y="4702175"/>
          <p14:tracePt t="78191" x="9666288" y="4687888"/>
          <p14:tracePt t="78210" x="9674225" y="4687888"/>
          <p14:tracePt t="78226" x="9680575" y="4687888"/>
          <p14:tracePt t="78262" x="9688513" y="4687888"/>
          <p14:tracePt t="78285" x="9694863" y="4687888"/>
          <p14:tracePt t="78303" x="9702800" y="4695825"/>
          <p14:tracePt t="78309" x="9710738" y="4695825"/>
          <p14:tracePt t="78325" x="9717088" y="4716463"/>
          <p14:tracePt t="78342" x="9725025" y="4738688"/>
          <p14:tracePt t="78358" x="9731375" y="4760913"/>
          <p14:tracePt t="78375" x="9739313" y="4797425"/>
          <p14:tracePt t="78392" x="9739313" y="4833938"/>
          <p14:tracePt t="78408" x="9745663" y="4868863"/>
          <p14:tracePt t="78426" x="9761538" y="4913313"/>
          <p14:tracePt t="78442" x="9761538" y="4935538"/>
          <p14:tracePt t="78458" x="9761538" y="5000625"/>
          <p14:tracePt t="78475" x="9761538" y="5043488"/>
          <p14:tracePt t="78492" x="9761538" y="5087938"/>
          <p14:tracePt t="78510" x="9745663" y="5130800"/>
          <p14:tracePt t="78525" x="9739313" y="5173663"/>
          <p14:tracePt t="78542" x="9725025" y="5195888"/>
          <p14:tracePt t="78558" x="9725025" y="5232400"/>
          <p14:tracePt t="78575" x="9717088" y="5246688"/>
          <p14:tracePt t="78592" x="9710738" y="5268913"/>
          <p14:tracePt t="78599" x="9702800" y="5275263"/>
          <p14:tracePt t="78608" x="9694863" y="5291138"/>
          <p14:tracePt t="78626" x="9680575" y="5319713"/>
          <p14:tracePt t="78642" x="9674225" y="5326063"/>
          <p14:tracePt t="78658" x="9659938" y="5341938"/>
          <p14:tracePt t="78675" x="9644063" y="5356225"/>
          <p14:tracePt t="78692" x="9637713" y="5356225"/>
          <p14:tracePt t="78709" x="9629775" y="5362575"/>
          <p14:tracePt t="78725" x="9609138" y="5370513"/>
          <p14:tracePt t="78765" x="9593263" y="5370513"/>
          <p14:tracePt t="78902" x="9586913" y="5370513"/>
          <p14:tracePt t="79048" x="9558338" y="5370513"/>
          <p14:tracePt t="79055" x="9507538" y="5370513"/>
          <p14:tracePt t="79062" x="9456738" y="5392738"/>
          <p14:tracePt t="79075" x="9355138" y="5421313"/>
          <p14:tracePt t="79092" x="9274175" y="5427663"/>
          <p14:tracePt t="79098" x="9245600" y="5427663"/>
          <p14:tracePt t="79108" x="9217025" y="5435600"/>
          <p14:tracePt t="79125" x="9166225" y="5443538"/>
          <p14:tracePt t="79142" x="9136063" y="5443538"/>
          <p14:tracePt t="79159" x="9115425" y="5443538"/>
          <p14:tracePt t="79175" x="9101138" y="5443538"/>
          <p14:tracePt t="79192" x="9085263" y="5443538"/>
          <p14:tracePt t="79209" x="9064625" y="5443538"/>
          <p14:tracePt t="79226" x="9028113" y="5443538"/>
          <p14:tracePt t="79242" x="9020175" y="5443538"/>
          <p14:tracePt t="79261" x="9013825" y="5443538"/>
          <p14:tracePt t="79366" x="9028113" y="5435600"/>
          <p14:tracePt t="79374" x="9056688" y="5427663"/>
          <p14:tracePt t="79381" x="9121775" y="5421313"/>
          <p14:tracePt t="79392" x="9166225" y="5413375"/>
          <p14:tracePt t="79408" x="9282113" y="5392738"/>
          <p14:tracePt t="79425" x="9361488" y="5384800"/>
          <p14:tracePt t="79442" x="9390063" y="5376863"/>
          <p14:tracePt t="79459" x="9440863" y="5370513"/>
          <p14:tracePt t="79475" x="9491663" y="5362575"/>
          <p14:tracePt t="79492" x="9564688" y="5356225"/>
          <p14:tracePt t="79508" x="9623425" y="5348288"/>
          <p14:tracePt t="79525" x="9680575" y="5348288"/>
          <p14:tracePt t="79542" x="9717088" y="5348288"/>
          <p14:tracePt t="79559" x="9767888" y="5348288"/>
          <p14:tracePt t="79575" x="9818688" y="5348288"/>
          <p14:tracePt t="79592" x="9869488" y="5348288"/>
          <p14:tracePt t="79596" x="9891713" y="5348288"/>
          <p14:tracePt t="79608" x="9913938" y="5348288"/>
          <p14:tracePt t="79625" x="10007600" y="5348288"/>
          <p14:tracePt t="79642" x="10066338" y="5348288"/>
          <p14:tracePt t="79659" x="10117138" y="5348288"/>
          <p14:tracePt t="79675" x="10167938" y="5341938"/>
          <p14:tracePt t="79692" x="10218738" y="5341938"/>
          <p14:tracePt t="79709" x="10290175" y="5341938"/>
          <p14:tracePt t="79725" x="10399713" y="5341938"/>
          <p14:tracePt t="79742" x="10472738" y="5341938"/>
          <p14:tracePt t="79759" x="10537825" y="5341938"/>
          <p14:tracePt t="79775" x="10588625" y="5334000"/>
          <p14:tracePt t="79792" x="10625138" y="5334000"/>
          <p14:tracePt t="79808" x="10675938" y="5334000"/>
          <p14:tracePt t="79826" x="10755313" y="5334000"/>
          <p14:tracePt t="79842" x="10806113" y="5334000"/>
          <p14:tracePt t="79858" x="10828338" y="5334000"/>
          <p14:tracePt t="79876" x="10848975" y="5334000"/>
          <p14:tracePt t="79892" x="10863263" y="5334000"/>
          <p14:tracePt t="79908" x="10893425" y="5334000"/>
          <p14:tracePt t="79925" x="10929938" y="5334000"/>
          <p14:tracePt t="79942" x="10950575" y="5334000"/>
          <p14:tracePt t="79960" x="10958513" y="5334000"/>
          <p14:tracePt t="79975" x="10972800" y="5341938"/>
          <p14:tracePt t="79992" x="10987088" y="5356225"/>
          <p14:tracePt t="80009" x="11023600" y="5384800"/>
          <p14:tracePt t="80026" x="11074400" y="5421313"/>
          <p14:tracePt t="80042" x="11102975" y="5457825"/>
          <p14:tracePt t="80059" x="11125200" y="5494338"/>
          <p14:tracePt t="80075" x="11147425" y="5545138"/>
          <p14:tracePt t="80092" x="11176000" y="5595938"/>
          <p14:tracePt t="80109" x="11212513" y="5675313"/>
          <p14:tracePt t="80125" x="11218863" y="5718175"/>
          <p14:tracePt t="80142" x="11234738" y="5754688"/>
          <p14:tracePt t="80159" x="11241088" y="5791200"/>
          <p14:tracePt t="80176" x="11241088" y="5827713"/>
          <p14:tracePt t="80192" x="11241088" y="5856288"/>
          <p14:tracePt t="80209" x="11241088" y="5892800"/>
          <p14:tracePt t="80226" x="11241088" y="5921375"/>
          <p14:tracePt t="80242" x="11234738" y="5951538"/>
          <p14:tracePt t="80259" x="11226800" y="5980113"/>
          <p14:tracePt t="80275" x="11204575" y="5994400"/>
          <p14:tracePt t="80292" x="11161713" y="6037263"/>
          <p14:tracePt t="80309" x="11133138" y="6073775"/>
          <p14:tracePt t="80325" x="11102975" y="6103938"/>
          <p14:tracePt t="80342" x="11037888" y="6154738"/>
          <p14:tracePt t="80359" x="10964863" y="6197600"/>
          <p14:tracePt t="80375" x="10863263" y="6226175"/>
          <p14:tracePt t="80392" x="10777538" y="6262688"/>
          <p14:tracePt t="80409" x="10696575" y="6276975"/>
          <p14:tracePt t="80426" x="10588625" y="6307138"/>
          <p14:tracePt t="80442" x="10487025" y="6327775"/>
          <p14:tracePt t="80459" x="10363200" y="6327775"/>
          <p14:tracePt t="80476" x="10218738" y="6327775"/>
          <p14:tracePt t="80492" x="10109200" y="6327775"/>
          <p14:tracePt t="80509" x="10044113" y="6327775"/>
          <p14:tracePt t="80525" x="9985375" y="6327775"/>
          <p14:tracePt t="80542" x="9913938" y="6327775"/>
          <p14:tracePt t="80559" x="9818688" y="6307138"/>
          <p14:tracePt t="80575" x="9725025" y="6284913"/>
          <p14:tracePt t="80592" x="9666288" y="6256338"/>
          <p14:tracePt t="80596" x="9637713" y="6248400"/>
          <p14:tracePt t="80609" x="9615488" y="6240463"/>
          <p14:tracePt t="80625" x="9550400" y="6219825"/>
          <p14:tracePt t="80642" x="9412288" y="6183313"/>
          <p14:tracePt t="80659" x="9355138" y="6169025"/>
          <p14:tracePt t="80675" x="9318625" y="6154738"/>
          <p14:tracePt t="80693" x="9304338" y="6146800"/>
          <p14:tracePt t="80709" x="9288463" y="6146800"/>
          <p14:tracePt t="80725" x="9253538" y="6124575"/>
          <p14:tracePt t="80742" x="9194800" y="6088063"/>
          <p14:tracePt t="80759" x="9136063" y="6059488"/>
          <p14:tracePt t="80776" x="9101138" y="6030913"/>
          <p14:tracePt t="80792" x="9078913" y="6022975"/>
          <p14:tracePt t="80810" x="9078913" y="6016625"/>
          <p14:tracePt t="80826" x="9064625" y="6002338"/>
          <p14:tracePt t="80842" x="9056688" y="5980113"/>
          <p14:tracePt t="80859" x="9042400" y="5951538"/>
          <p14:tracePt t="80876" x="9034463" y="5929313"/>
          <p14:tracePt t="80892" x="9034463" y="5892800"/>
          <p14:tracePt t="80909" x="9034463" y="5856288"/>
          <p14:tracePt t="80925" x="9042400" y="5834063"/>
          <p14:tracePt t="80942" x="9050338" y="5805488"/>
          <p14:tracePt t="80959" x="9070975" y="5768975"/>
          <p14:tracePt t="80976" x="9085263" y="5732463"/>
          <p14:tracePt t="80993" x="9101138" y="5697538"/>
          <p14:tracePt t="81009" x="9121775" y="5667375"/>
          <p14:tracePt t="81026" x="9151938" y="5624513"/>
          <p14:tracePt t="81042" x="9172575" y="5602288"/>
          <p14:tracePt t="81059" x="9194800" y="5573713"/>
          <p14:tracePt t="81076" x="9223375" y="5559425"/>
          <p14:tracePt t="81092" x="9253538" y="5537200"/>
          <p14:tracePt t="81109" x="9288463" y="5508625"/>
          <p14:tracePt t="81125" x="9339263" y="5478463"/>
          <p14:tracePt t="81142" x="9383713" y="5472113"/>
          <p14:tracePt t="81159" x="9426575" y="5449888"/>
          <p14:tracePt t="81176" x="9477375" y="5443538"/>
          <p14:tracePt t="81192" x="9521825" y="5435600"/>
          <p14:tracePt t="81210" x="9593263" y="5421313"/>
          <p14:tracePt t="81225" x="9644063" y="5413375"/>
          <p14:tracePt t="81242" x="9674225" y="5413375"/>
          <p14:tracePt t="81259" x="9694863" y="5407025"/>
          <p14:tracePt t="81276" x="9739313" y="5399088"/>
          <p14:tracePt t="81292" x="9790113" y="5399088"/>
          <p14:tracePt t="81309" x="9847263" y="5392738"/>
          <p14:tracePt t="81326" x="9920288" y="5392738"/>
          <p14:tracePt t="81342" x="9971088" y="5384800"/>
          <p14:tracePt t="81359" x="9999663" y="5384800"/>
          <p14:tracePt t="81376" x="10044113" y="5384800"/>
          <p14:tracePt t="81392" x="10094913" y="5376863"/>
          <p14:tracePt t="81410" x="10233025" y="5376863"/>
          <p14:tracePt t="81426" x="10320338" y="5376863"/>
          <p14:tracePt t="81442" x="10399713" y="5376863"/>
          <p14:tracePt t="81460" x="10456863" y="5376863"/>
          <p14:tracePt t="81476" x="10537825" y="5376863"/>
          <p14:tracePt t="81492" x="10631488" y="5376863"/>
          <p14:tracePt t="81509" x="10741025" y="5376863"/>
          <p14:tracePt t="81526" x="10848975" y="5376863"/>
          <p14:tracePt t="81542" x="10936288" y="5376863"/>
          <p14:tracePt t="81559" x="10980738" y="5376863"/>
          <p14:tracePt t="81576" x="11015663" y="5376863"/>
          <p14:tracePt t="81592" x="11023600" y="5376863"/>
          <p14:tracePt t="81609" x="11045825" y="5384800"/>
          <p14:tracePt t="81626" x="11060113" y="5392738"/>
          <p14:tracePt t="81643" x="11066463" y="5399088"/>
          <p14:tracePt t="81659" x="11066463" y="5407025"/>
          <p14:tracePt t="81676" x="11066463" y="5435600"/>
          <p14:tracePt t="81692" x="11060113" y="5478463"/>
          <p14:tracePt t="81709" x="10972800" y="5559425"/>
          <p14:tracePt t="81726" x="10828338" y="5646738"/>
          <p14:tracePt t="81743" x="10602913" y="5754688"/>
          <p14:tracePt t="81759" x="10340975" y="5842000"/>
          <p14:tracePt t="81776" x="10050463" y="5957888"/>
          <p14:tracePt t="81792" x="9818688" y="6045200"/>
          <p14:tracePt t="81810" x="9564688" y="6118225"/>
          <p14:tracePt t="81826" x="9440863" y="6138863"/>
          <p14:tracePt t="81843" x="9332913" y="6161088"/>
          <p14:tracePt t="81859" x="9217025" y="6161088"/>
          <p14:tracePt t="81876" x="9101138" y="6161088"/>
          <p14:tracePt t="81893" x="8977313" y="6161088"/>
          <p14:tracePt t="81909" x="8882063" y="6169025"/>
          <p14:tracePt t="81926" x="8831263" y="6175375"/>
          <p14:tracePt t="81943" x="8780463" y="6175375"/>
          <p14:tracePt t="81959" x="8729663" y="6175375"/>
          <p14:tracePt t="81976" x="8686800" y="6175375"/>
          <p14:tracePt t="81992" x="8664575" y="6189663"/>
          <p14:tracePt t="82009" x="8636000" y="6197600"/>
          <p14:tracePt t="83315" x="8701088" y="6189663"/>
          <p14:tracePt t="83322" x="8816975" y="6132513"/>
          <p14:tracePt t="83330" x="8897938" y="6118225"/>
          <p14:tracePt t="83342" x="8912225" y="6118225"/>
          <p14:tracePt t="83724" x="8912225" y="6103938"/>
          <p14:tracePt t="83731" x="8912225" y="6073775"/>
          <p14:tracePt t="83743" x="8912225" y="6030913"/>
          <p14:tracePt t="83760" x="8912225" y="5951538"/>
          <p14:tracePt t="83776" x="8912225" y="5929313"/>
          <p14:tracePt t="83793" x="8912225" y="5921375"/>
        </p14:tracePtLst>
      </p14:laserTraceLst>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Implementation -  feature importance</a:t>
            </a:r>
            <a:endParaRPr lang="en-US" dirty="0"/>
          </a:p>
        </p:txBody>
      </p:sp>
      <p:pic>
        <p:nvPicPr>
          <p:cNvPr id="6" name="Picture 5"/>
          <p:cNvPicPr>
            <a:picLocks noChangeAspect="1"/>
          </p:cNvPicPr>
          <p:nvPr/>
        </p:nvPicPr>
        <p:blipFill>
          <a:blip r:embed="rId4"/>
          <a:stretch>
            <a:fillRect/>
          </a:stretch>
        </p:blipFill>
        <p:spPr>
          <a:xfrm>
            <a:off x="5521869" y="4360549"/>
            <a:ext cx="2259106" cy="1744532"/>
          </a:xfrm>
          <a:prstGeom prst="rect">
            <a:avLst/>
          </a:prstGeom>
        </p:spPr>
      </p:pic>
      <mc:AlternateContent xmlns:mc="http://schemas.openxmlformats.org/markup-compatibility/2006" xmlns:a14="http://schemas.microsoft.com/office/drawing/2010/main">
        <mc:Choice Requires="a14">
          <p:sp>
            <p:nvSpPr>
              <p:cNvPr id="3" name="TextBox 2"/>
              <p:cNvSpPr txBox="1"/>
              <p:nvPr/>
            </p:nvSpPr>
            <p:spPr>
              <a:xfrm>
                <a:off x="955385" y="2026166"/>
                <a:ext cx="841069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𝑓𝑒𝑎𝑡𝑢𝑟𝑒</m:t>
                      </m:r>
                      <m:r>
                        <a:rPr lang="en-US" sz="2000" b="0" i="1" smtClean="0">
                          <a:latin typeface="Cambria Math" panose="02040503050406030204" pitchFamily="18" charset="0"/>
                        </a:rPr>
                        <m:t> </m:t>
                      </m:r>
                      <m:r>
                        <a:rPr lang="en-US" sz="2000" b="0" i="1" smtClean="0">
                          <a:latin typeface="Cambria Math" panose="02040503050406030204" pitchFamily="18" charset="0"/>
                        </a:rPr>
                        <m:t>𝑤𝑒𝑖𝑔h𝑡</m:t>
                      </m:r>
                      <m:r>
                        <a:rPr lang="en-US" sz="2000" b="0" i="1" smtClean="0">
                          <a:latin typeface="Cambria Math" panose="02040503050406030204" pitchFamily="18" charset="0"/>
                        </a:rPr>
                        <m:t>(</m:t>
                      </m:r>
                      <m:r>
                        <a:rPr lang="en-US" sz="2000" b="0" i="1" smtClean="0">
                          <a:latin typeface="Cambria Math" panose="02040503050406030204" pitchFamily="18" charset="0"/>
                        </a:rPr>
                        <m:t>𝐹𝑊</m:t>
                      </m:r>
                      <m:r>
                        <a:rPr lang="en-US" sz="2000" b="0" i="1" smtClean="0">
                          <a:latin typeface="Cambria Math" panose="02040503050406030204" pitchFamily="18" charset="0"/>
                        </a:rPr>
                        <m:t>)=</m:t>
                      </m:r>
                      <m:r>
                        <a:rPr lang="en-US" sz="2000" b="0" i="1" smtClean="0">
                          <a:latin typeface="Cambria Math" panose="02040503050406030204" pitchFamily="18" charset="0"/>
                        </a:rPr>
                        <m:t>𝐴𝑏𝑠</m:t>
                      </m:r>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panose="02040503050406030204" pitchFamily="18" charset="0"/>
                                </a:rPr>
                                <m:t>𝑚𝑜𝑑𝑒𝑙𝑆𝑉𝑀𝐹𝑤</m:t>
                              </m:r>
                              <m:r>
                                <a:rPr lang="en-US" sz="2000" i="1">
                                  <a:latin typeface="Cambria Math" panose="02040503050406030204" pitchFamily="18" charset="0"/>
                                </a:rPr>
                                <m:t>.</m:t>
                              </m:r>
                              <m:r>
                                <a:rPr lang="en-US" sz="2000" i="1">
                                  <a:latin typeface="Cambria Math" panose="02040503050406030204" pitchFamily="18" charset="0"/>
                                </a:rPr>
                                <m:t>𝑠𝑣</m:t>
                              </m:r>
                              <m:r>
                                <a:rPr lang="en-US" sz="2000" i="1">
                                  <a:latin typeface="Cambria Math" panose="02040503050406030204" pitchFamily="18" charset="0"/>
                                </a:rPr>
                                <m:t>_</m:t>
                              </m:r>
                              <m:r>
                                <a:rPr lang="en-US" sz="2000" i="1">
                                  <a:latin typeface="Cambria Math" panose="02040503050406030204" pitchFamily="18" charset="0"/>
                                </a:rPr>
                                <m:t>𝑐𝑜𝑒𝑓</m:t>
                              </m:r>
                            </m:e>
                            <m:sup>
                              <m:r>
                                <a:rPr lang="en-US" sz="2000" i="1">
                                  <a:latin typeface="Cambria Math" panose="02040503050406030204" pitchFamily="18" charset="0"/>
                                </a:rPr>
                                <m:t>′</m:t>
                              </m:r>
                            </m:sup>
                          </m:sSup>
                          <m:r>
                            <a:rPr lang="en-US" sz="2000" i="1">
                              <a:latin typeface="Cambria Math" panose="02040503050406030204" pitchFamily="18" charset="0"/>
                            </a:rPr>
                            <m:t>∗</m:t>
                          </m:r>
                          <m:r>
                            <a:rPr lang="en-US" sz="2000" i="1">
                              <a:latin typeface="Cambria Math" panose="02040503050406030204" pitchFamily="18" charset="0"/>
                            </a:rPr>
                            <m:t>𝑚𝑜𝑑𝑒𝑙𝑆𝑉𝑀𝐹𝑤</m:t>
                          </m:r>
                          <m:r>
                            <a:rPr lang="en-US" sz="2000" b="0" i="1" smtClean="0">
                              <a:latin typeface="Cambria Math" panose="02040503050406030204" pitchFamily="18" charset="0"/>
                            </a:rPr>
                            <m:t>. </m:t>
                          </m:r>
                          <m:r>
                            <a:rPr lang="en-US" sz="2000" b="0" i="1" smtClean="0">
                              <a:latin typeface="Cambria Math" panose="02040503050406030204" pitchFamily="18" charset="0"/>
                            </a:rPr>
                            <m:t>𝑆𝑉𝑠</m:t>
                          </m:r>
                        </m:e>
                      </m:d>
                    </m:oMath>
                  </m:oMathPara>
                </a14:m>
                <a:endParaRPr lang="en-US" sz="2000" dirty="0"/>
              </a:p>
            </p:txBody>
          </p:sp>
        </mc:Choice>
        <mc:Fallback xmlns="">
          <p:sp>
            <p:nvSpPr>
              <p:cNvPr id="3" name="TextBox 2"/>
              <p:cNvSpPr txBox="1">
                <a:spLocks noRot="1" noChangeAspect="1" noMove="1" noResize="1" noEditPoints="1" noAdjustHandles="1" noChangeArrowheads="1" noChangeShapeType="1" noTextEdit="1"/>
              </p:cNvSpPr>
              <p:nvPr/>
            </p:nvSpPr>
            <p:spPr>
              <a:xfrm>
                <a:off x="955385" y="2026166"/>
                <a:ext cx="8410699" cy="307777"/>
              </a:xfrm>
              <a:prstGeom prst="rect">
                <a:avLst/>
              </a:prstGeom>
              <a:blipFill>
                <a:blip r:embed="rId7"/>
                <a:stretch>
                  <a:fillRect l="-580" b="-35294"/>
                </a:stretch>
              </a:blipFill>
            </p:spPr>
            <p:txBody>
              <a:bodyPr/>
              <a:lstStyle/>
              <a:p>
                <a:r>
                  <a:rPr lang="en-US">
                    <a:noFill/>
                  </a:rPr>
                  <a:t> </a:t>
                </a:r>
              </a:p>
            </p:txBody>
          </p:sp>
        </mc:Fallback>
      </mc:AlternateContent>
      <p:cxnSp>
        <p:nvCxnSpPr>
          <p:cNvPr id="11" name="Straight Connector 10"/>
          <p:cNvCxnSpPr/>
          <p:nvPr/>
        </p:nvCxnSpPr>
        <p:spPr>
          <a:xfrm>
            <a:off x="5318588" y="2324457"/>
            <a:ext cx="1643187"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7" name="Picture 16"/>
          <p:cNvPicPr>
            <a:picLocks noChangeAspect="1"/>
          </p:cNvPicPr>
          <p:nvPr/>
        </p:nvPicPr>
        <p:blipFill rotWithShape="1">
          <a:blip r:embed="rId8"/>
          <a:srcRect r="30781" b="12971"/>
          <a:stretch/>
        </p:blipFill>
        <p:spPr>
          <a:xfrm>
            <a:off x="9394411" y="1553996"/>
            <a:ext cx="1925180" cy="4758223"/>
          </a:xfrm>
          <a:prstGeom prst="rect">
            <a:avLst/>
          </a:prstGeom>
        </p:spPr>
      </p:pic>
      <p:sp>
        <p:nvSpPr>
          <p:cNvPr id="5" name="Rectangle 4"/>
          <p:cNvSpPr/>
          <p:nvPr/>
        </p:nvSpPr>
        <p:spPr>
          <a:xfrm>
            <a:off x="9232394" y="2876187"/>
            <a:ext cx="2249213" cy="196660"/>
          </a:xfrm>
          <a:prstGeom prst="rect">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
        <p:nvSpPr>
          <p:cNvPr id="18" name="Rectangle 17"/>
          <p:cNvSpPr/>
          <p:nvPr/>
        </p:nvSpPr>
        <p:spPr>
          <a:xfrm>
            <a:off x="9242603" y="5876703"/>
            <a:ext cx="2249213" cy="228378"/>
          </a:xfrm>
          <a:prstGeom prst="rect">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cxnSp>
        <p:nvCxnSpPr>
          <p:cNvPr id="9" name="Straight Arrow Connector 8"/>
          <p:cNvCxnSpPr>
            <a:stCxn id="10" idx="1"/>
            <a:endCxn id="5" idx="1"/>
          </p:cNvCxnSpPr>
          <p:nvPr/>
        </p:nvCxnSpPr>
        <p:spPr>
          <a:xfrm flipV="1">
            <a:off x="6902604" y="2974517"/>
            <a:ext cx="2329790" cy="2593164"/>
          </a:xfrm>
          <a:prstGeom prst="straightConnector1">
            <a:avLst/>
          </a:prstGeom>
          <a:ln w="38100">
            <a:solidFill>
              <a:schemeClr val="accent5"/>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9232393" y="2679527"/>
            <a:ext cx="2249213" cy="196660"/>
          </a:xfrm>
          <a:prstGeom prst="rect">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cxnSp>
        <p:nvCxnSpPr>
          <p:cNvPr id="20" name="Straight Arrow Connector 19"/>
          <p:cNvCxnSpPr>
            <a:endCxn id="18" idx="1"/>
          </p:cNvCxnSpPr>
          <p:nvPr/>
        </p:nvCxnSpPr>
        <p:spPr>
          <a:xfrm>
            <a:off x="6801888" y="5876703"/>
            <a:ext cx="2440715" cy="114189"/>
          </a:xfrm>
          <a:prstGeom prst="straightConnector1">
            <a:avLst/>
          </a:prstGeom>
          <a:ln w="38100">
            <a:solidFill>
              <a:schemeClr val="accent5"/>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25" name="Picture 24"/>
          <p:cNvPicPr>
            <a:picLocks noChangeAspect="1"/>
          </p:cNvPicPr>
          <p:nvPr/>
        </p:nvPicPr>
        <p:blipFill>
          <a:blip r:embed="rId9"/>
          <a:stretch>
            <a:fillRect/>
          </a:stretch>
        </p:blipFill>
        <p:spPr>
          <a:xfrm>
            <a:off x="1007555" y="3002787"/>
            <a:ext cx="4014788" cy="4000500"/>
          </a:xfrm>
          <a:prstGeom prst="rect">
            <a:avLst/>
          </a:prstGeom>
        </p:spPr>
      </p:pic>
      <p:sp>
        <p:nvSpPr>
          <p:cNvPr id="26" name="Rectangle 25"/>
          <p:cNvSpPr/>
          <p:nvPr/>
        </p:nvSpPr>
        <p:spPr>
          <a:xfrm>
            <a:off x="857676" y="5298289"/>
            <a:ext cx="4303059" cy="319253"/>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0" name="Right Brace 9"/>
          <p:cNvSpPr/>
          <p:nvPr/>
        </p:nvSpPr>
        <p:spPr>
          <a:xfrm>
            <a:off x="6789073" y="5346181"/>
            <a:ext cx="113531" cy="442999"/>
          </a:xfrm>
          <a:prstGeom prst="rightBrace">
            <a:avLst/>
          </a:prstGeom>
        </p:spPr>
        <p:style>
          <a:lnRef idx="2">
            <a:schemeClr val="accent5"/>
          </a:lnRef>
          <a:fillRef idx="0">
            <a:schemeClr val="accent5"/>
          </a:fillRef>
          <a:effectRef idx="1">
            <a:schemeClr val="accent5"/>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 name="Rectangle 20"/>
              <p:cNvSpPr/>
              <p:nvPr/>
            </p:nvSpPr>
            <p:spPr>
              <a:xfrm>
                <a:off x="1024809" y="1428442"/>
                <a:ext cx="1997283" cy="49550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2000" b="1" i="1" smtClean="0">
                              <a:solidFill>
                                <a:schemeClr val="tx1"/>
                              </a:solidFill>
                              <a:latin typeface="Cambria Math" panose="02040503050406030204" pitchFamily="18" charset="0"/>
                            </a:rPr>
                          </m:ctrlPr>
                        </m:sSupPr>
                        <m:e>
                          <m:r>
                            <a:rPr lang="en-US" sz="2000" b="1" i="1">
                              <a:solidFill>
                                <a:schemeClr val="tx1"/>
                              </a:solidFill>
                              <a:latin typeface="Cambria Math" panose="02040503050406030204" pitchFamily="18" charset="0"/>
                            </a:rPr>
                            <m:t>𝒘</m:t>
                          </m:r>
                        </m:e>
                        <m:sup>
                          <m:r>
                            <a:rPr lang="en-US" sz="2000" b="1" i="1">
                              <a:solidFill>
                                <a:schemeClr val="tx1"/>
                              </a:solidFill>
                              <a:latin typeface="Cambria Math" panose="02040503050406030204" pitchFamily="18" charset="0"/>
                            </a:rPr>
                            <m:t>𝑻</m:t>
                          </m:r>
                        </m:sup>
                      </m:sSup>
                      <m:r>
                        <a:rPr lang="en-US" sz="2000" b="1" i="1">
                          <a:solidFill>
                            <a:schemeClr val="tx1"/>
                          </a:solidFill>
                          <a:latin typeface="Cambria Math" panose="02040503050406030204" pitchFamily="18" charset="0"/>
                        </a:rPr>
                        <m:t>𝒙</m:t>
                      </m:r>
                      <m:r>
                        <a:rPr lang="en-US" sz="2000" i="1">
                          <a:solidFill>
                            <a:schemeClr val="tx1"/>
                          </a:solidFill>
                          <a:latin typeface="Cambria Math" panose="02040503050406030204" pitchFamily="18" charset="0"/>
                        </a:rPr>
                        <m:t>+</m:t>
                      </m:r>
                      <m:r>
                        <a:rPr lang="en-US" sz="2000" i="1">
                          <a:solidFill>
                            <a:schemeClr val="tx1"/>
                          </a:solidFill>
                          <a:latin typeface="Cambria Math" panose="02040503050406030204" pitchFamily="18" charset="0"/>
                        </a:rPr>
                        <m:t>𝑏</m:t>
                      </m:r>
                      <m:r>
                        <a:rPr lang="en-US" sz="2000" i="1">
                          <a:solidFill>
                            <a:schemeClr val="tx1"/>
                          </a:solidFill>
                          <a:latin typeface="Cambria Math" panose="02040503050406030204" pitchFamily="18" charset="0"/>
                        </a:rPr>
                        <m:t>=0</m:t>
                      </m:r>
                    </m:oMath>
                  </m:oMathPara>
                </a14:m>
                <a:endParaRPr lang="en-US" sz="2000" dirty="0">
                  <a:solidFill>
                    <a:schemeClr val="tx1"/>
                  </a:solidFill>
                </a:endParaRPr>
              </a:p>
            </p:txBody>
          </p:sp>
        </mc:Choice>
        <mc:Fallback xmlns="">
          <p:sp>
            <p:nvSpPr>
              <p:cNvPr id="21" name="Rectangle 20"/>
              <p:cNvSpPr>
                <a:spLocks noRot="1" noChangeAspect="1" noMove="1" noResize="1" noEditPoints="1" noAdjustHandles="1" noChangeArrowheads="1" noChangeShapeType="1" noTextEdit="1"/>
              </p:cNvSpPr>
              <p:nvPr/>
            </p:nvSpPr>
            <p:spPr>
              <a:xfrm>
                <a:off x="1024809" y="1428442"/>
                <a:ext cx="1997283" cy="495506"/>
              </a:xfrm>
              <a:prstGeom prst="rect">
                <a:avLst/>
              </a:prstGeom>
              <a:blipFill>
                <a:blip r:embed="rId10"/>
                <a:stretch>
                  <a:fillRect/>
                </a:stretch>
              </a:blipFill>
              <a:ln w="12700">
                <a:solidFill>
                  <a:schemeClr val="tx1"/>
                </a:solidFill>
              </a:ln>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634397512"/>
      </p:ext>
    </p:extLst>
  </p:cSld>
  <p:clrMapOvr>
    <a:masterClrMapping/>
  </p:clrMapOvr>
  <mc:AlternateContent xmlns:mc="http://schemas.openxmlformats.org/markup-compatibility/2006" xmlns:p14="http://schemas.microsoft.com/office/powerpoint/2010/main">
    <mc:Choice Requires="p14">
      <p:transition spd="slow" p14:dur="2000" advTm="109866">
        <p:cut/>
      </p:transition>
    </mc:Choice>
    <mc:Fallback xmlns="">
      <p:transition spd="slow" advTm="109866">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par>
                                <p:cTn id="26" presetID="10" presetClass="entr" presetSubtype="0" fill="hold"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10" presetClass="entr" presetSubtype="0" fill="hold"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18" grpId="0" animBg="1"/>
      <p:bldP spid="19" grpId="0" animBg="1"/>
      <p:bldP spid="10" grpId="0" animBg="1"/>
    </p:bldLst>
  </p:timing>
  <p:extLst mod="1">
    <p:ext uri="{3A86A75C-4F4B-4683-9AE1-C65F6400EC91}">
      <p14:laserTraceLst xmlns:p14="http://schemas.microsoft.com/office/powerpoint/2010/main">
        <p14:tracePtLst>
          <p14:tracePt t="3587" x="609600" y="5356225"/>
          <p14:tracePt t="4236" x="623888" y="5341938"/>
          <p14:tracePt t="4244" x="652463" y="5334000"/>
          <p14:tracePt t="4252" x="682625" y="5319713"/>
          <p14:tracePt t="4270" x="739775" y="5275263"/>
          <p14:tracePt t="4285" x="804863" y="5232400"/>
          <p14:tracePt t="4301" x="892175" y="5181600"/>
          <p14:tracePt t="4318" x="1008063" y="5116513"/>
          <p14:tracePt t="4336" x="1125538" y="5057775"/>
          <p14:tracePt t="4351" x="1219200" y="5000625"/>
          <p14:tracePt t="4368" x="1277938" y="4964113"/>
          <p14:tracePt t="4385" x="1363663" y="4899025"/>
          <p14:tracePt t="4401" x="1444625" y="4833938"/>
          <p14:tracePt t="4418" x="1509713" y="4783138"/>
          <p14:tracePt t="4437" x="1625600" y="4687888"/>
          <p14:tracePt t="4452" x="1712913" y="4630738"/>
          <p14:tracePt t="4469" x="1785938" y="4579938"/>
          <p14:tracePt t="4485" x="1857375" y="4529138"/>
          <p14:tracePt t="4501" x="1901825" y="4484688"/>
          <p14:tracePt t="4518" x="1989138" y="4433888"/>
          <p14:tracePt t="4534" x="2097088" y="4368800"/>
          <p14:tracePt t="4550" x="2184400" y="4318000"/>
          <p14:tracePt t="4567" x="2249488" y="4289425"/>
          <p14:tracePt t="4571" x="2286000" y="4267200"/>
          <p14:tracePt t="4584" x="2314575" y="4252913"/>
          <p14:tracePt t="4601" x="2379663" y="4216400"/>
          <p14:tracePt t="4618" x="2460625" y="4179888"/>
          <p14:tracePt t="4635" x="2511425" y="4151313"/>
          <p14:tracePt t="4652" x="2562225" y="4122738"/>
          <p14:tracePt t="4669" x="2590800" y="4106863"/>
          <p14:tracePt t="4684" x="2627313" y="4078288"/>
          <p14:tracePt t="4701" x="2641600" y="4064000"/>
          <p14:tracePt t="4718" x="2670175" y="4041775"/>
          <p14:tracePt t="4735" x="2700338" y="4013200"/>
          <p14:tracePt t="4751" x="2728913" y="3976688"/>
          <p14:tracePt t="4771" x="2757488" y="3948113"/>
          <p14:tracePt t="4785" x="2786063" y="3903663"/>
          <p14:tracePt t="4801" x="2822575" y="3868738"/>
          <p14:tracePt t="4819" x="2859088" y="3817938"/>
          <p14:tracePt t="4836" x="2909888" y="3716338"/>
          <p14:tracePt t="4852" x="2946400" y="3657600"/>
          <p14:tracePt t="4868" x="2989263" y="3570288"/>
          <p14:tracePt t="4885" x="3040063" y="3468688"/>
          <p14:tracePt t="4902" x="3090863" y="3344863"/>
          <p14:tracePt t="4918" x="3141663" y="3236913"/>
          <p14:tracePt t="4936" x="3186113" y="3127375"/>
          <p14:tracePt t="4951" x="3214688" y="3040063"/>
          <p14:tracePt t="4968" x="3236913" y="2974975"/>
          <p14:tracePt t="4985" x="3251200" y="2924175"/>
          <p14:tracePt t="5002" x="3251200" y="2887663"/>
          <p14:tracePt t="5021" x="3251200" y="2859088"/>
          <p14:tracePt t="5035" x="3265488" y="2852738"/>
          <p14:tracePt t="5051" x="3265488" y="2844800"/>
          <p14:tracePt t="5068" x="3265488" y="2830513"/>
          <p14:tracePt t="5085" x="3265488" y="2816225"/>
          <p14:tracePt t="5102" x="3265488" y="2808288"/>
          <p14:tracePt t="5118" x="3265488" y="2794000"/>
          <p14:tracePt t="5151" x="3265488" y="2779713"/>
          <p14:tracePt t="5185" x="3265488" y="2771775"/>
          <p14:tracePt t="5209" x="3265488" y="2765425"/>
          <p14:tracePt t="5249" x="3265488" y="2757488"/>
          <p14:tracePt t="5392" x="3265488" y="2751138"/>
          <p14:tracePt t="5415" x="3259138" y="2751138"/>
          <p14:tracePt t="6356" x="3214688" y="2735263"/>
          <p14:tracePt t="6369" x="3178175" y="2720975"/>
          <p14:tracePt t="6385" x="3098800" y="2706688"/>
          <p14:tracePt t="6402" x="3025775" y="2684463"/>
          <p14:tracePt t="6418" x="2946400" y="2655888"/>
          <p14:tracePt t="6436" x="2881313" y="2649538"/>
          <p14:tracePt t="6451" x="2859088" y="2627313"/>
          <p14:tracePt t="6468" x="2836863" y="2627313"/>
          <p14:tracePt t="6502" x="2830513" y="2627313"/>
          <p14:tracePt t="6519" x="2822575" y="2619375"/>
          <p14:tracePt t="6535" x="2816225" y="2619375"/>
          <p14:tracePt t="6551" x="2786063" y="2619375"/>
          <p14:tracePt t="6568" x="2765425" y="2598738"/>
          <p14:tracePt t="6572" x="2743200" y="2598738"/>
          <p14:tracePt t="6585" x="2728913" y="2598738"/>
          <p14:tracePt t="6601" x="2714625" y="2590800"/>
          <p14:tracePt t="6618" x="2684463" y="2582863"/>
          <p14:tracePt t="6635" x="2670175" y="2582863"/>
          <p14:tracePt t="6652" x="2655888" y="2582863"/>
          <p14:tracePt t="6668" x="2641600" y="2582863"/>
          <p14:tracePt t="6685" x="2627313" y="2582863"/>
          <p14:tracePt t="6701" x="2605088" y="2582863"/>
          <p14:tracePt t="6718" x="2590800" y="2582863"/>
          <p14:tracePt t="6737" x="2554288" y="2582863"/>
          <p14:tracePt t="6752" x="2540000" y="2582863"/>
          <p14:tracePt t="6769" x="2517775" y="2576513"/>
          <p14:tracePt t="6785" x="2489200" y="2576513"/>
          <p14:tracePt t="6802" x="2474913" y="2568575"/>
          <p14:tracePt t="6818" x="2452688" y="2568575"/>
          <p14:tracePt t="6835" x="2438400" y="2568575"/>
          <p14:tracePt t="6852" x="2430463" y="2568575"/>
          <p14:tracePt t="6868" x="2424113" y="2562225"/>
          <p14:tracePt t="6885" x="2409825" y="2562225"/>
          <p14:tracePt t="6902" x="2401888" y="2554288"/>
          <p14:tracePt t="6918" x="2387600" y="2554288"/>
          <p14:tracePt t="6935" x="2373313" y="2554288"/>
          <p14:tracePt t="6952" x="2365375" y="2554288"/>
          <p14:tracePt t="6969" x="2344738" y="2554288"/>
          <p14:tracePt t="6985" x="2328863" y="2554288"/>
          <p14:tracePt t="7001" x="2322513" y="2554288"/>
          <p14:tracePt t="7018" x="2308225" y="2547938"/>
          <p14:tracePt t="7035" x="2293938" y="2547938"/>
          <p14:tracePt t="7052" x="2286000" y="2547938"/>
          <p14:tracePt t="7068" x="2278063" y="2547938"/>
          <p14:tracePt t="7086" x="2271713" y="2547938"/>
          <p14:tracePt t="7102" x="2263775" y="2540000"/>
          <p14:tracePt t="7118" x="2257425" y="2540000"/>
          <p14:tracePt t="7135" x="2249488" y="2540000"/>
          <p14:tracePt t="7158" x="2243138" y="2540000"/>
          <p14:tracePt t="7168" x="2235200" y="2532063"/>
          <p14:tracePt t="7772" x="2243138" y="2532063"/>
          <p14:tracePt t="7782" x="2249488" y="2532063"/>
          <p14:tracePt t="7807" x="2257425" y="2532063"/>
          <p14:tracePt t="7873" x="2271713" y="2532063"/>
          <p14:tracePt t="7935" x="2278063" y="2532063"/>
          <p14:tracePt t="7984" x="2286000" y="2540000"/>
          <p14:tracePt t="7993" x="2293938" y="2540000"/>
          <p14:tracePt t="8073" x="2300288" y="2540000"/>
          <p14:tracePt t="8183" x="2308225" y="2540000"/>
          <p14:tracePt t="8239" x="2314575" y="2547938"/>
          <p14:tracePt t="8296" x="2322513" y="2554288"/>
          <p14:tracePt t="8394" x="2328863" y="2554288"/>
          <p14:tracePt t="8425" x="2336800" y="2554288"/>
          <p14:tracePt t="8441" x="2336800" y="2547938"/>
          <p14:tracePt t="8448" x="2336800" y="2532063"/>
          <p14:tracePt t="8465" x="2336800" y="2517775"/>
          <p14:tracePt t="8472" x="2336800" y="2511425"/>
          <p14:tracePt t="8489" x="2336800" y="2503488"/>
          <p14:tracePt t="8503" x="2336800" y="2489200"/>
          <p14:tracePt t="8522" x="2336800" y="2481263"/>
          <p14:tracePt t="8536" x="2336800" y="2466975"/>
          <p14:tracePt t="8573" x="2336800" y="2460625"/>
          <p14:tracePt t="8592" x="2336800" y="2452688"/>
          <p14:tracePt t="8649" x="2336800" y="2446338"/>
          <p14:tracePt t="8673" x="2336800" y="2438400"/>
          <p14:tracePt t="8720" x="2336800" y="2430463"/>
          <p14:tracePt t="8771" x="2336800" y="2424113"/>
          <p14:tracePt t="8786" x="2336800" y="2416175"/>
          <p14:tracePt t="8804" x="2336800" y="2409825"/>
          <p14:tracePt t="8840" x="2328863" y="2395538"/>
          <p14:tracePt t="8983" x="2328863" y="2387600"/>
          <p14:tracePt t="14197" x="2328863" y="2379663"/>
          <p14:tracePt t="14206" x="2344738" y="2373313"/>
          <p14:tracePt t="14213" x="2359025" y="2373313"/>
          <p14:tracePt t="14225" x="2373313" y="2351088"/>
          <p14:tracePt t="14238" x="2401888" y="2336800"/>
          <p14:tracePt t="14254" x="2424113" y="2308225"/>
          <p14:tracePt t="14271" x="2430463" y="2278063"/>
          <p14:tracePt t="14288" x="2446338" y="2249488"/>
          <p14:tracePt t="14304" x="2460625" y="2212975"/>
          <p14:tracePt t="14321" x="2474913" y="2170113"/>
          <p14:tracePt t="14338" x="2474913" y="2119313"/>
          <p14:tracePt t="14355" x="2474913" y="2039938"/>
          <p14:tracePt t="14372" x="2474913" y="1901825"/>
          <p14:tracePt t="14389" x="2474913" y="1851025"/>
          <p14:tracePt t="14404" x="2481263" y="1828800"/>
          <p14:tracePt t="14421" x="2489200" y="1792288"/>
          <p14:tracePt t="14437" x="2489200" y="1770063"/>
          <p14:tracePt t="14454" x="2489200" y="1727200"/>
          <p14:tracePt t="14471" x="2489200" y="1684338"/>
          <p14:tracePt t="14490" x="2489200" y="1647825"/>
          <p14:tracePt t="14505" x="2503488" y="1597025"/>
          <p14:tracePt t="14521" x="2503488" y="1582738"/>
          <p14:tracePt t="14541" x="2511425" y="1524000"/>
          <p14:tracePt t="14554" x="2511425" y="1501775"/>
          <p14:tracePt t="14571" x="2497138" y="1430338"/>
          <p14:tracePt t="14592" x="2489200" y="1393825"/>
          <p14:tracePt t="14605" x="2466975" y="1349375"/>
          <p14:tracePt t="14621" x="2430463" y="1306513"/>
          <p14:tracePt t="14638" x="2373313" y="1262063"/>
          <p14:tracePt t="14654" x="2308225" y="1233488"/>
          <p14:tracePt t="14671" x="2212975" y="1190625"/>
          <p14:tracePt t="14689" x="2141538" y="1160463"/>
          <p14:tracePt t="14704" x="2060575" y="1125538"/>
          <p14:tracePt t="14721" x="1995488" y="1109663"/>
          <p14:tracePt t="14740" x="1865313" y="1095375"/>
          <p14:tracePt t="14754" x="1836738" y="1095375"/>
          <p14:tracePt t="14772" x="1749425" y="1089025"/>
          <p14:tracePt t="14788" x="1676400" y="1089025"/>
          <p14:tracePt t="14804" x="1617663" y="1089025"/>
          <p14:tracePt t="14821" x="1538288" y="1089025"/>
          <p14:tracePt t="14838" x="1473200" y="1089025"/>
          <p14:tracePt t="14854" x="1408113" y="1089025"/>
          <p14:tracePt t="14872" x="1349375" y="1095375"/>
          <p14:tracePt t="14888" x="1306513" y="1109663"/>
          <p14:tracePt t="14904" x="1255713" y="1131888"/>
          <p14:tracePt t="14921" x="1233488" y="1154113"/>
          <p14:tracePt t="14938" x="1190625" y="1196975"/>
          <p14:tracePt t="14955" x="1089025" y="1298575"/>
          <p14:tracePt t="14973" x="1023938" y="1363663"/>
          <p14:tracePt t="14988" x="979488" y="1436688"/>
          <p14:tracePt t="15005" x="950913" y="1495425"/>
          <p14:tracePt t="15022" x="914400" y="1560513"/>
          <p14:tracePt t="15038" x="892175" y="1625600"/>
          <p14:tracePt t="15055" x="892175" y="1668463"/>
          <p14:tracePt t="15071" x="892175" y="1704975"/>
          <p14:tracePt t="15082" x="892175" y="1727200"/>
          <p14:tracePt t="15088" x="892175" y="1749425"/>
          <p14:tracePt t="15104" x="892175" y="1778000"/>
          <p14:tracePt t="15121" x="900113" y="1820863"/>
          <p14:tracePt t="15138" x="906463" y="1857375"/>
          <p14:tracePt t="15154" x="928688" y="1893888"/>
          <p14:tracePt t="15172" x="965200" y="1952625"/>
          <p14:tracePt t="15188" x="987425" y="1981200"/>
          <p14:tracePt t="15205" x="1008063" y="2009775"/>
          <p14:tracePt t="15221" x="1044575" y="2039938"/>
          <p14:tracePt t="15239" x="1089025" y="2060575"/>
          <p14:tracePt t="15255" x="1139825" y="2097088"/>
          <p14:tracePt t="15271" x="1190625" y="2125663"/>
          <p14:tracePt t="15288" x="1277938" y="2162175"/>
          <p14:tracePt t="15304" x="1371600" y="2184400"/>
          <p14:tracePt t="15321" x="1450975" y="2198688"/>
          <p14:tracePt t="15338" x="1538288" y="2235200"/>
          <p14:tracePt t="15356" x="1684338" y="2257425"/>
          <p14:tracePt t="15372" x="1820863" y="2257425"/>
          <p14:tracePt t="15388" x="1952625" y="2271713"/>
          <p14:tracePt t="15404" x="2090738" y="2271713"/>
          <p14:tracePt t="15421" x="2227263" y="2271713"/>
          <p14:tracePt t="15442" x="2351088" y="2271713"/>
          <p14:tracePt t="15455" x="2452688" y="2271713"/>
          <p14:tracePt t="15471" x="2532063" y="2249488"/>
          <p14:tracePt t="15490" x="2613025" y="2212975"/>
          <p14:tracePt t="15505" x="2684463" y="2147888"/>
          <p14:tracePt t="15521" x="2735263" y="2097088"/>
          <p14:tracePt t="15540" x="2786063" y="2017713"/>
          <p14:tracePt t="15555" x="2830513" y="1966913"/>
          <p14:tracePt t="15572" x="2859088" y="1908175"/>
          <p14:tracePt t="15581" x="2859088" y="1879600"/>
          <p14:tracePt t="15589" x="2873375" y="1851025"/>
          <p14:tracePt t="15604" x="2895600" y="1800225"/>
          <p14:tracePt t="15621" x="2903538" y="1749425"/>
          <p14:tracePt t="15639" x="2917825" y="1698625"/>
          <p14:tracePt t="15654" x="2917825" y="1662113"/>
          <p14:tracePt t="15671" x="2917825" y="1633538"/>
          <p14:tracePt t="15691" x="2909888" y="1560513"/>
          <p14:tracePt t="15704" x="2881313" y="1516063"/>
          <p14:tracePt t="15722" x="2822575" y="1430338"/>
          <p14:tracePt t="15742" x="2706688" y="1335088"/>
          <p14:tracePt t="15755" x="2670175" y="1306513"/>
          <p14:tracePt t="15772" x="2576513" y="1255713"/>
          <p14:tracePt t="15788" x="2525713" y="1227138"/>
          <p14:tracePt t="15805" x="2460625" y="1211263"/>
          <p14:tracePt t="15821" x="2373313" y="1204913"/>
          <p14:tracePt t="15838" x="2249488" y="1190625"/>
          <p14:tracePt t="15854" x="2133600" y="1168400"/>
          <p14:tracePt t="15871" x="2003425" y="1160463"/>
          <p14:tracePt t="15888" x="1893888" y="1139825"/>
          <p14:tracePt t="15905" x="1828800" y="1139825"/>
          <p14:tracePt t="15921" x="1749425" y="1139825"/>
          <p14:tracePt t="15940" x="1668463" y="1139825"/>
          <p14:tracePt t="15960" x="1603375" y="1176338"/>
          <p14:tracePt t="15971" x="1552575" y="1204913"/>
          <p14:tracePt t="15989" x="1473200" y="1277938"/>
          <p14:tracePt t="16005" x="1430338" y="1320800"/>
          <p14:tracePt t="16022" x="1393825" y="1363663"/>
          <p14:tracePt t="16038" x="1363663" y="1393825"/>
          <p14:tracePt t="16055" x="1343025" y="1422400"/>
          <p14:tracePt t="16071" x="1306513" y="1487488"/>
          <p14:tracePt t="16083" x="1284288" y="1538288"/>
          <p14:tracePt t="16094" x="1262063" y="1566863"/>
          <p14:tracePt t="16105" x="1247775" y="1589088"/>
          <p14:tracePt t="16122" x="1227138" y="1639888"/>
          <p14:tracePt t="16138" x="1204913" y="1698625"/>
          <p14:tracePt t="16155" x="1190625" y="1735138"/>
          <p14:tracePt t="16173" x="1182688" y="1763713"/>
          <p14:tracePt t="16188" x="1182688" y="1800225"/>
          <p14:tracePt t="16205" x="1182688" y="1814513"/>
          <p14:tracePt t="16222" x="1182688" y="1820863"/>
          <p14:tracePt t="16238" x="1182688" y="1836738"/>
          <p14:tracePt t="16263" x="1182688" y="1843088"/>
          <p14:tracePt t="16303" x="1182688" y="1857375"/>
          <p14:tracePt t="16328" x="1182688" y="1865313"/>
          <p14:tracePt t="16353" x="1190625" y="1879600"/>
          <p14:tracePt t="16367" x="1190625" y="1887538"/>
          <p14:tracePt t="16378" x="1204913" y="1887538"/>
          <p14:tracePt t="16400" x="1211263" y="1893888"/>
          <p14:tracePt t="16415" x="1219200" y="1893888"/>
          <p14:tracePt t="16424" x="1227138" y="1893888"/>
          <p14:tracePt t="16438" x="1255713" y="1901825"/>
          <p14:tracePt t="16456" x="1298575" y="1901825"/>
          <p14:tracePt t="16471" x="1357313" y="1901825"/>
          <p14:tracePt t="16493" x="1436688" y="1901825"/>
          <p14:tracePt t="16505" x="1450975" y="1901825"/>
          <p14:tracePt t="16521" x="1495425" y="1901825"/>
          <p14:tracePt t="16538" x="1524000" y="1901825"/>
          <p14:tracePt t="16555" x="1560513" y="1901825"/>
          <p14:tracePt t="16571" x="1625600" y="1893888"/>
          <p14:tracePt t="16588" x="1647825" y="1893888"/>
          <p14:tracePt t="16604" x="1662113" y="1893888"/>
          <p14:tracePt t="16621" x="1676400" y="1887538"/>
          <p14:tracePt t="16830" x="1676400" y="1893888"/>
          <p14:tracePt t="16845" x="1668463" y="1893888"/>
          <p14:tracePt t="16853" x="1662113" y="1908175"/>
          <p14:tracePt t="16868" x="1654175" y="1916113"/>
          <p14:tracePt t="16876" x="1639888" y="1922463"/>
          <p14:tracePt t="16893" x="1633538" y="1922463"/>
          <p14:tracePt t="16904" x="1603375" y="1930400"/>
          <p14:tracePt t="16921" x="1552575" y="1930400"/>
          <p14:tracePt t="16939" x="1487488" y="1930400"/>
          <p14:tracePt t="16955" x="1458913" y="1930400"/>
          <p14:tracePt t="16971" x="1436688" y="1930400"/>
          <p14:tracePt t="16988" x="1400175" y="1908175"/>
          <p14:tracePt t="17005" x="1357313" y="1879600"/>
          <p14:tracePt t="17021" x="1328738" y="1843088"/>
          <p14:tracePt t="17038" x="1292225" y="1792288"/>
          <p14:tracePt t="17055" x="1277938" y="1763713"/>
          <p14:tracePt t="17071" x="1277938" y="1741488"/>
          <p14:tracePt t="17088" x="1277938" y="1719263"/>
          <p14:tracePt t="17105" x="1277938" y="1684338"/>
          <p14:tracePt t="17121" x="1277938" y="1662113"/>
          <p14:tracePt t="17138" x="1284288" y="1633538"/>
          <p14:tracePt t="17155" x="1306513" y="1611313"/>
          <p14:tracePt t="17171" x="1320800" y="1597025"/>
          <p14:tracePt t="17188" x="1335088" y="1582738"/>
          <p14:tracePt t="17205" x="1343025" y="1574800"/>
          <p14:tracePt t="17221" x="1357313" y="1560513"/>
          <p14:tracePt t="17238" x="1363663" y="1560513"/>
          <p14:tracePt t="17254" x="1363663" y="1552575"/>
          <p14:tracePt t="17321" x="1371600" y="1552575"/>
          <p14:tracePt t="17336" x="1379538" y="1552575"/>
          <p14:tracePt t="17348" x="1393825" y="1582738"/>
          <p14:tracePt t="17359" x="1408113" y="1589088"/>
          <p14:tracePt t="17374" x="1430338" y="1617663"/>
          <p14:tracePt t="17389" x="1458913" y="1654175"/>
          <p14:tracePt t="17405" x="1495425" y="1676400"/>
          <p14:tracePt t="17423" x="1546225" y="1712913"/>
          <p14:tracePt t="17439" x="1574800" y="1727200"/>
          <p14:tracePt t="17456" x="1589088" y="1735138"/>
          <p14:tracePt t="17472" x="1611313" y="1741488"/>
          <p14:tracePt t="17489" x="1617663" y="1755775"/>
          <p14:tracePt t="17505" x="1625600" y="1755775"/>
          <p14:tracePt t="17529" x="1633538" y="1763713"/>
          <p14:tracePt t="17552" x="1639888" y="1770063"/>
          <p14:tracePt t="17575" x="1647825" y="1778000"/>
          <p14:tracePt t="17600" x="1647825" y="1792288"/>
          <p14:tracePt t="17777" x="1647825" y="1800225"/>
          <p14:tracePt t="17798" x="1698625" y="1792288"/>
          <p14:tracePt t="17816" x="1741488" y="1770063"/>
          <p14:tracePt t="17835" x="1763713" y="1770063"/>
          <p14:tracePt t="17850" x="1770063" y="1763713"/>
          <p14:tracePt t="17886" x="1785938" y="1763713"/>
          <p14:tracePt t="17893" x="1792288" y="1763713"/>
          <p14:tracePt t="17905" x="1806575" y="1763713"/>
          <p14:tracePt t="17922" x="1836738" y="1763713"/>
          <p14:tracePt t="17939" x="1879600" y="1785938"/>
          <p14:tracePt t="17955" x="1922463" y="1800225"/>
          <p14:tracePt t="17972" x="1952625" y="1814513"/>
          <p14:tracePt t="17988" x="1973263" y="1814513"/>
          <p14:tracePt t="18005" x="2003425" y="1820863"/>
          <p14:tracePt t="18022" x="2024063" y="1820863"/>
          <p14:tracePt t="18038" x="2054225" y="1820863"/>
          <p14:tracePt t="18055" x="2082800" y="1820863"/>
          <p14:tracePt t="18072" x="2105025" y="1820863"/>
          <p14:tracePt t="18075" x="2119313" y="1820863"/>
          <p14:tracePt t="18088" x="2125663" y="1820863"/>
          <p14:tracePt t="18105" x="2147888" y="1820863"/>
          <p14:tracePt t="18138" x="2155825" y="1820863"/>
          <p14:tracePt t="18280" x="2162175" y="1820863"/>
          <p14:tracePt t="18295" x="2170113" y="1820863"/>
          <p14:tracePt t="18309" x="2192338" y="1820863"/>
          <p14:tracePt t="18322" x="2206625" y="1820863"/>
          <p14:tracePt t="18339" x="2278063" y="1828800"/>
          <p14:tracePt t="18355" x="2344738" y="1828800"/>
          <p14:tracePt t="18372" x="2401888" y="1836738"/>
          <p14:tracePt t="18389" x="2416175" y="1836738"/>
          <p14:tracePt t="18405" x="2424113" y="1836738"/>
          <p14:tracePt t="18432" x="2438400" y="1836738"/>
          <p14:tracePt t="18448" x="2460625" y="1828800"/>
          <p14:tracePt t="18473" x="2466975" y="1820863"/>
          <p14:tracePt t="18488" x="2481263" y="1806575"/>
          <p14:tracePt t="18512" x="2489200" y="1792288"/>
          <p14:tracePt t="18526" x="2489200" y="1785938"/>
          <p14:tracePt t="18540" x="2489200" y="1770063"/>
          <p14:tracePt t="18555" x="2489200" y="1763713"/>
          <p14:tracePt t="18572" x="2489200" y="1755775"/>
          <p14:tracePt t="18581" x="2489200" y="1749425"/>
          <p14:tracePt t="18595" x="2489200" y="1735138"/>
          <p14:tracePt t="18607" x="2489200" y="1727200"/>
          <p14:tracePt t="18622" x="2489200" y="1712913"/>
          <p14:tracePt t="18638" x="2481263" y="1684338"/>
          <p14:tracePt t="18655" x="2466975" y="1668463"/>
          <p14:tracePt t="18672" x="2460625" y="1662113"/>
          <p14:tracePt t="18718" x="2452688" y="1662113"/>
          <p14:tracePt t="18742" x="2446338" y="1662113"/>
          <p14:tracePt t="18766" x="2430463" y="1662113"/>
          <p14:tracePt t="18782" x="2424113" y="1662113"/>
          <p14:tracePt t="18798" x="2416175" y="1662113"/>
          <p14:tracePt t="18814" x="2409825" y="1662113"/>
          <p14:tracePt t="18822" x="2401888" y="1662113"/>
          <p14:tracePt t="18854" x="2401888" y="1668463"/>
          <p14:tracePt t="18878" x="2401888" y="1684338"/>
          <p14:tracePt t="18894" x="2401888" y="1690688"/>
          <p14:tracePt t="18910" x="2401888" y="1704975"/>
          <p14:tracePt t="18917" x="2401888" y="1712913"/>
          <p14:tracePt t="18926" x="2430463" y="1727200"/>
          <p14:tracePt t="18939" x="2481263" y="1735138"/>
          <p14:tracePt t="18956" x="2554288" y="1741488"/>
          <p14:tracePt t="18972" x="2613025" y="1741488"/>
          <p14:tracePt t="18989" x="2663825" y="1741488"/>
          <p14:tracePt t="19005" x="2700338" y="1741488"/>
          <p14:tracePt t="19022" x="2714625" y="1741488"/>
          <p14:tracePt t="19039" x="2735263" y="1735138"/>
          <p14:tracePt t="19055" x="2757488" y="1727200"/>
          <p14:tracePt t="19072" x="2771775" y="1727200"/>
          <p14:tracePt t="19089" x="2779713" y="1719263"/>
          <p14:tracePt t="19133" x="2786063" y="1719263"/>
          <p14:tracePt t="19149" x="2794000" y="1719263"/>
          <p14:tracePt t="19158" x="2794000" y="1735138"/>
          <p14:tracePt t="19165" x="2794000" y="1741488"/>
          <p14:tracePt t="19174" x="2794000" y="1755775"/>
          <p14:tracePt t="19189" x="2794000" y="1778000"/>
          <p14:tracePt t="19207" x="2794000" y="1806575"/>
          <p14:tracePt t="19222" x="2794000" y="1820863"/>
          <p14:tracePt t="19239" x="2794000" y="1836738"/>
          <p14:tracePt t="19256" x="2794000" y="1843088"/>
          <p14:tracePt t="19272" x="2794000" y="1851025"/>
          <p14:tracePt t="22803" x="2794000" y="1865313"/>
          <p14:tracePt t="22814" x="2735263" y="1879600"/>
          <p14:tracePt t="22824" x="2700338" y="1879600"/>
          <p14:tracePt t="22840" x="2670175" y="1887538"/>
          <p14:tracePt t="22857" x="2649538" y="1893888"/>
          <p14:tracePt t="22874" x="2633663" y="1893888"/>
          <p14:tracePt t="22890" x="2619375" y="1908175"/>
          <p14:tracePt t="22909" x="2598738" y="1916113"/>
          <p14:tracePt t="22923" x="2576513" y="1922463"/>
          <p14:tracePt t="22940" x="2562225" y="1930400"/>
          <p14:tracePt t="22956" x="2547938" y="1938338"/>
          <p14:tracePt t="22973" x="2511425" y="1944688"/>
          <p14:tracePt t="22990" x="2424113" y="1966913"/>
          <p14:tracePt t="23006" x="2328863" y="2009775"/>
          <p14:tracePt t="23023" x="2257425" y="2039938"/>
          <p14:tracePt t="23040" x="2243138" y="2039938"/>
          <p14:tracePt t="23057" x="2235200" y="2039938"/>
          <p14:tracePt t="23073" x="2227263" y="2039938"/>
          <p14:tracePt t="23090" x="2212975" y="2039938"/>
          <p14:tracePt t="23108" x="2170113" y="2039938"/>
          <p14:tracePt t="23123" x="2147888" y="2039938"/>
          <p14:tracePt t="23140" x="2133600" y="2039938"/>
          <p14:tracePt t="23157" x="2111375" y="2039938"/>
          <p14:tracePt t="23173" x="2039938" y="2032000"/>
          <p14:tracePt t="23190" x="1938338" y="2024063"/>
          <p14:tracePt t="23207" x="1851025" y="2017713"/>
          <p14:tracePt t="23223" x="1806575" y="2017713"/>
          <p14:tracePt t="23240" x="1792288" y="2017713"/>
          <p14:tracePt t="23295" x="1785938" y="2017713"/>
          <p14:tracePt t="23370" x="1778000" y="2009775"/>
          <p14:tracePt t="23382" x="1778000" y="2003425"/>
          <p14:tracePt t="23392" x="1778000" y="1995488"/>
          <p14:tracePt t="23409" x="1778000" y="1981200"/>
          <p14:tracePt t="23425" x="1778000" y="1966913"/>
          <p14:tracePt t="23440" x="1778000" y="1952625"/>
          <p14:tracePt t="23457" x="1778000" y="1908175"/>
          <p14:tracePt t="23474" x="1792288" y="1857375"/>
          <p14:tracePt t="23492" x="1800225" y="1763713"/>
          <p14:tracePt t="23509" x="1806575" y="1704975"/>
          <p14:tracePt t="23524" x="1806575" y="1639888"/>
          <p14:tracePt t="23540" x="1800225" y="1582738"/>
          <p14:tracePt t="23557" x="1778000" y="1531938"/>
          <p14:tracePt t="23574" x="1763713" y="1487488"/>
          <p14:tracePt t="23582" x="1749425" y="1465263"/>
          <p14:tracePt t="23598" x="1727200" y="1430338"/>
          <p14:tracePt t="23613" x="1698625" y="1400175"/>
          <p14:tracePt t="23625" x="1668463" y="1385888"/>
          <p14:tracePt t="23640" x="1625600" y="1349375"/>
          <p14:tracePt t="23660" x="1582738" y="1320800"/>
          <p14:tracePt t="23674" x="1566863" y="1306513"/>
          <p14:tracePt t="23692" x="1516063" y="1298575"/>
          <p14:tracePt t="23711" x="1473200" y="1284288"/>
          <p14:tracePt t="23724" x="1436688" y="1284288"/>
          <p14:tracePt t="23740" x="1400175" y="1284288"/>
          <p14:tracePt t="23757" x="1357313" y="1284288"/>
          <p14:tracePt t="23774" x="1320800" y="1284288"/>
          <p14:tracePt t="23791" x="1284288" y="1284288"/>
          <p14:tracePt t="23808" x="1241425" y="1298575"/>
          <p14:tracePt t="23824" x="1204913" y="1320800"/>
          <p14:tracePt t="23840" x="1146175" y="1349375"/>
          <p14:tracePt t="23858" x="1109663" y="1379538"/>
          <p14:tracePt t="23874" x="1058863" y="1430338"/>
          <p14:tracePt t="23892" x="987425" y="1495425"/>
          <p14:tracePt t="23911" x="965200" y="1531938"/>
          <p14:tracePt t="23924" x="942975" y="1574800"/>
          <p14:tracePt t="23941" x="922338" y="1625600"/>
          <p14:tracePt t="23957" x="906463" y="1668463"/>
          <p14:tracePt t="23974" x="906463" y="1698625"/>
          <p14:tracePt t="23991" x="906463" y="1741488"/>
          <p14:tracePt t="24008" x="906463" y="1785938"/>
          <p14:tracePt t="24024" x="906463" y="1814513"/>
          <p14:tracePt t="24040" x="914400" y="1857375"/>
          <p14:tracePt t="24057" x="942975" y="1901825"/>
          <p14:tracePt t="24074" x="973138" y="1938338"/>
          <p14:tracePt t="24083" x="1016000" y="1989138"/>
          <p14:tracePt t="24109" x="1081088" y="2039938"/>
          <p14:tracePt t="24124" x="1125538" y="2068513"/>
          <p14:tracePt t="24142" x="1168400" y="2090738"/>
          <p14:tracePt t="24160" x="1233488" y="2105025"/>
          <p14:tracePt t="24177" x="1312863" y="2133600"/>
          <p14:tracePt t="24191" x="1371600" y="2141538"/>
          <p14:tracePt t="24211" x="1414463" y="2147888"/>
          <p14:tracePt t="24224" x="1422400" y="2147888"/>
          <p14:tracePt t="24241" x="1444625" y="2147888"/>
          <p14:tracePt t="24258" x="1473200" y="2147888"/>
          <p14:tracePt t="24274" x="1516063" y="2141538"/>
          <p14:tracePt t="24293" x="1574800" y="2111375"/>
          <p14:tracePt t="24308" x="1589088" y="2090738"/>
          <p14:tracePt t="24324" x="1617663" y="2068513"/>
          <p14:tracePt t="24341" x="1647825" y="2032000"/>
          <p14:tracePt t="24358" x="1668463" y="2003425"/>
          <p14:tracePt t="24374" x="1698625" y="1973263"/>
          <p14:tracePt t="24391" x="1727200" y="1944688"/>
          <p14:tracePt t="24410" x="1735138" y="1930400"/>
          <p14:tracePt t="24424" x="1749425" y="1916113"/>
          <p14:tracePt t="24440" x="1763713" y="1887538"/>
          <p14:tracePt t="24458" x="1770063" y="1857375"/>
          <p14:tracePt t="24474" x="1778000" y="1820863"/>
          <p14:tracePt t="24491" x="1792288" y="1763713"/>
          <p14:tracePt t="24508" x="1792288" y="1712913"/>
          <p14:tracePt t="24524" x="1792288" y="1668463"/>
          <p14:tracePt t="24541" x="1792288" y="1611313"/>
          <p14:tracePt t="24558" x="1778000" y="1552575"/>
          <p14:tracePt t="24574" x="1741488" y="1458913"/>
          <p14:tracePt t="24584" x="1719263" y="1422400"/>
          <p14:tracePt t="24600" x="1684338" y="1343025"/>
          <p14:tracePt t="24617" x="1647825" y="1298575"/>
          <p14:tracePt t="24629" x="1611313" y="1262063"/>
          <p14:tracePt t="24640" x="1597025" y="1247775"/>
          <p14:tracePt t="24657" x="1582738" y="1241425"/>
          <p14:tracePt t="24674" x="1574800" y="1233488"/>
          <p14:tracePt t="24690" x="1552575" y="1233488"/>
          <p14:tracePt t="24708" x="1524000" y="1233488"/>
          <p14:tracePt t="24724" x="1487488" y="1233488"/>
          <p14:tracePt t="24740" x="1450975" y="1233488"/>
          <p14:tracePt t="24757" x="1430338" y="1233488"/>
          <p14:tracePt t="24774" x="1393825" y="1233488"/>
          <p14:tracePt t="24790" x="1349375" y="1255713"/>
          <p14:tracePt t="24807" x="1298575" y="1292225"/>
          <p14:tracePt t="24824" x="1270000" y="1312863"/>
          <p14:tracePt t="24841" x="1233488" y="1335088"/>
          <p14:tracePt t="24857" x="1204913" y="1385888"/>
          <p14:tracePt t="24874" x="1168400" y="1430338"/>
          <p14:tracePt t="24891" x="1125538" y="1495425"/>
          <p14:tracePt t="24907" x="1103313" y="1531938"/>
          <p14:tracePt t="24924" x="1089025" y="1574800"/>
          <p14:tracePt t="24940" x="1081088" y="1603375"/>
          <p14:tracePt t="24958" x="1074738" y="1633538"/>
          <p14:tracePt t="24974" x="1074738" y="1662113"/>
          <p14:tracePt t="24990" x="1074738" y="1704975"/>
          <p14:tracePt t="25007" x="1074738" y="1727200"/>
          <p14:tracePt t="25024" x="1081088" y="1770063"/>
          <p14:tracePt t="25041" x="1095375" y="1800225"/>
          <p14:tracePt t="25057" x="1125538" y="1851025"/>
          <p14:tracePt t="25074" x="1146175" y="1871663"/>
          <p14:tracePt t="25077" x="1160463" y="1893888"/>
          <p14:tracePt t="25091" x="1190625" y="1916113"/>
          <p14:tracePt t="25107" x="1227138" y="1944688"/>
          <p14:tracePt t="25124" x="1255713" y="1966913"/>
          <p14:tracePt t="25141" x="1312863" y="1995488"/>
          <p14:tracePt t="25158" x="1379538" y="2024063"/>
          <p14:tracePt t="25174" x="1450975" y="2039938"/>
          <p14:tracePt t="25191" x="1487488" y="2054225"/>
          <p14:tracePt t="25207" x="1516063" y="2054225"/>
          <p14:tracePt t="25224" x="1538288" y="2054225"/>
          <p14:tracePt t="25241" x="1552575" y="2054225"/>
          <p14:tracePt t="25257" x="1574800" y="2054225"/>
          <p14:tracePt t="25274" x="1589088" y="2054225"/>
          <p14:tracePt t="25291" x="1611313" y="2046288"/>
          <p14:tracePt t="25307" x="1625600" y="2046288"/>
          <p14:tracePt t="25324" x="1639888" y="2032000"/>
          <p14:tracePt t="25341" x="1647825" y="2024063"/>
          <p14:tracePt t="25357" x="1654175" y="2009775"/>
          <p14:tracePt t="25374" x="1662113" y="2003425"/>
          <p14:tracePt t="25391" x="1684338" y="1989138"/>
          <p14:tracePt t="25408" x="1690688" y="1966913"/>
          <p14:tracePt t="25424" x="1704975" y="1952625"/>
          <p14:tracePt t="25441" x="1712913" y="1938338"/>
          <p14:tracePt t="25457" x="1727200" y="1916113"/>
          <p14:tracePt t="25474" x="1735138" y="1908175"/>
          <p14:tracePt t="25491" x="1755775" y="1879600"/>
          <p14:tracePt t="25508" x="1763713" y="1871663"/>
          <p14:tracePt t="25524" x="1785938" y="1843088"/>
          <p14:tracePt t="25541" x="1792288" y="1836738"/>
          <p14:tracePt t="25557" x="1800225" y="1820863"/>
          <p14:tracePt t="25574" x="1806575" y="1814513"/>
          <p14:tracePt t="25590" x="1814513" y="1806575"/>
          <p14:tracePt t="25624" x="1814513" y="1800225"/>
          <p14:tracePt t="25641" x="1820863" y="1792288"/>
          <p14:tracePt t="25697" x="1820863" y="1785938"/>
          <p14:tracePt t="25778" x="1806575" y="1785938"/>
          <p14:tracePt t="25796" x="1800225" y="1785938"/>
          <p14:tracePt t="25814" x="1785938" y="1785938"/>
          <p14:tracePt t="25833" x="1778000" y="1785938"/>
          <p14:tracePt t="25936" x="1770063" y="1785938"/>
          <p14:tracePt t="26384" x="1770063" y="1792288"/>
          <p14:tracePt t="26401" x="1770063" y="1800225"/>
          <p14:tracePt t="26415" x="1778000" y="1814513"/>
          <p14:tracePt t="26429" x="1785938" y="1820863"/>
          <p14:tracePt t="26443" x="1785938" y="1836738"/>
          <p14:tracePt t="26458" x="1785938" y="1843088"/>
          <p14:tracePt t="27083" x="1792288" y="1843088"/>
          <p14:tracePt t="27193" x="1800225" y="1843088"/>
          <p14:tracePt t="27316" x="1806575" y="1843088"/>
          <p14:tracePt t="27364" x="1814513" y="1851025"/>
          <p14:tracePt t="27472" x="1820863" y="1851025"/>
          <p14:tracePt t="27675" x="1828800" y="1851025"/>
          <p14:tracePt t="27767" x="1836738" y="1851025"/>
          <p14:tracePt t="27872" x="1843088" y="1851025"/>
          <p14:tracePt t="27993" x="1843088" y="1857375"/>
          <p14:tracePt t="28004" x="1851025" y="1865313"/>
          <p14:tracePt t="28572" x="1843088" y="1901825"/>
          <p14:tracePt t="28587" x="1836738" y="1930400"/>
          <p14:tracePt t="28599" x="1836738" y="1952625"/>
          <p14:tracePt t="28610" x="1828800" y="1966913"/>
          <p14:tracePt t="28625" x="1828800" y="1973263"/>
          <p14:tracePt t="28656" x="1828800" y="1989138"/>
          <p14:tracePt t="28715" x="1828800" y="1995488"/>
          <p14:tracePt t="28729" x="1820863" y="2003425"/>
          <p14:tracePt t="28736" x="1820863" y="2009775"/>
          <p14:tracePt t="28881" x="1814513" y="2017713"/>
          <p14:tracePt t="28903" x="1800225" y="2017713"/>
          <p14:tracePt t="32052" x="1887538" y="2032000"/>
          <p14:tracePt t="32064" x="1930400" y="2054225"/>
          <p14:tracePt t="32076" x="2054225" y="2090738"/>
          <p14:tracePt t="32093" x="2198688" y="2133600"/>
          <p14:tracePt t="32111" x="2359025" y="2176463"/>
          <p14:tracePt t="32127" x="2511425" y="2220913"/>
          <p14:tracePt t="32143" x="2649538" y="2257425"/>
          <p14:tracePt t="32159" x="2779713" y="2293938"/>
          <p14:tracePt t="32176" x="2881313" y="2322513"/>
          <p14:tracePt t="32193" x="2960688" y="2351088"/>
          <p14:tracePt t="32209" x="3019425" y="2365375"/>
          <p14:tracePt t="32226" x="3055938" y="2379663"/>
          <p14:tracePt t="32243" x="3098800" y="2387600"/>
          <p14:tracePt t="32260" x="3121025" y="2387600"/>
          <p14:tracePt t="32277" x="3171825" y="2387600"/>
          <p14:tracePt t="32293" x="3251200" y="2387600"/>
          <p14:tracePt t="32310" x="3344863" y="2387600"/>
          <p14:tracePt t="32327" x="3454400" y="2387600"/>
          <p14:tracePt t="32343" x="3527425" y="2387600"/>
          <p14:tracePt t="32363" x="3556000" y="2379663"/>
          <p14:tracePt t="32377" x="3570288" y="2373313"/>
          <p14:tracePt t="32393" x="3584575" y="2359025"/>
          <p14:tracePt t="32410" x="3592513" y="2336800"/>
          <p14:tracePt t="32427" x="3598863" y="2308225"/>
          <p14:tracePt t="32444" x="3606800" y="2249488"/>
          <p14:tracePt t="32460" x="3621088" y="2212975"/>
          <p14:tracePt t="32477" x="3621088" y="2184400"/>
          <p14:tracePt t="32493" x="3614738" y="2155825"/>
          <p14:tracePt t="32511" x="3592513" y="2133600"/>
          <p14:tracePt t="32527" x="3570288" y="2105025"/>
          <p14:tracePt t="32544" x="3533775" y="2074863"/>
          <p14:tracePt t="32560" x="3505200" y="2068513"/>
          <p14:tracePt t="32577" x="3462338" y="2060575"/>
          <p14:tracePt t="32588" x="3417888" y="2046288"/>
          <p14:tracePt t="32610" x="3395663" y="2046288"/>
          <p14:tracePt t="32630" x="3352800" y="2046288"/>
          <p14:tracePt t="32644" x="3338513" y="2046288"/>
          <p14:tracePt t="32660" x="3309938" y="2068513"/>
          <p14:tracePt t="32680" x="3273425" y="2105025"/>
          <p14:tracePt t="32693" x="3236913" y="2133600"/>
          <p14:tracePt t="32711" x="3222625" y="2162175"/>
          <p14:tracePt t="32727" x="3192463" y="2192338"/>
          <p14:tracePt t="32743" x="3186113" y="2206625"/>
          <p14:tracePt t="32760" x="3186113" y="2235200"/>
          <p14:tracePt t="32777" x="3186113" y="2263775"/>
          <p14:tracePt t="32793" x="3186113" y="2308225"/>
          <p14:tracePt t="32810" x="3208338" y="2336800"/>
          <p14:tracePt t="32827" x="3236913" y="2365375"/>
          <p14:tracePt t="32844" x="3273425" y="2379663"/>
          <p14:tracePt t="32860" x="3324225" y="2379663"/>
          <p14:tracePt t="32877" x="3375025" y="2379663"/>
          <p14:tracePt t="32893" x="3425825" y="2379663"/>
          <p14:tracePt t="32910" x="3468688" y="2379663"/>
          <p14:tracePt t="32927" x="3490913" y="2379663"/>
          <p14:tracePt t="32943" x="3497263" y="2379663"/>
          <p14:tracePt t="32961" x="3505200" y="2379663"/>
          <p14:tracePt t="32977" x="3505200" y="2373313"/>
          <p14:tracePt t="32993" x="3513138" y="2365375"/>
          <p14:tracePt t="33011" x="3519488" y="2359025"/>
          <p14:tracePt t="33027" x="3519488" y="2344738"/>
          <p14:tracePt t="33060" x="3527425" y="2328863"/>
          <p14:tracePt t="33093" x="3533775" y="2314575"/>
          <p14:tracePt t="33110" x="3541713" y="2308225"/>
          <p14:tracePt t="33128" x="3541713" y="2300288"/>
          <p14:tracePt t="33144" x="3556000" y="2300288"/>
          <p14:tracePt t="33160" x="3578225" y="2293938"/>
          <p14:tracePt t="33179" x="3598863" y="2278063"/>
          <p14:tracePt t="33194" x="3635375" y="2263775"/>
          <p14:tracePt t="33210" x="3694113" y="2249488"/>
          <p14:tracePt t="33228" x="3781425" y="2220913"/>
          <p14:tracePt t="33244" x="3795713" y="2220913"/>
          <p14:tracePt t="33260" x="3868738" y="2192338"/>
          <p14:tracePt t="33277" x="3903663" y="2176463"/>
          <p14:tracePt t="33293" x="3940175" y="2155825"/>
          <p14:tracePt t="33310" x="3976688" y="2125663"/>
          <p14:tracePt t="33327" x="3998913" y="2105025"/>
          <p14:tracePt t="33343" x="4027488" y="2082800"/>
          <p14:tracePt t="33360" x="4035425" y="2068513"/>
          <p14:tracePt t="33376" x="4049713" y="2060575"/>
          <p14:tracePt t="33393" x="4049713" y="2054225"/>
          <p14:tracePt t="33410" x="4056063" y="2054225"/>
          <p14:tracePt t="33443" x="4056063" y="2046288"/>
          <p14:tracePt t="33515" x="4064000" y="2046288"/>
          <p14:tracePt t="33523" x="4071938" y="2046288"/>
          <p14:tracePt t="33532" x="4078288" y="2046288"/>
          <p14:tracePt t="33543" x="4086225" y="2054225"/>
          <p14:tracePt t="33560" x="4100513" y="2082800"/>
          <p14:tracePt t="33576" x="4114800" y="2105025"/>
          <p14:tracePt t="33593" x="4114800" y="2111375"/>
          <p14:tracePt t="33610" x="4129088" y="2125663"/>
          <p14:tracePt t="33626" x="4129088" y="2133600"/>
          <p14:tracePt t="33643" x="4137025" y="2147888"/>
          <p14:tracePt t="33676" x="4143375" y="2155825"/>
          <p14:tracePt t="33693" x="4151313" y="2162175"/>
          <p14:tracePt t="33709" x="4157663" y="2170113"/>
          <p14:tracePt t="33743" x="4157663" y="2176463"/>
          <p14:tracePt t="34297" x="4187825" y="2176463"/>
          <p14:tracePt t="34302" x="4216400" y="2176463"/>
          <p14:tracePt t="34310" x="4267200" y="2184400"/>
          <p14:tracePt t="34328" x="4433888" y="2206625"/>
          <p14:tracePt t="34343" x="4710113" y="2257425"/>
          <p14:tracePt t="34361" x="5065713" y="2286000"/>
          <p14:tracePt t="34377" x="5362575" y="2336800"/>
          <p14:tracePt t="34394" x="5638800" y="2409825"/>
          <p14:tracePt t="34410" x="5754688" y="2430463"/>
          <p14:tracePt t="34429" x="5864225" y="2438400"/>
          <p14:tracePt t="34444" x="5884863" y="2438400"/>
          <p14:tracePt t="34461" x="5907088" y="2438400"/>
          <p14:tracePt t="34477" x="5935663" y="2438400"/>
          <p14:tracePt t="34493" x="5957888" y="2438400"/>
          <p14:tracePt t="34510" x="5986463" y="2438400"/>
          <p14:tracePt t="34527" x="6016625" y="2438400"/>
          <p14:tracePt t="34544" x="6059488" y="2430463"/>
          <p14:tracePt t="34560" x="6161088" y="2430463"/>
          <p14:tracePt t="34579" x="6240463" y="2430463"/>
          <p14:tracePt t="34585" x="6299200" y="2430463"/>
          <p14:tracePt t="34594" x="6321425" y="2430463"/>
          <p14:tracePt t="34610" x="6357938" y="2424113"/>
          <p14:tracePt t="34794" x="6357938" y="2416175"/>
          <p14:tracePt t="34804" x="6270625" y="2401888"/>
          <p14:tracePt t="34827" x="6154738" y="2387600"/>
          <p14:tracePt t="34844" x="6146800" y="2379663"/>
          <p14:tracePt t="35063" x="6138863" y="2379663"/>
          <p14:tracePt t="35070" x="6138863" y="2373313"/>
          <p14:tracePt t="35084" x="6132513" y="2373313"/>
          <p14:tracePt t="35136" x="6124575" y="2373313"/>
          <p14:tracePt t="35161" x="6118225" y="2365375"/>
          <p14:tracePt t="35176" x="6118225" y="2359025"/>
          <p14:tracePt t="35183" x="6110288" y="2359025"/>
          <p14:tracePt t="35194" x="6103938" y="2351088"/>
          <p14:tracePt t="35211" x="6081713" y="2328863"/>
          <p14:tracePt t="35228" x="6067425" y="2293938"/>
          <p14:tracePt t="35244" x="6037263" y="2257425"/>
          <p14:tracePt t="35261" x="6022975" y="2235200"/>
          <p14:tracePt t="35278" x="6016625" y="2227263"/>
          <p14:tracePt t="35360" x="6008688" y="2227263"/>
          <p14:tracePt t="35394" x="6002338" y="2227263"/>
          <p14:tracePt t="35400" x="5986463" y="2227263"/>
          <p14:tracePt t="35411" x="5986463" y="2235200"/>
          <p14:tracePt t="35428" x="5986463" y="2257425"/>
          <p14:tracePt t="35444" x="5986463" y="2271713"/>
          <p14:tracePt t="35461" x="6016625" y="2293938"/>
          <p14:tracePt t="35478" x="6103938" y="2314575"/>
          <p14:tracePt t="35494" x="6226175" y="2322513"/>
          <p14:tracePt t="35511" x="6372225" y="2328863"/>
          <p14:tracePt t="35529" x="6451600" y="2328863"/>
          <p14:tracePt t="35544" x="6488113" y="2328863"/>
          <p14:tracePt t="35561" x="6502400" y="2328863"/>
          <p14:tracePt t="35577" x="6510338" y="2322513"/>
          <p14:tracePt t="35594" x="6524625" y="2314575"/>
          <p14:tracePt t="35611" x="6553200" y="2278063"/>
          <p14:tracePt t="35627" x="6575425" y="2235200"/>
          <p14:tracePt t="35644" x="6581775" y="2212975"/>
          <p14:tracePt t="35661" x="6604000" y="2184400"/>
          <p14:tracePt t="35677" x="6611938" y="2155825"/>
          <p14:tracePt t="35694" x="6618288" y="2147888"/>
          <p14:tracePt t="35711" x="6626225" y="2141538"/>
          <p14:tracePt t="35781" x="6632575" y="2141538"/>
          <p14:tracePt t="35789" x="6646863" y="2141538"/>
          <p14:tracePt t="35797" x="6662738" y="2141538"/>
          <p14:tracePt t="35811" x="6691313" y="2141538"/>
          <p14:tracePt t="35828" x="6719888" y="2141538"/>
          <p14:tracePt t="35844" x="6734175" y="2141538"/>
          <p14:tracePt t="35861" x="6742113" y="2141538"/>
          <p14:tracePt t="35877" x="6756400" y="2141538"/>
          <p14:tracePt t="35894" x="6764338" y="2147888"/>
          <p14:tracePt t="35927" x="6778625" y="2155825"/>
          <p14:tracePt t="35944" x="6784975" y="2170113"/>
          <p14:tracePt t="35961" x="6792913" y="2192338"/>
          <p14:tracePt t="35977" x="6792913" y="2206625"/>
          <p14:tracePt t="35994" x="6799263" y="2227263"/>
          <p14:tracePt t="36011" x="6799263" y="2249488"/>
          <p14:tracePt t="36027" x="6799263" y="2271713"/>
          <p14:tracePt t="36044" x="6799263" y="2278063"/>
          <p14:tracePt t="36061" x="6807200" y="2278063"/>
          <p14:tracePt t="36078" x="6807200" y="2293938"/>
          <p14:tracePt t="36094" x="6807200" y="2300288"/>
          <p14:tracePt t="36232" x="6807200" y="2314575"/>
          <p14:tracePt t="36249" x="6792913" y="2322513"/>
          <p14:tracePt t="36265" x="6784975" y="2322513"/>
          <p14:tracePt t="36280" x="6770688" y="2328863"/>
          <p14:tracePt t="36304" x="6764338" y="2328863"/>
          <p14:tracePt t="36320" x="6748463" y="2328863"/>
          <p14:tracePt t="36327" x="6742113" y="2328863"/>
          <p14:tracePt t="36336" x="6727825" y="2328863"/>
          <p14:tracePt t="36344" x="6713538" y="2328863"/>
          <p14:tracePt t="36361" x="6705600" y="2322513"/>
          <p14:tracePt t="36378" x="6691313" y="2308225"/>
          <p14:tracePt t="36394" x="6683375" y="2293938"/>
          <p14:tracePt t="36411" x="6677025" y="2271713"/>
          <p14:tracePt t="36427" x="6677025" y="2257425"/>
          <p14:tracePt t="36444" x="6677025" y="2235200"/>
          <p14:tracePt t="36460" x="6677025" y="2212975"/>
          <p14:tracePt t="36477" x="6705600" y="2176463"/>
          <p14:tracePt t="36494" x="6719888" y="2155825"/>
          <p14:tracePt t="36510" x="6734175" y="2133600"/>
          <p14:tracePt t="36527" x="6748463" y="2119313"/>
          <p14:tracePt t="36544" x="6756400" y="2111375"/>
          <p14:tracePt t="36560" x="6764338" y="2111375"/>
          <p14:tracePt t="36577" x="6770688" y="2097088"/>
          <p14:tracePt t="36604" x="6778625" y="2097088"/>
          <p14:tracePt t="36636" x="6784975" y="2097088"/>
          <p14:tracePt t="36644" x="6792913" y="2097088"/>
          <p14:tracePt t="36668" x="6799263" y="2097088"/>
          <p14:tracePt t="36676" x="6799263" y="2105025"/>
          <p14:tracePt t="36700" x="6799263" y="2111375"/>
          <p14:tracePt t="36716" x="6799263" y="2119313"/>
          <p14:tracePt t="36723" x="6807200" y="2125663"/>
          <p14:tracePt t="36748" x="6807200" y="2133600"/>
          <p14:tracePt t="37374" x="6821488" y="2133600"/>
          <p14:tracePt t="37381" x="6850063" y="2133600"/>
          <p14:tracePt t="37389" x="6872288" y="2133600"/>
          <p14:tracePt t="37397" x="6886575" y="2133600"/>
          <p14:tracePt t="37411" x="6900863" y="2141538"/>
          <p14:tracePt t="37428" x="6923088" y="2147888"/>
          <p14:tracePt t="37444" x="6973888" y="2155825"/>
          <p14:tracePt t="37461" x="7046913" y="2170113"/>
          <p14:tracePt t="37479" x="7097713" y="2184400"/>
          <p14:tracePt t="37495" x="7126288" y="2192338"/>
          <p14:tracePt t="37528" x="7134225" y="2192338"/>
          <p14:tracePt t="37544" x="7140575" y="2198688"/>
          <p14:tracePt t="37561" x="7140575" y="2206625"/>
          <p14:tracePt t="37578" x="7148513" y="2227263"/>
          <p14:tracePt t="37595" x="7148513" y="2235200"/>
          <p14:tracePt t="37611" x="7148513" y="2243138"/>
          <p14:tracePt t="37628" x="7148513" y="2263775"/>
          <p14:tracePt t="37646" x="7148513" y="2278063"/>
          <p14:tracePt t="37661" x="7148513" y="2293938"/>
          <p14:tracePt t="37680" x="7148513" y="2308225"/>
          <p14:tracePt t="37868" x="7170738" y="2314575"/>
          <p14:tracePt t="37881" x="7191375" y="2314575"/>
          <p14:tracePt t="37894" x="7235825" y="2300288"/>
          <p14:tracePt t="37911" x="7300913" y="2286000"/>
          <p14:tracePt t="37928" x="7402513" y="2271713"/>
          <p14:tracePt t="37945" x="7467600" y="2271713"/>
          <p14:tracePt t="37961" x="7546975" y="2271713"/>
          <p14:tracePt t="37978" x="7620000" y="2271713"/>
          <p14:tracePt t="37995" x="7750175" y="2300288"/>
          <p14:tracePt t="38011" x="7823200" y="2322513"/>
          <p14:tracePt t="38028" x="7902575" y="2351088"/>
          <p14:tracePt t="38045" x="7932738" y="2359025"/>
          <p14:tracePt t="38062" x="7953375" y="2365375"/>
          <p14:tracePt t="38078" x="7967663" y="2365375"/>
          <p14:tracePt t="38083" x="7975600" y="2373313"/>
          <p14:tracePt t="38096" x="7989888" y="2373313"/>
          <p14:tracePt t="38111" x="8034338" y="2379663"/>
          <p14:tracePt t="38128" x="8128000" y="2379663"/>
          <p14:tracePt t="38145" x="8229600" y="2379663"/>
          <p14:tracePt t="38161" x="8323263" y="2365375"/>
          <p14:tracePt t="38179" x="8461375" y="2300288"/>
          <p14:tracePt t="38195" x="8520113" y="2263775"/>
          <p14:tracePt t="38211" x="8556625" y="2243138"/>
          <p14:tracePt t="38228" x="8570913" y="2235200"/>
          <p14:tracePt t="38245" x="8599488" y="2212975"/>
          <p14:tracePt t="38261" x="8607425" y="2206625"/>
          <p14:tracePt t="38278" x="8628063" y="2198688"/>
          <p14:tracePt t="38295" x="8643938" y="2184400"/>
          <p14:tracePt t="38311" x="8658225" y="2176463"/>
          <p14:tracePt t="38330" x="8678863" y="2170113"/>
          <p14:tracePt t="38345" x="8686800" y="2162175"/>
          <p14:tracePt t="38363" x="8701088" y="2162175"/>
          <p14:tracePt t="38395" x="8715375" y="2162175"/>
          <p14:tracePt t="38411" x="8729663" y="2155825"/>
          <p14:tracePt t="38462" x="8737600" y="2155825"/>
          <p14:tracePt t="38478" x="8745538" y="2155825"/>
          <p14:tracePt t="38495" x="8751888" y="2155825"/>
          <p14:tracePt t="38510" x="8759825" y="2155825"/>
          <p14:tracePt t="38526" x="8766175" y="2162175"/>
          <p14:tracePt t="38541" x="8780463" y="2162175"/>
          <p14:tracePt t="38550" x="8788400" y="2170113"/>
          <p14:tracePt t="38561" x="8796338" y="2176463"/>
          <p14:tracePt t="38580" x="8816975" y="2192338"/>
          <p14:tracePt t="38595" x="8824913" y="2198688"/>
          <p14:tracePt t="38613" x="8831263" y="2212975"/>
          <p14:tracePt t="38628" x="8839200" y="2220913"/>
          <p14:tracePt t="38645" x="8847138" y="2227263"/>
          <p14:tracePt t="38661" x="8853488" y="2235200"/>
          <p14:tracePt t="38678" x="8861425" y="2235200"/>
          <p14:tracePt t="38696" x="8861425" y="2243138"/>
          <p14:tracePt t="39324" x="8875713" y="2235200"/>
          <p14:tracePt t="39332" x="8875713" y="2227263"/>
          <p14:tracePt t="39346" x="8890000" y="2212975"/>
          <p14:tracePt t="39362" x="8897938" y="2192338"/>
          <p14:tracePt t="39379" x="8912225" y="2155825"/>
          <p14:tracePt t="39395" x="8912225" y="2147888"/>
          <p14:tracePt t="39412" x="8926513" y="2133600"/>
          <p14:tracePt t="39429" x="8940800" y="2111375"/>
          <p14:tracePt t="39446" x="8948738" y="2097088"/>
          <p14:tracePt t="39464" x="8955088" y="2090738"/>
          <p14:tracePt t="39479" x="8963025" y="2082800"/>
          <p14:tracePt t="39572" x="8977313" y="2082800"/>
          <p14:tracePt t="39586" x="8991600" y="2090738"/>
          <p14:tracePt t="39593" x="8991600" y="2097088"/>
          <p14:tracePt t="39601" x="8999538" y="2125663"/>
          <p14:tracePt t="39612" x="9013825" y="2155825"/>
          <p14:tracePt t="39629" x="9034463" y="2192338"/>
          <p14:tracePt t="39645" x="9050338" y="2220913"/>
          <p14:tracePt t="39662" x="9064625" y="2243138"/>
          <p14:tracePt t="39679" x="9070975" y="2263775"/>
          <p14:tracePt t="39696" x="9070975" y="2271713"/>
          <p14:tracePt t="39712" x="9078913" y="2278063"/>
          <p14:tracePt t="39730" x="9093200" y="2278063"/>
          <p14:tracePt t="39746" x="9093200" y="2286000"/>
          <p14:tracePt t="39762" x="9101138" y="2286000"/>
          <p14:tracePt t="39780" x="9121775" y="2286000"/>
          <p14:tracePt t="39795" x="9129713" y="2286000"/>
          <p14:tracePt t="39812" x="9151938" y="2286000"/>
          <p14:tracePt t="39829" x="9158288" y="2278063"/>
          <p14:tracePt t="39845" x="9172575" y="2271713"/>
          <p14:tracePt t="39863" x="9180513" y="2263775"/>
          <p14:tracePt t="39879" x="9194800" y="2263775"/>
          <p14:tracePt t="40587" x="9194800" y="2257425"/>
          <p14:tracePt t="41304" x="9186863" y="2257425"/>
          <p14:tracePt t="41322" x="9180513" y="2257425"/>
          <p14:tracePt t="41344" x="9172575" y="2257425"/>
          <p14:tracePt t="41391" x="9166225" y="2257425"/>
          <p14:tracePt t="41410" x="9158288" y="2257425"/>
          <p14:tracePt t="41448" x="9151938" y="2257425"/>
          <p14:tracePt t="42699" x="9144000" y="2257425"/>
          <p14:tracePt t="43304" x="9136063" y="2257425"/>
          <p14:tracePt t="43376" x="9129713" y="2257425"/>
          <p14:tracePt t="43384" x="9121775" y="2249488"/>
          <p14:tracePt t="43442" x="9115425" y="2249488"/>
          <p14:tracePt t="43465" x="9107488" y="2249488"/>
          <p14:tracePt t="43472" x="9101138" y="2249488"/>
          <p14:tracePt t="43489" x="9093200" y="2249488"/>
          <p14:tracePt t="43520" x="9085263" y="2249488"/>
          <p14:tracePt t="43528" x="9078913" y="2249488"/>
          <p14:tracePt t="43537" x="9070975" y="2243138"/>
          <p14:tracePt t="43573" x="9064625" y="2243138"/>
          <p14:tracePt t="43671" x="9056688" y="2243138"/>
          <p14:tracePt t="44462" x="9034463" y="2243138"/>
          <p14:tracePt t="44469" x="9013825" y="2227263"/>
          <p14:tracePt t="44480" x="8969375" y="2212975"/>
          <p14:tracePt t="44497" x="8861425" y="2184400"/>
          <p14:tracePt t="44515" x="8678863" y="2162175"/>
          <p14:tracePt t="44530" x="8461375" y="2125663"/>
          <p14:tracePt t="44548" x="8193088" y="2097088"/>
          <p14:tracePt t="44564" x="8054975" y="2097088"/>
          <p14:tracePt t="44580" x="7953375" y="2097088"/>
          <p14:tracePt t="44597" x="7837488" y="2097088"/>
          <p14:tracePt t="44615" x="7721600" y="2097088"/>
          <p14:tracePt t="44630" x="7577138" y="2097088"/>
          <p14:tracePt t="44647" x="7431088" y="2097088"/>
          <p14:tracePt t="44664" x="7292975" y="2105025"/>
          <p14:tracePt t="44680" x="7162800" y="2119313"/>
          <p14:tracePt t="44697" x="7053263" y="2133600"/>
          <p14:tracePt t="44713" x="6967538" y="2147888"/>
          <p14:tracePt t="44730" x="6872288" y="2170113"/>
          <p14:tracePt t="44748" x="6764338" y="2184400"/>
          <p14:tracePt t="44764" x="6705600" y="2192338"/>
          <p14:tracePt t="44780" x="6669088" y="2206625"/>
          <p14:tracePt t="44801" x="6632575" y="2212975"/>
          <p14:tracePt t="44813" x="6567488" y="2235200"/>
          <p14:tracePt t="44832" x="6494463" y="2243138"/>
          <p14:tracePt t="44847" x="6437313" y="2249488"/>
          <p14:tracePt t="44866" x="6378575" y="2278063"/>
          <p14:tracePt t="44881" x="6342063" y="2300288"/>
          <p14:tracePt t="44898" x="6327775" y="2300288"/>
          <p14:tracePt t="44914" x="6313488" y="2308225"/>
          <p14:tracePt t="44930" x="6307138" y="2314575"/>
          <p14:tracePt t="44948" x="6291263" y="2328863"/>
          <p14:tracePt t="44964" x="6291263" y="2336800"/>
          <p14:tracePt t="44981" x="6284913" y="2344738"/>
          <p14:tracePt t="44997" x="6284913" y="2351088"/>
          <p14:tracePt t="45014" x="6284913" y="2359025"/>
          <p14:tracePt t="45030" x="6284913" y="2365375"/>
          <p14:tracePt t="45049" x="6299200" y="2373313"/>
          <p14:tracePt t="45064" x="6321425" y="2387600"/>
          <p14:tracePt t="45084" x="6372225" y="2387600"/>
          <p14:tracePt t="45098" x="6392863" y="2395538"/>
          <p14:tracePt t="45114" x="6429375" y="2395538"/>
          <p14:tracePt t="45132" x="6459538" y="2395538"/>
          <p14:tracePt t="45149" x="6488113" y="2395538"/>
          <p14:tracePt t="45164" x="6502400" y="2395538"/>
          <p14:tracePt t="45180" x="6530975" y="2395538"/>
          <p14:tracePt t="45198" x="6553200" y="2387600"/>
          <p14:tracePt t="45214" x="6575425" y="2379663"/>
          <p14:tracePt t="45231" x="6589713" y="2365375"/>
          <p14:tracePt t="45248" x="6604000" y="2359025"/>
          <p14:tracePt t="45264" x="6640513" y="2328863"/>
          <p14:tracePt t="45280" x="6662738" y="2314575"/>
          <p14:tracePt t="45297" x="6677025" y="2300288"/>
          <p14:tracePt t="45317" x="6697663" y="2278063"/>
          <p14:tracePt t="45331" x="6697663" y="2257425"/>
          <p14:tracePt t="45349" x="6705600" y="2220913"/>
          <p14:tracePt t="45364" x="6705600" y="2192338"/>
          <p14:tracePt t="45381" x="6705600" y="2155825"/>
          <p14:tracePt t="45399" x="6705600" y="2133600"/>
          <p14:tracePt t="45414" x="6705600" y="2105025"/>
          <p14:tracePt t="45431" x="6691313" y="2074863"/>
          <p14:tracePt t="45448" x="6677025" y="2046288"/>
          <p14:tracePt t="45464" x="6654800" y="2032000"/>
          <p14:tracePt t="45481" x="6626225" y="2017713"/>
          <p14:tracePt t="45498" x="6589713" y="1995488"/>
          <p14:tracePt t="45514" x="6567488" y="1995488"/>
          <p14:tracePt t="45532" x="6510338" y="1966913"/>
          <p14:tracePt t="45551" x="6473825" y="1958975"/>
          <p14:tracePt t="45564" x="6437313" y="1952625"/>
          <p14:tracePt t="45572" x="6423025" y="1944688"/>
          <p14:tracePt t="45580" x="6400800" y="1944688"/>
          <p14:tracePt t="45599" x="6357938" y="1944688"/>
          <p14:tracePt t="45614" x="6327775" y="1944688"/>
          <p14:tracePt t="45631" x="6276975" y="1944688"/>
          <p14:tracePt t="45648" x="6256338" y="1944688"/>
          <p14:tracePt t="45664" x="6219825" y="1944688"/>
          <p14:tracePt t="45680" x="6205538" y="1952625"/>
          <p14:tracePt t="45697" x="6175375" y="1952625"/>
          <p14:tracePt t="45714" x="6161088" y="1966913"/>
          <p14:tracePt t="45731" x="6138863" y="1981200"/>
          <p14:tracePt t="45749" x="6110288" y="1995488"/>
          <p14:tracePt t="45764" x="6103938" y="2003425"/>
          <p14:tracePt t="45781" x="6088063" y="2009775"/>
          <p14:tracePt t="45799" x="6088063" y="2017713"/>
          <p14:tracePt t="45814" x="6073775" y="2032000"/>
          <p14:tracePt t="45834" x="6059488" y="2046288"/>
          <p14:tracePt t="45848" x="6045200" y="2060575"/>
          <p14:tracePt t="45864" x="6030913" y="2074863"/>
          <p14:tracePt t="45880" x="6022975" y="2090738"/>
          <p14:tracePt t="45897" x="6016625" y="2119313"/>
          <p14:tracePt t="45914" x="6016625" y="2133600"/>
          <p14:tracePt t="45932" x="6016625" y="2162175"/>
          <p14:tracePt t="45949" x="6016625" y="2176463"/>
          <p14:tracePt t="45964" x="6016625" y="2198688"/>
          <p14:tracePt t="45981" x="6022975" y="2212975"/>
          <p14:tracePt t="45998" x="6053138" y="2235200"/>
          <p14:tracePt t="46014" x="6073775" y="2243138"/>
          <p14:tracePt t="46031" x="6103938" y="2257425"/>
          <p14:tracePt t="46048" x="6132513" y="2271713"/>
          <p14:tracePt t="46064" x="6183313" y="2286000"/>
          <p14:tracePt t="46072" x="6211888" y="2293938"/>
          <p14:tracePt t="46083" x="6276975" y="2314575"/>
          <p14:tracePt t="46098" x="6327775" y="2314575"/>
          <p14:tracePt t="46114" x="6400800" y="2322513"/>
          <p14:tracePt t="46130" x="6459538" y="2328863"/>
          <p14:tracePt t="46147" x="6530975" y="2328863"/>
          <p14:tracePt t="46163" x="6561138" y="2328863"/>
          <p14:tracePt t="46180" x="6581775" y="2328863"/>
          <p14:tracePt t="46197" x="6611938" y="2328863"/>
          <p14:tracePt t="46215" x="6640513" y="2328863"/>
          <p14:tracePt t="46231" x="6669088" y="2328863"/>
          <p14:tracePt t="46249" x="6697663" y="2322513"/>
          <p14:tracePt t="46264" x="6705600" y="2322513"/>
          <p14:tracePt t="46281" x="6734175" y="2308225"/>
          <p14:tracePt t="46301" x="6748463" y="2300288"/>
          <p14:tracePt t="46315" x="6764338" y="2293938"/>
          <p14:tracePt t="46335" x="6784975" y="2286000"/>
          <p14:tracePt t="46348" x="6799263" y="2271713"/>
          <p14:tracePt t="46365" x="6821488" y="2263775"/>
          <p14:tracePt t="46381" x="6829425" y="2257425"/>
          <p14:tracePt t="46399" x="6835775" y="2249488"/>
          <p14:tracePt t="46414" x="6843713" y="2243138"/>
          <p14:tracePt t="46431" x="6858000" y="2235200"/>
          <p14:tracePt t="46449" x="6858000" y="2227263"/>
          <p14:tracePt t="46465" x="6865938" y="2220913"/>
          <p14:tracePt t="46481" x="6865938" y="2212975"/>
          <p14:tracePt t="46514" x="6872288" y="2212975"/>
          <p14:tracePt t="46538" x="6872288" y="2206625"/>
          <p14:tracePt t="46600" x="6872288" y="2198688"/>
          <p14:tracePt t="46609" x="6872288" y="2192338"/>
          <p14:tracePt t="46615" x="6872288" y="2184400"/>
          <p14:tracePt t="46640" x="6872288" y="2176463"/>
          <p14:tracePt t="46648" x="6872288" y="2170113"/>
          <p14:tracePt t="46665" x="6858000" y="2147888"/>
          <p14:tracePt t="46681" x="6843713" y="2133600"/>
          <p14:tracePt t="46699" x="6807200" y="2097088"/>
          <p14:tracePt t="46714" x="6792913" y="2082800"/>
          <p14:tracePt t="46732" x="6734175" y="2046288"/>
          <p14:tracePt t="46748" x="6677025" y="2017713"/>
          <p14:tracePt t="46764" x="6611938" y="1995488"/>
          <p14:tracePt t="46781" x="6561138" y="1989138"/>
          <p14:tracePt t="46799" x="6516688" y="1966913"/>
          <p14:tracePt t="46816" x="6465888" y="1966913"/>
          <p14:tracePt t="46831" x="6415088" y="1966913"/>
          <p14:tracePt t="46847" x="6357938" y="1966913"/>
          <p14:tracePt t="46864" x="6307138" y="1966913"/>
          <p14:tracePt t="46882" x="6270625" y="1966913"/>
          <p14:tracePt t="46898" x="6234113" y="1973263"/>
          <p14:tracePt t="46915" x="6189663" y="1995488"/>
          <p14:tracePt t="46932" x="6154738" y="2003425"/>
          <p14:tracePt t="46947" x="6118225" y="2032000"/>
          <p14:tracePt t="46965" x="6081713" y="2039938"/>
          <p14:tracePt t="46981" x="6053138" y="2060575"/>
          <p14:tracePt t="46998" x="6022975" y="2082800"/>
          <p14:tracePt t="47014" x="5986463" y="2111375"/>
          <p14:tracePt t="47031" x="5965825" y="2125663"/>
          <p14:tracePt t="47049" x="5943600" y="2147888"/>
          <p14:tracePt t="47064" x="5929313" y="2184400"/>
          <p14:tracePt t="47081" x="5921375" y="2198688"/>
          <p14:tracePt t="47098" x="5915025" y="2235200"/>
          <p14:tracePt t="47118" x="5915025" y="2278063"/>
          <p14:tracePt t="47132" x="5921375" y="2300288"/>
          <p14:tracePt t="47151" x="5951538" y="2322513"/>
          <p14:tracePt t="47164" x="5980113" y="2336800"/>
          <p14:tracePt t="47181" x="6045200" y="2351088"/>
          <p14:tracePt t="47199" x="6124575" y="2379663"/>
          <p14:tracePt t="47215" x="6211888" y="2401888"/>
          <p14:tracePt t="47231" x="6313488" y="2430463"/>
          <p14:tracePt t="47249" x="6386513" y="2446338"/>
          <p14:tracePt t="47264" x="6443663" y="2446338"/>
          <p14:tracePt t="47281" x="6530975" y="2446338"/>
          <p14:tracePt t="47299" x="6626225" y="2446338"/>
          <p14:tracePt t="47318" x="6697663" y="2446338"/>
          <p14:tracePt t="47332" x="6756400" y="2446338"/>
          <p14:tracePt t="47348" x="6792913" y="2446338"/>
          <p14:tracePt t="47364" x="6815138" y="2446338"/>
          <p14:tracePt t="47381" x="6843713" y="2430463"/>
          <p14:tracePt t="47398" x="6880225" y="2416175"/>
          <p14:tracePt t="47414" x="6908800" y="2401888"/>
          <p14:tracePt t="47431" x="6937375" y="2379663"/>
          <p14:tracePt t="47448" x="6959600" y="2365375"/>
          <p14:tracePt t="47464" x="6981825" y="2336800"/>
          <p14:tracePt t="47482" x="6988175" y="2322513"/>
          <p14:tracePt t="47498" x="7002463" y="2308225"/>
          <p14:tracePt t="47516" x="7018338" y="2278063"/>
          <p14:tracePt t="47533" x="7018338" y="2263775"/>
          <p14:tracePt t="47550" x="7018338" y="2249488"/>
          <p14:tracePt t="47565" x="7018338" y="2220913"/>
          <p14:tracePt t="47585" x="7018338" y="2206625"/>
          <p14:tracePt t="47598" x="7018338" y="2176463"/>
          <p14:tracePt t="47614" x="7018338" y="2162175"/>
          <p14:tracePt t="47631" x="7018338" y="2141538"/>
          <p14:tracePt t="47648" x="6996113" y="2105025"/>
          <p14:tracePt t="47664" x="6981825" y="2082800"/>
          <p14:tracePt t="47681" x="6959600" y="2060575"/>
          <p14:tracePt t="47698" x="6937375" y="2039938"/>
          <p14:tracePt t="47715" x="6900863" y="2017713"/>
          <p14:tracePt t="47732" x="6886575" y="2009775"/>
          <p14:tracePt t="47748" x="6850063" y="1995488"/>
          <p14:tracePt t="47764" x="6815138" y="1995488"/>
          <p14:tracePt t="47781" x="6784975" y="1995488"/>
          <p14:tracePt t="47800" x="6742113" y="1995488"/>
          <p14:tracePt t="47818" x="6705600" y="1995488"/>
          <p14:tracePt t="47831" x="6677025" y="1995488"/>
          <p14:tracePt t="47848" x="6640513" y="1995488"/>
          <p14:tracePt t="47865" x="6596063" y="1995488"/>
          <p14:tracePt t="47881" x="6575425" y="1995488"/>
          <p14:tracePt t="47898" x="6530975" y="2003425"/>
          <p14:tracePt t="47916" x="6465888" y="2017713"/>
          <p14:tracePt t="47932" x="6443663" y="2024063"/>
          <p14:tracePt t="47949" x="6400800" y="2046288"/>
          <p14:tracePt t="47965" x="6364288" y="2054225"/>
          <p14:tracePt t="47982" x="6342063" y="2074863"/>
          <p14:tracePt t="47998" x="6313488" y="2082800"/>
          <p14:tracePt t="48014" x="6276975" y="2111375"/>
          <p14:tracePt t="48032" x="6256338" y="2133600"/>
          <p14:tracePt t="48048" x="6234113" y="2147888"/>
          <p14:tracePt t="48065" x="6226175" y="2155825"/>
          <p14:tracePt t="48073" x="6226175" y="2170113"/>
          <p14:tracePt t="48085" x="6211888" y="2192338"/>
          <p14:tracePt t="48098" x="6205538" y="2206625"/>
          <p14:tracePt t="48117" x="6205538" y="2235200"/>
          <p14:tracePt t="48132" x="6205538" y="2257425"/>
          <p14:tracePt t="48148" x="6205538" y="2271713"/>
          <p14:tracePt t="48165" x="6205538" y="2278063"/>
          <p14:tracePt t="48181" x="6205538" y="2300288"/>
          <p14:tracePt t="48199" x="6219825" y="2308225"/>
          <p14:tracePt t="48215" x="6234113" y="2314575"/>
          <p14:tracePt t="48231" x="6262688" y="2328863"/>
          <p14:tracePt t="48249" x="6284913" y="2344738"/>
          <p14:tracePt t="48265" x="6321425" y="2359025"/>
          <p14:tracePt t="48281" x="6372225" y="2379663"/>
          <p14:tracePt t="48300" x="6494463" y="2409825"/>
          <p14:tracePt t="48316" x="6561138" y="2424113"/>
          <p14:tracePt t="48332" x="6640513" y="2446338"/>
          <p14:tracePt t="48349" x="6654800" y="2446338"/>
          <p14:tracePt t="48365" x="6662738" y="2446338"/>
          <p14:tracePt t="48382" x="6669088" y="2446338"/>
          <p14:tracePt t="48415" x="6677025" y="2438400"/>
          <p14:tracePt t="48432" x="6683375" y="2424113"/>
          <p14:tracePt t="48448" x="6683375" y="2409825"/>
          <p14:tracePt t="48465" x="6632575" y="2379663"/>
          <p14:tracePt t="48481" x="6538913" y="2359025"/>
          <p14:tracePt t="48498" x="6372225" y="2359025"/>
          <p14:tracePt t="48515" x="6016625" y="2359025"/>
          <p14:tracePt t="48534" x="5718175" y="2359025"/>
          <p14:tracePt t="48549" x="5478463" y="2336800"/>
          <p14:tracePt t="48566" x="5240338" y="2300288"/>
          <p14:tracePt t="48574" x="5145088" y="2293938"/>
          <p14:tracePt t="48585" x="5051425" y="2271713"/>
          <p14:tracePt t="48598" x="4905375" y="2257425"/>
          <p14:tracePt t="48615" x="4738688" y="2235200"/>
          <p14:tracePt t="48632" x="4521200" y="2198688"/>
          <p14:tracePt t="48651" x="4049713" y="2125663"/>
          <p14:tracePt t="48665" x="3948113" y="2119313"/>
          <p14:tracePt t="48682" x="3694113" y="2082800"/>
          <p14:tracePt t="48701" x="3411538" y="2054225"/>
          <p14:tracePt t="48715" x="3259138" y="2039938"/>
          <p14:tracePt t="48732" x="3135313" y="2039938"/>
          <p14:tracePt t="48749" x="3005138" y="2039938"/>
          <p14:tracePt t="48765" x="2881313" y="2039938"/>
          <p14:tracePt t="48785" x="2720975" y="2039938"/>
          <p14:tracePt t="48799" x="2460625" y="2003425"/>
          <p14:tracePt t="48815" x="2206625" y="1966913"/>
          <p14:tracePt t="48833" x="1865313" y="1916113"/>
          <p14:tracePt t="48849" x="1546225" y="1871663"/>
          <p14:tracePt t="48869" x="1262063" y="1820863"/>
          <p14:tracePt t="48886" x="1154113" y="1814513"/>
          <p14:tracePt t="48900" x="1066800" y="1800225"/>
          <p14:tracePt t="48915" x="1023938" y="1792288"/>
          <p14:tracePt t="48932" x="928688" y="1785938"/>
          <p14:tracePt t="48948" x="885825" y="1770063"/>
          <p14:tracePt t="48965" x="871538" y="1770063"/>
          <p14:tracePt t="48982" x="849313" y="1763713"/>
          <p14:tracePt t="48998" x="827088" y="1755775"/>
          <p14:tracePt t="49015" x="804863" y="1749425"/>
          <p14:tracePt t="49032" x="798513" y="1749425"/>
          <p14:tracePt t="49064" x="790575" y="1749425"/>
          <p14:tracePt t="49096" x="784225" y="1749425"/>
          <p14:tracePt t="49121" x="776288" y="1749425"/>
          <p14:tracePt t="49136" x="776288" y="1755775"/>
          <p14:tracePt t="49152" x="776288" y="1763713"/>
          <p14:tracePt t="49161" x="776288" y="1770063"/>
          <p14:tracePt t="49169" x="776288" y="1778000"/>
          <p14:tracePt t="49181" x="798513" y="1792288"/>
          <p14:tracePt t="49199" x="827088" y="1806575"/>
          <p14:tracePt t="49215" x="871538" y="1814513"/>
          <p14:tracePt t="49231" x="900113" y="1828800"/>
          <p14:tracePt t="49248" x="928688" y="1836738"/>
          <p14:tracePt t="49265" x="957263" y="1843088"/>
          <p14:tracePt t="49282" x="993775" y="1843088"/>
          <p14:tracePt t="49299" x="1052513" y="1857375"/>
          <p14:tracePt t="49318" x="1131888" y="1865313"/>
          <p14:tracePt t="49332" x="1176338" y="1865313"/>
          <p14:tracePt t="49348" x="1211263" y="1865313"/>
          <p14:tracePt t="49365" x="1247775" y="1865313"/>
          <p14:tracePt t="49381" x="1284288" y="1865313"/>
          <p14:tracePt t="49399" x="1335088" y="1865313"/>
          <p14:tracePt t="49415" x="1363663" y="1851025"/>
          <p14:tracePt t="49432" x="1400175" y="1851025"/>
          <p14:tracePt t="49448" x="1436688" y="1836738"/>
          <p14:tracePt t="49465" x="1450975" y="1836738"/>
          <p14:tracePt t="49482" x="1481138" y="1820863"/>
          <p14:tracePt t="49499" x="1516063" y="1800225"/>
          <p14:tracePt t="49517" x="1546225" y="1785938"/>
          <p14:tracePt t="49534" x="1574800" y="1770063"/>
          <p14:tracePt t="49550" x="1589088" y="1755775"/>
          <p14:tracePt t="49565" x="1603375" y="1741488"/>
          <p14:tracePt t="49572" x="1611313" y="1735138"/>
          <p14:tracePt t="49589" x="1625600" y="1712913"/>
          <p14:tracePt t="49599" x="1639888" y="1698625"/>
          <p14:tracePt t="49615" x="1647825" y="1684338"/>
          <p14:tracePt t="49632" x="1654175" y="1662113"/>
          <p14:tracePt t="49648" x="1654175" y="1639888"/>
          <p14:tracePt t="49665" x="1654175" y="1611313"/>
          <p14:tracePt t="49681" x="1654175" y="1582738"/>
          <p14:tracePt t="49698" x="1654175" y="1560513"/>
          <p14:tracePt t="49715" x="1633538" y="1531938"/>
          <p14:tracePt t="49732" x="1597025" y="1487488"/>
          <p14:tracePt t="49748" x="1566863" y="1444625"/>
          <p14:tracePt t="49765" x="1524000" y="1422400"/>
          <p14:tracePt t="49782" x="1501775" y="1408113"/>
          <p14:tracePt t="49799" x="1473200" y="1393825"/>
          <p14:tracePt t="49817" x="1458913" y="1393825"/>
          <p14:tracePt t="49831" x="1444625" y="1385888"/>
          <p14:tracePt t="49848" x="1422400" y="1385888"/>
          <p14:tracePt t="49865" x="1385888" y="1385888"/>
          <p14:tracePt t="49881" x="1335088" y="1393825"/>
          <p14:tracePt t="49898" x="1292225" y="1414463"/>
          <p14:tracePt t="49915" x="1227138" y="1444625"/>
          <p14:tracePt t="49931" x="1196975" y="1473200"/>
          <p14:tracePt t="49948" x="1168400" y="1495425"/>
          <p14:tracePt t="49965" x="1139825" y="1509713"/>
          <p14:tracePt t="49982" x="1109663" y="1546225"/>
          <p14:tracePt t="49998" x="1095375" y="1566863"/>
          <p14:tracePt t="50016" x="1089025" y="1582738"/>
          <p14:tracePt t="50032" x="1081088" y="1603375"/>
          <p14:tracePt t="50049" x="1066800" y="1625600"/>
          <p14:tracePt t="50065" x="1066800" y="1633538"/>
          <p14:tracePt t="50070" x="1066800" y="1639888"/>
          <p14:tracePt t="50082" x="1066800" y="1654175"/>
          <p14:tracePt t="50098" x="1066800" y="1668463"/>
          <p14:tracePt t="50115" x="1066800" y="1698625"/>
          <p14:tracePt t="50132" x="1066800" y="1727200"/>
          <p14:tracePt t="50148" x="1066800" y="1741488"/>
          <p14:tracePt t="50165" x="1074738" y="1770063"/>
          <p14:tracePt t="50182" x="1081088" y="1792288"/>
          <p14:tracePt t="50198" x="1089025" y="1806575"/>
          <p14:tracePt t="50215" x="1095375" y="1820863"/>
          <p14:tracePt t="50232" x="1109663" y="1836738"/>
          <p14:tracePt t="50249" x="1117600" y="1843088"/>
          <p14:tracePt t="50266" x="1139825" y="1857375"/>
          <p14:tracePt t="50282" x="1176338" y="1879600"/>
          <p14:tracePt t="50299" x="1204913" y="1887538"/>
          <p14:tracePt t="50315" x="1233488" y="1893888"/>
          <p14:tracePt t="50332" x="1255713" y="1901825"/>
          <p14:tracePt t="50348" x="1292225" y="1901825"/>
          <p14:tracePt t="50365" x="1335088" y="1901825"/>
          <p14:tracePt t="50382" x="1379538" y="1901825"/>
          <p14:tracePt t="50399" x="1422400" y="1887538"/>
          <p14:tracePt t="50415" x="1465263" y="1871663"/>
          <p14:tracePt t="50432" x="1501775" y="1843088"/>
          <p14:tracePt t="50449" x="1552575" y="1814513"/>
          <p14:tracePt t="50465" x="1589088" y="1785938"/>
          <p14:tracePt t="50482" x="1633538" y="1755775"/>
          <p14:tracePt t="50499" x="1690688" y="1712913"/>
          <p14:tracePt t="50515" x="1719263" y="1684338"/>
          <p14:tracePt t="50532" x="1735138" y="1654175"/>
          <p14:tracePt t="50549" x="1755775" y="1617663"/>
          <p14:tracePt t="50566" x="1770063" y="1574800"/>
          <p14:tracePt t="50582" x="1778000" y="1538288"/>
          <p14:tracePt t="50599" x="1785938" y="1509713"/>
          <p14:tracePt t="50615" x="1785938" y="1487488"/>
          <p14:tracePt t="50632" x="1785938" y="1481138"/>
          <p14:tracePt t="50649" x="1785938" y="1465263"/>
          <p14:tracePt t="50665" x="1785938" y="1450975"/>
          <p14:tracePt t="50682" x="1778000" y="1444625"/>
          <p14:tracePt t="50699" x="1749425" y="1430338"/>
          <p14:tracePt t="50715" x="1712913" y="1430338"/>
          <p14:tracePt t="50732" x="1668463" y="1430338"/>
          <p14:tracePt t="50748" x="1611313" y="1430338"/>
          <p14:tracePt t="50766" x="1566863" y="1430338"/>
          <p14:tracePt t="50782" x="1509713" y="1430338"/>
          <p14:tracePt t="50800" x="1465263" y="1444625"/>
          <p14:tracePt t="50815" x="1414463" y="1458913"/>
          <p14:tracePt t="50832" x="1379538" y="1481138"/>
          <p14:tracePt t="50849" x="1363663" y="1481138"/>
          <p14:tracePt t="50866" x="1357313" y="1487488"/>
          <p14:tracePt t="50951" x="1363663" y="1495425"/>
          <p14:tracePt t="50960" x="1393825" y="1495425"/>
          <p14:tracePt t="50967" x="1465263" y="1501775"/>
          <p14:tracePt t="50982" x="1676400" y="1538288"/>
          <p14:tracePt t="50999" x="2105025" y="1597025"/>
          <p14:tracePt t="51015" x="2735263" y="1690688"/>
          <p14:tracePt t="51033" x="3446463" y="1800225"/>
          <p14:tracePt t="51049" x="4137025" y="1893888"/>
          <p14:tracePt t="51065" x="4775200" y="2003425"/>
          <p14:tracePt t="51071" x="5167313" y="2017713"/>
          <p14:tracePt t="51082" x="5435600" y="2068513"/>
          <p14:tracePt t="51099" x="6067425" y="2125663"/>
          <p14:tracePt t="51115" x="6270625" y="2141538"/>
          <p14:tracePt t="51132" x="6443663" y="2170113"/>
          <p14:tracePt t="51149" x="6604000" y="2176463"/>
          <p14:tracePt t="51165" x="6756400" y="2184400"/>
          <p14:tracePt t="51182" x="6886575" y="2198688"/>
          <p14:tracePt t="51199" x="7010400" y="2198688"/>
          <p14:tracePt t="51215" x="7097713" y="2198688"/>
          <p14:tracePt t="51232" x="7199313" y="2198688"/>
          <p14:tracePt t="51249" x="7315200" y="2198688"/>
          <p14:tracePt t="51265" x="7459663" y="2206625"/>
          <p14:tracePt t="51282" x="7634288" y="2206625"/>
          <p14:tracePt t="51299" x="7874000" y="2206625"/>
          <p14:tracePt t="51315" x="7997825" y="2206625"/>
          <p14:tracePt t="51332" x="8077200" y="2206625"/>
          <p14:tracePt t="51349" x="8128000" y="2198688"/>
          <p14:tracePt t="51365" x="8201025" y="2192338"/>
          <p14:tracePt t="51382" x="8288338" y="2176463"/>
          <p14:tracePt t="51399" x="8374063" y="2170113"/>
          <p14:tracePt t="51415" x="8483600" y="2170113"/>
          <p14:tracePt t="51432" x="8570913" y="2170113"/>
          <p14:tracePt t="51449" x="8621713" y="2162175"/>
          <p14:tracePt t="51466" x="8643938" y="2155825"/>
          <p14:tracePt t="51482" x="8678863" y="2155825"/>
          <p14:tracePt t="51499" x="8737600" y="2155825"/>
          <p14:tracePt t="51515" x="8788400" y="2155825"/>
          <p14:tracePt t="51532" x="8831263" y="2147888"/>
          <p14:tracePt t="51549" x="8867775" y="2147888"/>
          <p14:tracePt t="51566" x="8897938" y="2141538"/>
          <p14:tracePt t="51571" x="8926513" y="2133600"/>
          <p14:tracePt t="51582" x="8940800" y="2133600"/>
          <p14:tracePt t="51599" x="8977313" y="2133600"/>
          <p14:tracePt t="51616" x="9034463" y="2125663"/>
          <p14:tracePt t="51632" x="9107488" y="2111375"/>
          <p14:tracePt t="51649" x="9158288" y="2105025"/>
          <p14:tracePt t="51666" x="9180513" y="2097088"/>
          <p14:tracePt t="51682" x="9194800" y="2090738"/>
          <p14:tracePt t="51719" x="9194800" y="2082800"/>
          <p14:tracePt t="51725" x="9194800" y="2068513"/>
          <p14:tracePt t="51733" x="9186863" y="2060575"/>
          <p14:tracePt t="51749" x="9166225" y="2024063"/>
          <p14:tracePt t="51766" x="9158288" y="2009775"/>
          <p14:tracePt t="51782" x="9158288" y="2003425"/>
          <p14:tracePt t="51799" x="9136063" y="1989138"/>
          <p14:tracePt t="51816" x="9115425" y="1989138"/>
          <p14:tracePt t="51832" x="9085263" y="1989138"/>
          <p14:tracePt t="51849" x="9034463" y="1989138"/>
          <p14:tracePt t="51865" x="8977313" y="1989138"/>
          <p14:tracePt t="51882" x="8918575" y="1989138"/>
          <p14:tracePt t="51899" x="8867775" y="2003425"/>
          <p14:tracePt t="51916" x="8847138" y="2017713"/>
          <p14:tracePt t="51932" x="8810625" y="2039938"/>
          <p14:tracePt t="51949" x="8796338" y="2054225"/>
          <p14:tracePt t="51966" x="8774113" y="2074863"/>
          <p14:tracePt t="51982" x="8759825" y="2090738"/>
          <p14:tracePt t="51999" x="8737600" y="2125663"/>
          <p14:tracePt t="52015" x="8729663" y="2147888"/>
          <p14:tracePt t="52033" x="8723313" y="2162175"/>
          <p14:tracePt t="52049" x="8723313" y="2184400"/>
          <p14:tracePt t="52066" x="8723313" y="2212975"/>
          <p14:tracePt t="52070" x="8723313" y="2220913"/>
          <p14:tracePt t="52082" x="8723313" y="2235200"/>
          <p14:tracePt t="52100" x="8737600" y="2263775"/>
          <p14:tracePt t="52116" x="8751888" y="2293938"/>
          <p14:tracePt t="52132" x="8766175" y="2300288"/>
          <p14:tracePt t="52149" x="8802688" y="2314575"/>
          <p14:tracePt t="52166" x="8824913" y="2322513"/>
          <p14:tracePt t="52183" x="8853488" y="2336800"/>
          <p14:tracePt t="52199" x="8890000" y="2344738"/>
          <p14:tracePt t="52216" x="8918575" y="2351088"/>
          <p14:tracePt t="52232" x="8955088" y="2351088"/>
          <p14:tracePt t="52249" x="8991600" y="2351088"/>
          <p14:tracePt t="52266" x="9005888" y="2351088"/>
          <p14:tracePt t="52283" x="9028113" y="2344738"/>
          <p14:tracePt t="52299" x="9042400" y="2336800"/>
          <p14:tracePt t="52316" x="9064625" y="2314575"/>
          <p14:tracePt t="52334" x="9085263" y="2300288"/>
          <p14:tracePt t="52349" x="9101138" y="2293938"/>
          <p14:tracePt t="52366" x="9107488" y="2278063"/>
          <p14:tracePt t="52383" x="9107488" y="2271713"/>
          <p14:tracePt t="52399" x="9107488" y="2249488"/>
          <p14:tracePt t="52416" x="9107488" y="2227263"/>
          <p14:tracePt t="52432" x="9107488" y="2206625"/>
          <p14:tracePt t="52449" x="9107488" y="2176463"/>
          <p14:tracePt t="52466" x="9093200" y="2141538"/>
          <p14:tracePt t="52482" x="9070975" y="2105025"/>
          <p14:tracePt t="52499" x="9042400" y="2068513"/>
          <p14:tracePt t="52516" x="9028113" y="2054225"/>
          <p14:tracePt t="52532" x="9013825" y="2046288"/>
          <p14:tracePt t="52549" x="8991600" y="2046288"/>
          <p14:tracePt t="52566" x="8977313" y="2046288"/>
          <p14:tracePt t="52571" x="8963025" y="2046288"/>
          <p14:tracePt t="52582" x="8940800" y="2046288"/>
          <p14:tracePt t="52599" x="8904288" y="2046288"/>
          <p14:tracePt t="52616" x="8861425" y="2046288"/>
          <p14:tracePt t="52633" x="8810625" y="2068513"/>
          <p14:tracePt t="52649" x="8774113" y="2090738"/>
          <p14:tracePt t="52666" x="8737600" y="2111375"/>
          <p14:tracePt t="52683" x="8715375" y="2133600"/>
          <p14:tracePt t="52699" x="8701088" y="2147888"/>
          <p14:tracePt t="52716" x="8694738" y="2155825"/>
          <p14:tracePt t="52732" x="8694738" y="2162175"/>
          <p14:tracePt t="52749" x="8694738" y="2170113"/>
          <p14:tracePt t="52782" x="8694738" y="2176463"/>
          <p14:tracePt t="52829" x="8694738" y="2184400"/>
          <p14:tracePt t="52924" x="8686800" y="2184400"/>
          <p14:tracePt t="52932" x="8672513" y="2170113"/>
          <p14:tracePt t="52940" x="8613775" y="2141538"/>
          <p14:tracePt t="52949" x="8542338" y="2097088"/>
          <p14:tracePt t="52966" x="8353425" y="2024063"/>
          <p14:tracePt t="52982" x="7975600" y="1922463"/>
          <p14:tracePt t="52999" x="7453313" y="1792288"/>
          <p14:tracePt t="53016" x="6843713" y="1727200"/>
          <p14:tracePt t="53032" x="6183313" y="1668463"/>
          <p14:tracePt t="53049" x="5545138" y="1633538"/>
          <p14:tracePt t="53066" x="4935538" y="1633538"/>
          <p14:tracePt t="53069" x="4645025" y="1633538"/>
          <p14:tracePt t="53083" x="4071938" y="1633538"/>
          <p14:tracePt t="53100" x="3541713" y="1633538"/>
          <p14:tracePt t="53116" x="3106738" y="1633538"/>
          <p14:tracePt t="53133" x="2765425" y="1633538"/>
          <p14:tracePt t="53149" x="2568575" y="1633538"/>
          <p14:tracePt t="53166" x="2401888" y="1633538"/>
          <p14:tracePt t="53183" x="2278063" y="1625600"/>
          <p14:tracePt t="53200" x="2155825" y="1611313"/>
          <p14:tracePt t="53218" x="2046288" y="1589088"/>
          <p14:tracePt t="53233" x="1958975" y="1589088"/>
          <p14:tracePt t="53251" x="1857375" y="1589088"/>
          <p14:tracePt t="53266" x="1828800" y="1589088"/>
          <p14:tracePt t="53285" x="1690688" y="1589088"/>
          <p14:tracePt t="53308" x="1552575" y="1589088"/>
          <p14:tracePt t="53316" x="1509713" y="1589088"/>
          <p14:tracePt t="53332" x="1481138" y="1589088"/>
          <p14:tracePt t="53349" x="1465263" y="1589088"/>
          <p14:tracePt t="53493" x="1473200" y="1582738"/>
          <p14:tracePt t="53529" x="1481138" y="1566863"/>
          <p14:tracePt t="53543" x="1481138" y="1560513"/>
          <p14:tracePt t="53558" x="1481138" y="1546225"/>
          <p14:tracePt t="53640" x="1481138" y="1538288"/>
          <p14:tracePt t="53655" x="1473200" y="1538288"/>
          <p14:tracePt t="53672" x="1458913" y="1538288"/>
          <p14:tracePt t="53689" x="1450975" y="1546225"/>
          <p14:tracePt t="53705" x="1436688" y="1582738"/>
          <p14:tracePt t="53719" x="1436688" y="1617663"/>
          <p14:tracePt t="53733" x="1436688" y="1639888"/>
          <p14:tracePt t="53750" x="1436688" y="1676400"/>
          <p14:tracePt t="53766" x="1458913" y="1704975"/>
          <p14:tracePt t="53785" x="1501775" y="1735138"/>
          <p14:tracePt t="53799" x="1531938" y="1749425"/>
          <p14:tracePt t="53816" x="1574800" y="1763713"/>
          <p14:tracePt t="53833" x="1617663" y="1778000"/>
          <p14:tracePt t="53849" x="1647825" y="1778000"/>
          <p14:tracePt t="53867" x="1684338" y="1778000"/>
          <p14:tracePt t="53883" x="1704975" y="1778000"/>
          <p14:tracePt t="53899" x="1749425" y="1778000"/>
          <p14:tracePt t="53916" x="1755775" y="1778000"/>
          <p14:tracePt t="53933" x="1792288" y="1770063"/>
          <p14:tracePt t="53949" x="1806575" y="1770063"/>
          <p14:tracePt t="53966" x="1820863" y="1755775"/>
          <p14:tracePt t="53983" x="1843088" y="1741488"/>
          <p14:tracePt t="53999" x="1857375" y="1727200"/>
          <p14:tracePt t="54016" x="1865313" y="1719263"/>
          <p14:tracePt t="54033" x="1879600" y="1704975"/>
          <p14:tracePt t="54049" x="1879600" y="1698625"/>
          <p14:tracePt t="54066" x="1893888" y="1684338"/>
          <p14:tracePt t="54083" x="1901825" y="1668463"/>
          <p14:tracePt t="54100" x="1901825" y="1654175"/>
          <p14:tracePt t="54116" x="1901825" y="1639888"/>
          <p14:tracePt t="54133" x="1901825" y="1633538"/>
          <p14:tracePt t="54150" x="1901825" y="1625600"/>
          <p14:tracePt t="54166" x="1893888" y="1611313"/>
          <p14:tracePt t="54200" x="1865313" y="1597025"/>
          <p14:tracePt t="54216" x="1857375" y="1589088"/>
          <p14:tracePt t="54233" x="1843088" y="1589088"/>
          <p14:tracePt t="54249" x="1828800" y="1582738"/>
          <p14:tracePt t="54269" x="1806575" y="1582738"/>
          <p14:tracePt t="54283" x="1785938" y="1582738"/>
          <p14:tracePt t="54299" x="1770063" y="1582738"/>
          <p14:tracePt t="54316" x="1763713" y="1582738"/>
          <p14:tracePt t="54333" x="1741488" y="1582738"/>
          <p14:tracePt t="54350" x="1727200" y="1597025"/>
          <p14:tracePt t="54366" x="1712913" y="1603375"/>
          <p14:tracePt t="54383" x="1704975" y="1603375"/>
          <p14:tracePt t="54400" x="1698625" y="1617663"/>
          <p14:tracePt t="54433" x="1690688" y="1647825"/>
          <p14:tracePt t="54450" x="1690688" y="1654175"/>
          <p14:tracePt t="54467" x="1684338" y="1668463"/>
          <p14:tracePt t="54483" x="1684338" y="1684338"/>
          <p14:tracePt t="54500" x="1676400" y="1690688"/>
          <p14:tracePt t="54518" x="1676400" y="1698625"/>
          <p14:tracePt t="54533" x="1676400" y="1704975"/>
          <p14:tracePt t="54568" x="1676400" y="1712913"/>
          <p14:tracePt t="54583" x="1676400" y="1719263"/>
          <p14:tracePt t="55193" x="1668463" y="1719263"/>
          <p14:tracePt t="59721" x="1662113" y="1719263"/>
          <p14:tracePt t="59741" x="1639888" y="1785938"/>
          <p14:tracePt t="59756" x="1617663" y="1887538"/>
          <p14:tracePt t="59773" x="1582738" y="2017713"/>
          <p14:tracePt t="59791" x="1566863" y="2147888"/>
          <p14:tracePt t="59805" x="1552575" y="2286000"/>
          <p14:tracePt t="59819" x="1538288" y="2379663"/>
          <p14:tracePt t="59836" x="1531938" y="2489200"/>
          <p14:tracePt t="59852" x="1509713" y="2619375"/>
          <p14:tracePt t="59869" x="1509713" y="2794000"/>
          <p14:tracePt t="59885" x="1487488" y="2968625"/>
          <p14:tracePt t="59902" x="1450975" y="3163888"/>
          <p14:tracePt t="59918" x="1430338" y="3316288"/>
          <p14:tracePt t="59936" x="1414463" y="3411538"/>
          <p14:tracePt t="59952" x="1408113" y="3482975"/>
          <p14:tracePt t="59969" x="1408113" y="3563938"/>
          <p14:tracePt t="59985" x="1408113" y="3621088"/>
          <p14:tracePt t="60002" x="1408113" y="3679825"/>
          <p14:tracePt t="60019" x="1408113" y="3730625"/>
          <p14:tracePt t="60036" x="1408113" y="3751263"/>
          <p14:tracePt t="60438" x="1414463" y="3751263"/>
          <p14:tracePt t="60444" x="1436688" y="3744913"/>
          <p14:tracePt t="60453" x="1458913" y="3736975"/>
          <p14:tracePt t="60468" x="1509713" y="3722688"/>
          <p14:tracePt t="60485" x="1552575" y="3722688"/>
          <p14:tracePt t="60501" x="1617663" y="3722688"/>
          <p14:tracePt t="60518" x="1684338" y="3722688"/>
          <p14:tracePt t="60535" x="1778000" y="3722688"/>
          <p14:tracePt t="60552" x="1887538" y="3736975"/>
          <p14:tracePt t="60568" x="2003425" y="3736975"/>
          <p14:tracePt t="60571" x="2068513" y="3736975"/>
          <p14:tracePt t="60585" x="2133600" y="3736975"/>
          <p14:tracePt t="60602" x="2271713" y="3736975"/>
          <p14:tracePt t="60618" x="2409825" y="3736975"/>
          <p14:tracePt t="60635" x="2525713" y="3736975"/>
          <p14:tracePt t="60652" x="2619375" y="3736975"/>
          <p14:tracePt t="60668" x="2649538" y="3730625"/>
          <p14:tracePt t="60685" x="2663825" y="3730625"/>
          <p14:tracePt t="60702" x="2684463" y="3716338"/>
          <p14:tracePt t="60719" x="2706688" y="3708400"/>
          <p14:tracePt t="60738" x="2720975" y="3694113"/>
          <p14:tracePt t="60752" x="2728913" y="3686175"/>
          <p14:tracePt t="60772" x="2743200" y="3649663"/>
          <p14:tracePt t="60802" x="2751138" y="3629025"/>
          <p14:tracePt t="60819" x="2751138" y="3606800"/>
          <p14:tracePt t="60836" x="2751138" y="3584575"/>
          <p14:tracePt t="60852" x="2751138" y="3570288"/>
          <p14:tracePt t="60869" x="2751138" y="3556000"/>
          <p14:tracePt t="60886" x="2751138" y="3541713"/>
          <p14:tracePt t="60902" x="2751138" y="3527425"/>
          <p14:tracePt t="60919" x="2743200" y="3519488"/>
          <p14:tracePt t="60935" x="2720975" y="3497263"/>
          <p14:tracePt t="60952" x="2684463" y="3468688"/>
          <p14:tracePt t="60969" x="2641600" y="3446463"/>
          <p14:tracePt t="60985" x="2613025" y="3425825"/>
          <p14:tracePt t="61002" x="2562225" y="3411538"/>
          <p14:tracePt t="61020" x="2497138" y="3389313"/>
          <p14:tracePt t="61036" x="2438400" y="3367088"/>
          <p14:tracePt t="61052" x="2387600" y="3344863"/>
          <p14:tracePt t="61069" x="2328863" y="3324225"/>
          <p14:tracePt t="61075" x="2293938" y="3309938"/>
          <p14:tracePt t="61085" x="2263775" y="3302000"/>
          <p14:tracePt t="61103" x="2192338" y="3273425"/>
          <p14:tracePt t="61119" x="2141538" y="3273425"/>
          <p14:tracePt t="61135" x="2082800" y="3273425"/>
          <p14:tracePt t="61152" x="1995488" y="3265488"/>
          <p14:tracePt t="61169" x="1922463" y="3265488"/>
          <p14:tracePt t="61186" x="1857375" y="3265488"/>
          <p14:tracePt t="61202" x="1806575" y="3265488"/>
          <p14:tracePt t="61219" x="1719263" y="3273425"/>
          <p14:tracePt t="61236" x="1662113" y="3294063"/>
          <p14:tracePt t="61252" x="1597025" y="3309938"/>
          <p14:tracePt t="61269" x="1524000" y="3338513"/>
          <p14:tracePt t="61286" x="1444625" y="3375025"/>
          <p14:tracePt t="61303" x="1400175" y="3389313"/>
          <p14:tracePt t="61318" x="1349375" y="3425825"/>
          <p14:tracePt t="61335" x="1292225" y="3454400"/>
          <p14:tracePt t="61352" x="1219200" y="3513138"/>
          <p14:tracePt t="61368" x="1168400" y="3556000"/>
          <p14:tracePt t="61386" x="1117600" y="3606800"/>
          <p14:tracePt t="61404" x="1038225" y="3686175"/>
          <p14:tracePt t="61419" x="957263" y="3767138"/>
          <p14:tracePt t="61436" x="900113" y="3852863"/>
          <p14:tracePt t="61452" x="835025" y="3962400"/>
          <p14:tracePt t="61469" x="754063" y="4064000"/>
          <p14:tracePt t="61486" x="688975" y="4151313"/>
          <p14:tracePt t="61502" x="638175" y="4259263"/>
          <p14:tracePt t="61520" x="581025" y="4360863"/>
          <p14:tracePt t="61536" x="530225" y="4484688"/>
          <p14:tracePt t="61552" x="479425" y="4630738"/>
          <p14:tracePt t="61569" x="428625" y="4767263"/>
          <p14:tracePt t="61577" x="414338" y="4833938"/>
          <p14:tracePt t="61585" x="392113" y="4913313"/>
          <p14:tracePt t="61602" x="347663" y="5037138"/>
          <p14:tracePt t="61619" x="296863" y="5210175"/>
          <p14:tracePt t="61636" x="290513" y="5291138"/>
          <p14:tracePt t="61652" x="290513" y="5384800"/>
          <p14:tracePt t="61669" x="290513" y="5472113"/>
          <p14:tracePt t="61686" x="290513" y="5573713"/>
          <p14:tracePt t="61702" x="290513" y="5661025"/>
          <p14:tracePt t="61719" x="312738" y="5748338"/>
          <p14:tracePt t="61740" x="355600" y="5878513"/>
          <p14:tracePt t="61752" x="377825" y="5921375"/>
          <p14:tracePt t="61769" x="428625" y="6037263"/>
          <p14:tracePt t="61786" x="508000" y="6138863"/>
          <p14:tracePt t="61805" x="646113" y="6307138"/>
          <p14:tracePt t="61820" x="733425" y="6386513"/>
          <p14:tracePt t="61836" x="863600" y="6465888"/>
          <p14:tracePt t="61853" x="987425" y="6561138"/>
          <p14:tracePt t="61869" x="1109663" y="6640513"/>
          <p14:tracePt t="62361" x="4405313" y="6778625"/>
          <p14:tracePt t="62369" x="4448175" y="6705600"/>
          <p14:tracePt t="62386" x="4535488" y="6545263"/>
          <p14:tracePt t="62403" x="4630738" y="6342063"/>
          <p14:tracePt t="62420" x="4673600" y="6211888"/>
          <p14:tracePt t="62436" x="4710113" y="6081713"/>
          <p14:tracePt t="62452" x="4746625" y="5921375"/>
          <p14:tracePt t="62469" x="4803775" y="5754688"/>
          <p14:tracePt t="62486" x="4840288" y="5616575"/>
          <p14:tracePt t="62503" x="4868863" y="5486400"/>
          <p14:tracePt t="62519" x="4891088" y="5370513"/>
          <p14:tracePt t="62535" x="4899025" y="5240338"/>
          <p14:tracePt t="62552" x="4905375" y="5102225"/>
          <p14:tracePt t="62569" x="4905375" y="4956175"/>
          <p14:tracePt t="62577" x="4919663" y="4891088"/>
          <p14:tracePt t="62586" x="4927600" y="4818063"/>
          <p14:tracePt t="62603" x="4935538" y="4724400"/>
          <p14:tracePt t="62619" x="4941888" y="4645025"/>
          <p14:tracePt t="62636" x="4941888" y="4557713"/>
          <p14:tracePt t="62653" x="4941888" y="4498975"/>
          <p14:tracePt t="62669" x="4941888" y="4441825"/>
          <p14:tracePt t="62686" x="4913313" y="4368800"/>
          <p14:tracePt t="62702" x="4884738" y="4289425"/>
          <p14:tracePt t="62719" x="4811713" y="4194175"/>
          <p14:tracePt t="62739" x="4732338" y="4122738"/>
          <p14:tracePt t="62752" x="4673600" y="4056063"/>
          <p14:tracePt t="62772" x="4594225" y="3990975"/>
          <p14:tracePt t="62786" x="4557713" y="3970338"/>
          <p14:tracePt t="62804" x="4478338" y="3919538"/>
          <p14:tracePt t="62820" x="4383088" y="3860800"/>
          <p14:tracePt t="62836" x="4281488" y="3802063"/>
          <p14:tracePt t="62853" x="4202113" y="3767138"/>
          <p14:tracePt t="62869" x="4137025" y="3759200"/>
          <p14:tracePt t="62886" x="4064000" y="3736975"/>
          <p14:tracePt t="62903" x="4005263" y="3736975"/>
          <p14:tracePt t="62919" x="3911600" y="3722688"/>
          <p14:tracePt t="62936" x="3767138" y="3722688"/>
          <p14:tracePt t="62953" x="3621088" y="3708400"/>
          <p14:tracePt t="62969" x="3513138" y="3700463"/>
          <p14:tracePt t="62986" x="3411538" y="3700463"/>
          <p14:tracePt t="63004" x="3222625" y="3716338"/>
          <p14:tracePt t="63020" x="3090863" y="3730625"/>
          <p14:tracePt t="63039" x="2960688" y="3751263"/>
          <p14:tracePt t="63053" x="2844800" y="3759200"/>
          <p14:tracePt t="63070" x="2735263" y="3781425"/>
          <p14:tracePt t="63077" x="2684463" y="3795713"/>
          <p14:tracePt t="63088" x="2633663" y="3810000"/>
          <p14:tracePt t="63103" x="2517775" y="3824288"/>
          <p14:tracePt t="63119" x="2365375" y="3860800"/>
          <p14:tracePt t="63136" x="2257425" y="3897313"/>
          <p14:tracePt t="63153" x="2141538" y="3903663"/>
          <p14:tracePt t="63170" x="2024063" y="3940175"/>
          <p14:tracePt t="63186" x="1930400" y="3976688"/>
          <p14:tracePt t="63203" x="1778000" y="4056063"/>
          <p14:tracePt t="63220" x="1676400" y="4114800"/>
          <p14:tracePt t="63236" x="1574800" y="4194175"/>
          <p14:tracePt t="63253" x="1495425" y="4259263"/>
          <p14:tracePt t="63269" x="1422400" y="4346575"/>
          <p14:tracePt t="63286" x="1357313" y="4433888"/>
          <p14:tracePt t="63303" x="1284288" y="4543425"/>
          <p14:tracePt t="63319" x="1241425" y="4645025"/>
          <p14:tracePt t="63336" x="1196975" y="4732338"/>
          <p14:tracePt t="63355" x="1160463" y="4818063"/>
          <p14:tracePt t="63370" x="1146175" y="4876800"/>
          <p14:tracePt t="63386" x="1109663" y="4978400"/>
          <p14:tracePt t="63403" x="1074738" y="5145088"/>
          <p14:tracePt t="63420" x="1052513" y="5254625"/>
          <p14:tracePt t="63437" x="1030288" y="5356225"/>
          <p14:tracePt t="63453" x="1023938" y="5413375"/>
          <p14:tracePt t="63470" x="1023938" y="5472113"/>
          <p14:tracePt t="63490" x="1023938" y="5508625"/>
          <p14:tracePt t="63503" x="1023938" y="5551488"/>
          <p14:tracePt t="63520" x="1023938" y="5580063"/>
          <p14:tracePt t="63536" x="1023938" y="5616575"/>
          <p14:tracePt t="63553" x="1023938" y="5653088"/>
          <p14:tracePt t="63571" x="1023938" y="5681663"/>
          <p14:tracePt t="63586" x="1023938" y="5697538"/>
          <p14:tracePt t="63603" x="1023938" y="5718175"/>
          <p14:tracePt t="63620" x="1023938" y="5726113"/>
          <p14:tracePt t="63636" x="1023938" y="5732463"/>
          <p14:tracePt t="63984" x="1008063" y="5726113"/>
          <p14:tracePt t="64016" x="1008063" y="5718175"/>
          <p14:tracePt t="64030" x="1008063" y="5703888"/>
          <p14:tracePt t="64047" x="1008063" y="5697538"/>
          <p14:tracePt t="64065" x="1008063" y="5681663"/>
          <p14:tracePt t="64072" x="1001713" y="5675313"/>
          <p14:tracePt t="64086" x="993775" y="5661025"/>
          <p14:tracePt t="64102" x="987425" y="5646738"/>
          <p14:tracePt t="64119" x="979488" y="5638800"/>
          <p14:tracePt t="64136" x="979488" y="5616575"/>
          <p14:tracePt t="64170" x="979488" y="5610225"/>
          <p14:tracePt t="64304" x="987425" y="5602288"/>
          <p14:tracePt t="64314" x="1016000" y="5602288"/>
          <p14:tracePt t="64320" x="1044575" y="5602288"/>
          <p14:tracePt t="64336" x="1117600" y="5602288"/>
          <p14:tracePt t="64353" x="1160463" y="5602288"/>
          <p14:tracePt t="64370" x="1182688" y="5616575"/>
          <p14:tracePt t="64386" x="1190625" y="5616575"/>
          <p14:tracePt t="64404" x="1204913" y="5616575"/>
          <p14:tracePt t="64432" x="1211263" y="5616575"/>
          <p14:tracePt t="64448" x="1227138" y="5616575"/>
          <p14:tracePt t="64463" x="1233488" y="5616575"/>
          <p14:tracePt t="64474" x="1247775" y="5616575"/>
          <p14:tracePt t="64487" x="1277938" y="5616575"/>
          <p14:tracePt t="64503" x="1298575" y="5616575"/>
          <p14:tracePt t="64520" x="1320800" y="5616575"/>
          <p14:tracePt t="64537" x="1328738" y="5616575"/>
          <p14:tracePt t="64553" x="1343025" y="5616575"/>
          <p14:tracePt t="64570" x="1349375" y="5616575"/>
          <p14:tracePt t="64576" x="1363663" y="5616575"/>
          <p14:tracePt t="64593" x="1371600" y="5616575"/>
          <p14:tracePt t="64609" x="1379538" y="5616575"/>
          <p14:tracePt t="64620" x="1385888" y="5616575"/>
          <p14:tracePt t="64637" x="1400175" y="5616575"/>
          <p14:tracePt t="64654" x="1414463" y="5616575"/>
          <p14:tracePt t="64670" x="1444625" y="5610225"/>
          <p14:tracePt t="64687" x="1465263" y="5602288"/>
          <p14:tracePt t="64704" x="1481138" y="5595938"/>
          <p14:tracePt t="64720" x="1495425" y="5580063"/>
          <p14:tracePt t="64737" x="1501775" y="5580063"/>
          <p14:tracePt t="64754" x="1509713" y="5565775"/>
          <p14:tracePt t="64773" x="1552575" y="5551488"/>
          <p14:tracePt t="64788" x="1574800" y="5551488"/>
          <p14:tracePt t="64804" x="1611313" y="5545138"/>
          <p14:tracePt t="64820" x="1617663" y="5545138"/>
          <p14:tracePt t="64840" x="1654175" y="5529263"/>
          <p14:tracePt t="64853" x="1684338" y="5522913"/>
          <p14:tracePt t="64870" x="1735138" y="5522913"/>
          <p14:tracePt t="64887" x="1778000" y="5522913"/>
          <p14:tracePt t="64903" x="1814513" y="5522913"/>
          <p14:tracePt t="64920" x="1820863" y="5522913"/>
          <p14:tracePt t="64937" x="1836738" y="5522913"/>
          <p14:tracePt t="64953" x="1843088" y="5522913"/>
          <p14:tracePt t="64972" x="1887538" y="5522913"/>
          <p14:tracePt t="64988" x="1922463" y="5522913"/>
          <p14:tracePt t="65004" x="1966913" y="5529263"/>
          <p14:tracePt t="65020" x="2009775" y="5551488"/>
          <p14:tracePt t="65037" x="2024063" y="5551488"/>
          <p14:tracePt t="65053" x="2054225" y="5559425"/>
          <p14:tracePt t="65070" x="2090738" y="5565775"/>
          <p14:tracePt t="65076" x="2105025" y="5573713"/>
          <p14:tracePt t="65086" x="2119313" y="5580063"/>
          <p14:tracePt t="65104" x="2170113" y="5588000"/>
          <p14:tracePt t="65120" x="2212975" y="5595938"/>
          <p14:tracePt t="65137" x="2257425" y="5602288"/>
          <p14:tracePt t="65153" x="2308225" y="5602288"/>
          <p14:tracePt t="65170" x="2359025" y="5602288"/>
          <p14:tracePt t="65188" x="2424113" y="5602288"/>
          <p14:tracePt t="65203" x="2481263" y="5602288"/>
          <p14:tracePt t="65220" x="2503488" y="5602288"/>
          <p14:tracePt t="65237" x="2525713" y="5602288"/>
          <p14:tracePt t="65270" x="2540000" y="5602288"/>
          <p14:tracePt t="65287" x="2547938" y="5602288"/>
          <p14:tracePt t="65303" x="2568575" y="5602288"/>
          <p14:tracePt t="65320" x="2582863" y="5602288"/>
          <p14:tracePt t="65337" x="2613025" y="5602288"/>
          <p14:tracePt t="65354" x="2633663" y="5602288"/>
          <p14:tracePt t="65372" x="2684463" y="5602288"/>
          <p14:tracePt t="65388" x="2735263" y="5602288"/>
          <p14:tracePt t="65403" x="2765425" y="5602288"/>
          <p14:tracePt t="65420" x="2779713" y="5595938"/>
          <p14:tracePt t="65475" x="2786063" y="5595938"/>
          <p14:tracePt t="65490" x="2801938" y="5588000"/>
          <p14:tracePt t="65504" x="2808288" y="5588000"/>
          <p14:tracePt t="65512" x="2816225" y="5588000"/>
          <p14:tracePt t="65532" x="2816225" y="5580063"/>
          <p14:tracePt t="65585" x="2822575" y="5580063"/>
          <p14:tracePt t="65593" x="2830513" y="5580063"/>
          <p14:tracePt t="65680" x="2836863" y="5580063"/>
          <p14:tracePt t="65713" x="2844800" y="5580063"/>
          <p14:tracePt t="65735" x="2852738" y="5573713"/>
          <p14:tracePt t="65745" x="2859088" y="5573713"/>
          <p14:tracePt t="65759" x="2859088" y="5565775"/>
          <p14:tracePt t="65770" x="2867025" y="5565775"/>
          <p14:tracePt t="65808" x="2873375" y="5565775"/>
          <p14:tracePt t="65815" x="2881313" y="5559425"/>
          <p14:tracePt t="65872" x="2887663" y="5559425"/>
          <p14:tracePt t="65903" x="2895600" y="5551488"/>
          <p14:tracePt t="65921" x="2903538" y="5551488"/>
          <p14:tracePt t="65984" x="2909888" y="5551488"/>
          <p14:tracePt t="66819" x="2909888" y="5545138"/>
          <p14:tracePt t="66864" x="2909888" y="5537200"/>
          <p14:tracePt t="66903" x="2903538" y="5537200"/>
          <p14:tracePt t="66928" x="2887663" y="5537200"/>
          <p14:tracePt t="66933" x="2881313" y="5537200"/>
          <p14:tracePt t="66973" x="2881313" y="5545138"/>
          <p14:tracePt t="67024" x="2873375" y="5545138"/>
          <p14:tracePt t="67681" x="2867025" y="5551488"/>
          <p14:tracePt t="67703" x="2867025" y="5545138"/>
          <p14:tracePt t="67712" x="2867025" y="5529263"/>
          <p14:tracePt t="67721" x="2867025" y="5514975"/>
          <p14:tracePt t="67739" x="2895600" y="5478463"/>
          <p14:tracePt t="67754" x="2903538" y="5464175"/>
          <p14:tracePt t="67771" x="2932113" y="5427663"/>
          <p14:tracePt t="67787" x="2968625" y="5392738"/>
          <p14:tracePt t="67804" x="3005138" y="5348288"/>
          <p14:tracePt t="67820" x="3048000" y="5326063"/>
          <p14:tracePt t="67838" x="3084513" y="5305425"/>
          <p14:tracePt t="67854" x="3121025" y="5291138"/>
          <p14:tracePt t="67871" x="3157538" y="5283200"/>
          <p14:tracePt t="67888" x="3186113" y="5283200"/>
          <p14:tracePt t="67905" x="3214688" y="5283200"/>
          <p14:tracePt t="67921" x="3265488" y="5283200"/>
          <p14:tracePt t="67938" x="3302000" y="5283200"/>
          <p14:tracePt t="67958" x="3360738" y="5283200"/>
          <p14:tracePt t="67972" x="3425825" y="5311775"/>
          <p14:tracePt t="67989" x="3468688" y="5326063"/>
          <p14:tracePt t="68004" x="3513138" y="5348288"/>
          <p14:tracePt t="68021" x="3527425" y="5356225"/>
          <p14:tracePt t="68054" x="3533775" y="5362575"/>
          <p14:tracePt t="68074" x="3533775" y="5370513"/>
          <p14:tracePt t="68088" x="3548063" y="5399088"/>
          <p14:tracePt t="68104" x="3548063" y="5413375"/>
          <p14:tracePt t="68121" x="3548063" y="5443538"/>
          <p14:tracePt t="68138" x="3548063" y="5464175"/>
          <p14:tracePt t="68155" x="3548063" y="5486400"/>
          <p14:tracePt t="68172" x="3548063" y="5500688"/>
          <p14:tracePt t="68190" x="3548063" y="5522913"/>
          <p14:tracePt t="68206" x="3548063" y="5537200"/>
          <p14:tracePt t="68221" x="3527425" y="5551488"/>
          <p14:tracePt t="68239" x="3490913" y="5565775"/>
          <p14:tracePt t="68255" x="3446463" y="5573713"/>
          <p14:tracePt t="68271" x="3395663" y="5573713"/>
          <p14:tracePt t="68288" x="3360738" y="5573713"/>
          <p14:tracePt t="68304" x="3309938" y="5573713"/>
          <p14:tracePt t="68321" x="3259138" y="5573713"/>
          <p14:tracePt t="68338" x="3222625" y="5573713"/>
          <p14:tracePt t="68355" x="3186113" y="5573713"/>
          <p14:tracePt t="68372" x="3171825" y="5573713"/>
          <p14:tracePt t="68388" x="3157538" y="5573713"/>
          <p14:tracePt t="68404" x="3141663" y="5573713"/>
          <p14:tracePt t="68421" x="3127375" y="5573713"/>
          <p14:tracePt t="68439" x="3113088" y="5565775"/>
          <p14:tracePt t="68454" x="3098800" y="5565775"/>
          <p14:tracePt t="68471" x="3084513" y="5565775"/>
          <p14:tracePt t="68504" x="3070225" y="5565775"/>
          <p14:tracePt t="68538" x="3062288" y="5565775"/>
          <p14:tracePt t="68554" x="3048000" y="5565775"/>
          <p14:tracePt t="68588" x="3033713" y="5565775"/>
          <p14:tracePt t="68605" x="3025775" y="5565775"/>
          <p14:tracePt t="68621" x="3019425" y="5565775"/>
          <p14:tracePt t="68654" x="3011488" y="5565775"/>
          <p14:tracePt t="68675" x="3005138" y="5565775"/>
          <p14:tracePt t="68704" x="2997200" y="5565775"/>
          <p14:tracePt t="68713" x="2989263" y="5565775"/>
          <p14:tracePt t="68721" x="2982913" y="5565775"/>
          <p14:tracePt t="68745" x="2974975" y="5565775"/>
          <p14:tracePt t="68754" x="2968625" y="5565775"/>
          <p14:tracePt t="68772" x="2954338" y="5565775"/>
          <p14:tracePt t="68792" x="2946400" y="5565775"/>
          <p14:tracePt t="68804" x="2938463" y="5565775"/>
          <p14:tracePt t="68821" x="2917825" y="5565775"/>
          <p14:tracePt t="68854" x="2903538" y="5565775"/>
          <p14:tracePt t="68872" x="2887663" y="5573713"/>
          <p14:tracePt t="68888" x="2873375" y="5573713"/>
          <p14:tracePt t="68921" x="2867025" y="5573713"/>
          <p14:tracePt t="68938" x="2852738" y="5580063"/>
          <p14:tracePt t="68995" x="2844800" y="5588000"/>
          <p14:tracePt t="69664" x="2844800" y="5595938"/>
          <p14:tracePt t="69681" x="2844800" y="5602288"/>
          <p14:tracePt t="69691" x="2859088" y="5616575"/>
          <p14:tracePt t="69711" x="2867025" y="5616575"/>
          <p14:tracePt t="69729" x="2873375" y="5616575"/>
          <p14:tracePt t="69742" x="2881313" y="5616575"/>
          <p14:tracePt t="69771" x="2887663" y="5616575"/>
          <p14:tracePt t="69795" x="2895600" y="5616575"/>
          <p14:tracePt t="69943" x="2909888" y="5616575"/>
          <p14:tracePt t="70127" x="2917825" y="5616575"/>
          <p14:tracePt t="70135" x="2932113" y="5616575"/>
          <p14:tracePt t="70146" x="2938463" y="5610225"/>
          <p14:tracePt t="70156" x="2982913" y="5602288"/>
          <p14:tracePt t="70172" x="3025775" y="5588000"/>
          <p14:tracePt t="70188" x="3055938" y="5588000"/>
          <p14:tracePt t="70205" x="3076575" y="5580063"/>
          <p14:tracePt t="70247" x="3084513" y="5580063"/>
          <p14:tracePt t="70274" x="3090863" y="5580063"/>
          <p14:tracePt t="70303" x="3098800" y="5580063"/>
          <p14:tracePt t="70312" x="3098800" y="5588000"/>
          <p14:tracePt t="70496" x="3106738" y="5588000"/>
          <p14:tracePt t="70503" x="3113088" y="5588000"/>
          <p14:tracePt t="70511" x="3121025" y="5588000"/>
          <p14:tracePt t="70522" x="3127375" y="5588000"/>
          <p14:tracePt t="70540" x="3157538" y="5573713"/>
          <p14:tracePt t="70556" x="3186113" y="5559425"/>
          <p14:tracePt t="70572" x="3222625" y="5537200"/>
          <p14:tracePt t="70582" x="3222625" y="5529263"/>
          <p14:tracePt t="70589" x="3243263" y="5529263"/>
          <p14:tracePt t="70605" x="3273425" y="5508625"/>
          <p14:tracePt t="70622" x="3316288" y="5494338"/>
          <p14:tracePt t="70638" x="3375025" y="5478463"/>
          <p14:tracePt t="70656" x="3417888" y="5464175"/>
          <p14:tracePt t="70672" x="3446463" y="5449888"/>
          <p14:tracePt t="70690" x="3468688" y="5449888"/>
          <p14:tracePt t="70771" x="3476625" y="5449888"/>
          <p14:tracePt t="70802" x="3490913" y="5449888"/>
          <p14:tracePt t="70818" x="3497263" y="5464175"/>
          <p14:tracePt t="70825" x="3497263" y="5486400"/>
          <p14:tracePt t="70838" x="3497263" y="5500688"/>
          <p14:tracePt t="70855" x="3513138" y="5529263"/>
          <p14:tracePt t="70872" x="3513138" y="5537200"/>
          <p14:tracePt t="70889" x="3513138" y="5545138"/>
          <p14:tracePt t="70922" x="3513138" y="5551488"/>
          <p14:tracePt t="71875" x="3519488" y="5545138"/>
          <p14:tracePt t="71945" x="3527425" y="5537200"/>
          <p14:tracePt t="71962" x="3533775" y="5529263"/>
          <p14:tracePt t="71968" x="3541713" y="5529263"/>
          <p14:tracePt t="71985" x="3541713" y="5522913"/>
          <p14:tracePt t="71992" x="3548063" y="5514975"/>
          <p14:tracePt t="72005" x="3563938" y="5508625"/>
          <p14:tracePt t="72022" x="3563938" y="5500688"/>
          <p14:tracePt t="72039" x="3570288" y="5494338"/>
          <p14:tracePt t="72056" x="3584575" y="5486400"/>
          <p14:tracePt t="72089" x="3598863" y="5478463"/>
          <p14:tracePt t="72106" x="3598863" y="5472113"/>
          <p14:tracePt t="72122" x="3606800" y="5472113"/>
          <p14:tracePt t="72216" x="3606800" y="5464175"/>
          <p14:tracePt t="72562" x="3614738" y="5464175"/>
          <p14:tracePt t="72571" x="3614738" y="5457825"/>
          <p14:tracePt t="72609" x="3621088" y="5457825"/>
          <p14:tracePt t="72624" x="3629025" y="5457825"/>
          <p14:tracePt t="72642" x="3635375" y="5449888"/>
          <p14:tracePt t="72664" x="3643313" y="5449888"/>
          <p14:tracePt t="72679" x="3657600" y="5449888"/>
          <p14:tracePt t="72691" x="3671888" y="5443538"/>
          <p14:tracePt t="72714" x="3679825" y="5443538"/>
          <p14:tracePt t="72727" x="3686175" y="5443538"/>
          <p14:tracePt t="72740" x="3694113" y="5435600"/>
          <p14:tracePt t="72757" x="3708400" y="5427663"/>
          <p14:tracePt t="72790" x="3722688" y="5421313"/>
          <p14:tracePt t="72806" x="3730625" y="5421313"/>
          <p14:tracePt t="72839" x="3736975" y="5421313"/>
          <p14:tracePt t="72856" x="3744913" y="5413375"/>
          <p14:tracePt t="73746" x="3744913" y="5407025"/>
          <p14:tracePt t="74248" x="3744913" y="5413375"/>
          <p14:tracePt t="74258" x="3744913" y="5421313"/>
          <p14:tracePt t="74272" x="3744913" y="5435600"/>
          <p14:tracePt t="74279" x="3744913" y="5443538"/>
          <p14:tracePt t="74293" x="3744913" y="5457825"/>
          <p14:tracePt t="74310" x="3744913" y="5464175"/>
          <p14:tracePt t="74323" x="3744913" y="5478463"/>
          <p14:tracePt t="74339" x="3744913" y="5486400"/>
          <p14:tracePt t="74356" x="3744913" y="5500688"/>
          <p14:tracePt t="74390" x="3744913" y="5508625"/>
          <p14:tracePt t="74406" x="3730625" y="5522913"/>
          <p14:tracePt t="74432" x="3730625" y="5537200"/>
          <p14:tracePt t="74460" x="3722688" y="5551488"/>
          <p14:tracePt t="74473" x="3716338" y="5551488"/>
          <p14:tracePt t="74489" x="3708400" y="5565775"/>
          <p14:tracePt t="74506" x="3700463" y="5573713"/>
          <p14:tracePt t="74523" x="3671888" y="5595938"/>
          <p14:tracePt t="74539" x="3657600" y="5602288"/>
          <p14:tracePt t="74556" x="3649663" y="5602288"/>
          <p14:tracePt t="74572" x="3635375" y="5616575"/>
          <p14:tracePt t="74589" x="3598863" y="5630863"/>
          <p14:tracePt t="74606" x="3570288" y="5638800"/>
          <p14:tracePt t="74623" x="3548063" y="5646738"/>
          <p14:tracePt t="74639" x="3533775" y="5653088"/>
          <p14:tracePt t="74659" x="3497263" y="5653088"/>
          <p14:tracePt t="74673" x="3468688" y="5653088"/>
          <p14:tracePt t="74689" x="3440113" y="5653088"/>
          <p14:tracePt t="74709" x="3403600" y="5653088"/>
          <p14:tracePt t="74723" x="3381375" y="5653088"/>
          <p14:tracePt t="74739" x="3352800" y="5653088"/>
          <p14:tracePt t="74756" x="3316288" y="5653088"/>
          <p14:tracePt t="74773" x="3294063" y="5653088"/>
          <p14:tracePt t="74789" x="3265488" y="5653088"/>
          <p14:tracePt t="74806" x="3228975" y="5653088"/>
          <p14:tracePt t="74823" x="3200400" y="5653088"/>
          <p14:tracePt t="74839" x="3178175" y="5653088"/>
          <p14:tracePt t="74856" x="3141663" y="5653088"/>
          <p14:tracePt t="74873" x="3098800" y="5653088"/>
          <p14:tracePt t="74889" x="3055938" y="5653088"/>
          <p14:tracePt t="74906" x="3011488" y="5653088"/>
          <p14:tracePt t="74923" x="2960688" y="5653088"/>
          <p14:tracePt t="74939" x="2938463" y="5653088"/>
          <p14:tracePt t="74956" x="2924175" y="5653088"/>
          <p14:tracePt t="74973" x="2917825" y="5653088"/>
          <p14:tracePt t="74990" x="2895600" y="5653088"/>
          <p14:tracePt t="75006" x="2881313" y="5653088"/>
          <p14:tracePt t="75023" x="2852738" y="5653088"/>
          <p14:tracePt t="75039" x="2844800" y="5653088"/>
          <p14:tracePt t="75056" x="2830513" y="5653088"/>
          <p14:tracePt t="75073" x="2816225" y="5653088"/>
          <p14:tracePt t="75089" x="2808288" y="5653088"/>
          <p14:tracePt t="75106" x="2808288" y="5646738"/>
          <p14:tracePt t="75123" x="2801938" y="5646738"/>
          <p14:tracePt t="75143" x="2794000" y="5630863"/>
          <p14:tracePt t="75158" x="2794000" y="5624513"/>
          <p14:tracePt t="75173" x="2794000" y="5595938"/>
          <p14:tracePt t="75190" x="2794000" y="5580063"/>
          <p14:tracePt t="75207" x="2794000" y="5551488"/>
          <p14:tracePt t="75223" x="2794000" y="5529263"/>
          <p14:tracePt t="75239" x="2794000" y="5508625"/>
          <p14:tracePt t="75256" x="2794000" y="5494338"/>
          <p14:tracePt t="75273" x="2801938" y="5478463"/>
          <p14:tracePt t="75290" x="2808288" y="5464175"/>
          <p14:tracePt t="75307" x="2822575" y="5435600"/>
          <p14:tracePt t="75323" x="2844800" y="5413375"/>
          <p14:tracePt t="75339" x="2852738" y="5407025"/>
          <p14:tracePt t="75356" x="2867025" y="5399088"/>
          <p14:tracePt t="75373" x="2881313" y="5376863"/>
          <p14:tracePt t="75390" x="2887663" y="5370513"/>
          <p14:tracePt t="75406" x="2903538" y="5362575"/>
          <p14:tracePt t="75423" x="2917825" y="5356225"/>
          <p14:tracePt t="75440" x="2932113" y="5341938"/>
          <p14:tracePt t="75457" x="2938463" y="5341938"/>
          <p14:tracePt t="75473" x="2954338" y="5334000"/>
          <p14:tracePt t="75490" x="2960688" y="5334000"/>
          <p14:tracePt t="75506" x="2974975" y="5334000"/>
          <p14:tracePt t="75523" x="3011488" y="5319713"/>
          <p14:tracePt t="75539" x="3048000" y="5311775"/>
          <p14:tracePt t="75556" x="3076575" y="5311775"/>
          <p14:tracePt t="75573" x="3121025" y="5305425"/>
          <p14:tracePt t="75590" x="3149600" y="5305425"/>
          <p14:tracePt t="75606" x="3186113" y="5305425"/>
          <p14:tracePt t="75623" x="3228975" y="5305425"/>
          <p14:tracePt t="75640" x="3259138" y="5305425"/>
          <p14:tracePt t="75656" x="3279775" y="5305425"/>
          <p14:tracePt t="75673" x="3309938" y="5305425"/>
          <p14:tracePt t="75690" x="3324225" y="5305425"/>
          <p14:tracePt t="75707" x="3367088" y="5326063"/>
          <p14:tracePt t="75723" x="3403600" y="5341938"/>
          <p14:tracePt t="75740" x="3432175" y="5348288"/>
          <p14:tracePt t="75756" x="3468688" y="5370513"/>
          <p14:tracePt t="75773" x="3482975" y="5384800"/>
          <p14:tracePt t="75790" x="3497263" y="5399088"/>
          <p14:tracePt t="75806" x="3513138" y="5413375"/>
          <p14:tracePt t="75823" x="3527425" y="5443538"/>
          <p14:tracePt t="75840" x="3541713" y="5472113"/>
          <p14:tracePt t="75856" x="3548063" y="5500688"/>
          <p14:tracePt t="75873" x="3563938" y="5522913"/>
          <p14:tracePt t="75890" x="3570288" y="5537200"/>
          <p14:tracePt t="75908" x="3578225" y="5551488"/>
          <p14:tracePt t="75941" x="3578225" y="5559425"/>
          <p14:tracePt t="75974" x="3578225" y="5565775"/>
          <p14:tracePt t="75997" x="3584575" y="5565775"/>
          <p14:tracePt t="85379" x="3592513" y="5565775"/>
          <p14:tracePt t="85384" x="3621088" y="5565775"/>
          <p14:tracePt t="85393" x="3649663" y="5565775"/>
          <p14:tracePt t="85410" x="3767138" y="5545138"/>
          <p14:tracePt t="85429" x="4086225" y="5478463"/>
          <p14:tracePt t="85443" x="4411663" y="5464175"/>
          <p14:tracePt t="85461" x="4826000" y="5464175"/>
          <p14:tracePt t="85476" x="5240338" y="5413375"/>
          <p14:tracePt t="85493" x="5588000" y="5384800"/>
          <p14:tracePt t="85510" x="5884863" y="5356225"/>
          <p14:tracePt t="85527" x="6110288" y="5356225"/>
          <p14:tracePt t="85543" x="6299200" y="5356225"/>
          <p14:tracePt t="85560" x="6429375" y="5356225"/>
          <p14:tracePt t="85576" x="6488113" y="5326063"/>
          <p14:tracePt t="85589" x="6494463" y="5326063"/>
          <p14:tracePt t="85616" x="6502400" y="5326063"/>
          <p14:tracePt t="85624" x="6516688" y="5311775"/>
          <p14:tracePt t="85640" x="6530975" y="5305425"/>
          <p14:tracePt t="85649" x="6538913" y="5305425"/>
          <p14:tracePt t="85660" x="6575425" y="5297488"/>
          <p14:tracePt t="85693" x="6575425" y="5283200"/>
          <p14:tracePt t="85710" x="6530975" y="5254625"/>
          <p14:tracePt t="85727" x="6473825" y="5224463"/>
          <p14:tracePt t="85743" x="6408738" y="5173663"/>
          <p14:tracePt t="85760" x="6299200" y="5080000"/>
          <p14:tracePt t="85776" x="6205538" y="4992688"/>
          <p14:tracePt t="85793" x="6161088" y="4905375"/>
          <p14:tracePt t="85812" x="6161088" y="4848225"/>
          <p14:tracePt t="85827" x="6161088" y="4826000"/>
          <p14:tracePt t="85843" x="6161088" y="4783138"/>
          <p14:tracePt t="85860" x="6183313" y="4732338"/>
          <p14:tracePt t="85876" x="6211888" y="4702175"/>
          <p14:tracePt t="85893" x="6270625" y="4659313"/>
          <p14:tracePt t="85909" x="6342063" y="4637088"/>
          <p14:tracePt t="85926" x="6437313" y="4600575"/>
          <p14:tracePt t="85944" x="6510338" y="4586288"/>
          <p14:tracePt t="85960" x="6611938" y="4564063"/>
          <p14:tracePt t="85976" x="6705600" y="4549775"/>
          <p14:tracePt t="85993" x="6799263" y="4549775"/>
          <p14:tracePt t="86010" x="6894513" y="4549775"/>
          <p14:tracePt t="86028" x="6973888" y="4549775"/>
          <p14:tracePt t="86043" x="7032625" y="4564063"/>
          <p14:tracePt t="86060" x="7089775" y="4594225"/>
          <p14:tracePt t="86077" x="7177088" y="4630738"/>
          <p14:tracePt t="86086" x="7221538" y="4651375"/>
          <p14:tracePt t="86097" x="7264400" y="4681538"/>
          <p14:tracePt t="86111" x="7358063" y="4752975"/>
          <p14:tracePt t="86127" x="7439025" y="4797425"/>
          <p14:tracePt t="86143" x="7481888" y="4840288"/>
          <p14:tracePt t="86160" x="7504113" y="4868863"/>
          <p14:tracePt t="86177" x="7510463" y="4905375"/>
          <p14:tracePt t="86194" x="7532688" y="4970463"/>
          <p14:tracePt t="86210" x="7561263" y="5065713"/>
          <p14:tracePt t="86229" x="7591425" y="5203825"/>
          <p14:tracePt t="86244" x="7597775" y="5268913"/>
          <p14:tracePt t="86260" x="7597775" y="5319713"/>
          <p14:tracePt t="86276" x="7597775" y="5384800"/>
          <p14:tracePt t="86293" x="7597775" y="5457825"/>
          <p14:tracePt t="86310" x="7577138" y="5551488"/>
          <p14:tracePt t="86327" x="7546975" y="5624513"/>
          <p14:tracePt t="86343" x="7504113" y="5703888"/>
          <p14:tracePt t="86361" x="7453313" y="5776913"/>
          <p14:tracePt t="86378" x="7402513" y="5842000"/>
          <p14:tracePt t="86393" x="7337425" y="5915025"/>
          <p14:tracePt t="86410" x="7256463" y="5957888"/>
          <p14:tracePt t="86428" x="7170738" y="6016625"/>
          <p14:tracePt t="86443" x="7148513" y="6030913"/>
          <p14:tracePt t="86460" x="7038975" y="6073775"/>
          <p14:tracePt t="86477" x="6981825" y="6103938"/>
          <p14:tracePt t="86493" x="6908800" y="6118225"/>
          <p14:tracePt t="86510" x="6858000" y="6118225"/>
          <p14:tracePt t="86527" x="6799263" y="6118225"/>
          <p14:tracePt t="86543" x="6742113" y="6118225"/>
          <p14:tracePt t="86560" x="6646863" y="6118225"/>
          <p14:tracePt t="86576" x="6530975" y="6103938"/>
          <p14:tracePt t="86588" x="6451600" y="6081713"/>
          <p14:tracePt t="86612" x="6372225" y="6059488"/>
          <p14:tracePt t="86629" x="6321425" y="6037263"/>
          <p14:tracePt t="86644" x="6299200" y="6022975"/>
          <p14:tracePt t="86660" x="6256338" y="5994400"/>
          <p14:tracePt t="86681" x="6197600" y="5943600"/>
          <p14:tracePt t="86693" x="6096000" y="5864225"/>
          <p14:tracePt t="86711" x="5980113" y="5776913"/>
          <p14:tracePt t="86727" x="5827713" y="5689600"/>
          <p14:tracePt t="86744" x="5762625" y="5630863"/>
          <p14:tracePt t="86760" x="5748338" y="5616575"/>
          <p14:tracePt t="86777" x="5740400" y="5595938"/>
          <p14:tracePt t="86795" x="5740400" y="5545138"/>
          <p14:tracePt t="86810" x="5740400" y="5529263"/>
          <p14:tracePt t="86831" x="5740400" y="5457825"/>
          <p14:tracePt t="86844" x="5748338" y="5399088"/>
          <p14:tracePt t="86860" x="5762625" y="5356225"/>
          <p14:tracePt t="86877" x="5776913" y="5311775"/>
          <p14:tracePt t="86893" x="5791200" y="5254625"/>
          <p14:tracePt t="86910" x="5805488" y="5218113"/>
          <p14:tracePt t="86928" x="5827713" y="5159375"/>
          <p14:tracePt t="86944" x="5864225" y="5116513"/>
          <p14:tracePt t="86960" x="5884863" y="5087938"/>
          <p14:tracePt t="86977" x="5929313" y="5043488"/>
          <p14:tracePt t="86993" x="5972175" y="5006975"/>
          <p14:tracePt t="87010" x="6002338" y="4986338"/>
          <p14:tracePt t="87029" x="6073775" y="4941888"/>
          <p14:tracePt t="87043" x="6124575" y="4919663"/>
          <p14:tracePt t="87060" x="6175375" y="4899025"/>
          <p14:tracePt t="87077" x="6240463" y="4876800"/>
          <p14:tracePt t="87084" x="6284913" y="4854575"/>
          <p14:tracePt t="87093" x="6313488" y="4854575"/>
          <p14:tracePt t="87110" x="6372225" y="4840288"/>
          <p14:tracePt t="87126" x="6423025" y="4833938"/>
          <p14:tracePt t="87143" x="6488113" y="4826000"/>
          <p14:tracePt t="87160" x="6545263" y="4818063"/>
          <p14:tracePt t="87177" x="6618288" y="4818063"/>
          <p14:tracePt t="87193" x="6677025" y="4818063"/>
          <p14:tracePt t="87210" x="6727825" y="4818063"/>
          <p14:tracePt t="87228" x="6807200" y="4818063"/>
          <p14:tracePt t="87243" x="6850063" y="4818063"/>
          <p14:tracePt t="87260" x="6894513" y="4833938"/>
          <p14:tracePt t="87277" x="6937375" y="4854575"/>
          <p14:tracePt t="87294" x="6996113" y="4884738"/>
          <p14:tracePt t="87310" x="7032625" y="4905375"/>
          <p14:tracePt t="87327" x="7083425" y="4935538"/>
          <p14:tracePt t="87343" x="7112000" y="4964113"/>
          <p14:tracePt t="87361" x="7140575" y="4992688"/>
          <p14:tracePt t="87377" x="7162800" y="5029200"/>
          <p14:tracePt t="87397" x="7199313" y="5080000"/>
          <p14:tracePt t="87411" x="7213600" y="5116513"/>
          <p14:tracePt t="87428" x="7235825" y="5159375"/>
          <p14:tracePt t="87444" x="7264400" y="5210175"/>
          <p14:tracePt t="87461" x="7278688" y="5268913"/>
          <p14:tracePt t="87478" x="7292975" y="5326063"/>
          <p14:tracePt t="87494" x="7300913" y="5384800"/>
          <p14:tracePt t="87510" x="7323138" y="5449888"/>
          <p14:tracePt t="87528" x="7329488" y="5537200"/>
          <p14:tracePt t="87544" x="7329488" y="5602288"/>
          <p14:tracePt t="87560" x="7329488" y="5661025"/>
          <p14:tracePt t="87578" x="7329488" y="5697538"/>
          <p14:tracePt t="87588" x="7315200" y="5748338"/>
          <p14:tracePt t="87610" x="7307263" y="5783263"/>
          <p14:tracePt t="87631" x="7278688" y="5834063"/>
          <p14:tracePt t="87644" x="7250113" y="5884863"/>
          <p14:tracePt t="87660" x="7199313" y="5943600"/>
          <p14:tracePt t="87681" x="7170738" y="5980113"/>
          <p14:tracePt t="87694" x="7134225" y="6030913"/>
          <p14:tracePt t="87710" x="7097713" y="6067425"/>
          <p14:tracePt t="87728" x="7075488" y="6096000"/>
          <p14:tracePt t="87743" x="7046913" y="6118225"/>
          <p14:tracePt t="87760" x="6996113" y="6146800"/>
          <p14:tracePt t="87777" x="6945313" y="6169025"/>
          <p14:tracePt t="87793" x="6894513" y="6197600"/>
          <p14:tracePt t="87811" x="6821488" y="6205538"/>
          <p14:tracePt t="87830" x="6770688" y="6211888"/>
          <p14:tracePt t="87844" x="6697663" y="6226175"/>
          <p14:tracePt t="87861" x="6589713" y="6226175"/>
          <p14:tracePt t="87878" x="6465888" y="6226175"/>
          <p14:tracePt t="87894" x="6357938" y="6226175"/>
          <p14:tracePt t="87911" x="6291263" y="6226175"/>
          <p14:tracePt t="87928" x="6248400" y="6226175"/>
          <p14:tracePt t="87944" x="6219825" y="6226175"/>
          <p14:tracePt t="87960" x="6197600" y="6226175"/>
          <p14:tracePt t="87977" x="6175375" y="6219825"/>
          <p14:tracePt t="87994" x="6132513" y="6205538"/>
          <p14:tracePt t="88011" x="6081713" y="6183313"/>
          <p14:tracePt t="88029" x="6008688" y="6138863"/>
          <p14:tracePt t="88045" x="5965825" y="6118225"/>
          <p14:tracePt t="88061" x="5935663" y="6103938"/>
          <p14:tracePt t="88078" x="5900738" y="6081713"/>
          <p14:tracePt t="88088" x="5892800" y="6073775"/>
          <p14:tracePt t="88096" x="5870575" y="6059488"/>
          <p14:tracePt t="88111" x="5834063" y="6045200"/>
          <p14:tracePt t="88129" x="5834063" y="6030913"/>
          <p14:tracePt t="88144" x="5819775" y="6008688"/>
          <p14:tracePt t="88161" x="5813425" y="6008688"/>
          <p14:tracePt t="88178" x="5805488" y="5980113"/>
          <p14:tracePt t="88194" x="5799138" y="5965825"/>
          <p14:tracePt t="88211" x="5799138" y="5943600"/>
          <p14:tracePt t="88228" x="5791200" y="5915025"/>
          <p14:tracePt t="88243" x="5791200" y="5884863"/>
          <p14:tracePt t="88260" x="5791200" y="5849938"/>
          <p14:tracePt t="88277" x="5791200" y="5819775"/>
          <p14:tracePt t="88294" x="5805488" y="5762625"/>
          <p14:tracePt t="88310" x="5856288" y="5697538"/>
          <p14:tracePt t="88328" x="5929313" y="5616575"/>
          <p14:tracePt t="88344" x="6059488" y="5522913"/>
          <p14:tracePt t="88363" x="6234113" y="5413375"/>
          <p14:tracePt t="88380" x="6350000" y="5370513"/>
          <p14:tracePt t="88396" x="6502400" y="5326063"/>
          <p14:tracePt t="88412" x="6654800" y="5305425"/>
          <p14:tracePt t="88430" x="6807200" y="5291138"/>
          <p14:tracePt t="88444" x="6916738" y="5283200"/>
          <p14:tracePt t="88461" x="7010400" y="5283200"/>
          <p14:tracePt t="88478" x="7083425" y="5283200"/>
          <p14:tracePt t="88494" x="7134225" y="5283200"/>
          <p14:tracePt t="88511" x="7170738" y="5283200"/>
          <p14:tracePt t="88528" x="7213600" y="5297488"/>
          <p14:tracePt t="88544" x="7235825" y="5297488"/>
          <p14:tracePt t="88560" x="7250113" y="5311775"/>
          <p14:tracePt t="88578" x="7264400" y="5319713"/>
          <p14:tracePt t="88588" x="7272338" y="5334000"/>
          <p14:tracePt t="88613" x="7300913" y="5384800"/>
          <p14:tracePt t="88628" x="7315200" y="5427663"/>
          <p14:tracePt t="88646" x="7323138" y="5472113"/>
          <p14:tracePt t="88661" x="7329488" y="5508625"/>
          <p14:tracePt t="88681" x="7329488" y="5559425"/>
          <p14:tracePt t="88694" x="7329488" y="5624513"/>
          <p14:tracePt t="88710" x="7329488" y="5681663"/>
          <p14:tracePt t="88728" x="7307263" y="5748338"/>
          <p14:tracePt t="88744" x="7300913" y="5768975"/>
          <p14:tracePt t="88760" x="7292975" y="5805488"/>
          <p14:tracePt t="88778" x="7272338" y="5834063"/>
          <p14:tracePt t="88795" x="7256463" y="5856288"/>
          <p14:tracePt t="88812" x="7235825" y="5900738"/>
          <p14:tracePt t="88827" x="7227888" y="5921375"/>
          <p14:tracePt t="88844" x="7205663" y="5951538"/>
          <p14:tracePt t="88861" x="7177088" y="5986463"/>
          <p14:tracePt t="88878" x="7154863" y="6008688"/>
          <p14:tracePt t="88895" x="7126288" y="6030913"/>
          <p14:tracePt t="88911" x="7104063" y="6053138"/>
          <p14:tracePt t="88928" x="7075488" y="6073775"/>
          <p14:tracePt t="88944" x="7046913" y="6088063"/>
          <p14:tracePt t="88961" x="7032625" y="6088063"/>
          <p14:tracePt t="88979" x="7010400" y="6103938"/>
          <p14:tracePt t="88995" x="6996113" y="6118225"/>
          <p14:tracePt t="89011" x="6981825" y="6118225"/>
          <p14:tracePt t="89028" x="6973888" y="6118225"/>
          <p14:tracePt t="89044" x="6959600" y="6118225"/>
          <p14:tracePt t="89061" x="6945313" y="6124575"/>
          <p14:tracePt t="89078" x="6937375" y="6124575"/>
          <p14:tracePt t="89088" x="6931025" y="6124575"/>
          <p14:tracePt t="89095" x="6916738" y="6124575"/>
          <p14:tracePt t="89120" x="6900863" y="6124575"/>
          <p14:tracePt t="89135" x="6894513" y="6124575"/>
          <p14:tracePt t="89151" x="6886575" y="6124575"/>
          <p14:tracePt t="89161" x="6880225" y="6124575"/>
          <p14:tracePt t="89177" x="6865938" y="6124575"/>
          <p14:tracePt t="89195" x="6850063" y="6124575"/>
          <p14:tracePt t="89211" x="6835775" y="6124575"/>
          <p14:tracePt t="89273" x="6829425" y="6124575"/>
          <p14:tracePt t="90090" x="6821488" y="6124575"/>
          <p14:tracePt t="90120" x="6815138" y="6124575"/>
          <p14:tracePt t="90130" x="6807200" y="6124575"/>
          <p14:tracePt t="90161" x="6799263" y="6118225"/>
          <p14:tracePt t="90176" x="6792913" y="6118225"/>
          <p14:tracePt t="90183" x="6778625" y="6118225"/>
          <p14:tracePt t="90194" x="6764338" y="6110288"/>
          <p14:tracePt t="90212" x="6669088" y="6088063"/>
          <p14:tracePt t="90228" x="6510338" y="6073775"/>
          <p14:tracePt t="90244" x="6276975" y="6045200"/>
          <p14:tracePt t="90261" x="5972175" y="6030913"/>
          <p14:tracePt t="90279" x="5638800" y="6002338"/>
          <p14:tracePt t="90294" x="5443538" y="6002338"/>
          <p14:tracePt t="90312" x="5283200" y="5980113"/>
          <p14:tracePt t="90328" x="5122863" y="5957888"/>
          <p14:tracePt t="90345" x="4992688" y="5921375"/>
          <p14:tracePt t="90361" x="4891088" y="5884863"/>
          <p14:tracePt t="90379" x="4789488" y="5834063"/>
          <p14:tracePt t="90397" x="4732338" y="5799138"/>
          <p14:tracePt t="90411" x="4687888" y="5776913"/>
          <p14:tracePt t="90430" x="4651375" y="5754688"/>
          <p14:tracePt t="90445" x="4637088" y="5748338"/>
          <p14:tracePt t="90461" x="4594225" y="5732463"/>
          <p14:tracePt t="90479" x="4549775" y="5711825"/>
          <p14:tracePt t="90495" x="4492625" y="5689600"/>
          <p14:tracePt t="90511" x="4433888" y="5667375"/>
          <p14:tracePt t="90528" x="4318000" y="5638800"/>
          <p14:tracePt t="90544" x="4208463" y="5610225"/>
          <p14:tracePt t="90561" x="4086225" y="5573713"/>
          <p14:tracePt t="90578" x="3998913" y="5545138"/>
          <p14:tracePt t="90589" x="3933825" y="5537200"/>
          <p14:tracePt t="90611" x="3875088" y="5522913"/>
          <p14:tracePt t="90629" x="3846513" y="5522913"/>
          <p14:tracePt t="90645" x="3795713" y="5514975"/>
          <p14:tracePt t="90661" x="3722688" y="5508625"/>
          <p14:tracePt t="90678" x="3649663" y="5494338"/>
          <p14:tracePt t="90695" x="3606800" y="5486400"/>
          <p14:tracePt t="90711" x="3548063" y="5486400"/>
          <p14:tracePt t="90728" x="3513138" y="5486400"/>
          <p14:tracePt t="90744" x="3454400" y="5472113"/>
          <p14:tracePt t="90761" x="3395663" y="5457825"/>
          <p14:tracePt t="90778" x="3316288" y="5449888"/>
          <p14:tracePt t="90795" x="3214688" y="5449888"/>
          <p14:tracePt t="90812" x="3171825" y="5449888"/>
          <p14:tracePt t="90828" x="3121025" y="5449888"/>
          <p14:tracePt t="90845" x="3062288" y="5449888"/>
          <p14:tracePt t="90861" x="2968625" y="5449888"/>
          <p14:tracePt t="90878" x="2881313" y="5449888"/>
          <p14:tracePt t="90894" x="2771775" y="5449888"/>
          <p14:tracePt t="90911" x="2678113" y="5449888"/>
          <p14:tracePt t="90928" x="2605088" y="5449888"/>
          <p14:tracePt t="90945" x="2547938" y="5449888"/>
          <p14:tracePt t="90962" x="2474913" y="5449888"/>
          <p14:tracePt t="90979" x="2416175" y="5449888"/>
          <p14:tracePt t="90995" x="2328863" y="5435600"/>
          <p14:tracePt t="91012" x="2293938" y="5435600"/>
          <p14:tracePt t="91028" x="2263775" y="5435600"/>
          <p14:tracePt t="91045" x="2249488" y="5435600"/>
          <p14:tracePt t="91062" x="2235200" y="5435600"/>
          <p14:tracePt t="91078" x="2212975" y="5435600"/>
          <p14:tracePt t="91089" x="2198688" y="5435600"/>
          <p14:tracePt t="91103" x="2176463" y="5435600"/>
          <p14:tracePt t="91113" x="2170113" y="5435600"/>
          <p14:tracePt t="91128" x="2125663" y="5435600"/>
          <p14:tracePt t="91145" x="2090738" y="5435600"/>
          <p14:tracePt t="91161" x="2032000" y="5435600"/>
          <p14:tracePt t="91179" x="1952625" y="5435600"/>
          <p14:tracePt t="91195" x="1938338" y="5435600"/>
          <p14:tracePt t="91213" x="1930400" y="5435600"/>
          <p14:tracePt t="91296" x="1944688" y="5435600"/>
          <p14:tracePt t="91304" x="1952625" y="5435600"/>
          <p14:tracePt t="91312" x="1973263" y="5435600"/>
          <p14:tracePt t="91328" x="2032000" y="5435600"/>
          <p14:tracePt t="91345" x="2097088" y="5435600"/>
          <p14:tracePt t="91362" x="2249488" y="5457825"/>
          <p14:tracePt t="91380" x="2547938" y="5500688"/>
          <p14:tracePt t="91396" x="2836863" y="5522913"/>
          <p14:tracePt t="91411" x="3070225" y="5529263"/>
          <p14:tracePt t="91428" x="3251200" y="5559425"/>
          <p14:tracePt t="91445" x="3395663" y="5559425"/>
          <p14:tracePt t="91462" x="3513138" y="5559425"/>
          <p14:tracePt t="91479" x="3635375" y="5580063"/>
          <p14:tracePt t="91495" x="3722688" y="5580063"/>
          <p14:tracePt t="91512" x="3817938" y="5580063"/>
          <p14:tracePt t="91528" x="3897313" y="5580063"/>
          <p14:tracePt t="91545" x="3976688" y="5580063"/>
          <p14:tracePt t="91561" x="4035425" y="5580063"/>
          <p14:tracePt t="91578" x="4106863" y="5588000"/>
          <p14:tracePt t="91582" x="4137025" y="5588000"/>
          <p14:tracePt t="91595" x="4216400" y="5588000"/>
          <p14:tracePt t="91611" x="4310063" y="5588000"/>
          <p14:tracePt t="91628" x="4383088" y="5588000"/>
          <p14:tracePt t="91644" x="4441825" y="5588000"/>
          <p14:tracePt t="91662" x="4498975" y="5588000"/>
          <p14:tracePt t="91679" x="4600575" y="5588000"/>
          <p14:tracePt t="91695" x="4732338" y="5588000"/>
          <p14:tracePt t="91711" x="4899025" y="5588000"/>
          <p14:tracePt t="91728" x="5057775" y="5588000"/>
          <p14:tracePt t="91745" x="5240338" y="5588000"/>
          <p14:tracePt t="91761" x="5413375" y="5588000"/>
          <p14:tracePt t="91779" x="5580063" y="5610225"/>
          <p14:tracePt t="91795" x="5834063" y="5638800"/>
          <p14:tracePt t="91812" x="5900738" y="5646738"/>
          <p14:tracePt t="91831" x="5907088" y="5646738"/>
          <p14:tracePt t="91872" x="5921375" y="5646738"/>
          <p14:tracePt t="91888" x="5929313" y="5646738"/>
          <p14:tracePt t="91902" x="5943600" y="5646738"/>
          <p14:tracePt t="91920" x="5951538" y="5646738"/>
          <p14:tracePt t="91944" x="5957888" y="5646738"/>
          <p14:tracePt t="91952" x="5965825" y="5638800"/>
          <p14:tracePt t="91961" x="5972175" y="5638800"/>
          <p14:tracePt t="91978" x="6002338" y="5630863"/>
          <p14:tracePt t="91996" x="6030913" y="5616575"/>
          <p14:tracePt t="92012" x="6045200" y="5610225"/>
          <p14:tracePt t="92028" x="6045200" y="5602288"/>
          <p14:tracePt t="92082" x="6053138" y="5602288"/>
          <p14:tracePt t="92104" x="6053138" y="5595938"/>
          <p14:tracePt t="92114" x="6059488" y="5595938"/>
          <p14:tracePt t="92135" x="6067425" y="5588000"/>
          <p14:tracePt t="92162" x="6073775" y="5580063"/>
          <p14:tracePt t="92176" x="6073775" y="5573713"/>
          <p14:tracePt t="92193" x="6073775" y="5565775"/>
          <p14:tracePt t="92210" x="6088063" y="5559425"/>
          <p14:tracePt t="92216" x="6088063" y="5551488"/>
          <p14:tracePt t="92255" x="6088063" y="5545138"/>
          <p14:tracePt t="92279" x="6081713" y="5529263"/>
          <p14:tracePt t="92292" x="6073775" y="5529263"/>
          <p14:tracePt t="92300" x="6073775" y="5522913"/>
          <p14:tracePt t="92316" x="6067425" y="5522913"/>
          <p14:tracePt t="92348" x="6067425" y="5508625"/>
          <p14:tracePt t="92869" x="6059488" y="5508625"/>
          <p14:tracePt t="92884" x="6053138" y="5508625"/>
          <p14:tracePt t="92892" x="6045200" y="5508625"/>
          <p14:tracePt t="92900" x="6022975" y="5508625"/>
          <p14:tracePt t="92912" x="6016625" y="5508625"/>
          <p14:tracePt t="92929" x="5965825" y="5508625"/>
          <p14:tracePt t="92945" x="5915025" y="5500688"/>
          <p14:tracePt t="92962" x="5878513" y="5494338"/>
          <p14:tracePt t="92979" x="5813425" y="5478463"/>
          <p14:tracePt t="92996" x="5791200" y="5472113"/>
          <p14:tracePt t="93012" x="5754688" y="5472113"/>
          <p14:tracePt t="93029" x="5732463" y="5457825"/>
          <p14:tracePt t="93046" x="5703888" y="5449888"/>
          <p14:tracePt t="93062" x="5667375" y="5443538"/>
          <p14:tracePt t="93079" x="5610225" y="5421313"/>
          <p14:tracePt t="93088" x="5588000" y="5421313"/>
          <p14:tracePt t="93095" x="5573713" y="5421313"/>
          <p14:tracePt t="93113" x="5559425" y="5413375"/>
          <p14:tracePt t="93129" x="5545138" y="5407025"/>
          <p14:tracePt t="93209" x="5545138" y="5399088"/>
          <p14:tracePt t="93214" x="5551488" y="5392738"/>
          <p14:tracePt t="93221" x="5559425" y="5384800"/>
          <p14:tracePt t="93229" x="5565775" y="5376863"/>
          <p14:tracePt t="93245" x="5616575" y="5348288"/>
          <p14:tracePt t="93262" x="5638800" y="5334000"/>
          <p14:tracePt t="93278" x="5697538" y="5305425"/>
          <p14:tracePt t="93295" x="5754688" y="5283200"/>
          <p14:tracePt t="93312" x="5813425" y="5268913"/>
          <p14:tracePt t="93329" x="5878513" y="5246688"/>
          <p14:tracePt t="93345" x="5929313" y="5240338"/>
          <p14:tracePt t="93362" x="5994400" y="5240338"/>
          <p14:tracePt t="93380" x="6103938" y="5210175"/>
          <p14:tracePt t="93395" x="6169025" y="5203825"/>
          <p14:tracePt t="93412" x="6240463" y="5203825"/>
          <p14:tracePt t="93428" x="6327775" y="5203825"/>
          <p14:tracePt t="93445" x="6400800" y="5203825"/>
          <p14:tracePt t="93462" x="6459538" y="5203825"/>
          <p14:tracePt t="93479" x="6510338" y="5203825"/>
          <p14:tracePt t="93495" x="6567488" y="5203825"/>
          <p14:tracePt t="93512" x="6640513" y="5203825"/>
          <p14:tracePt t="93529" x="6691313" y="5203825"/>
          <p14:tracePt t="93545" x="6742113" y="5210175"/>
          <p14:tracePt t="93562" x="6778625" y="5218113"/>
          <p14:tracePt t="93579" x="6815138" y="5240338"/>
          <p14:tracePt t="93595" x="6843713" y="5254625"/>
          <p14:tracePt t="93612" x="6880225" y="5275263"/>
          <p14:tracePt t="93629" x="6894513" y="5283200"/>
          <p14:tracePt t="93645" x="6900863" y="5291138"/>
          <p14:tracePt t="93662" x="6908800" y="5297488"/>
          <p14:tracePt t="93678" x="6916738" y="5311775"/>
          <p14:tracePt t="93695" x="6931025" y="5334000"/>
          <p14:tracePt t="93712" x="6937375" y="5356225"/>
          <p14:tracePt t="93729" x="6937375" y="5362575"/>
          <p14:tracePt t="93745" x="6937375" y="5384800"/>
          <p14:tracePt t="93762" x="6937375" y="5407025"/>
          <p14:tracePt t="93779" x="6923088" y="5427663"/>
          <p14:tracePt t="93796" x="6908800" y="5443538"/>
          <p14:tracePt t="93812" x="6894513" y="5449888"/>
          <p14:tracePt t="93829" x="6858000" y="5472113"/>
          <p14:tracePt t="93845" x="6835775" y="5486400"/>
          <p14:tracePt t="93862" x="6807200" y="5494338"/>
          <p14:tracePt t="93879" x="6778625" y="5508625"/>
          <p14:tracePt t="93896" x="6748463" y="5514975"/>
          <p14:tracePt t="93912" x="6727825" y="5522913"/>
          <p14:tracePt t="93929" x="6697663" y="5529263"/>
          <p14:tracePt t="93945" x="6662738" y="5537200"/>
          <p14:tracePt t="93962" x="6632575" y="5537200"/>
          <p14:tracePt t="93979" x="6575425" y="5545138"/>
          <p14:tracePt t="93996" x="6538913" y="5545138"/>
          <p14:tracePt t="94012" x="6502400" y="5545138"/>
          <p14:tracePt t="94029" x="6480175" y="5545138"/>
          <p14:tracePt t="94045" x="6443663" y="5551488"/>
          <p14:tracePt t="94062" x="6415088" y="5559425"/>
          <p14:tracePt t="94079" x="6386513" y="5559425"/>
          <p14:tracePt t="94083" x="6364288" y="5559425"/>
          <p14:tracePt t="94096" x="6357938" y="5559425"/>
          <p14:tracePt t="94112" x="6321425" y="5559425"/>
          <p14:tracePt t="94129" x="6291263" y="5559425"/>
          <p14:tracePt t="94146" x="6262688" y="5559425"/>
          <p14:tracePt t="94162" x="6240463" y="5559425"/>
          <p14:tracePt t="94179" x="6197600" y="5559425"/>
          <p14:tracePt t="94195" x="6161088" y="5559425"/>
          <p14:tracePt t="94212" x="6124575" y="5559425"/>
          <p14:tracePt t="94229" x="6088063" y="5559425"/>
          <p14:tracePt t="94245" x="6059488" y="5559425"/>
          <p14:tracePt t="94262" x="6030913" y="5559425"/>
          <p14:tracePt t="94279" x="6002338" y="5559425"/>
          <p14:tracePt t="94295" x="5972175" y="5559425"/>
          <p14:tracePt t="94312" x="5951538" y="5559425"/>
          <p14:tracePt t="94329" x="5935663" y="5559425"/>
          <p14:tracePt t="94345" x="5915025" y="5559425"/>
          <p14:tracePt t="94363" x="5892800" y="5559425"/>
          <p14:tracePt t="94379" x="5834063" y="5559425"/>
          <p14:tracePt t="94395" x="5805488" y="5559425"/>
          <p14:tracePt t="94412" x="5783263" y="5559425"/>
          <p14:tracePt t="94429" x="5762625" y="5559425"/>
          <p14:tracePt t="94445" x="5740400" y="5559425"/>
          <p14:tracePt t="94463" x="5726113" y="5559425"/>
          <p14:tracePt t="94479" x="5703888" y="5559425"/>
          <p14:tracePt t="94495" x="5689600" y="5559425"/>
          <p14:tracePt t="94529" x="5675313" y="5559425"/>
          <p14:tracePt t="94557" x="5667375" y="5559425"/>
          <p14:tracePt t="94582" x="5653088" y="5545138"/>
          <p14:tracePt t="94613" x="5653088" y="5537200"/>
          <p14:tracePt t="94622" x="5653088" y="5529263"/>
          <p14:tracePt t="94630" x="5653088" y="5522913"/>
          <p14:tracePt t="94645" x="5653088" y="5508625"/>
          <p14:tracePt t="94662" x="5653088" y="5494338"/>
          <p14:tracePt t="94679" x="5646738" y="5472113"/>
          <p14:tracePt t="94712" x="5646738" y="5449888"/>
          <p14:tracePt t="94729" x="5646738" y="5435600"/>
          <p14:tracePt t="94762" x="5646738" y="5421313"/>
          <p14:tracePt t="94779" x="5661025" y="5407025"/>
          <p14:tracePt t="94795" x="5675313" y="5392738"/>
          <p14:tracePt t="94812" x="5689600" y="5376863"/>
          <p14:tracePt t="94829" x="5726113" y="5356225"/>
          <p14:tracePt t="94845" x="5762625" y="5348288"/>
          <p14:tracePt t="94862" x="5805488" y="5305425"/>
          <p14:tracePt t="94879" x="5849938" y="5291138"/>
          <p14:tracePt t="94896" x="5878513" y="5291138"/>
          <p14:tracePt t="94912" x="5921375" y="5268913"/>
          <p14:tracePt t="94929" x="5972175" y="5260975"/>
          <p14:tracePt t="94946" x="6030913" y="5246688"/>
          <p14:tracePt t="94962" x="6088063" y="5240338"/>
          <p14:tracePt t="94979" x="6175375" y="5224463"/>
          <p14:tracePt t="94996" x="6226175" y="5224463"/>
          <p14:tracePt t="95012" x="6276975" y="5224463"/>
          <p14:tracePt t="95029" x="6321425" y="5224463"/>
          <p14:tracePt t="95046" x="6364288" y="5224463"/>
          <p14:tracePt t="95062" x="6400800" y="5224463"/>
          <p14:tracePt t="95079" x="6443663" y="5224463"/>
          <p14:tracePt t="95096" x="6502400" y="5224463"/>
          <p14:tracePt t="95112" x="6545263" y="5246688"/>
          <p14:tracePt t="95129" x="6575425" y="5246688"/>
          <p14:tracePt t="95146" x="6604000" y="5268913"/>
          <p14:tracePt t="95163" x="6618288" y="5275263"/>
          <p14:tracePt t="95179" x="6640513" y="5291138"/>
          <p14:tracePt t="95196" x="6662738" y="5297488"/>
          <p14:tracePt t="95213" x="6683375" y="5311775"/>
          <p14:tracePt t="95229" x="6705600" y="5326063"/>
          <p14:tracePt t="95262" x="6713538" y="5334000"/>
          <p14:tracePt t="95301" x="6713538" y="5341938"/>
          <p14:tracePt t="95325" x="6713538" y="5356225"/>
          <p14:tracePt t="95341" x="6713538" y="5362575"/>
          <p14:tracePt t="95366" x="6713538" y="5376863"/>
          <p14:tracePt t="95372" x="6713538" y="5384800"/>
          <p14:tracePt t="95381" x="6705600" y="5384800"/>
          <p14:tracePt t="95396" x="6697663" y="5407025"/>
          <p14:tracePt t="95412" x="6683375" y="5421313"/>
          <p14:tracePt t="95429" x="6669088" y="5443538"/>
          <p14:tracePt t="95446" x="6654800" y="5449888"/>
          <p14:tracePt t="95463" x="6640513" y="5464175"/>
          <p14:tracePt t="95479" x="6604000" y="5478463"/>
          <p14:tracePt t="95496" x="6561138" y="5486400"/>
          <p14:tracePt t="95512" x="6524625" y="5500688"/>
          <p14:tracePt t="95529" x="6473825" y="5514975"/>
          <p14:tracePt t="95546" x="6423025" y="5514975"/>
          <p14:tracePt t="95563" x="6357938" y="5529263"/>
          <p14:tracePt t="95579" x="6313488" y="5537200"/>
          <p14:tracePt t="95596" x="6270625" y="5545138"/>
          <p14:tracePt t="95612" x="6240463" y="5545138"/>
          <p14:tracePt t="95629" x="6205538" y="5545138"/>
          <p14:tracePt t="95646" x="6161088" y="5559425"/>
          <p14:tracePt t="95662" x="6132513" y="5559425"/>
          <p14:tracePt t="95679" x="6081713" y="5559425"/>
          <p14:tracePt t="95696" x="6037263" y="5565775"/>
          <p14:tracePt t="95713" x="6002338" y="5565775"/>
          <p14:tracePt t="95729" x="5980113" y="5565775"/>
          <p14:tracePt t="95746" x="5951538" y="5565775"/>
          <p14:tracePt t="95763" x="5915025" y="5573713"/>
          <p14:tracePt t="95779" x="5870575" y="5573713"/>
          <p14:tracePt t="95796" x="5842000" y="5573713"/>
          <p14:tracePt t="95812" x="5819775" y="5573713"/>
          <p14:tracePt t="95829" x="5783263" y="5573713"/>
          <p14:tracePt t="95846" x="5754688" y="5573713"/>
          <p14:tracePt t="95863" x="5726113" y="5573713"/>
          <p14:tracePt t="95879" x="5703888" y="5573713"/>
          <p14:tracePt t="95896" x="5697538" y="5573713"/>
          <p14:tracePt t="95913" x="5681663" y="5573713"/>
          <p14:tracePt t="95929" x="5667375" y="5565775"/>
          <p14:tracePt t="95946" x="5661025" y="5565775"/>
          <p14:tracePt t="95962" x="5653088" y="5559425"/>
          <p14:tracePt t="95979" x="5646738" y="5551488"/>
          <p14:tracePt t="95996" x="5638800" y="5551488"/>
          <p14:tracePt t="96013" x="5630863" y="5545138"/>
          <p14:tracePt t="96046" x="5630863" y="5522913"/>
          <p14:tracePt t="96063" x="5630863" y="5508625"/>
          <p14:tracePt t="96067" x="5630863" y="5494338"/>
          <p14:tracePt t="96079" x="5630863" y="5486400"/>
          <p14:tracePt t="96096" x="5646738" y="5457825"/>
          <p14:tracePt t="96113" x="5681663" y="5435600"/>
          <p14:tracePt t="96129" x="5718175" y="5407025"/>
          <p14:tracePt t="96146" x="5748338" y="5392738"/>
          <p14:tracePt t="96163" x="5834063" y="5370513"/>
          <p14:tracePt t="96180" x="5864225" y="5362575"/>
          <p14:tracePt t="96196" x="5915025" y="5348288"/>
          <p14:tracePt t="96213" x="5957888" y="5334000"/>
          <p14:tracePt t="96229" x="6002338" y="5334000"/>
          <p14:tracePt t="96246" x="6037263" y="5334000"/>
          <p14:tracePt t="96263" x="6088063" y="5334000"/>
          <p14:tracePt t="96279" x="6138863" y="5334000"/>
          <p14:tracePt t="96296" x="6197600" y="5334000"/>
          <p14:tracePt t="96313" x="6256338" y="5334000"/>
          <p14:tracePt t="96331" x="6299200" y="5334000"/>
          <p14:tracePt t="96346" x="6342063" y="5334000"/>
          <p14:tracePt t="96363" x="6378575" y="5348288"/>
          <p14:tracePt t="96380" x="6429375" y="5362575"/>
          <p14:tracePt t="96396" x="6443663" y="5362575"/>
          <p14:tracePt t="96412" x="6473825" y="5376863"/>
          <p14:tracePt t="96429" x="6480175" y="5384800"/>
          <p14:tracePt t="96446" x="6488113" y="5392738"/>
          <p14:tracePt t="96462" x="6502400" y="5399088"/>
          <p14:tracePt t="96479" x="6510338" y="5407025"/>
          <p14:tracePt t="96496" x="6530975" y="5427663"/>
          <p14:tracePt t="96512" x="6530975" y="5435600"/>
          <p14:tracePt t="96529" x="6530975" y="5443538"/>
          <p14:tracePt t="96546" x="6538913" y="5449888"/>
          <p14:tracePt t="98619" x="6538913" y="5443538"/>
          <p14:tracePt t="98872" x="6545263" y="5443538"/>
          <p14:tracePt t="98881" x="6618288" y="5443538"/>
          <p14:tracePt t="98887" x="6719888" y="5443538"/>
          <p14:tracePt t="98897" x="6821488" y="5427663"/>
          <p14:tracePt t="98914" x="6996113" y="5370513"/>
          <p14:tracePt t="98933" x="7250113" y="5189538"/>
          <p14:tracePt t="98948" x="7445375" y="5006975"/>
          <p14:tracePt t="98964" x="7670800" y="4840288"/>
          <p14:tracePt t="98981" x="7888288" y="4702175"/>
          <p14:tracePt t="98998" x="8054975" y="4600575"/>
          <p14:tracePt t="99014" x="8150225" y="4535488"/>
          <p14:tracePt t="99030" x="8186738" y="4498975"/>
          <p14:tracePt t="99048" x="8229600" y="4448175"/>
          <p14:tracePt t="99064" x="8294688" y="4383088"/>
          <p14:tracePt t="99072" x="8308975" y="4360863"/>
          <p14:tracePt t="99084" x="8359775" y="4310063"/>
          <p14:tracePt t="99097" x="8382000" y="4289425"/>
          <p14:tracePt t="99114" x="8404225" y="4267200"/>
          <p14:tracePt t="99132" x="8440738" y="4230688"/>
          <p14:tracePt t="99148" x="8483600" y="4194175"/>
          <p14:tracePt t="99164" x="8542338" y="4143375"/>
          <p14:tracePt t="99181" x="8650288" y="4049713"/>
          <p14:tracePt t="99198" x="8737600" y="3976688"/>
          <p14:tracePt t="99214" x="8847138" y="3897313"/>
          <p14:tracePt t="99231" x="8932863" y="3817938"/>
          <p14:tracePt t="99247" x="9020175" y="3744913"/>
          <p14:tracePt t="99264" x="9144000" y="3635375"/>
          <p14:tracePt t="99281" x="9231313" y="3541713"/>
          <p14:tracePt t="99299" x="9310688" y="3468688"/>
          <p14:tracePt t="99314" x="9383713" y="3411538"/>
          <p14:tracePt t="99334" x="9440863" y="3344863"/>
          <p14:tracePt t="99348" x="9499600" y="3287713"/>
          <p14:tracePt t="99366" x="9564688" y="3186113"/>
          <p14:tracePt t="99381" x="9637713" y="3106738"/>
          <p14:tracePt t="99397" x="9666288" y="3084513"/>
          <p14:tracePt t="99414" x="9666288" y="3070225"/>
          <p14:tracePt t="99431" x="9666288" y="3062288"/>
          <p14:tracePt t="99448" x="9666288" y="3055938"/>
          <p14:tracePt t="99464" x="9680575" y="3048000"/>
          <p14:tracePt t="99498" x="9680575" y="3040063"/>
          <p14:tracePt t="99536" x="9680575" y="3033713"/>
          <p14:tracePt t="99543" x="9688513" y="3033713"/>
          <p14:tracePt t="99560" x="9688513" y="3025775"/>
          <p14:tracePt t="99569" x="9688513" y="3019425"/>
          <p14:tracePt t="99586" x="9688513" y="3011488"/>
          <p14:tracePt t="99598" x="9694863" y="3005138"/>
          <p14:tracePt t="99754" x="9688513" y="3005138"/>
          <p14:tracePt t="99773" x="9666288" y="3005138"/>
          <p14:tracePt t="99788" x="9652000" y="3011488"/>
          <p14:tracePt t="99798" x="9644063" y="3011488"/>
          <p14:tracePt t="99816" x="9629775" y="3019425"/>
          <p14:tracePt t="99831" x="9609138" y="3019425"/>
          <p14:tracePt t="99848" x="9578975" y="3033713"/>
          <p14:tracePt t="99864" x="9564688" y="3040063"/>
          <p14:tracePt t="99881" x="9558338" y="3040063"/>
          <p14:tracePt t="99898" x="9542463" y="3040063"/>
          <p14:tracePt t="99915" x="9536113" y="3040063"/>
          <p14:tracePt t="99931" x="9513888" y="3048000"/>
          <p14:tracePt t="99948" x="9507538" y="3048000"/>
          <p14:tracePt t="99964" x="9491663" y="3048000"/>
          <p14:tracePt t="99981" x="9471025" y="3048000"/>
          <p14:tracePt t="99998" x="9463088" y="3048000"/>
          <p14:tracePt t="100014" x="9448800" y="3048000"/>
          <p14:tracePt t="100031" x="9440863" y="3048000"/>
          <p14:tracePt t="100049" x="9434513" y="3048000"/>
          <p14:tracePt t="100064" x="9426575" y="3048000"/>
          <p14:tracePt t="100088" x="9420225" y="3048000"/>
          <p14:tracePt t="100104" x="9412288" y="3048000"/>
          <p14:tracePt t="100250" x="9412288" y="3040063"/>
          <p14:tracePt t="100263" x="9412288" y="3033713"/>
          <p14:tracePt t="100273" x="9412288" y="3019425"/>
          <p14:tracePt t="100289" x="9420225" y="3011488"/>
          <p14:tracePt t="100297" x="9426575" y="3011488"/>
          <p14:tracePt t="100314" x="9456738" y="2989263"/>
          <p14:tracePt t="100335" x="9477375" y="2982913"/>
          <p14:tracePt t="100347" x="9491663" y="2968625"/>
          <p14:tracePt t="100365" x="9507538" y="2968625"/>
          <p14:tracePt t="100399" x="9513888" y="2960688"/>
          <p14:tracePt t="100415" x="9521825" y="2960688"/>
          <p14:tracePt t="100433" x="9536113" y="2954338"/>
          <p14:tracePt t="100471" x="9542463" y="2954338"/>
          <p14:tracePt t="100490" x="9550400" y="2954338"/>
          <p14:tracePt t="100504" x="9558338" y="2954338"/>
          <p14:tracePt t="100520" x="9564688" y="2954338"/>
          <p14:tracePt t="100528" x="9572625" y="2954338"/>
          <p14:tracePt t="100543" x="9578975" y="2954338"/>
          <p14:tracePt t="100553" x="9586913" y="2954338"/>
          <p14:tracePt t="100570" x="9593263" y="2954338"/>
          <p14:tracePt t="100592" x="9601200" y="2954338"/>
          <p14:tracePt t="100600" x="9609138" y="2954338"/>
          <p14:tracePt t="100614" x="9623425" y="2954338"/>
          <p14:tracePt t="100631" x="9637713" y="2968625"/>
          <p14:tracePt t="100648" x="9644063" y="2968625"/>
          <p14:tracePt t="100664" x="9644063" y="2974975"/>
          <p14:tracePt t="100698" x="9644063" y="2982913"/>
          <p14:tracePt t="100727" x="9644063" y="2989263"/>
          <p14:tracePt t="100788" x="9644063" y="2997200"/>
          <p14:tracePt t="100802" x="9644063" y="3011488"/>
          <p14:tracePt t="100819" x="9637713" y="3011488"/>
          <p14:tracePt t="100840" x="9623425" y="3019425"/>
          <p14:tracePt t="100866" x="9609138" y="3025775"/>
          <p14:tracePt t="100944" x="9601200" y="3025775"/>
          <p14:tracePt t="100952" x="9586913" y="3033713"/>
          <p14:tracePt t="100964" x="9521825" y="3098800"/>
          <p14:tracePt t="100981" x="9390063" y="3214688"/>
          <p14:tracePt t="100998" x="9223375" y="3389313"/>
          <p14:tracePt t="101015" x="8940800" y="3722688"/>
          <p14:tracePt t="101031" x="8723313" y="3962400"/>
          <p14:tracePt t="101049" x="8556625" y="4157663"/>
          <p14:tracePt t="101065" x="8404225" y="4303713"/>
          <p14:tracePt t="101074" x="8339138" y="4368800"/>
          <p14:tracePt t="101081" x="8272463" y="4441825"/>
          <p14:tracePt t="101098" x="8150225" y="4572000"/>
          <p14:tracePt t="101115" x="8012113" y="4716463"/>
          <p14:tracePt t="101131" x="7916863" y="4811713"/>
          <p14:tracePt t="101148" x="7845425" y="4876800"/>
          <p14:tracePt t="101166" x="7780338" y="4941888"/>
          <p14:tracePt t="101181" x="7735888" y="4986338"/>
          <p14:tracePt t="101198" x="7699375" y="5014913"/>
          <p14:tracePt t="101215" x="7656513" y="5051425"/>
          <p14:tracePt t="101231" x="7612063" y="5087938"/>
          <p14:tracePt t="101248" x="7546975" y="5138738"/>
          <p14:tracePt t="101264" x="7475538" y="5195888"/>
          <p14:tracePt t="101281" x="7402513" y="5254625"/>
          <p14:tracePt t="101299" x="7278688" y="5326063"/>
          <p14:tracePt t="101315" x="7170738" y="5376863"/>
          <p14:tracePt t="101335" x="7038975" y="5435600"/>
          <p14:tracePt t="101348" x="6900863" y="5486400"/>
          <p14:tracePt t="101367" x="6778625" y="5529263"/>
          <p14:tracePt t="101381" x="6691313" y="5559425"/>
          <p14:tracePt t="101399" x="6611938" y="5588000"/>
          <p14:tracePt t="101415" x="6553200" y="5602288"/>
          <p14:tracePt t="101431" x="6473825" y="5624513"/>
          <p14:tracePt t="101449" x="6408738" y="5646738"/>
          <p14:tracePt t="101465" x="6372225" y="5661025"/>
          <p14:tracePt t="101481" x="6335713" y="5661025"/>
          <p14:tracePt t="101499" x="6299200" y="5675313"/>
          <p14:tracePt t="101515" x="6270625" y="5681663"/>
          <p14:tracePt t="101533" x="6240463" y="5681663"/>
          <p14:tracePt t="101548" x="6219825" y="5681663"/>
          <p14:tracePt t="101565" x="6205538" y="5689600"/>
          <p14:tracePt t="101572" x="6197600" y="5689600"/>
          <p14:tracePt t="101598" x="6183313" y="5689600"/>
          <p14:tracePt t="101617" x="6154738" y="5697538"/>
          <p14:tracePt t="101631" x="6132513" y="5697538"/>
          <p14:tracePt t="101652" x="6103938" y="5697538"/>
          <p14:tracePt t="101665" x="6081713" y="5697538"/>
          <p14:tracePt t="101681" x="6059488" y="5703888"/>
          <p14:tracePt t="101699" x="6022975" y="5711825"/>
          <p14:tracePt t="101715" x="6002338" y="5711825"/>
          <p14:tracePt t="101732" x="5957888" y="5711825"/>
          <p14:tracePt t="101748" x="5921375" y="5711825"/>
          <p14:tracePt t="101765" x="5892800" y="5711825"/>
          <p14:tracePt t="101784" x="5870575" y="5711825"/>
          <p14:tracePt t="101801" x="5856288" y="5711825"/>
          <p14:tracePt t="101815" x="5849938" y="5711825"/>
          <p14:tracePt t="101831" x="5827713" y="5711825"/>
          <p14:tracePt t="101848" x="5819775" y="5711825"/>
          <p14:tracePt t="101865" x="5805488" y="5711825"/>
          <p14:tracePt t="102032" x="5813425" y="5703888"/>
          <p14:tracePt t="102049" x="5827713" y="5703888"/>
          <p14:tracePt t="102055" x="5849938" y="5697538"/>
          <p14:tracePt t="102065" x="5864225" y="5697538"/>
          <p14:tracePt t="102081" x="5929313" y="5675313"/>
          <p14:tracePt t="102098" x="6002338" y="5675313"/>
          <p14:tracePt t="102115" x="6067425" y="5675313"/>
          <p14:tracePt t="102132" x="6073775" y="5675313"/>
          <p14:tracePt t="102149" x="6088063" y="5681663"/>
          <p14:tracePt t="102193" x="6096000" y="5697538"/>
          <p14:tracePt t="102224" x="6103938" y="5703888"/>
          <p14:tracePt t="102241" x="6110288" y="5703888"/>
          <p14:tracePt t="102274" x="6118225" y="5718175"/>
          <p14:tracePt t="102288" x="6124575" y="5718175"/>
          <p14:tracePt t="102295" x="6132513" y="5718175"/>
          <p14:tracePt t="102302" x="6154738" y="5718175"/>
          <p14:tracePt t="102315" x="6189663" y="5718175"/>
          <p14:tracePt t="102333" x="6248400" y="5718175"/>
          <p14:tracePt t="102348" x="6378575" y="5667375"/>
          <p14:tracePt t="102365" x="6561138" y="5559425"/>
          <p14:tracePt t="102381" x="6865938" y="5384800"/>
          <p14:tracePt t="102398" x="7272338" y="5145088"/>
          <p14:tracePt t="102415" x="7685088" y="4884738"/>
          <p14:tracePt t="102431" x="8034338" y="4687888"/>
          <p14:tracePt t="102448" x="8367713" y="4470400"/>
          <p14:tracePt t="102465" x="8723313" y="4224338"/>
          <p14:tracePt t="102481" x="9034463" y="4021138"/>
          <p14:tracePt t="102498" x="9245600" y="3860800"/>
          <p14:tracePt t="102515" x="9405938" y="3679825"/>
          <p14:tracePt t="102531" x="9463088" y="3598863"/>
          <p14:tracePt t="102548" x="9499600" y="3548063"/>
          <p14:tracePt t="102565" x="9536113" y="3482975"/>
          <p14:tracePt t="102582" x="9593263" y="3389313"/>
          <p14:tracePt t="102598" x="9652000" y="3294063"/>
          <p14:tracePt t="102615" x="9717088" y="3186113"/>
          <p14:tracePt t="102632" x="9761538" y="3127375"/>
          <p14:tracePt t="102648" x="9782175" y="3076575"/>
          <p14:tracePt t="102665" x="9812338" y="3019425"/>
          <p14:tracePt t="102681" x="9826625" y="2968625"/>
          <p14:tracePt t="102698" x="9855200" y="2903538"/>
          <p14:tracePt t="102715" x="9877425" y="2830513"/>
          <p14:tracePt t="102731" x="9877425" y="2808288"/>
          <p14:tracePt t="102748" x="9877425" y="2786063"/>
          <p14:tracePt t="102765" x="9877425" y="2771775"/>
          <p14:tracePt t="102784" x="9877425" y="2765425"/>
          <p14:tracePt t="102799" x="9877425" y="2757488"/>
          <p14:tracePt t="102815" x="9869488" y="2751138"/>
          <p14:tracePt t="102832" x="9855200" y="2743200"/>
          <p14:tracePt t="102848" x="9826625" y="2743200"/>
          <p14:tracePt t="102865" x="9796463" y="2743200"/>
          <p14:tracePt t="102882" x="9753600" y="2743200"/>
          <p14:tracePt t="102899" x="9702800" y="2735263"/>
          <p14:tracePt t="102916" x="9674225" y="2735263"/>
          <p14:tracePt t="102932" x="9644063" y="2735263"/>
          <p14:tracePt t="102948" x="9629775" y="2735263"/>
          <p14:tracePt t="102966" x="9623425" y="2735263"/>
          <p14:tracePt t="102982" x="9609138" y="2735263"/>
          <p14:tracePt t="103015" x="9601200" y="2735263"/>
          <p14:tracePt t="103033" x="9593263" y="2735263"/>
          <p14:tracePt t="103049" x="9586913" y="2735263"/>
          <p14:tracePt t="103074" x="9586913" y="2743200"/>
          <p14:tracePt t="103096" x="9578975" y="2743200"/>
          <p14:tracePt t="103104" x="9578975" y="2751138"/>
          <p14:tracePt t="103118" x="9564688" y="2757488"/>
          <p14:tracePt t="103132" x="9558338" y="2771775"/>
          <p14:tracePt t="103150" x="9542463" y="2771775"/>
          <p14:tracePt t="103165" x="9536113" y="2779713"/>
          <p14:tracePt t="103182" x="9521825" y="2786063"/>
          <p14:tracePt t="103199" x="9513888" y="2794000"/>
          <p14:tracePt t="103215" x="9491663" y="2794000"/>
          <p14:tracePt t="103232" x="9477375" y="2801938"/>
          <p14:tracePt t="103370" x="9471025" y="2801938"/>
          <p14:tracePt t="103395" x="9471025" y="2794000"/>
          <p14:tracePt t="103401" x="9463088" y="2786063"/>
          <p14:tracePt t="103422" x="9463088" y="2779713"/>
          <p14:tracePt t="103432" x="9463088" y="2765425"/>
          <p14:tracePt t="103457" x="9463088" y="2751138"/>
          <p14:tracePt t="103465" x="9463088" y="2743200"/>
          <p14:tracePt t="103482" x="9463088" y="2735263"/>
          <p14:tracePt t="103501" x="9471025" y="2706688"/>
          <p14:tracePt t="103515" x="9499600" y="2684463"/>
          <p14:tracePt t="103532" x="9513888" y="2670175"/>
          <p14:tracePt t="103549" x="9536113" y="2649538"/>
          <p14:tracePt t="103566" x="9542463" y="2641600"/>
          <p14:tracePt t="103576" x="9550400" y="2641600"/>
          <p14:tracePt t="103591" x="9558338" y="2641600"/>
          <p14:tracePt t="103599" x="9564688" y="2641600"/>
          <p14:tracePt t="103617" x="9572625" y="2641600"/>
          <p14:tracePt t="103632" x="9593263" y="2641600"/>
          <p14:tracePt t="103649" x="9609138" y="2641600"/>
          <p14:tracePt t="103665" x="9615488" y="2641600"/>
          <p14:tracePt t="103681" x="9637713" y="2641600"/>
          <p14:tracePt t="103698" x="9659938" y="2649538"/>
          <p14:tracePt t="103715" x="9666288" y="2649538"/>
          <p14:tracePt t="103731" x="9666288" y="2655888"/>
          <p14:tracePt t="103749" x="9680575" y="2663825"/>
          <p14:tracePt t="103766" x="9680575" y="2684463"/>
          <p14:tracePt t="103782" x="9680575" y="2706688"/>
          <p14:tracePt t="103799" x="9680575" y="2735263"/>
          <p14:tracePt t="103816" x="9680575" y="2765425"/>
          <p14:tracePt t="103832" x="9680575" y="2786063"/>
          <p14:tracePt t="103849" x="9680575" y="2808288"/>
          <p14:tracePt t="103865" x="9680575" y="2822575"/>
          <p14:tracePt t="103882" x="9666288" y="2844800"/>
          <p14:tracePt t="103899" x="9652000" y="2867025"/>
          <p14:tracePt t="103915" x="9644063" y="2867025"/>
          <p14:tracePt t="103932" x="9637713" y="2873375"/>
          <p14:tracePt t="103949" x="9615488" y="2881313"/>
          <p14:tracePt t="103966" x="9601200" y="2887663"/>
          <p14:tracePt t="103983" x="9586913" y="2887663"/>
          <p14:tracePt t="103998" x="9564688" y="2887663"/>
          <p14:tracePt t="104015" x="9542463" y="2887663"/>
          <p14:tracePt t="104032" x="9521825" y="2887663"/>
          <p14:tracePt t="104049" x="9499600" y="2887663"/>
          <p14:tracePt t="104066" x="9485313" y="2887663"/>
          <p14:tracePt t="104082" x="9471025" y="2887663"/>
          <p14:tracePt t="104099" x="9463088" y="2881313"/>
          <p14:tracePt t="104132" x="9440863" y="2873375"/>
          <p14:tracePt t="104149" x="9434513" y="2867025"/>
          <p14:tracePt t="104182" x="9426575" y="2844800"/>
          <p14:tracePt t="104216" x="9420225" y="2836863"/>
          <p14:tracePt t="104233" x="9412288" y="2830513"/>
          <p14:tracePt t="104249" x="9412288" y="2822575"/>
          <p14:tracePt t="104295" x="9412288" y="2816225"/>
          <p14:tracePt t="104305" x="9412288" y="2808288"/>
          <p14:tracePt t="104321" x="9412288" y="2801938"/>
          <p14:tracePt t="104339" x="9412288" y="2786063"/>
          <p14:tracePt t="104366" x="9420225" y="2771775"/>
          <p14:tracePt t="104382" x="9426575" y="2765425"/>
          <p14:tracePt t="104399" x="9440863" y="2751138"/>
          <p14:tracePt t="104432" x="9448800" y="2751138"/>
          <p14:tracePt t="104536" x="9420225" y="2794000"/>
          <p14:tracePt t="104543" x="9383713" y="2822575"/>
          <p14:tracePt t="104554" x="9332913" y="2881313"/>
          <p14:tracePt t="104566" x="9186863" y="3025775"/>
          <p14:tracePt t="104575" x="9101138" y="3106738"/>
          <p14:tracePt t="104588" x="8824913" y="3344863"/>
          <p14:tracePt t="104599" x="8678863" y="3468688"/>
          <p14:tracePt t="104616" x="8404225" y="3708400"/>
          <p14:tracePt t="104632" x="8170863" y="3954463"/>
          <p14:tracePt t="104649" x="7947025" y="4224338"/>
          <p14:tracePt t="104666" x="7780338" y="4419600"/>
          <p14:tracePt t="104684" x="7577138" y="4687888"/>
          <p14:tracePt t="104700" x="7292975" y="5087938"/>
          <p14:tracePt t="104716" x="7104063" y="5305425"/>
          <p14:tracePt t="104733" x="6973888" y="5457825"/>
          <p14:tracePt t="104749" x="6850063" y="5580063"/>
          <p14:tracePt t="104766" x="6756400" y="5661025"/>
          <p14:tracePt t="104782" x="6654800" y="5740400"/>
          <p14:tracePt t="104800" x="6553200" y="5813425"/>
          <p14:tracePt t="104817" x="6437313" y="5900738"/>
          <p14:tracePt t="104833" x="6327775" y="5965825"/>
          <p14:tracePt t="104849" x="6211888" y="6037263"/>
          <p14:tracePt t="104868" x="6067425" y="6154738"/>
          <p14:tracePt t="104883" x="5986463" y="6219825"/>
          <p14:tracePt t="104899" x="5921375" y="6276975"/>
          <p14:tracePt t="104916" x="5856288" y="6327775"/>
          <p14:tracePt t="104932" x="5819775" y="6364288"/>
          <p14:tracePt t="104949" x="5799138" y="6392863"/>
          <p14:tracePt t="104965" x="5776913" y="6408738"/>
          <p14:tracePt t="104982" x="5776913" y="6415088"/>
          <p14:tracePt t="105009" x="5768975" y="6415088"/>
          <p14:tracePt t="105065" x="5754688" y="6415088"/>
          <p14:tracePt t="105072" x="5748338" y="6415088"/>
          <p14:tracePt t="105083" x="5740400" y="6408738"/>
          <p14:tracePt t="105099" x="5697538" y="6378575"/>
          <p14:tracePt t="105115" x="5638800" y="6350000"/>
          <p14:tracePt t="105132" x="5602288" y="6327775"/>
          <p14:tracePt t="105149" x="5595938" y="6313488"/>
          <p14:tracePt t="105165" x="5565775" y="6284913"/>
          <p14:tracePt t="105182" x="5545138" y="6262688"/>
          <p14:tracePt t="105199" x="5514975" y="6234113"/>
          <p14:tracePt t="105215" x="5500688" y="6211888"/>
          <p14:tracePt t="105232" x="5500688" y="6197600"/>
          <p14:tracePt t="105249" x="5494338" y="6175375"/>
          <p14:tracePt t="105267" x="5494338" y="6138863"/>
          <p14:tracePt t="105282" x="5494338" y="6132513"/>
          <p14:tracePt t="105299" x="5494338" y="6096000"/>
          <p14:tracePt t="105316" x="5508625" y="6067425"/>
          <p14:tracePt t="105333" x="5514975" y="6045200"/>
          <p14:tracePt t="105349" x="5545138" y="6022975"/>
          <p14:tracePt t="105366" x="5565775" y="5994400"/>
          <p14:tracePt t="105382" x="5595938" y="5965825"/>
          <p14:tracePt t="105399" x="5624513" y="5951538"/>
          <p14:tracePt t="105415" x="5646738" y="5935663"/>
          <p14:tracePt t="105432" x="5689600" y="5915025"/>
          <p14:tracePt t="105449" x="5718175" y="5907088"/>
          <p14:tracePt t="105466" x="5768975" y="5900738"/>
          <p14:tracePt t="105483" x="5827713" y="5884863"/>
          <p14:tracePt t="105499" x="5864225" y="5884863"/>
          <p14:tracePt t="105517" x="5907088" y="5884863"/>
          <p14:tracePt t="105532" x="5943600" y="5884863"/>
          <p14:tracePt t="105549" x="6008688" y="5884863"/>
          <p14:tracePt t="105566" x="6088063" y="5878513"/>
          <p14:tracePt t="105584" x="6161088" y="5878513"/>
          <p14:tracePt t="105599" x="6219825" y="5878513"/>
          <p14:tracePt t="105616" x="6256338" y="5878513"/>
          <p14:tracePt t="105632" x="6291263" y="5878513"/>
          <p14:tracePt t="105649" x="6327775" y="5878513"/>
          <p14:tracePt t="105665" x="6378575" y="5878513"/>
          <p14:tracePt t="105682" x="6415088" y="5878513"/>
          <p14:tracePt t="105699" x="6480175" y="5878513"/>
          <p14:tracePt t="105716" x="6494463" y="5878513"/>
          <p14:tracePt t="105732" x="6502400" y="5878513"/>
          <p14:tracePt t="105749" x="6510338" y="5878513"/>
          <p14:tracePt t="105766" x="6516688" y="5878513"/>
          <p14:tracePt t="105783" x="6524625" y="5878513"/>
          <p14:tracePt t="105799" x="6530975" y="5884863"/>
          <p14:tracePt t="105816" x="6538913" y="5884863"/>
          <p14:tracePt t="105835" x="6561138" y="5900738"/>
          <p14:tracePt t="105866" x="6589713" y="5915025"/>
          <p14:tracePt t="105883" x="6626225" y="5935663"/>
          <p14:tracePt t="105899" x="6646863" y="5951538"/>
          <p14:tracePt t="105916" x="6654800" y="5951538"/>
          <p14:tracePt t="105932" x="6662738" y="5951538"/>
          <p14:tracePt t="105949" x="6669088" y="5957888"/>
          <p14:tracePt t="105983" x="6677025" y="5957888"/>
          <p14:tracePt t="106005" x="6677025" y="5972175"/>
          <p14:tracePt t="106030" x="6683375" y="5980113"/>
          <p14:tracePt t="106045" x="6691313" y="5994400"/>
          <p14:tracePt t="106053" x="6691313" y="6002338"/>
          <p14:tracePt t="106066" x="6697663" y="6008688"/>
          <p14:tracePt t="106083" x="6756400" y="6053138"/>
          <p14:tracePt t="106099" x="6865938" y="6096000"/>
          <p14:tracePt t="106116" x="7024688" y="6124575"/>
          <p14:tracePt t="106132" x="7272338" y="6146800"/>
          <p14:tracePt t="106149" x="7605713" y="6146800"/>
          <p14:tracePt t="106166" x="8004175" y="6146800"/>
          <p14:tracePt t="106182" x="8382000" y="6146800"/>
          <p14:tracePt t="106199" x="8664575" y="6146800"/>
          <p14:tracePt t="106216" x="8816975" y="6146800"/>
          <p14:tracePt t="106232" x="8912225" y="6146800"/>
          <p14:tracePt t="106249" x="8963025" y="6138863"/>
          <p14:tracePt t="106266" x="8991600" y="6132513"/>
          <p14:tracePt t="106283" x="9042400" y="6110288"/>
          <p14:tracePt t="106299" x="9070975" y="6110288"/>
          <p14:tracePt t="106316" x="9107488" y="6096000"/>
          <p14:tracePt t="106332" x="9129713" y="6088063"/>
          <p14:tracePt t="106349" x="9151938" y="6081713"/>
          <p14:tracePt t="106366" x="9158288" y="6081713"/>
          <p14:tracePt t="106383" x="9180513" y="6073775"/>
          <p14:tracePt t="106399" x="9202738" y="6073775"/>
          <p14:tracePt t="106416" x="9223375" y="6073775"/>
          <p14:tracePt t="106433" x="9253538" y="6073775"/>
          <p14:tracePt t="106449" x="9267825" y="6073775"/>
          <p14:tracePt t="106466" x="9274175" y="6073775"/>
          <p14:tracePt t="106881" x="9267825" y="6073775"/>
          <p14:tracePt t="106890" x="9267825" y="6067425"/>
          <p14:tracePt t="106900" x="9245600" y="6053138"/>
          <p14:tracePt t="106916" x="9223375" y="6022975"/>
          <p14:tracePt t="106933" x="9217025" y="6002338"/>
          <p14:tracePt t="106950" x="9217025" y="5986463"/>
          <p14:tracePt t="106967" x="9217025" y="5972175"/>
          <p14:tracePt t="106983" x="9217025" y="5965825"/>
          <p14:tracePt t="107000" x="9217025" y="5957888"/>
          <p14:tracePt t="107016" x="9223375" y="5943600"/>
          <p14:tracePt t="107033" x="9253538" y="5921375"/>
          <p14:tracePt t="107050" x="9274175" y="5900738"/>
          <p14:tracePt t="107067" x="9332913" y="5878513"/>
          <p14:tracePt t="107084" x="9361488" y="5878513"/>
          <p14:tracePt t="107100" x="9398000" y="5864225"/>
          <p14:tracePt t="107117" x="9426575" y="5864225"/>
          <p14:tracePt t="107133" x="9463088" y="5856288"/>
          <p14:tracePt t="107150" x="9499600" y="5856288"/>
          <p14:tracePt t="107166" x="9542463" y="5856288"/>
          <p14:tracePt t="107183" x="9593263" y="5856288"/>
          <p14:tracePt t="107200" x="9637713" y="5856288"/>
          <p14:tracePt t="107217" x="9680575" y="5856288"/>
          <p14:tracePt t="107233" x="9710738" y="5856288"/>
          <p14:tracePt t="107250" x="9725025" y="5856288"/>
          <p14:tracePt t="107269" x="9745663" y="5856288"/>
          <p14:tracePt t="107283" x="9745663" y="5864225"/>
          <p14:tracePt t="107317" x="9761538" y="5870575"/>
          <p14:tracePt t="107336" x="9767888" y="5878513"/>
          <p14:tracePt t="107350" x="9775825" y="5892800"/>
          <p14:tracePt t="107367" x="9782175" y="5907088"/>
          <p14:tracePt t="107383" x="9790113" y="5915025"/>
          <p14:tracePt t="107400" x="9790113" y="5921375"/>
          <p14:tracePt t="107433" x="9790113" y="5935663"/>
          <p14:tracePt t="107450" x="9790113" y="5951538"/>
          <p14:tracePt t="107467" x="9790113" y="5972175"/>
          <p14:tracePt t="107484" x="9790113" y="5994400"/>
          <p14:tracePt t="107500" x="9790113" y="6016625"/>
          <p14:tracePt t="107517" x="9782175" y="6022975"/>
          <p14:tracePt t="107533" x="9782175" y="6030913"/>
          <p14:tracePt t="107551" x="9767888" y="6045200"/>
          <p14:tracePt t="107567" x="9761538" y="6053138"/>
          <p14:tracePt t="107576" x="9761538" y="6059488"/>
          <p14:tracePt t="107592" x="9745663" y="6067425"/>
          <p14:tracePt t="107607" x="9739313" y="6073775"/>
          <p14:tracePt t="107616" x="9739313" y="6081713"/>
          <p14:tracePt t="107634" x="9731375" y="6081713"/>
          <p14:tracePt t="107650" x="9725025" y="6088063"/>
          <p14:tracePt t="107667" x="9702800" y="6096000"/>
          <p14:tracePt t="107683" x="9694863" y="6103938"/>
          <p14:tracePt t="107717" x="9680575" y="6110288"/>
          <p14:tracePt t="107750" x="9659938" y="6110288"/>
          <p14:tracePt t="107770" x="9644063" y="6124575"/>
          <p14:tracePt t="107783" x="9637713" y="6124575"/>
          <p14:tracePt t="107801" x="9629775" y="6124575"/>
          <p14:tracePt t="107817" x="9615488" y="6124575"/>
          <p14:tracePt t="107833" x="9593263" y="6124575"/>
          <p14:tracePt t="107850" x="9586913" y="6124575"/>
          <p14:tracePt t="107868" x="9564688" y="6132513"/>
          <p14:tracePt t="107884" x="9550400" y="6132513"/>
          <p14:tracePt t="107900" x="9542463" y="6132513"/>
          <p14:tracePt t="107933" x="9536113" y="6132513"/>
          <p14:tracePt t="107950" x="9528175" y="6132513"/>
          <p14:tracePt t="107968" x="9521825" y="6132513"/>
          <p14:tracePt t="107984" x="9507538" y="6132513"/>
          <p14:tracePt t="108019" x="9491663" y="6132513"/>
          <p14:tracePt t="108037" x="9485313" y="6132513"/>
          <p14:tracePt t="108050" x="9477375" y="6132513"/>
          <p14:tracePt t="108068" x="9463088" y="6132513"/>
          <p14:tracePt t="108088" x="9456738" y="6132513"/>
          <p14:tracePt t="108100" x="9448800" y="6132513"/>
          <p14:tracePt t="108117" x="9440863" y="6132513"/>
          <p14:tracePt t="108133" x="9426575" y="6132513"/>
          <p14:tracePt t="108150" x="9420225" y="6132513"/>
          <p14:tracePt t="108166" x="9412288" y="6124575"/>
          <p14:tracePt t="108183" x="9398000" y="6124575"/>
          <p14:tracePt t="108200" x="9390063" y="6118225"/>
          <p14:tracePt t="108218" x="9383713" y="6110288"/>
          <p14:tracePt t="108234" x="9375775" y="6103938"/>
          <p14:tracePt t="108252" x="9369425" y="6096000"/>
          <p14:tracePt t="108268" x="9369425" y="6088063"/>
          <p14:tracePt t="108284" x="9369425" y="6081713"/>
          <p14:tracePt t="108319" x="9369425" y="6067425"/>
          <p14:tracePt t="108333" x="9369425" y="6059488"/>
          <p14:tracePt t="108367" x="9369425" y="6045200"/>
          <p14:tracePt t="108383" x="9375775" y="6030913"/>
          <p14:tracePt t="108400" x="9383713" y="6016625"/>
          <p14:tracePt t="108417" x="9398000" y="5986463"/>
          <p14:tracePt t="108433" x="9412288" y="5972175"/>
          <p14:tracePt t="108450" x="9426575" y="5957888"/>
          <p14:tracePt t="108469" x="9440863" y="5943600"/>
          <p14:tracePt t="108483" x="9448800" y="5943600"/>
          <p14:tracePt t="108501" x="9463088" y="5935663"/>
          <p14:tracePt t="108517" x="9471025" y="5935663"/>
          <p14:tracePt t="108534" x="9485313" y="5935663"/>
          <p14:tracePt t="108550" x="9499600" y="5935663"/>
          <p14:tracePt t="108568" x="9513888" y="5921375"/>
          <p14:tracePt t="108576" x="9521825" y="5921375"/>
          <p14:tracePt t="108586" x="9542463" y="5921375"/>
          <p14:tracePt t="108600" x="9558338" y="5921375"/>
          <p14:tracePt t="108618" x="9586913" y="5921375"/>
          <p14:tracePt t="108634" x="9615488" y="5921375"/>
          <p14:tracePt t="108650" x="9629775" y="5921375"/>
          <p14:tracePt t="108668" x="9637713" y="5921375"/>
          <p14:tracePt t="108684" x="9644063" y="5929313"/>
          <p14:tracePt t="108700" x="9659938" y="5935663"/>
          <p14:tracePt t="108717" x="9659938" y="5943600"/>
          <p14:tracePt t="108734" x="9666288" y="5957888"/>
          <p14:tracePt t="108751" x="9666288" y="5965825"/>
          <p14:tracePt t="108770" x="9666288" y="5986463"/>
          <p14:tracePt t="108786" x="9674225" y="5994400"/>
        </p14:tracePtLst>
      </p14:laserTraceLst>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Implementation</a:t>
            </a:r>
            <a:endParaRPr lang="en-US" dirty="0"/>
          </a:p>
        </p:txBody>
      </p:sp>
      <p:pic>
        <p:nvPicPr>
          <p:cNvPr id="6" name="Picture 5"/>
          <p:cNvPicPr>
            <a:picLocks noChangeAspect="1"/>
          </p:cNvPicPr>
          <p:nvPr/>
        </p:nvPicPr>
        <p:blipFill>
          <a:blip r:embed="rId4"/>
          <a:stretch>
            <a:fillRect/>
          </a:stretch>
        </p:blipFill>
        <p:spPr>
          <a:xfrm>
            <a:off x="1919501" y="4371839"/>
            <a:ext cx="2259106" cy="1744532"/>
          </a:xfrm>
          <a:prstGeom prst="rect">
            <a:avLst/>
          </a:prstGeom>
        </p:spPr>
      </p:pic>
      <p:sp>
        <p:nvSpPr>
          <p:cNvPr id="14" name="TextBox 13"/>
          <p:cNvSpPr txBox="1"/>
          <p:nvPr/>
        </p:nvSpPr>
        <p:spPr>
          <a:xfrm flipH="1">
            <a:off x="4703172" y="4926507"/>
            <a:ext cx="3182529" cy="369332"/>
          </a:xfrm>
          <a:prstGeom prst="rect">
            <a:avLst/>
          </a:prstGeom>
          <a:noFill/>
          <a:ln>
            <a:solidFill>
              <a:schemeClr val="accent2"/>
            </a:solidFill>
          </a:ln>
        </p:spPr>
        <p:txBody>
          <a:bodyPr wrap="square" rtlCol="0">
            <a:spAutoFit/>
          </a:bodyPr>
          <a:lstStyle/>
          <a:p>
            <a:r>
              <a:rPr lang="en-US" dirty="0" smtClean="0"/>
              <a:t>We need to </a:t>
            </a:r>
            <a:r>
              <a:rPr lang="en-US" b="1" dirty="0" smtClean="0"/>
              <a:t>Transpose</a:t>
            </a:r>
            <a:r>
              <a:rPr lang="en-US" dirty="0" smtClean="0"/>
              <a:t> </a:t>
            </a:r>
            <a:r>
              <a:rPr lang="en-US" b="1" dirty="0" err="1" smtClean="0"/>
              <a:t>sv_coef</a:t>
            </a:r>
            <a:endParaRPr lang="en-US" dirty="0"/>
          </a:p>
        </p:txBody>
      </p:sp>
      <p:cxnSp>
        <p:nvCxnSpPr>
          <p:cNvPr id="16" name="Straight Arrow Connector 15"/>
          <p:cNvCxnSpPr/>
          <p:nvPr/>
        </p:nvCxnSpPr>
        <p:spPr>
          <a:xfrm>
            <a:off x="4547345" y="5507164"/>
            <a:ext cx="3878672" cy="0"/>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pic>
        <p:nvPicPr>
          <p:cNvPr id="17" name="Picture 16"/>
          <p:cNvPicPr>
            <a:picLocks noChangeAspect="1"/>
          </p:cNvPicPr>
          <p:nvPr/>
        </p:nvPicPr>
        <p:blipFill>
          <a:blip r:embed="rId5"/>
          <a:stretch>
            <a:fillRect/>
          </a:stretch>
        </p:blipFill>
        <p:spPr>
          <a:xfrm>
            <a:off x="8640267" y="1534970"/>
            <a:ext cx="2332533" cy="2893360"/>
          </a:xfrm>
          <a:prstGeom prst="rect">
            <a:avLst/>
          </a:prstGeom>
        </p:spPr>
      </p:pic>
      <p:sp>
        <p:nvSpPr>
          <p:cNvPr id="7" name="Left Brace 6"/>
          <p:cNvSpPr/>
          <p:nvPr/>
        </p:nvSpPr>
        <p:spPr>
          <a:xfrm>
            <a:off x="8738752" y="2928615"/>
            <a:ext cx="199697" cy="641131"/>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p:cNvSpPr txBox="1"/>
          <p:nvPr/>
        </p:nvSpPr>
        <p:spPr>
          <a:xfrm>
            <a:off x="7585845" y="3064514"/>
            <a:ext cx="1111394" cy="369332"/>
          </a:xfrm>
          <a:prstGeom prst="rect">
            <a:avLst/>
          </a:prstGeom>
          <a:noFill/>
        </p:spPr>
        <p:txBody>
          <a:bodyPr wrap="none" rtlCol="0">
            <a:spAutoFit/>
          </a:bodyPr>
          <a:lstStyle/>
          <a:p>
            <a:r>
              <a:rPr lang="en-US" dirty="0" smtClean="0"/>
              <a:t>Feature A</a:t>
            </a:r>
            <a:endParaRPr lang="en-US" dirty="0"/>
          </a:p>
        </p:txBody>
      </p:sp>
      <mc:AlternateContent xmlns:mc="http://schemas.openxmlformats.org/markup-compatibility/2006" xmlns:a14="http://schemas.microsoft.com/office/drawing/2010/main">
        <mc:Choice Requires="a14">
          <p:sp>
            <p:nvSpPr>
              <p:cNvPr id="22" name="TextBox 21"/>
              <p:cNvSpPr txBox="1"/>
              <p:nvPr/>
            </p:nvSpPr>
            <p:spPr>
              <a:xfrm>
                <a:off x="1198022" y="2396330"/>
                <a:ext cx="642547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𝐹𝑊</m:t>
                      </m:r>
                      <m:r>
                        <a:rPr lang="en-US" sz="2000" b="0" i="1" smtClean="0">
                          <a:latin typeface="Cambria Math" panose="02040503050406030204" pitchFamily="18" charset="0"/>
                        </a:rPr>
                        <m:t>=</m:t>
                      </m:r>
                      <m:r>
                        <a:rPr lang="en-US" sz="2000" b="0" i="1" smtClean="0">
                          <a:latin typeface="Cambria Math" panose="02040503050406030204" pitchFamily="18" charset="0"/>
                        </a:rPr>
                        <m:t>𝐴𝑏𝑠</m:t>
                      </m:r>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panose="02040503050406030204" pitchFamily="18" charset="0"/>
                                </a:rPr>
                                <m:t>𝑚𝑜𝑑𝑒𝑙𝑆𝑉𝑀𝐹𝑤</m:t>
                              </m:r>
                              <m:r>
                                <a:rPr lang="en-US" sz="2000" i="1">
                                  <a:latin typeface="Cambria Math" panose="02040503050406030204" pitchFamily="18" charset="0"/>
                                </a:rPr>
                                <m:t>.</m:t>
                              </m:r>
                              <m:r>
                                <a:rPr lang="en-US" sz="2000" i="1">
                                  <a:latin typeface="Cambria Math" panose="02040503050406030204" pitchFamily="18" charset="0"/>
                                </a:rPr>
                                <m:t>𝑠𝑣</m:t>
                              </m:r>
                              <m:r>
                                <a:rPr lang="en-US" sz="2000" i="1">
                                  <a:latin typeface="Cambria Math" panose="02040503050406030204" pitchFamily="18" charset="0"/>
                                </a:rPr>
                                <m:t>_</m:t>
                              </m:r>
                              <m:r>
                                <a:rPr lang="en-US" sz="2000" i="1">
                                  <a:latin typeface="Cambria Math" panose="02040503050406030204" pitchFamily="18" charset="0"/>
                                </a:rPr>
                                <m:t>𝑐𝑜𝑒𝑓</m:t>
                              </m:r>
                            </m:e>
                            <m:sup>
                              <m:r>
                                <a:rPr lang="en-US" sz="2000" i="1">
                                  <a:latin typeface="Cambria Math" panose="02040503050406030204" pitchFamily="18" charset="0"/>
                                </a:rPr>
                                <m:t>′</m:t>
                              </m:r>
                            </m:sup>
                          </m:sSup>
                          <m:r>
                            <a:rPr lang="en-US" sz="2000" i="1">
                              <a:latin typeface="Cambria Math" panose="02040503050406030204" pitchFamily="18" charset="0"/>
                            </a:rPr>
                            <m:t>∗</m:t>
                          </m:r>
                          <m:r>
                            <a:rPr lang="en-US" sz="2000" i="1">
                              <a:latin typeface="Cambria Math" panose="02040503050406030204" pitchFamily="18" charset="0"/>
                            </a:rPr>
                            <m:t>𝑚𝑜𝑑𝑒𝑙𝑆𝑉𝑀𝐹𝑤</m:t>
                          </m:r>
                          <m:r>
                            <a:rPr lang="en-US" sz="2000" b="0" i="1" smtClean="0">
                              <a:latin typeface="Cambria Math" panose="02040503050406030204" pitchFamily="18" charset="0"/>
                            </a:rPr>
                            <m:t>.</m:t>
                          </m:r>
                          <m:r>
                            <a:rPr lang="en-US" sz="2000" b="0" i="1" smtClean="0">
                              <a:latin typeface="Cambria Math" panose="02040503050406030204" pitchFamily="18" charset="0"/>
                            </a:rPr>
                            <m:t>𝑆𝑉𝑠</m:t>
                          </m:r>
                        </m:e>
                      </m:d>
                    </m:oMath>
                  </m:oMathPara>
                </a14:m>
                <a:endParaRPr lang="en-US" sz="2000" dirty="0"/>
              </a:p>
            </p:txBody>
          </p:sp>
        </mc:Choice>
        <mc:Fallback xmlns="">
          <p:sp>
            <p:nvSpPr>
              <p:cNvPr id="22" name="TextBox 21"/>
              <p:cNvSpPr txBox="1">
                <a:spLocks noRot="1" noChangeAspect="1" noMove="1" noResize="1" noEditPoints="1" noAdjustHandles="1" noChangeArrowheads="1" noChangeShapeType="1" noTextEdit="1"/>
              </p:cNvSpPr>
              <p:nvPr/>
            </p:nvSpPr>
            <p:spPr>
              <a:xfrm>
                <a:off x="1198022" y="2396330"/>
                <a:ext cx="6425477" cy="307777"/>
              </a:xfrm>
              <a:prstGeom prst="rect">
                <a:avLst/>
              </a:prstGeom>
              <a:blipFill>
                <a:blip r:embed="rId8"/>
                <a:stretch>
                  <a:fillRect l="-474" b="-35294"/>
                </a:stretch>
              </a:blipFill>
            </p:spPr>
            <p:txBody>
              <a:bodyPr/>
              <a:lstStyle/>
              <a:p>
                <a:r>
                  <a:rPr lang="en-US">
                    <a:noFill/>
                  </a:rPr>
                  <a:t> </a:t>
                </a:r>
              </a:p>
            </p:txBody>
          </p:sp>
        </mc:Fallback>
      </mc:AlternateContent>
      <p:pic>
        <p:nvPicPr>
          <p:cNvPr id="3" name="Picture 2"/>
          <p:cNvPicPr>
            <a:picLocks noChangeAspect="1"/>
          </p:cNvPicPr>
          <p:nvPr/>
        </p:nvPicPr>
        <p:blipFill>
          <a:blip r:embed="rId9"/>
          <a:stretch>
            <a:fillRect/>
          </a:stretch>
        </p:blipFill>
        <p:spPr>
          <a:xfrm>
            <a:off x="8526703" y="4680743"/>
            <a:ext cx="2609850" cy="1238250"/>
          </a:xfrm>
          <a:prstGeom prst="rect">
            <a:avLst/>
          </a:prstGeom>
        </p:spPr>
      </p:pic>
    </p:spTree>
    <p:custDataLst>
      <p:tags r:id="rId1"/>
    </p:custDataLst>
    <p:extLst>
      <p:ext uri="{BB962C8B-B14F-4D97-AF65-F5344CB8AC3E}">
        <p14:creationId xmlns:p14="http://schemas.microsoft.com/office/powerpoint/2010/main" val="2820648233"/>
      </p:ext>
    </p:extLst>
  </p:cSld>
  <p:clrMapOvr>
    <a:masterClrMapping/>
  </p:clrMapOvr>
  <mc:AlternateContent xmlns:mc="http://schemas.openxmlformats.org/markup-compatibility/2006" xmlns:p14="http://schemas.microsoft.com/office/powerpoint/2010/main">
    <mc:Choice Requires="p14">
      <p:transition spd="slow" p14:dur="2000" advTm="72814">
        <p:cut/>
      </p:transition>
    </mc:Choice>
    <mc:Fallback xmlns="">
      <p:transition spd="slow" advTm="72814">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par>
                                <p:cTn id="12" presetID="10" presetClass="entr" presetSubtype="0" fill="hold"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500"/>
                                        <p:tgtEl>
                                          <p:spTgt spid="16"/>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7" grpId="0" animBg="1"/>
      <p:bldP spid="9" grpId="0"/>
    </p:bldLst>
  </p:timing>
  <p:extLst mod="1">
    <p:ext uri="{3A86A75C-4F4B-4683-9AE1-C65F6400EC91}">
      <p14:laserTraceLst xmlns:p14="http://schemas.microsoft.com/office/powerpoint/2010/main">
        <p14:tracePtLst>
          <p14:tracePt t="2191" x="754063" y="5334000"/>
          <p14:tracePt t="2329" x="762000" y="5326063"/>
          <p14:tracePt t="2336" x="784225" y="5305425"/>
          <p14:tracePt t="2345" x="812800" y="5260975"/>
          <p14:tracePt t="2352" x="849313" y="5224463"/>
          <p14:tracePt t="2364" x="877888" y="5130800"/>
          <p14:tracePt t="2381" x="993775" y="4986338"/>
          <p14:tracePt t="2398" x="1117600" y="4840288"/>
          <p14:tracePt t="2414" x="1284288" y="4622800"/>
          <p14:tracePt t="2431" x="1495425" y="4376738"/>
          <p14:tracePt t="2448" x="1582738" y="4259263"/>
          <p14:tracePt t="2465" x="1654175" y="4179888"/>
          <p14:tracePt t="2481" x="1698625" y="4137025"/>
          <p14:tracePt t="2498" x="1727200" y="4100513"/>
          <p14:tracePt t="2515" x="1755775" y="4071938"/>
          <p14:tracePt t="2531" x="1800225" y="4027488"/>
          <p14:tracePt t="2548" x="1828800" y="3984625"/>
          <p14:tracePt t="2565" x="1865313" y="3948113"/>
          <p14:tracePt t="2581" x="1901825" y="3919538"/>
          <p14:tracePt t="2598" x="1944688" y="3875088"/>
          <p14:tracePt t="2615" x="1995488" y="3817938"/>
          <p14:tracePt t="2632" x="2133600" y="3671888"/>
          <p14:tracePt t="2648" x="2212975" y="3578225"/>
          <p14:tracePt t="2664" x="2257425" y="3527425"/>
          <p14:tracePt t="2681" x="2286000" y="3490913"/>
          <p14:tracePt t="2698" x="2300288" y="3468688"/>
          <p14:tracePt t="2715" x="2308225" y="3446463"/>
          <p14:tracePt t="2731" x="2322513" y="3425825"/>
          <p14:tracePt t="2748" x="2344738" y="3389313"/>
          <p14:tracePt t="2764" x="2365375" y="3360738"/>
          <p14:tracePt t="2781" x="2379663" y="3338513"/>
          <p14:tracePt t="2798" x="2395538" y="3316288"/>
          <p14:tracePt t="2815" x="2409825" y="3294063"/>
          <p14:tracePt t="2831" x="2460625" y="3273425"/>
          <p14:tracePt t="2848" x="2497138" y="3236913"/>
          <p14:tracePt t="2865" x="2540000" y="3192463"/>
          <p14:tracePt t="2882" x="2554288" y="3171825"/>
          <p14:tracePt t="2898" x="2568575" y="3157538"/>
          <p14:tracePt t="3192" x="2582863" y="3141663"/>
          <p14:tracePt t="3201" x="2613025" y="3127375"/>
          <p14:tracePt t="3209" x="2684463" y="3106738"/>
          <p14:tracePt t="3216" x="2771775" y="3090863"/>
          <p14:tracePt t="3231" x="2997200" y="3070225"/>
          <p14:tracePt t="3248" x="3236913" y="3070225"/>
          <p14:tracePt t="3265" x="3403600" y="3062288"/>
          <p14:tracePt t="3281" x="3505200" y="3040063"/>
          <p14:tracePt t="3298" x="3563938" y="3033713"/>
          <p14:tracePt t="3315" x="3606800" y="3019425"/>
          <p14:tracePt t="3332" x="3671888" y="2989263"/>
          <p14:tracePt t="3348" x="3686175" y="2982913"/>
          <p14:tracePt t="3365" x="3708400" y="2974975"/>
          <p14:tracePt t="3381" x="3722688" y="2974975"/>
          <p14:tracePt t="3399" x="3744913" y="2960688"/>
          <p14:tracePt t="3415" x="3817938" y="2954338"/>
          <p14:tracePt t="3432" x="3889375" y="2954338"/>
          <p14:tracePt t="3448" x="3954463" y="2946400"/>
          <p14:tracePt t="3465" x="4027488" y="2924175"/>
          <p14:tracePt t="3482" x="4071938" y="2909888"/>
          <p14:tracePt t="3498" x="4137025" y="2895600"/>
          <p14:tracePt t="3515" x="4173538" y="2887663"/>
          <p14:tracePt t="3531" x="4208463" y="2887663"/>
          <p14:tracePt t="3548" x="4238625" y="2873375"/>
          <p14:tracePt t="3565" x="4259263" y="2867025"/>
          <p14:tracePt t="3582" x="4281488" y="2859088"/>
          <p14:tracePt t="3598" x="4295775" y="2852738"/>
          <p14:tracePt t="3615" x="4303713" y="2844800"/>
          <p14:tracePt t="3632" x="4325938" y="2830513"/>
          <p14:tracePt t="3648" x="4346575" y="2822575"/>
          <p14:tracePt t="3665" x="4346575" y="2816225"/>
          <p14:tracePt t="3682" x="4354513" y="2808288"/>
          <p14:tracePt t="3698" x="4368800" y="2801938"/>
          <p14:tracePt t="4360" x="4360863" y="2801938"/>
          <p14:tracePt t="4368" x="4354513" y="2801938"/>
          <p14:tracePt t="4376" x="4340225" y="2816225"/>
          <p14:tracePt t="4384" x="4325938" y="2822575"/>
          <p14:tracePt t="4398" x="4310063" y="2836863"/>
          <p14:tracePt t="4415" x="4310063" y="2887663"/>
          <p14:tracePt t="4617" x="4310063" y="2881313"/>
          <p14:tracePt t="4633" x="4318000" y="2873375"/>
          <p14:tracePt t="4640" x="4340225" y="2873375"/>
          <p14:tracePt t="4648" x="4360863" y="2873375"/>
          <p14:tracePt t="4665" x="4391025" y="2873375"/>
          <p14:tracePt t="4682" x="4427538" y="2873375"/>
          <p14:tracePt t="4698" x="4462463" y="2881313"/>
          <p14:tracePt t="4715" x="4535488" y="2881313"/>
          <p14:tracePt t="4732" x="4622800" y="2887663"/>
          <p14:tracePt t="4749" x="4767263" y="2887663"/>
          <p14:tracePt t="4765" x="4913313" y="2887663"/>
          <p14:tracePt t="4782" x="5037138" y="2887663"/>
          <p14:tracePt t="4798" x="5122863" y="2887663"/>
          <p14:tracePt t="4815" x="5181600" y="2887663"/>
          <p14:tracePt t="4832" x="5189538" y="2887663"/>
          <p14:tracePt t="4849" x="5195888" y="2887663"/>
          <p14:tracePt t="4865" x="5210175" y="2887663"/>
          <p14:tracePt t="4882" x="5232400" y="2881313"/>
          <p14:tracePt t="4899" x="5254625" y="2873375"/>
          <p14:tracePt t="4915" x="5268913" y="2873375"/>
          <p14:tracePt t="4932" x="5275263" y="2867025"/>
          <p14:tracePt t="5321" x="5268913" y="2867025"/>
          <p14:tracePt t="5328" x="5254625" y="2867025"/>
          <p14:tracePt t="5336" x="5232400" y="2859088"/>
          <p14:tracePt t="5349" x="5210175" y="2852738"/>
          <p14:tracePt t="5365" x="5167313" y="2852738"/>
          <p14:tracePt t="5382" x="5138738" y="2844800"/>
          <p14:tracePt t="5399" x="5108575" y="2844800"/>
          <p14:tracePt t="5415" x="5072063" y="2816225"/>
          <p14:tracePt t="5432" x="5051425" y="2794000"/>
          <p14:tracePt t="5449" x="5021263" y="2771775"/>
          <p14:tracePt t="5465" x="5006975" y="2751138"/>
          <p14:tracePt t="5482" x="4986338" y="2720975"/>
          <p14:tracePt t="5499" x="4956175" y="2670175"/>
          <p14:tracePt t="5515" x="4941888" y="2627313"/>
          <p14:tracePt t="5532" x="4927600" y="2547938"/>
          <p14:tracePt t="5549" x="4913313" y="2481263"/>
          <p14:tracePt t="5565" x="4899025" y="2438400"/>
          <p14:tracePt t="5582" x="4899025" y="2395538"/>
          <p14:tracePt t="5584" x="4891088" y="2379663"/>
          <p14:tracePt t="5599" x="4891088" y="2365375"/>
          <p14:tracePt t="5615" x="4891088" y="2308225"/>
          <p14:tracePt t="5632" x="4899025" y="2271713"/>
          <p14:tracePt t="5649" x="4905375" y="2249488"/>
          <p14:tracePt t="5669" x="4919663" y="2220913"/>
          <p14:tracePt t="5683" x="4949825" y="2192338"/>
          <p14:tracePt t="5699" x="4978400" y="2170113"/>
          <p14:tracePt t="5716" x="5037138" y="2133600"/>
          <p14:tracePt t="5733" x="5080000" y="2111375"/>
          <p14:tracePt t="5749" x="5122863" y="2105025"/>
          <p14:tracePt t="5766" x="5167313" y="2090738"/>
          <p14:tracePt t="5783" x="5203825" y="2082800"/>
          <p14:tracePt t="5800" x="5268913" y="2082800"/>
          <p14:tracePt t="5816" x="5341938" y="2082800"/>
          <p14:tracePt t="5833" x="5457825" y="2082800"/>
          <p14:tracePt t="5849" x="5565775" y="2082800"/>
          <p14:tracePt t="5867" x="5667375" y="2111375"/>
          <p14:tracePt t="5885" x="5718175" y="2133600"/>
          <p14:tracePt t="5900" x="5762625" y="2147888"/>
          <p14:tracePt t="5918" x="5776913" y="2155825"/>
          <p14:tracePt t="5933" x="5791200" y="2162175"/>
          <p14:tracePt t="5949" x="5805488" y="2184400"/>
          <p14:tracePt t="5967" x="5819775" y="2198688"/>
          <p14:tracePt t="5983" x="5827713" y="2235200"/>
          <p14:tracePt t="6001" x="5842000" y="2293938"/>
          <p14:tracePt t="6017" x="5849938" y="2365375"/>
          <p14:tracePt t="6033" x="5856288" y="2452688"/>
          <p14:tracePt t="6050" x="5878513" y="2582863"/>
          <p14:tracePt t="6067" x="5878513" y="2655888"/>
          <p14:tracePt t="6083" x="5878513" y="2678113"/>
          <p14:tracePt t="6101" x="5878513" y="2684463"/>
          <p14:tracePt t="6719" x="5878513" y="2692400"/>
          <p14:tracePt t="6838" x="5870575" y="2692400"/>
          <p14:tracePt t="6854" x="5870575" y="2706688"/>
          <p14:tracePt t="6864" x="6002338" y="2728913"/>
          <p14:tracePt t="6872" x="6110288" y="2743200"/>
          <p14:tracePt t="6884" x="6256338" y="2765425"/>
          <p14:tracePt t="6900" x="6589713" y="2808288"/>
          <p14:tracePt t="6918" x="6894513" y="2859088"/>
          <p14:tracePt t="6933" x="7170738" y="2895600"/>
          <p14:tracePt t="6950" x="7380288" y="2932113"/>
          <p14:tracePt t="6968" x="7648575" y="2938463"/>
          <p14:tracePt t="6984" x="7772400" y="2938463"/>
          <p14:tracePt t="7001" x="7881938" y="2938463"/>
          <p14:tracePt t="7017" x="7983538" y="2954338"/>
          <p14:tracePt t="7034" x="8091488" y="2974975"/>
          <p14:tracePt t="7050" x="8221663" y="3011488"/>
          <p14:tracePt t="7067" x="8353425" y="3040063"/>
          <p14:tracePt t="7083" x="8461375" y="3062288"/>
          <p14:tracePt t="7092" x="8520113" y="3084513"/>
          <p14:tracePt t="7100" x="8542338" y="3098800"/>
          <p14:tracePt t="7116" x="8577263" y="3113088"/>
          <p14:tracePt t="7133" x="8613775" y="3127375"/>
          <p14:tracePt t="7152" x="8658225" y="3141663"/>
          <p14:tracePt t="7170" x="8686800" y="3141663"/>
          <p14:tracePt t="7183" x="8694738" y="3141663"/>
          <p14:tracePt t="7431" x="8686800" y="3141663"/>
          <p14:tracePt t="7453" x="8678863" y="3141663"/>
          <p14:tracePt t="7460" x="8672513" y="3135313"/>
          <p14:tracePt t="7467" x="8672513" y="3127375"/>
          <p14:tracePt t="7483" x="8658225" y="3113088"/>
          <p14:tracePt t="7500" x="8650288" y="3098800"/>
          <p14:tracePt t="7517" x="8636000" y="3076575"/>
          <p14:tracePt t="7533" x="8628063" y="3070225"/>
          <p14:tracePt t="7550" x="8621713" y="3055938"/>
          <p14:tracePt t="7568" x="8613775" y="3048000"/>
          <p14:tracePt t="7584" x="8613775" y="3033713"/>
          <p14:tracePt t="7600" x="8607425" y="3019425"/>
          <p14:tracePt t="7617" x="8607425" y="3005138"/>
          <p14:tracePt t="7641" x="8607425" y="2989263"/>
          <p14:tracePt t="7650" x="8607425" y="2982913"/>
          <p14:tracePt t="7667" x="8599488" y="2982913"/>
          <p14:tracePt t="7684" x="8599488" y="2968625"/>
          <p14:tracePt t="7700" x="8599488" y="2960688"/>
          <p14:tracePt t="7717" x="8593138" y="2932113"/>
          <p14:tracePt t="7750" x="8585200" y="2917825"/>
          <p14:tracePt t="7767" x="8577263" y="2917825"/>
          <p14:tracePt t="7837" x="8577263" y="2909888"/>
          <p14:tracePt t="7870" x="8577263" y="2903538"/>
          <p14:tracePt t="8184" x="8577263" y="2895600"/>
          <p14:tracePt t="8230" x="8570913" y="2895600"/>
          <p14:tracePt t="8238" x="8570913" y="2887663"/>
          <p14:tracePt t="8380" x="8562975" y="2887663"/>
          <p14:tracePt t="8390" x="8556625" y="2887663"/>
          <p14:tracePt t="8400" x="8548688" y="2887663"/>
          <p14:tracePt t="8417" x="8526463" y="2887663"/>
          <p14:tracePt t="8434" x="8520113" y="2887663"/>
          <p14:tracePt t="8451" x="8505825" y="2887663"/>
          <p14:tracePt t="8467" x="8483600" y="2887663"/>
          <p14:tracePt t="8484" x="8469313" y="2887663"/>
          <p14:tracePt t="8500" x="8455025" y="2887663"/>
          <p14:tracePt t="8519" x="8424863" y="2887663"/>
          <p14:tracePt t="8534" x="8396288" y="2887663"/>
          <p14:tracePt t="8550" x="8345488" y="2887663"/>
          <p14:tracePt t="8569" x="8266113" y="2887663"/>
          <p14:tracePt t="8576" x="8237538" y="2887663"/>
          <p14:tracePt t="8584" x="8201025" y="2887663"/>
          <p14:tracePt t="8602" x="8128000" y="2887663"/>
          <p14:tracePt t="8618" x="8034338" y="2873375"/>
          <p14:tracePt t="8634" x="7932738" y="2867025"/>
          <p14:tracePt t="8650" x="7800975" y="2852738"/>
          <p14:tracePt t="8667" x="7662863" y="2822575"/>
          <p14:tracePt t="8683" x="7504113" y="2808288"/>
          <p14:tracePt t="8700" x="7380288" y="2786063"/>
          <p14:tracePt t="8717" x="7278688" y="2771775"/>
          <p14:tracePt t="8734" x="7213600" y="2757488"/>
          <p14:tracePt t="8750" x="7154863" y="2751138"/>
          <p14:tracePt t="8768" x="7112000" y="2743200"/>
          <p14:tracePt t="8784" x="7038975" y="2714625"/>
          <p14:tracePt t="8800" x="6988175" y="2692400"/>
          <p14:tracePt t="8817" x="6981825" y="2684463"/>
          <p14:tracePt t="8834" x="6967538" y="2670175"/>
          <p14:tracePt t="8850" x="6951663" y="2655888"/>
          <p14:tracePt t="8867" x="6937375" y="2633663"/>
          <p14:tracePt t="8884" x="6923088" y="2605088"/>
          <p14:tracePt t="8900" x="6900863" y="2568575"/>
          <p14:tracePt t="8917" x="6886575" y="2540000"/>
          <p14:tracePt t="8934" x="6886575" y="2525713"/>
          <p14:tracePt t="8950" x="6880225" y="2497138"/>
          <p14:tracePt t="8968" x="6865938" y="2466975"/>
          <p14:tracePt t="8984" x="6865938" y="2446338"/>
          <p14:tracePt t="9000" x="6858000" y="2416175"/>
          <p14:tracePt t="9017" x="6858000" y="2387600"/>
          <p14:tracePt t="9034" x="6858000" y="2373313"/>
          <p14:tracePt t="9050" x="6858000" y="2344738"/>
          <p14:tracePt t="9067" x="6858000" y="2314575"/>
          <p14:tracePt t="9084" x="6858000" y="2293938"/>
          <p14:tracePt t="9092" x="6872288" y="2271713"/>
          <p14:tracePt t="9104" x="6886575" y="2235200"/>
          <p14:tracePt t="9117" x="6900863" y="2206625"/>
          <p14:tracePt t="9134" x="6931025" y="2176463"/>
          <p14:tracePt t="9153" x="6973888" y="2111375"/>
          <p14:tracePt t="9168" x="6988175" y="2097088"/>
          <p14:tracePt t="9184" x="7018338" y="2068513"/>
          <p14:tracePt t="9201" x="7046913" y="2039938"/>
          <p14:tracePt t="9218" x="7069138" y="2017713"/>
          <p14:tracePt t="9234" x="7097713" y="2017713"/>
          <p14:tracePt t="9251" x="7119938" y="1995488"/>
          <p14:tracePt t="9267" x="7162800" y="1981200"/>
          <p14:tracePt t="9284" x="7199313" y="1973263"/>
          <p14:tracePt t="9300" x="7221538" y="1966913"/>
          <p14:tracePt t="9317" x="7235825" y="1958975"/>
          <p14:tracePt t="9334" x="7264400" y="1958975"/>
          <p14:tracePt t="9353" x="7286625" y="1958975"/>
          <p14:tracePt t="9368" x="7300913" y="1958975"/>
          <p14:tracePt t="9386" x="7307263" y="1966913"/>
          <p14:tracePt t="9401" x="7329488" y="1973263"/>
          <p14:tracePt t="9417" x="7358063" y="1989138"/>
          <p14:tracePt t="9434" x="7402513" y="1995488"/>
          <p14:tracePt t="9451" x="7431088" y="2017713"/>
          <p14:tracePt t="9467" x="7475538" y="2039938"/>
          <p14:tracePt t="9484" x="7496175" y="2046288"/>
          <p14:tracePt t="9500" x="7518400" y="2054225"/>
          <p14:tracePt t="9517" x="7546975" y="2068513"/>
          <p14:tracePt t="9534" x="7569200" y="2074863"/>
          <p14:tracePt t="9551" x="7597775" y="2097088"/>
          <p14:tracePt t="9568" x="7627938" y="2105025"/>
          <p14:tracePt t="9584" x="7634288" y="2105025"/>
          <p14:tracePt t="9592" x="7648575" y="2111375"/>
          <p14:tracePt t="9601" x="7656513" y="2119313"/>
          <p14:tracePt t="9618" x="7670800" y="2125663"/>
          <p14:tracePt t="9635" x="7699375" y="2141538"/>
          <p14:tracePt t="9652" x="7713663" y="2147888"/>
          <p14:tracePt t="9667" x="7735888" y="2162175"/>
          <p14:tracePt t="9684" x="7743825" y="2170113"/>
          <p14:tracePt t="9701" x="7758113" y="2176463"/>
          <p14:tracePt t="9717" x="7772400" y="2192338"/>
          <p14:tracePt t="9734" x="7780338" y="2198688"/>
          <p14:tracePt t="9751" x="7786688" y="2212975"/>
          <p14:tracePt t="9769" x="7808913" y="2257425"/>
          <p14:tracePt t="9784" x="7808913" y="2271713"/>
          <p14:tracePt t="9801" x="7815263" y="2278063"/>
          <p14:tracePt t="9817" x="7831138" y="2300288"/>
          <p14:tracePt t="9834" x="7837488" y="2322513"/>
          <p14:tracePt t="9851" x="7851775" y="2344738"/>
          <p14:tracePt t="9867" x="7851775" y="2359025"/>
          <p14:tracePt t="9884" x="7859713" y="2379663"/>
          <p14:tracePt t="9901" x="7866063" y="2395538"/>
          <p14:tracePt t="9920" x="7866063" y="2401888"/>
          <p14:tracePt t="9934" x="7866063" y="2416175"/>
          <p14:tracePt t="9968" x="7866063" y="2424113"/>
          <p14:tracePt t="9984" x="7874000" y="2438400"/>
          <p14:tracePt t="10001" x="7874000" y="2446338"/>
          <p14:tracePt t="10044" x="7881938" y="2452688"/>
          <p14:tracePt t="10076" x="7881938" y="2460625"/>
          <p14:tracePt t="10109" x="7881938" y="2466975"/>
          <p14:tracePt t="10124" x="7881938" y="2474913"/>
          <p14:tracePt t="10131" x="7881938" y="2481263"/>
          <p14:tracePt t="10157" x="7888288" y="2489200"/>
          <p14:tracePt t="10163" x="7888288" y="2497138"/>
          <p14:tracePt t="10184" x="7888288" y="2503488"/>
          <p14:tracePt t="10197" x="7896225" y="2517775"/>
          <p14:tracePt t="10204" x="7902575" y="2532063"/>
          <p14:tracePt t="10221" x="7902575" y="2547938"/>
          <p14:tracePt t="10234" x="7910513" y="2568575"/>
          <p14:tracePt t="10251" x="7924800" y="2582863"/>
          <p14:tracePt t="10268" x="7924800" y="2598738"/>
          <p14:tracePt t="10284" x="7924800" y="2605088"/>
          <p14:tracePt t="10301" x="7924800" y="2619375"/>
          <p14:tracePt t="10317" x="7924800" y="2627313"/>
          <p14:tracePt t="10334" x="7924800" y="2641600"/>
          <p14:tracePt t="10351" x="7924800" y="2649538"/>
          <p14:tracePt t="10367" x="7924800" y="2663825"/>
          <p14:tracePt t="10384" x="7924800" y="2670175"/>
          <p14:tracePt t="10400" x="7924800" y="2678113"/>
          <p14:tracePt t="10417" x="7924800" y="2692400"/>
          <p14:tracePt t="10434" x="7916863" y="2714625"/>
          <p14:tracePt t="10451" x="7896225" y="2728913"/>
          <p14:tracePt t="10467" x="7881938" y="2735263"/>
          <p14:tracePt t="10484" x="7859713" y="2757488"/>
          <p14:tracePt t="10500" x="7831138" y="2765425"/>
          <p14:tracePt t="10517" x="7794625" y="2779713"/>
          <p14:tracePt t="10534" x="7750175" y="2786063"/>
          <p14:tracePt t="10551" x="7721600" y="2794000"/>
          <p14:tracePt t="10568" x="7656513" y="2801938"/>
          <p14:tracePt t="10584" x="7597775" y="2808288"/>
          <p14:tracePt t="10602" x="7532688" y="2816225"/>
          <p14:tracePt t="10617" x="7475538" y="2816225"/>
          <p14:tracePt t="10634" x="7416800" y="2816225"/>
          <p14:tracePt t="10651" x="7358063" y="2816225"/>
          <p14:tracePt t="10667" x="7307263" y="2816225"/>
          <p14:tracePt t="10684" x="7256463" y="2816225"/>
          <p14:tracePt t="10701" x="7227888" y="2816225"/>
          <p14:tracePt t="10717" x="7199313" y="2816225"/>
          <p14:tracePt t="10734" x="7162800" y="2816225"/>
          <p14:tracePt t="10751" x="7148513" y="2816225"/>
          <p14:tracePt t="10768" x="7119938" y="2808288"/>
          <p14:tracePt t="10784" x="7104063" y="2808288"/>
          <p14:tracePt t="10801" x="7083425" y="2808288"/>
          <p14:tracePt t="10817" x="7069138" y="2794000"/>
          <p14:tracePt t="10834" x="7053263" y="2794000"/>
          <p14:tracePt t="10851" x="7038975" y="2794000"/>
          <p14:tracePt t="10885" x="7032625" y="2794000"/>
          <p14:tracePt t="10905" x="7024688" y="2794000"/>
          <p14:tracePt t="10921" x="7018338" y="2794000"/>
          <p14:tracePt t="10934" x="7010400" y="2794000"/>
          <p14:tracePt t="10953" x="7002463" y="2794000"/>
          <p14:tracePt t="10970" x="6996113" y="2794000"/>
          <p14:tracePt t="11285" x="6988175" y="2794000"/>
          <p14:tracePt t="11299" x="6967538" y="2794000"/>
          <p14:tracePt t="11310" x="6945313" y="2794000"/>
          <p14:tracePt t="11324" x="6900863" y="2794000"/>
          <p14:tracePt t="11334" x="6865938" y="2794000"/>
          <p14:tracePt t="11353" x="6784975" y="2794000"/>
          <p14:tracePt t="11368" x="6719888" y="2794000"/>
          <p14:tracePt t="11384" x="6662738" y="2794000"/>
          <p14:tracePt t="11401" x="6561138" y="2794000"/>
          <p14:tracePt t="11418" x="6429375" y="2794000"/>
          <p14:tracePt t="11435" x="6262688" y="2794000"/>
          <p14:tracePt t="11451" x="6045200" y="2794000"/>
          <p14:tracePt t="11468" x="5726113" y="2751138"/>
          <p14:tracePt t="11485" x="5305425" y="2735263"/>
          <p14:tracePt t="11501" x="4848225" y="2728913"/>
          <p14:tracePt t="11518" x="4462463" y="2714625"/>
          <p14:tracePt t="11542" x="4129088" y="2714625"/>
          <p14:tracePt t="11559" x="3970338" y="2714625"/>
          <p14:tracePt t="11573" x="3810000" y="2714625"/>
          <p14:tracePt t="11580" x="3744913" y="2714625"/>
          <p14:tracePt t="11593" x="3635375" y="2714625"/>
          <p14:tracePt t="11606" x="3570288" y="2714625"/>
          <p14:tracePt t="11618" x="3497263" y="2714625"/>
          <p14:tracePt t="11635" x="3403600" y="2714625"/>
          <p14:tracePt t="11651" x="3273425" y="2714625"/>
          <p14:tracePt t="11668" x="3149600" y="2728913"/>
          <p14:tracePt t="11685" x="3011488" y="2728913"/>
          <p14:tracePt t="11701" x="2867025" y="2728913"/>
          <p14:tracePt t="11718" x="2743200" y="2735263"/>
          <p14:tracePt t="11734" x="2633663" y="2757488"/>
          <p14:tracePt t="11751" x="2481263" y="2786063"/>
          <p14:tracePt t="11768" x="2300288" y="2816225"/>
          <p14:tracePt t="11785" x="2198688" y="2822575"/>
          <p14:tracePt t="11802" x="2105025" y="2844800"/>
          <p14:tracePt t="11818" x="2017713" y="2852738"/>
          <p14:tracePt t="11835" x="1938338" y="2859088"/>
          <p14:tracePt t="11853" x="1871663" y="2881313"/>
          <p14:tracePt t="11868" x="1814513" y="2881313"/>
          <p14:tracePt t="11885" x="1749425" y="2881313"/>
          <p14:tracePt t="11901" x="1684338" y="2881313"/>
          <p14:tracePt t="11918" x="1611313" y="2881313"/>
          <p14:tracePt t="11935" x="1552575" y="2881313"/>
          <p14:tracePt t="11952" x="1481138" y="2881313"/>
          <p14:tracePt t="11969" x="1444625" y="2881313"/>
          <p14:tracePt t="11985" x="1385888" y="2881313"/>
          <p14:tracePt t="12001" x="1335088" y="2881313"/>
          <p14:tracePt t="12018" x="1306513" y="2859088"/>
          <p14:tracePt t="12035" x="1270000" y="2830513"/>
          <p14:tracePt t="12051" x="1241425" y="2779713"/>
          <p14:tracePt t="12068" x="1211263" y="2728913"/>
          <p14:tracePt t="12085" x="1182688" y="2663825"/>
          <p14:tracePt t="12093" x="1176338" y="2627313"/>
          <p14:tracePt t="12102" x="1154113" y="2576513"/>
          <p14:tracePt t="12118" x="1131888" y="2481263"/>
          <p14:tracePt t="12136" x="1095375" y="2322513"/>
          <p14:tracePt t="12152" x="1095375" y="2243138"/>
          <p14:tracePt t="12168" x="1095375" y="2176463"/>
          <p14:tracePt t="12185" x="1095375" y="2133600"/>
          <p14:tracePt t="12202" x="1109663" y="2082800"/>
          <p14:tracePt t="12218" x="1117600" y="2054225"/>
          <p14:tracePt t="12235" x="1146175" y="2009775"/>
          <p14:tracePt t="12251" x="1196975" y="1952625"/>
          <p14:tracePt t="12268" x="1262063" y="1901825"/>
          <p14:tracePt t="12285" x="1312863" y="1857375"/>
          <p14:tracePt t="12301" x="1400175" y="1814513"/>
          <p14:tracePt t="12318" x="1481138" y="1778000"/>
          <p14:tracePt t="12335" x="1552575" y="1749425"/>
          <p14:tracePt t="12352" x="1698625" y="1704975"/>
          <p14:tracePt t="12369" x="1785938" y="1698625"/>
          <p14:tracePt t="12385" x="1893888" y="1690688"/>
          <p14:tracePt t="12401" x="2009775" y="1676400"/>
          <p14:tracePt t="12418" x="2119313" y="1676400"/>
          <p14:tracePt t="12435" x="2235200" y="1676400"/>
          <p14:tracePt t="12452" x="2373313" y="1676400"/>
          <p14:tracePt t="12468" x="2532063" y="1676400"/>
          <p14:tracePt t="12485" x="2714625" y="1676400"/>
          <p14:tracePt t="12501" x="2909888" y="1676400"/>
          <p14:tracePt t="12518" x="3084513" y="1676400"/>
          <p14:tracePt t="12535" x="3251200" y="1676400"/>
          <p14:tracePt t="12552" x="3468688" y="1676400"/>
          <p14:tracePt t="12568" x="3533775" y="1676400"/>
          <p14:tracePt t="12585" x="3592513" y="1676400"/>
          <p14:tracePt t="12593" x="3614738" y="1676400"/>
          <p14:tracePt t="12606" x="3643313" y="1676400"/>
          <p14:tracePt t="12618" x="3708400" y="1676400"/>
          <p14:tracePt t="12635" x="3773488" y="1676400"/>
          <p14:tracePt t="12651" x="3889375" y="1676400"/>
          <p14:tracePt t="12668" x="4056063" y="1676400"/>
          <p14:tracePt t="12685" x="4230688" y="1676400"/>
          <p14:tracePt t="12701" x="4411663" y="1676400"/>
          <p14:tracePt t="12719" x="4586288" y="1712913"/>
          <p14:tracePt t="12735" x="4732338" y="1712913"/>
          <p14:tracePt t="12753" x="4899025" y="1712913"/>
          <p14:tracePt t="12768" x="5021263" y="1712913"/>
          <p14:tracePt t="12785" x="5108575" y="1719263"/>
          <p14:tracePt t="12802" x="5203825" y="1727200"/>
          <p14:tracePt t="12818" x="5254625" y="1727200"/>
          <p14:tracePt t="12835" x="5311775" y="1727200"/>
          <p14:tracePt t="12852" x="5362575" y="1727200"/>
          <p14:tracePt t="12868" x="5443538" y="1741488"/>
          <p14:tracePt t="12885" x="5551488" y="1755775"/>
          <p14:tracePt t="12902" x="5681663" y="1785938"/>
          <p14:tracePt t="12920" x="5864225" y="1828800"/>
          <p14:tracePt t="12936" x="5980113" y="1865313"/>
          <p14:tracePt t="12953" x="6110288" y="1879600"/>
          <p14:tracePt t="12968" x="6248400" y="1938338"/>
          <p14:tracePt t="12985" x="6350000" y="1958975"/>
          <p14:tracePt t="13002" x="6408738" y="1973263"/>
          <p14:tracePt t="13018" x="6437313" y="1981200"/>
          <p14:tracePt t="13035" x="6465888" y="1981200"/>
          <p14:tracePt t="13051" x="6488113" y="1989138"/>
          <p14:tracePt t="13068" x="6502400" y="1995488"/>
          <p14:tracePt t="13085" x="6516688" y="1995488"/>
          <p14:tracePt t="13088" x="6545263" y="2003425"/>
          <p14:tracePt t="13102" x="6575425" y="2009775"/>
          <p14:tracePt t="13119" x="6662738" y="2046288"/>
          <p14:tracePt t="13136" x="6742113" y="2074863"/>
          <p14:tracePt t="13152" x="6900863" y="2155825"/>
          <p14:tracePt t="13169" x="6996113" y="2192338"/>
          <p14:tracePt t="13185" x="7024688" y="2206625"/>
          <p14:tracePt t="13202" x="7053263" y="2212975"/>
          <p14:tracePt t="13218" x="7069138" y="2227263"/>
          <p14:tracePt t="13235" x="7075488" y="2227263"/>
          <p14:tracePt t="13268" x="7083425" y="2235200"/>
          <p14:tracePt t="13381" x="7083425" y="2243138"/>
          <p14:tracePt t="13390" x="7083425" y="2249488"/>
          <p14:tracePt t="13402" x="7083425" y="2271713"/>
          <p14:tracePt t="13419" x="7083425" y="2300288"/>
          <p14:tracePt t="13435" x="7104063" y="2359025"/>
          <p14:tracePt t="13452" x="7112000" y="2416175"/>
          <p14:tracePt t="13469" x="7112000" y="2430463"/>
          <p14:tracePt t="13485" x="7112000" y="2460625"/>
          <p14:tracePt t="13502" x="7112000" y="2481263"/>
          <p14:tracePt t="13519" x="7075488" y="2532063"/>
          <p14:tracePt t="13535" x="7018338" y="2598738"/>
          <p14:tracePt t="13552" x="6951663" y="2655888"/>
          <p14:tracePt t="13568" x="6916738" y="2684463"/>
          <p14:tracePt t="13585" x="6880225" y="2706688"/>
          <p14:tracePt t="13592" x="6865938" y="2714625"/>
          <p14:tracePt t="13605" x="6850063" y="2720975"/>
          <p14:tracePt t="13618" x="6815138" y="2743200"/>
          <p14:tracePt t="13635" x="6764338" y="2765425"/>
          <p14:tracePt t="13652" x="6742113" y="2771775"/>
          <p14:tracePt t="13668" x="6669088" y="2786063"/>
          <p14:tracePt t="13687" x="6596063" y="2808288"/>
          <p14:tracePt t="13702" x="6510338" y="2836863"/>
          <p14:tracePt t="13719" x="6437313" y="2852738"/>
          <p14:tracePt t="13737" x="6342063" y="2867025"/>
          <p14:tracePt t="13753" x="6284913" y="2873375"/>
          <p14:tracePt t="13768" x="6205538" y="2887663"/>
          <p14:tracePt t="13785" x="6132513" y="2903538"/>
          <p14:tracePt t="13802" x="6067425" y="2903538"/>
          <p14:tracePt t="13819" x="6002338" y="2909888"/>
          <p14:tracePt t="13835" x="5951538" y="2917825"/>
          <p14:tracePt t="13852" x="5884863" y="2932113"/>
          <p14:tracePt t="13869" x="5827713" y="2946400"/>
          <p14:tracePt t="13887" x="5783263" y="2946400"/>
          <p14:tracePt t="13902" x="5754688" y="2946400"/>
          <p14:tracePt t="13919" x="5711825" y="2960688"/>
          <p14:tracePt t="13936" x="5661025" y="2960688"/>
          <p14:tracePt t="13952" x="5616575" y="2960688"/>
          <p14:tracePt t="13969" x="5573713" y="2960688"/>
          <p14:tracePt t="13986" x="5522913" y="2960688"/>
          <p14:tracePt t="14002" x="5472113" y="2960688"/>
          <p14:tracePt t="14019" x="5407025" y="2960688"/>
          <p14:tracePt t="14036" x="5326063" y="2960688"/>
          <p14:tracePt t="14052" x="5210175" y="2960688"/>
          <p14:tracePt t="14068" x="5080000" y="2960688"/>
          <p14:tracePt t="14085" x="4970463" y="2960688"/>
          <p14:tracePt t="14092" x="4919663" y="2960688"/>
          <p14:tracePt t="14102" x="4891088" y="2960688"/>
          <p14:tracePt t="14118" x="4833938" y="2960688"/>
          <p14:tracePt t="14136" x="4789488" y="2960688"/>
          <p14:tracePt t="14152" x="4752975" y="2960688"/>
          <p14:tracePt t="14169" x="4732338" y="2968625"/>
          <p14:tracePt t="14185" x="4681538" y="2974975"/>
          <p14:tracePt t="14202" x="4659313" y="2974975"/>
          <p14:tracePt t="14236" x="4651375" y="2974975"/>
          <p14:tracePt t="14269" x="4645025" y="2974975"/>
          <p14:tracePt t="15989" x="4637088" y="2974975"/>
          <p14:tracePt t="15996" x="4630738" y="2974975"/>
          <p14:tracePt t="16012" x="4622800" y="2974975"/>
          <p14:tracePt t="16021" x="4614863" y="2974975"/>
          <p14:tracePt t="16036" x="4594225" y="2974975"/>
          <p14:tracePt t="16053" x="4564063" y="2989263"/>
          <p14:tracePt t="16069" x="4535488" y="2989263"/>
          <p14:tracePt t="16078" x="4529138" y="2989263"/>
          <p14:tracePt t="16086" x="4513263" y="2989263"/>
          <p14:tracePt t="16102" x="4462463" y="2989263"/>
          <p14:tracePt t="16120" x="4376738" y="2989263"/>
          <p14:tracePt t="16139" x="4275138" y="2989263"/>
          <p14:tracePt t="16153" x="4194175" y="2989263"/>
          <p14:tracePt t="16170" x="4143375" y="2989263"/>
          <p14:tracePt t="16186" x="4122738" y="2989263"/>
          <p14:tracePt t="16203" x="4100513" y="2989263"/>
          <p14:tracePt t="16236" x="4092575" y="2989263"/>
          <p14:tracePt t="16253" x="4086225" y="2989263"/>
          <p14:tracePt t="16283" x="4078288" y="2989263"/>
          <p14:tracePt t="16693" x="4078288" y="2997200"/>
          <p14:tracePt t="20018" x="4064000" y="3005138"/>
          <p14:tracePt t="20042" x="4056063" y="3005138"/>
          <p14:tracePt t="20049" x="4049713" y="3011488"/>
          <p14:tracePt t="20098" x="4041775" y="3019425"/>
          <p14:tracePt t="20106" x="4041775" y="3033713"/>
          <p14:tracePt t="20113" x="4041775" y="3062288"/>
          <p14:tracePt t="20121" x="4041775" y="3090863"/>
          <p14:tracePt t="20137" x="4041775" y="3149600"/>
          <p14:tracePt t="20154" x="4041775" y="3171825"/>
          <p14:tracePt t="20170" x="4041775" y="3186113"/>
          <p14:tracePt t="20187" x="4041775" y="3200400"/>
          <p14:tracePt t="20203" x="4041775" y="3222625"/>
          <p14:tracePt t="20220" x="4056063" y="3265488"/>
          <p14:tracePt t="20237" x="4100513" y="3330575"/>
          <p14:tracePt t="20254" x="4129088" y="3395663"/>
          <p14:tracePt t="20270" x="4194175" y="3497263"/>
          <p14:tracePt t="20287" x="4224338" y="3548063"/>
          <p14:tracePt t="20303" x="4259263" y="3614738"/>
          <p14:tracePt t="20320" x="4281488" y="3671888"/>
          <p14:tracePt t="20337" x="4318000" y="3744913"/>
          <p14:tracePt t="20355" x="4360863" y="3860800"/>
          <p14:tracePt t="20370" x="4397375" y="3984625"/>
          <p14:tracePt t="20387" x="4441825" y="4100513"/>
          <p14:tracePt t="20404" x="4478338" y="4244975"/>
          <p14:tracePt t="20420" x="4506913" y="4332288"/>
          <p14:tracePt t="20437" x="4513263" y="4411663"/>
          <p14:tracePt t="20454" x="4513263" y="4513263"/>
          <p14:tracePt t="20470" x="4513263" y="4630738"/>
          <p14:tracePt t="20488" x="4456113" y="4876800"/>
          <p14:tracePt t="20504" x="4419600" y="5043488"/>
          <p14:tracePt t="20520" x="4397375" y="5195888"/>
          <p14:tracePt t="20537" x="4376738" y="5291138"/>
          <p14:tracePt t="20554" x="4354513" y="5376863"/>
          <p14:tracePt t="20570" x="4332288" y="5435600"/>
          <p14:tracePt t="20587" x="4303713" y="5494338"/>
          <p14:tracePt t="20604" x="4238625" y="5573713"/>
          <p14:tracePt t="20620" x="4179888" y="5653088"/>
          <p14:tracePt t="20637" x="4041775" y="5813425"/>
          <p14:tracePt t="20654" x="3933825" y="5921375"/>
          <p14:tracePt t="20670" x="3817938" y="6016625"/>
          <p14:tracePt t="20687" x="3584575" y="6169025"/>
          <p14:tracePt t="20704" x="3446463" y="6240463"/>
          <p14:tracePt t="20720" x="3324225" y="6313488"/>
          <p14:tracePt t="20737" x="3222625" y="6335713"/>
          <p14:tracePt t="20754" x="3127375" y="6350000"/>
          <p14:tracePt t="20770" x="3040063" y="6350000"/>
          <p14:tracePt t="20787" x="2932113" y="6350000"/>
          <p14:tracePt t="20804" x="2830513" y="6350000"/>
          <p14:tracePt t="20821" x="2692400" y="6350000"/>
          <p14:tracePt t="20837" x="2554288" y="6321425"/>
          <p14:tracePt t="20854" x="2416175" y="6276975"/>
          <p14:tracePt t="20870" x="2263775" y="6226175"/>
          <p14:tracePt t="20887" x="2039938" y="6146800"/>
          <p14:tracePt t="20904" x="1908175" y="6067425"/>
          <p14:tracePt t="20920" x="1770063" y="5986463"/>
          <p14:tracePt t="20937" x="1662113" y="5915025"/>
          <p14:tracePt t="20954" x="1574800" y="5864225"/>
          <p14:tracePt t="20970" x="1509713" y="5819775"/>
          <p14:tracePt t="20987" x="1487488" y="5791200"/>
          <p14:tracePt t="21004" x="1458913" y="5762625"/>
          <p14:tracePt t="21020" x="1444625" y="5740400"/>
          <p14:tracePt t="21037" x="1414463" y="5689600"/>
          <p14:tracePt t="21054" x="1408113" y="5616575"/>
          <p14:tracePt t="21071" x="1379538" y="5537200"/>
          <p14:tracePt t="21074" x="1371600" y="5486400"/>
          <p14:tracePt t="21087" x="1371600" y="5407025"/>
          <p14:tracePt t="21105" x="1371600" y="5341938"/>
          <p14:tracePt t="21121" x="1371600" y="5268913"/>
          <p14:tracePt t="21137" x="1379538" y="5189538"/>
          <p14:tracePt t="21154" x="1422400" y="5094288"/>
          <p14:tracePt t="21170" x="1509713" y="4964113"/>
          <p14:tracePt t="21187" x="1625600" y="4840288"/>
          <p14:tracePt t="21204" x="1735138" y="4738688"/>
          <p14:tracePt t="21221" x="1836738" y="4659313"/>
          <p14:tracePt t="21237" x="1930400" y="4572000"/>
          <p14:tracePt t="21254" x="2003425" y="4506913"/>
          <p14:tracePt t="21271" x="2111375" y="4433888"/>
          <p14:tracePt t="21287" x="2308225" y="4289425"/>
          <p14:tracePt t="21304" x="2409825" y="4238625"/>
          <p14:tracePt t="21321" x="2511425" y="4179888"/>
          <p14:tracePt t="21337" x="2582863" y="4143375"/>
          <p14:tracePt t="21354" x="2670175" y="4114800"/>
          <p14:tracePt t="21371" x="2765425" y="4092575"/>
          <p14:tracePt t="21388" x="2873375" y="4078288"/>
          <p14:tracePt t="21404" x="2974975" y="4071938"/>
          <p14:tracePt t="21421" x="3055938" y="4071938"/>
          <p14:tracePt t="21437" x="3121025" y="4071938"/>
          <p14:tracePt t="21454" x="3222625" y="4071938"/>
          <p14:tracePt t="21471" x="3324225" y="4078288"/>
          <p14:tracePt t="21487" x="3513138" y="4129088"/>
          <p14:tracePt t="21504" x="3621088" y="4157663"/>
          <p14:tracePt t="21521" x="3708400" y="4202113"/>
          <p14:tracePt t="21537" x="3767138" y="4238625"/>
          <p14:tracePt t="21554" x="3824288" y="4275138"/>
          <p14:tracePt t="21571" x="3897313" y="4332288"/>
          <p14:tracePt t="21587" x="3984625" y="4411663"/>
          <p14:tracePt t="21604" x="4086225" y="4492625"/>
          <p14:tracePt t="21621" x="4151313" y="4586288"/>
          <p14:tracePt t="21637" x="4187825" y="4630738"/>
          <p14:tracePt t="21654" x="4208463" y="4702175"/>
          <p14:tracePt t="21671" x="4238625" y="4797425"/>
          <p14:tracePt t="21687" x="4303713" y="5021263"/>
          <p14:tracePt t="21704" x="4354513" y="5181600"/>
          <p14:tracePt t="21721" x="4391025" y="5311775"/>
          <p14:tracePt t="21737" x="4411663" y="5421313"/>
          <p14:tracePt t="21754" x="4411663" y="5508625"/>
          <p14:tracePt t="21771" x="4411663" y="5602288"/>
          <p14:tracePt t="21788" x="4411663" y="5667375"/>
          <p14:tracePt t="21804" x="4411663" y="5732463"/>
          <p14:tracePt t="21821" x="4411663" y="5776913"/>
          <p14:tracePt t="21837" x="4405313" y="5813425"/>
          <p14:tracePt t="21854" x="4383088" y="5849938"/>
          <p14:tracePt t="21871" x="4354513" y="5900738"/>
          <p14:tracePt t="21887" x="4325938" y="5957888"/>
          <p14:tracePt t="21904" x="4303713" y="5994400"/>
          <p14:tracePt t="21921" x="4267200" y="6030913"/>
          <p14:tracePt t="21937" x="4244975" y="6067425"/>
          <p14:tracePt t="21954" x="4179888" y="6110288"/>
          <p14:tracePt t="21971" x="4122738" y="6146800"/>
          <p14:tracePt t="21988" x="4071938" y="6169025"/>
          <p14:tracePt t="22004" x="4021138" y="6189663"/>
          <p14:tracePt t="22021" x="3970338" y="6205538"/>
          <p14:tracePt t="22038" x="3889375" y="6234113"/>
          <p14:tracePt t="22054" x="3787775" y="6256338"/>
          <p14:tracePt t="22071" x="3686175" y="6276975"/>
          <p14:tracePt t="22074" x="3643313" y="6284913"/>
          <p14:tracePt t="22087" x="3541713" y="6284913"/>
          <p14:tracePt t="22105" x="3462338" y="6291263"/>
          <p14:tracePt t="22121" x="3360738" y="6307138"/>
          <p14:tracePt t="22137" x="3265488" y="6321425"/>
          <p14:tracePt t="22154" x="3192463" y="6327775"/>
          <p14:tracePt t="22171" x="3084513" y="6327775"/>
          <p14:tracePt t="22187" x="2974975" y="6327775"/>
          <p14:tracePt t="22204" x="2852738" y="6327775"/>
          <p14:tracePt t="22221" x="2735263" y="6327775"/>
          <p14:tracePt t="22237" x="2627313" y="6327775"/>
          <p14:tracePt t="22254" x="2517775" y="6327775"/>
          <p14:tracePt t="22271" x="2416175" y="6307138"/>
          <p14:tracePt t="22287" x="2278063" y="6270625"/>
          <p14:tracePt t="22304" x="2176463" y="6248400"/>
          <p14:tracePt t="22321" x="2105025" y="6226175"/>
          <p14:tracePt t="22338" x="2046288" y="6205538"/>
          <p14:tracePt t="22357" x="1995488" y="6175375"/>
          <p14:tracePt t="22371" x="1958975" y="6154738"/>
          <p14:tracePt t="22389" x="1922463" y="6124575"/>
          <p14:tracePt t="22404" x="1893888" y="6096000"/>
          <p14:tracePt t="22421" x="1851025" y="6022975"/>
          <p14:tracePt t="22438" x="1806575" y="5965825"/>
          <p14:tracePt t="22455" x="1785938" y="5900738"/>
          <p14:tracePt t="22472" x="1749425" y="5813425"/>
          <p14:tracePt t="22488" x="1741488" y="5791200"/>
          <p14:tracePt t="22504" x="1712913" y="5703888"/>
          <p14:tracePt t="22521" x="1712913" y="5646738"/>
          <p14:tracePt t="22538" x="1704975" y="5559425"/>
          <p14:tracePt t="22554" x="1690688" y="5494338"/>
          <p14:tracePt t="22572" x="1690688" y="5449888"/>
          <p14:tracePt t="22576" x="1690688" y="5427663"/>
          <p14:tracePt t="22587" x="1690688" y="5399088"/>
          <p14:tracePt t="22605" x="1690688" y="5348288"/>
          <p14:tracePt t="22621" x="1690688" y="5275263"/>
          <p14:tracePt t="22638" x="1690688" y="5224463"/>
          <p14:tracePt t="22654" x="1690688" y="5159375"/>
          <p14:tracePt t="22671" x="1698625" y="5087938"/>
          <p14:tracePt t="22688" x="1712913" y="5051425"/>
          <p14:tracePt t="22704" x="1741488" y="4978400"/>
          <p14:tracePt t="22721" x="1778000" y="4935538"/>
          <p14:tracePt t="22738" x="1814513" y="4854575"/>
          <p14:tracePt t="22754" x="1857375" y="4775200"/>
          <p14:tracePt t="22771" x="1901825" y="4710113"/>
          <p14:tracePt t="22788" x="1958975" y="4630738"/>
          <p14:tracePt t="22804" x="2024063" y="4549775"/>
          <p14:tracePt t="22821" x="2097088" y="4470400"/>
          <p14:tracePt t="22838" x="2162175" y="4397375"/>
          <p14:tracePt t="22854" x="2220913" y="4346575"/>
          <p14:tracePt t="22871" x="2286000" y="4295775"/>
          <p14:tracePt t="22888" x="2409825" y="4208463"/>
          <p14:tracePt t="22904" x="2489200" y="4165600"/>
          <p14:tracePt t="22921" x="2562225" y="4129088"/>
          <p14:tracePt t="22937" x="2619375" y="4106863"/>
          <p14:tracePt t="22954" x="2663825" y="4086225"/>
          <p14:tracePt t="22971" x="2706688" y="4078288"/>
          <p14:tracePt t="22987" x="2757488" y="4071938"/>
          <p14:tracePt t="23004" x="2822575" y="4049713"/>
          <p14:tracePt t="23021" x="2881313" y="4049713"/>
          <p14:tracePt t="23038" x="2932113" y="4049713"/>
          <p14:tracePt t="23054" x="2989263" y="4049713"/>
          <p14:tracePt t="23071" x="3062288" y="4049713"/>
          <p14:tracePt t="23072" x="3098800" y="4049713"/>
          <p14:tracePt t="23087" x="3251200" y="4078288"/>
          <p14:tracePt t="23104" x="3411538" y="4129088"/>
          <p14:tracePt t="23121" x="3548063" y="4173538"/>
          <p14:tracePt t="23138" x="3679825" y="4208463"/>
          <p14:tracePt t="23154" x="3767138" y="4252913"/>
          <p14:tracePt t="23171" x="3832225" y="4275138"/>
          <p14:tracePt t="23188" x="3875088" y="4295775"/>
          <p14:tracePt t="23204" x="3919538" y="4318000"/>
          <p14:tracePt t="23221" x="3962400" y="4340225"/>
          <p14:tracePt t="23238" x="4013200" y="4368800"/>
          <p14:tracePt t="23254" x="4086225" y="4405313"/>
          <p14:tracePt t="23271" x="4208463" y="4478338"/>
          <p14:tracePt t="23288" x="4289425" y="4521200"/>
          <p14:tracePt t="23304" x="4346575" y="4549775"/>
          <p14:tracePt t="23321" x="4368800" y="4572000"/>
          <p14:tracePt t="23338" x="4391025" y="4594225"/>
          <p14:tracePt t="23355" x="4397375" y="4600575"/>
          <p14:tracePt t="23371" x="4405313" y="4630738"/>
          <p14:tracePt t="23388" x="4419600" y="4651375"/>
          <p14:tracePt t="23404" x="4433888" y="4702175"/>
          <p14:tracePt t="23421" x="4448175" y="4738688"/>
          <p14:tracePt t="23438" x="4478338" y="4797425"/>
          <p14:tracePt t="23454" x="4484688" y="4826000"/>
          <p14:tracePt t="23471" x="4521200" y="4913313"/>
          <p14:tracePt t="23488" x="4543425" y="4970463"/>
          <p14:tracePt t="23504" x="4549775" y="5021263"/>
          <p14:tracePt t="23521" x="4564063" y="5072063"/>
          <p14:tracePt t="23538" x="4564063" y="5094288"/>
          <p14:tracePt t="23554" x="4572000" y="5116513"/>
          <p14:tracePt t="23571" x="4572000" y="5159375"/>
          <p14:tracePt t="23588" x="4572000" y="5195888"/>
          <p14:tracePt t="23604" x="4572000" y="5246688"/>
          <p14:tracePt t="23621" x="4572000" y="5283200"/>
          <p14:tracePt t="23638" x="4572000" y="5334000"/>
          <p14:tracePt t="23654" x="4572000" y="5392738"/>
          <p14:tracePt t="23671" x="4572000" y="5443538"/>
          <p14:tracePt t="23688" x="4572000" y="5500688"/>
          <p14:tracePt t="23705" x="4572000" y="5565775"/>
          <p14:tracePt t="23721" x="4557713" y="5638800"/>
          <p14:tracePt t="23738" x="4529138" y="5726113"/>
          <p14:tracePt t="23754" x="4498975" y="5813425"/>
          <p14:tracePt t="23771" x="4492625" y="5864225"/>
          <p14:tracePt t="23788" x="4470400" y="5907088"/>
          <p14:tracePt t="23804" x="4470400" y="5921375"/>
          <p14:tracePt t="23821" x="4441825" y="5972175"/>
          <p14:tracePt t="23838" x="4419600" y="6008688"/>
          <p14:tracePt t="23854" x="4391025" y="6045200"/>
          <p14:tracePt t="23871" x="4354513" y="6081713"/>
          <p14:tracePt t="23888" x="4340225" y="6103938"/>
          <p14:tracePt t="23904" x="4310063" y="6118225"/>
          <p14:tracePt t="23921" x="4259263" y="6138863"/>
          <p14:tracePt t="23938" x="4208463" y="6169025"/>
          <p14:tracePt t="23955" x="4137025" y="6197600"/>
          <p14:tracePt t="23971" x="4078288" y="6211888"/>
          <p14:tracePt t="23988" x="4021138" y="6234113"/>
          <p14:tracePt t="24005" x="3970338" y="6240463"/>
          <p14:tracePt t="24021" x="3911600" y="6256338"/>
          <p14:tracePt t="24038" x="3852863" y="6262688"/>
          <p14:tracePt t="24055" x="3787775" y="6262688"/>
          <p14:tracePt t="24071" x="3657600" y="6262688"/>
          <p14:tracePt t="24088" x="3578225" y="6262688"/>
          <p14:tracePt t="24105" x="3513138" y="6262688"/>
          <p14:tracePt t="24121" x="3432175" y="6262688"/>
          <p14:tracePt t="24138" x="3367088" y="6262688"/>
          <p14:tracePt t="24155" x="3302000" y="6262688"/>
          <p14:tracePt t="24171" x="3251200" y="6262688"/>
          <p14:tracePt t="24188" x="3200400" y="6256338"/>
          <p14:tracePt t="24205" x="3157538" y="6256338"/>
          <p14:tracePt t="24222" x="3135313" y="6256338"/>
          <p14:tracePt t="24238" x="3106738" y="6248400"/>
          <p14:tracePt t="24255" x="3084513" y="6248400"/>
          <p14:tracePt t="24271" x="3055938" y="6248400"/>
          <p14:tracePt t="24288" x="3040063" y="6248400"/>
          <p14:tracePt t="24305" x="3033713" y="6248400"/>
          <p14:tracePt t="24338" x="3025775" y="6248400"/>
          <p14:tracePt t="24424" x="3019425" y="6248400"/>
          <p14:tracePt t="25167" x="3011488" y="6248400"/>
          <p14:tracePt t="25187" x="3005138" y="6248400"/>
          <p14:tracePt t="25196" x="2989263" y="6248400"/>
          <p14:tracePt t="25205" x="2968625" y="6248400"/>
          <p14:tracePt t="25223" x="2924175" y="6248400"/>
          <p14:tracePt t="25240" x="2836863" y="6226175"/>
          <p14:tracePt t="25256" x="2627313" y="6197600"/>
          <p14:tracePt t="25272" x="2497138" y="6154738"/>
          <p14:tracePt t="25290" x="2359025" y="6110288"/>
          <p14:tracePt t="25307" x="2263775" y="6067425"/>
          <p14:tracePt t="25322" x="2192338" y="6022975"/>
          <p14:tracePt t="25339" x="2170113" y="6002338"/>
          <p14:tracePt t="25355" x="2155825" y="5957888"/>
          <p14:tracePt t="25372" x="2133600" y="5884863"/>
          <p14:tracePt t="25389" x="2125663" y="5768975"/>
          <p14:tracePt t="25405" x="2119313" y="5624513"/>
          <p14:tracePt t="25423" x="2119313" y="5514975"/>
          <p14:tracePt t="25439" x="2141538" y="5413375"/>
          <p14:tracePt t="25457" x="2220913" y="5297488"/>
          <p14:tracePt t="25472" x="2308225" y="5189538"/>
          <p14:tracePt t="25489" x="2395538" y="5087938"/>
          <p14:tracePt t="25506" x="2489200" y="5006975"/>
          <p14:tracePt t="25522" x="2590800" y="4927600"/>
          <p14:tracePt t="25540" x="2700338" y="4876800"/>
          <p14:tracePt t="25555" x="2794000" y="4840288"/>
          <p14:tracePt t="25573" x="2881313" y="4811713"/>
          <p14:tracePt t="25582" x="2946400" y="4797425"/>
          <p14:tracePt t="25589" x="2974975" y="4783138"/>
          <p14:tracePt t="25606" x="3025775" y="4783138"/>
          <p14:tracePt t="25622" x="3055938" y="4783138"/>
          <p14:tracePt t="25641" x="3090863" y="4783138"/>
          <p14:tracePt t="25657" x="3135313" y="4783138"/>
          <p14:tracePt t="25672" x="3163888" y="4783138"/>
          <p14:tracePt t="25689" x="3192463" y="4783138"/>
          <p14:tracePt t="25706" x="3228975" y="4783138"/>
          <p14:tracePt t="25722" x="3251200" y="4789488"/>
          <p14:tracePt t="25739" x="3279775" y="4797425"/>
          <p14:tracePt t="25755" x="3324225" y="4818063"/>
          <p14:tracePt t="25772" x="3395663" y="4840288"/>
          <p14:tracePt t="25791" x="3432175" y="4868863"/>
          <p14:tracePt t="25807" x="3497263" y="4899025"/>
          <p14:tracePt t="25824" x="3533775" y="4905375"/>
          <p14:tracePt t="25840" x="3541713" y="4913313"/>
          <p14:tracePt t="25859" x="3584575" y="4927600"/>
          <p14:tracePt t="25872" x="3592513" y="4927600"/>
          <p14:tracePt t="25889" x="3606800" y="4935538"/>
          <p14:tracePt t="25924" x="3614738" y="4935538"/>
          <p14:tracePt t="25965" x="3629025" y="4935538"/>
          <p14:tracePt t="26093" x="3635375" y="4935538"/>
          <p14:tracePt t="26124" x="3635375" y="4927600"/>
          <p14:tracePt t="26149" x="3635375" y="4919663"/>
          <p14:tracePt t="26158" x="3635375" y="4913313"/>
          <p14:tracePt t="26166" x="3635375" y="4905375"/>
          <p14:tracePt t="26172" x="3643313" y="4899025"/>
          <p14:tracePt t="26189" x="3649663" y="4876800"/>
          <p14:tracePt t="26206" x="3649663" y="4862513"/>
          <p14:tracePt t="26222" x="3657600" y="4854575"/>
          <p14:tracePt t="26240" x="3665538" y="4833938"/>
          <p14:tracePt t="26258" x="3679825" y="4803775"/>
          <p14:tracePt t="26272" x="3686175" y="4797425"/>
          <p14:tracePt t="26290" x="3694113" y="4783138"/>
          <p14:tracePt t="26306" x="3700463" y="4767263"/>
          <p14:tracePt t="26584" x="3751263" y="4695825"/>
          <p14:tracePt t="26597" x="3773488" y="4645025"/>
          <p14:tracePt t="26606" x="3781425" y="4586288"/>
          <p14:tracePt t="26622" x="3832225" y="4419600"/>
          <p14:tracePt t="26640" x="3940175" y="4056063"/>
          <p14:tracePt t="26656" x="4027488" y="3810000"/>
          <p14:tracePt t="26673" x="4106863" y="3643313"/>
          <p14:tracePt t="26690" x="4165600" y="3541713"/>
          <p14:tracePt t="26706" x="4244975" y="3425825"/>
          <p14:tracePt t="26723" x="4310063" y="3344863"/>
          <p14:tracePt t="26739" x="4391025" y="3243263"/>
          <p14:tracePt t="26756" x="4462463" y="3178175"/>
          <p14:tracePt t="26772" x="4521200" y="3106738"/>
          <p14:tracePt t="26790" x="4543425" y="3048000"/>
          <p14:tracePt t="26808" x="4600575" y="2924175"/>
          <p14:tracePt t="26823" x="4622800" y="2887663"/>
          <p14:tracePt t="26841" x="4681538" y="2743200"/>
          <p14:tracePt t="26857" x="4695825" y="2684463"/>
          <p14:tracePt t="26872" x="4716463" y="2613025"/>
          <p14:tracePt t="26889" x="4724400" y="2590800"/>
          <p14:tracePt t="26906" x="4724400" y="2582863"/>
          <p14:tracePt t="26923" x="4724400" y="2576513"/>
          <p14:tracePt t="26939" x="4724400" y="2568575"/>
          <p14:tracePt t="26957" x="4724400" y="2562225"/>
          <p14:tracePt t="26973" x="4716463" y="2562225"/>
          <p14:tracePt t="26990" x="4702175" y="2562225"/>
          <p14:tracePt t="27006" x="4687888" y="2562225"/>
          <p14:tracePt t="27023" x="4659313" y="2562225"/>
          <p14:tracePt t="27042" x="4630738" y="2576513"/>
          <p14:tracePt t="27057" x="4600575" y="2590800"/>
          <p14:tracePt t="27073" x="4572000" y="2605088"/>
          <p14:tracePt t="27080" x="4557713" y="2605088"/>
          <p14:tracePt t="27089" x="4535488" y="2627313"/>
          <p14:tracePt t="27106" x="4513263" y="2633663"/>
          <p14:tracePt t="27122" x="4470400" y="2663825"/>
          <p14:tracePt t="27139" x="4419600" y="2684463"/>
          <p14:tracePt t="27156" x="4360863" y="2700338"/>
          <p14:tracePt t="27172" x="4275138" y="2714625"/>
          <p14:tracePt t="27189" x="4173538" y="2720975"/>
          <p14:tracePt t="27206" x="4078288" y="2720975"/>
          <p14:tracePt t="27222" x="3962400" y="2720975"/>
          <p14:tracePt t="27239" x="3781425" y="2678113"/>
          <p14:tracePt t="27256" x="3635375" y="2633663"/>
          <p14:tracePt t="27272" x="3533775" y="2582863"/>
          <p14:tracePt t="27289" x="3476625" y="2554288"/>
          <p14:tracePt t="27308" x="3425825" y="2525713"/>
          <p14:tracePt t="27323" x="3403600" y="2503488"/>
          <p14:tracePt t="27339" x="3375025" y="2460625"/>
          <p14:tracePt t="27356" x="3367088" y="2424113"/>
          <p14:tracePt t="27373" x="3352800" y="2373313"/>
          <p14:tracePt t="27389" x="3352800" y="2328863"/>
          <p14:tracePt t="27407" x="3352800" y="2293938"/>
          <p14:tracePt t="27423" x="3352800" y="2263775"/>
          <p14:tracePt t="27440" x="3375025" y="2227263"/>
          <p14:tracePt t="27456" x="3403600" y="2206625"/>
          <p14:tracePt t="27473" x="3432175" y="2198688"/>
          <p14:tracePt t="27490" x="3490913" y="2176463"/>
          <p14:tracePt t="27508" x="3548063" y="2176463"/>
          <p14:tracePt t="27523" x="3629025" y="2176463"/>
          <p14:tracePt t="27542" x="3751263" y="2176463"/>
          <p14:tracePt t="27558" x="3897313" y="2220913"/>
          <p14:tracePt t="27573" x="4035425" y="2257425"/>
          <p14:tracePt t="27580" x="4064000" y="2271713"/>
          <p14:tracePt t="27590" x="4100513" y="2293938"/>
          <p14:tracePt t="27607" x="4173538" y="2336800"/>
          <p14:tracePt t="27623" x="4202113" y="2379663"/>
          <p14:tracePt t="27640" x="4318000" y="2554288"/>
          <p14:tracePt t="27662" x="4470400" y="2786063"/>
          <p14:tracePt t="27682" x="4665663" y="3236913"/>
          <p14:tracePt t="27692" x="4732338" y="3381375"/>
          <p14:tracePt t="27706" x="4826000" y="3700463"/>
          <p14:tracePt t="27723" x="4913313" y="4013200"/>
          <p14:tracePt t="27740" x="4992688" y="4289425"/>
          <p14:tracePt t="27759" x="5065713" y="4549775"/>
          <p14:tracePt t="27773" x="5116513" y="4752975"/>
          <p14:tracePt t="27790" x="5159375" y="4949825"/>
          <p14:tracePt t="27809" x="5232400" y="5173663"/>
          <p14:tracePt t="27823" x="5240338" y="5240338"/>
          <p14:tracePt t="27841" x="5268913" y="5348288"/>
          <p14:tracePt t="27857" x="5268913" y="5384800"/>
          <p14:tracePt t="27873" x="5268913" y="5399088"/>
          <p14:tracePt t="27889" x="5268913" y="5413375"/>
          <p14:tracePt t="27906" x="5268913" y="5427663"/>
          <p14:tracePt t="27923" x="5268913" y="5435600"/>
          <p14:tracePt t="27940" x="5268913" y="5449888"/>
          <p14:tracePt t="27957" x="5268913" y="5457825"/>
          <p14:tracePt t="27973" x="5240338" y="5486400"/>
          <p14:tracePt t="27989" x="5167313" y="5545138"/>
          <p14:tracePt t="28009" x="5094288" y="5602288"/>
          <p14:tracePt t="28024" x="5051425" y="5616575"/>
          <p14:tracePt t="28040" x="4992688" y="5646738"/>
          <p14:tracePt t="28059" x="4941888" y="5646738"/>
          <p14:tracePt t="28074" x="4868863" y="5646738"/>
          <p14:tracePt t="28080" x="4833938" y="5646738"/>
          <p14:tracePt t="28089" x="4783138" y="5638800"/>
          <p14:tracePt t="28109" x="4716463" y="5624513"/>
          <p14:tracePt t="28123" x="4659313" y="5602288"/>
          <p14:tracePt t="28140" x="4630738" y="5573713"/>
          <p14:tracePt t="28157" x="4594225" y="5551488"/>
          <p14:tracePt t="28173" x="4564063" y="5500688"/>
          <p14:tracePt t="28190" x="4549775" y="5478463"/>
          <p14:tracePt t="28206" x="4549775" y="5449888"/>
          <p14:tracePt t="28223" x="4549775" y="5427663"/>
          <p14:tracePt t="28241" x="4557713" y="5370513"/>
          <p14:tracePt t="28257" x="4608513" y="5297488"/>
          <p14:tracePt t="28275" x="4710113" y="5210175"/>
          <p14:tracePt t="28290" x="4818063" y="5138738"/>
          <p14:tracePt t="28307" x="4949825" y="5080000"/>
          <p14:tracePt t="28323" x="5080000" y="5000625"/>
          <p14:tracePt t="28340" x="5246688" y="4927600"/>
          <p14:tracePt t="28358" x="5399088" y="4868863"/>
          <p14:tracePt t="28373" x="5545138" y="4818063"/>
          <p14:tracePt t="28390" x="5703888" y="4767263"/>
          <p14:tracePt t="28407" x="5842000" y="4752975"/>
          <p14:tracePt t="28425" x="6030913" y="4732338"/>
          <p14:tracePt t="28440" x="6067425" y="4732338"/>
          <p14:tracePt t="28456" x="6175375" y="4732338"/>
          <p14:tracePt t="28474" x="6256338" y="4732338"/>
          <p14:tracePt t="28490" x="6364288" y="4732338"/>
          <p14:tracePt t="28509" x="6510338" y="4732338"/>
          <p14:tracePt t="28523" x="6691313" y="4738688"/>
          <p14:tracePt t="28541" x="6886575" y="4775200"/>
          <p14:tracePt t="28557" x="7089775" y="4797425"/>
          <p14:tracePt t="28574" x="7278688" y="4833938"/>
          <p14:tracePt t="28580" x="7358063" y="4854575"/>
          <p14:tracePt t="28590" x="7439025" y="4876800"/>
          <p14:tracePt t="28610" x="7554913" y="4913313"/>
          <p14:tracePt t="28624" x="7583488" y="4919663"/>
          <p14:tracePt t="28640" x="7591425" y="4927600"/>
          <p14:tracePt t="28656" x="7605713" y="4927600"/>
          <p14:tracePt t="28673" x="7620000" y="4935538"/>
          <p14:tracePt t="28690" x="7648575" y="4956175"/>
          <p14:tracePt t="28708" x="7693025" y="4978400"/>
          <p14:tracePt t="28724" x="7758113" y="5021263"/>
          <p14:tracePt t="28740" x="7823200" y="5051425"/>
          <p14:tracePt t="28759" x="7874000" y="5094288"/>
          <p14:tracePt t="28773" x="7910513" y="5116513"/>
          <p14:tracePt t="28792" x="7932738" y="5138738"/>
          <p14:tracePt t="28808" x="7939088" y="5153025"/>
          <p14:tracePt t="28824" x="7939088" y="5181600"/>
          <p14:tracePt t="28840" x="7947025" y="5218113"/>
          <p14:tracePt t="28857" x="7961313" y="5268913"/>
          <p14:tracePt t="28874" x="7961313" y="5326063"/>
          <p14:tracePt t="28890" x="7975600" y="5384800"/>
          <p14:tracePt t="28907" x="7997825" y="5443538"/>
          <p14:tracePt t="28923" x="8004175" y="5472113"/>
          <p14:tracePt t="28940" x="8018463" y="5508625"/>
          <p14:tracePt t="28957" x="8026400" y="5551488"/>
          <p14:tracePt t="28973" x="8034338" y="5559425"/>
          <p14:tracePt t="28990" x="8034338" y="5565775"/>
          <p14:tracePt t="29178" x="8048625" y="5565775"/>
          <p14:tracePt t="29193" x="8054975" y="5559425"/>
          <p14:tracePt t="29201" x="8062913" y="5559425"/>
          <p14:tracePt t="29211" x="8062913" y="5551488"/>
          <p14:tracePt t="29224" x="8091488" y="5537200"/>
          <p14:tracePt t="29240" x="8113713" y="5522913"/>
          <p14:tracePt t="29257" x="8142288" y="5508625"/>
          <p14:tracePt t="29273" x="8170863" y="5478463"/>
          <p14:tracePt t="29291" x="8193088" y="5449888"/>
          <p14:tracePt t="29307" x="8215313" y="5421313"/>
          <p14:tracePt t="29326" x="8243888" y="5376863"/>
          <p14:tracePt t="29340" x="8272463" y="5334000"/>
          <p14:tracePt t="29360" x="8316913" y="5275263"/>
          <p14:tracePt t="29373" x="8331200" y="5240338"/>
          <p14:tracePt t="29390" x="8367713" y="5167313"/>
          <p14:tracePt t="29407" x="8389938" y="5108575"/>
          <p14:tracePt t="29424" x="8432800" y="5014913"/>
          <p14:tracePt t="29440" x="8469313" y="4956175"/>
          <p14:tracePt t="29457" x="8491538" y="4919663"/>
          <p14:tracePt t="29474" x="8512175" y="4876800"/>
          <p14:tracePt t="29491" x="8520113" y="4862513"/>
          <p14:tracePt t="29507" x="8534400" y="4826000"/>
          <p14:tracePt t="29524" x="8542338" y="4797425"/>
          <p14:tracePt t="29540" x="8562975" y="4767263"/>
          <p14:tracePt t="29558" x="8593138" y="4746625"/>
          <p14:tracePt t="29573" x="8621713" y="4724400"/>
          <p14:tracePt t="29582" x="8658225" y="4702175"/>
          <p14:tracePt t="29590" x="8678863" y="4695825"/>
          <p14:tracePt t="29610" x="8802688" y="4659313"/>
          <p14:tracePt t="29624" x="8890000" y="4651375"/>
          <p14:tracePt t="29640" x="9028113" y="4651375"/>
          <p14:tracePt t="29660" x="9194800" y="4637088"/>
          <p14:tracePt t="29673" x="9324975" y="4630738"/>
          <p14:tracePt t="29690" x="9513888" y="4630738"/>
          <p14:tracePt t="29707" x="9790113" y="4695825"/>
          <p14:tracePt t="29724" x="10080625" y="4760913"/>
          <p14:tracePt t="29740" x="10275888" y="4833938"/>
          <p14:tracePt t="29759" x="10406063" y="4868863"/>
          <p14:tracePt t="29774" x="10493375" y="4899025"/>
          <p14:tracePt t="29793" x="10566400" y="4927600"/>
          <p14:tracePt t="29807" x="10588625" y="4935538"/>
          <p14:tracePt t="29826" x="10653713" y="4964113"/>
          <p14:tracePt t="29840" x="10733088" y="5006975"/>
          <p14:tracePt t="29859" x="10806113" y="5065713"/>
          <p14:tracePt t="29874" x="10863263" y="5102225"/>
          <p14:tracePt t="29890" x="10885488" y="5130800"/>
          <p14:tracePt t="29907" x="10922000" y="5173663"/>
          <p14:tracePt t="29923" x="10958513" y="5218113"/>
          <p14:tracePt t="29941" x="11023600" y="5311775"/>
          <p14:tracePt t="29957" x="11102975" y="5413375"/>
          <p14:tracePt t="29974" x="11190288" y="5514975"/>
          <p14:tracePt t="29990" x="11249025" y="5588000"/>
          <p14:tracePt t="30009" x="11263313" y="5624513"/>
          <p14:tracePt t="30025" x="11263313" y="5661025"/>
          <p14:tracePt t="30042" x="11263313" y="5718175"/>
          <p14:tracePt t="30057" x="11263313" y="5776913"/>
          <p14:tracePt t="30074" x="11263313" y="5834063"/>
          <p14:tracePt t="30081" x="11241088" y="5870575"/>
          <p14:tracePt t="30092" x="11226800" y="5907088"/>
          <p14:tracePt t="30107" x="11183938" y="5980113"/>
          <p14:tracePt t="30124" x="11139488" y="6037263"/>
          <p14:tracePt t="30140" x="11096625" y="6081713"/>
          <p14:tracePt t="30157" x="11037888" y="6138863"/>
          <p14:tracePt t="30174" x="10995025" y="6175375"/>
          <p14:tracePt t="30190" x="10944225" y="6205538"/>
          <p14:tracePt t="30209" x="10848975" y="6240463"/>
          <p14:tracePt t="30224" x="10733088" y="6276975"/>
          <p14:tracePt t="30240" x="10552113" y="6291263"/>
          <p14:tracePt t="30259" x="10348913" y="6321425"/>
          <p14:tracePt t="30274" x="10160000" y="6357938"/>
          <p14:tracePt t="30291" x="9964738" y="6372225"/>
          <p14:tracePt t="30308" x="9775825" y="6372225"/>
          <p14:tracePt t="30324" x="9521825" y="6372225"/>
          <p14:tracePt t="30340" x="9217025" y="6372225"/>
          <p14:tracePt t="30357" x="8963025" y="6372225"/>
          <p14:tracePt t="30374" x="8780463" y="6372225"/>
          <p14:tracePt t="30391" x="8636000" y="6364288"/>
          <p14:tracePt t="30408" x="8505825" y="6335713"/>
          <p14:tracePt t="30424" x="8469313" y="6321425"/>
          <p14:tracePt t="30440" x="8353425" y="6270625"/>
          <p14:tracePt t="30457" x="8272463" y="6226175"/>
          <p14:tracePt t="30473" x="8229600" y="6197600"/>
          <p14:tracePt t="30490" x="8207375" y="6183313"/>
          <p14:tracePt t="30507" x="8193088" y="6169025"/>
          <p14:tracePt t="30523" x="8178800" y="6154738"/>
          <p14:tracePt t="30542" x="8170863" y="6146800"/>
          <p14:tracePt t="30557" x="8164513" y="6118225"/>
          <p14:tracePt t="30574" x="8150225" y="6103938"/>
          <p14:tracePt t="30582" x="8142288" y="6088063"/>
          <p14:tracePt t="30596" x="8142288" y="6073775"/>
          <p14:tracePt t="30608" x="8135938" y="6067425"/>
          <p14:tracePt t="30644" x="8135938" y="6059488"/>
          <p14:tracePt t="30660" x="8128000" y="6053138"/>
          <p14:tracePt t="30678" x="8128000" y="6045200"/>
          <p14:tracePt t="30685" x="8128000" y="6022975"/>
          <p14:tracePt t="30700" x="8128000" y="6016625"/>
          <p14:tracePt t="30715" x="8128000" y="6002338"/>
          <p14:tracePt t="32735" x="8113713" y="5994400"/>
          <p14:tracePt t="32741" x="8069263" y="5994400"/>
          <p14:tracePt t="32748" x="8018463" y="5994400"/>
          <p14:tracePt t="32758" x="7967663" y="5986463"/>
          <p14:tracePt t="32775" x="7961313" y="5980113"/>
          <p14:tracePt t="32796" x="7961313" y="5972175"/>
          <p14:tracePt t="32823" x="7961313" y="5965825"/>
          <p14:tracePt t="32844" x="7961313" y="5957888"/>
          <p14:tracePt t="32851" x="7947025" y="5951538"/>
          <p14:tracePt t="32862" x="7939088" y="5935663"/>
          <p14:tracePt t="32875" x="7916863" y="5915025"/>
          <p14:tracePt t="32892" x="7916863" y="5907088"/>
          <p14:tracePt t="32908" x="7916863" y="5884863"/>
          <p14:tracePt t="32925" x="7916863" y="5870575"/>
          <p14:tracePt t="32941" x="7916863" y="5849938"/>
          <p14:tracePt t="32958" x="7916863" y="5799138"/>
          <p14:tracePt t="32974" x="7916863" y="5732463"/>
          <p14:tracePt t="32991" x="7916863" y="5675313"/>
          <p14:tracePt t="33009" x="7910513" y="5588000"/>
          <p14:tracePt t="33025" x="7924800" y="5464175"/>
          <p14:tracePt t="33042" x="7953375" y="5326063"/>
          <p14:tracePt t="33058" x="7967663" y="5189538"/>
          <p14:tracePt t="33075" x="8004175" y="5051425"/>
          <p14:tracePt t="33084" x="8012113" y="5000625"/>
          <p14:tracePt t="33091" x="8034338" y="4956175"/>
          <p14:tracePt t="33109" x="8048625" y="4913313"/>
          <p14:tracePt t="33124" x="8077200" y="4862513"/>
          <p14:tracePt t="33141" x="8099425" y="4826000"/>
          <p14:tracePt t="33158" x="8120063" y="4783138"/>
          <p14:tracePt t="33174" x="8128000" y="4760913"/>
          <p14:tracePt t="33193" x="8135938" y="4724400"/>
          <p14:tracePt t="33237" x="8142288" y="4710113"/>
          <p14:tracePt t="33243" x="8150225" y="4702175"/>
          <p14:tracePt t="33259" x="8164513" y="4695825"/>
          <p14:tracePt t="33275" x="8193088" y="4673600"/>
          <p14:tracePt t="33291" x="8221663" y="4665663"/>
          <p14:tracePt t="33308" x="8229600" y="4665663"/>
          <p14:tracePt t="33342" x="8237538" y="4665663"/>
          <p14:tracePt t="33364" x="8243888" y="4665663"/>
          <p14:tracePt t="33493" x="8251825" y="4659313"/>
          <p14:tracePt t="33510" x="8243888" y="4651375"/>
          <p14:tracePt t="33525" x="8229600" y="4645025"/>
          <p14:tracePt t="33529" x="8207375" y="4630738"/>
          <p14:tracePt t="33541" x="8193088" y="4608513"/>
          <p14:tracePt t="33558" x="8099425" y="4506913"/>
          <p14:tracePt t="33574" x="7975600" y="4360863"/>
          <p14:tracePt t="33578" x="7910513" y="4281488"/>
          <p14:tracePt t="33591" x="7780338" y="4129088"/>
          <p14:tracePt t="33608" x="7685088" y="4005263"/>
          <p14:tracePt t="33625" x="7642225" y="3903663"/>
          <p14:tracePt t="33641" x="7634288" y="3795713"/>
          <p14:tracePt t="33658" x="7627938" y="3643313"/>
          <p14:tracePt t="33675" x="7605713" y="3476625"/>
          <p14:tracePt t="33692" x="7605713" y="3360738"/>
          <p14:tracePt t="33708" x="7605713" y="3259138"/>
          <p14:tracePt t="33725" x="7612063" y="3186113"/>
          <p14:tracePt t="33741" x="7642225" y="3113088"/>
          <p14:tracePt t="33762" x="7713663" y="3025775"/>
          <p14:tracePt t="33775" x="7735888" y="3005138"/>
          <p14:tracePt t="33793" x="7888288" y="2887663"/>
          <p14:tracePt t="33808" x="8004175" y="2808288"/>
          <p14:tracePt t="33827" x="8113713" y="2728913"/>
          <p14:tracePt t="33842" x="8201025" y="2663825"/>
          <p14:tracePt t="33858" x="8288338" y="2619375"/>
          <p14:tracePt t="33875" x="8382000" y="2562225"/>
          <p14:tracePt t="33892" x="8475663" y="2503488"/>
          <p14:tracePt t="33908" x="8585200" y="2446338"/>
          <p14:tracePt t="33925" x="8694738" y="2416175"/>
          <p14:tracePt t="33942" x="8780463" y="2416175"/>
          <p14:tracePt t="33958" x="8867775" y="2416175"/>
          <p14:tracePt t="33975" x="8940800" y="2424113"/>
          <p14:tracePt t="33993" x="9028113" y="2452688"/>
          <p14:tracePt t="34009" x="9050338" y="2466975"/>
          <p14:tracePt t="34025" x="9064625" y="2481263"/>
          <p14:tracePt t="34043" x="9064625" y="2497138"/>
          <p14:tracePt t="34058" x="9064625" y="2511425"/>
          <p14:tracePt t="34076" x="9064625" y="2517775"/>
          <p14:tracePt t="34084" x="9070975" y="2525713"/>
          <p14:tracePt t="34092" x="9078913" y="2540000"/>
          <p14:tracePt t="34108" x="9078913" y="2554288"/>
          <p14:tracePt t="34125" x="9078913" y="2568575"/>
          <p14:tracePt t="34141" x="9078913" y="2613025"/>
          <p14:tracePt t="34158" x="9064625" y="2684463"/>
          <p14:tracePt t="34175" x="8969375" y="2771775"/>
          <p14:tracePt t="34191" x="8890000" y="2808288"/>
          <p14:tracePt t="34678" x="8890000" y="2801938"/>
          <p14:tracePt t="34685" x="8897938" y="2786063"/>
          <p14:tracePt t="34694" x="8897938" y="2771775"/>
          <p14:tracePt t="34708" x="8912225" y="2706688"/>
          <p14:tracePt t="34725" x="8918575" y="2692400"/>
          <p14:tracePt t="34743" x="8932863" y="2678113"/>
          <p14:tracePt t="34760" x="8963025" y="2633663"/>
          <p14:tracePt t="34776" x="8999538" y="2605088"/>
          <p14:tracePt t="34792" x="9020175" y="2576513"/>
          <p14:tracePt t="34809" x="9070975" y="2540000"/>
          <p14:tracePt t="34825" x="9107488" y="2503488"/>
          <p14:tracePt t="34842" x="9144000" y="2474913"/>
          <p14:tracePt t="34859" x="9231313" y="2416175"/>
          <p14:tracePt t="34875" x="9288463" y="2344738"/>
          <p14:tracePt t="34892" x="9332913" y="2293938"/>
          <p14:tracePt t="34908" x="9361488" y="2249488"/>
          <p14:tracePt t="34925" x="9390063" y="2206625"/>
          <p14:tracePt t="34942" x="9412288" y="2162175"/>
          <p14:tracePt t="34958" x="9448800" y="2111375"/>
          <p14:tracePt t="34977" x="9521825" y="2039938"/>
          <p14:tracePt t="34992" x="9572625" y="1981200"/>
          <p14:tracePt t="35009" x="9623425" y="1938338"/>
          <p14:tracePt t="35025" x="9702800" y="1893888"/>
          <p14:tracePt t="35042" x="9775825" y="1843088"/>
          <p14:tracePt t="35059" x="9869488" y="1806575"/>
          <p14:tracePt t="35075" x="9956800" y="1770063"/>
          <p14:tracePt t="35084" x="9993313" y="1763713"/>
          <p14:tracePt t="35092" x="10029825" y="1755775"/>
          <p14:tracePt t="35108" x="10101263" y="1735138"/>
          <p14:tracePt t="35125" x="10145713" y="1727200"/>
          <p14:tracePt t="35142" x="10182225" y="1712913"/>
          <p14:tracePt t="35158" x="10233025" y="1712913"/>
          <p14:tracePt t="35175" x="10304463" y="1727200"/>
          <p14:tracePt t="35193" x="10442575" y="1800225"/>
          <p14:tracePt t="35208" x="10515600" y="1836738"/>
          <p14:tracePt t="35226" x="10588625" y="1887538"/>
          <p14:tracePt t="35242" x="10645775" y="1938338"/>
          <p14:tracePt t="35260" x="10726738" y="2024063"/>
          <p14:tracePt t="35277" x="10798175" y="2125663"/>
          <p14:tracePt t="35294" x="10871200" y="2220913"/>
          <p14:tracePt t="35309" x="10914063" y="2336800"/>
          <p14:tracePt t="35325" x="10950575" y="2409825"/>
          <p14:tracePt t="35342" x="10980738" y="2481263"/>
          <p14:tracePt t="35359" x="11023600" y="2605088"/>
          <p14:tracePt t="35376" x="11074400" y="2751138"/>
          <p14:tracePt t="35392" x="11110913" y="2982913"/>
          <p14:tracePt t="35409" x="11125200" y="3084513"/>
          <p14:tracePt t="35426" x="11125200" y="3171825"/>
          <p14:tracePt t="35442" x="11125200" y="3279775"/>
          <p14:tracePt t="35459" x="11125200" y="3411538"/>
          <p14:tracePt t="35475" x="11125200" y="3556000"/>
          <p14:tracePt t="35492" x="11125200" y="3671888"/>
          <p14:tracePt t="35509" x="11125200" y="3767138"/>
          <p14:tracePt t="35525" x="11117263" y="3817938"/>
          <p14:tracePt t="35542" x="11096625" y="3883025"/>
          <p14:tracePt t="35560" x="11066463" y="3962400"/>
          <p14:tracePt t="35576" x="11031538" y="4078288"/>
          <p14:tracePt t="35582" x="11015663" y="4137025"/>
          <p14:tracePt t="35592" x="10980738" y="4230688"/>
          <p14:tracePt t="35611" x="10944225" y="4295775"/>
          <p14:tracePt t="35625" x="10914063" y="4354513"/>
          <p14:tracePt t="35642" x="10893425" y="4376738"/>
          <p14:tracePt t="35659" x="10856913" y="4427538"/>
          <p14:tracePt t="35676" x="10791825" y="4470400"/>
          <p14:tracePt t="35693" x="10741025" y="4498975"/>
          <p14:tracePt t="35709" x="10682288" y="4535488"/>
          <p14:tracePt t="35725" x="10617200" y="4549775"/>
          <p14:tracePt t="35742" x="10529888" y="4579938"/>
          <p14:tracePt t="35759" x="10377488" y="4608513"/>
          <p14:tracePt t="35778" x="10202863" y="4622800"/>
          <p14:tracePt t="35793" x="10050463" y="4659313"/>
          <p14:tracePt t="35809" x="9942513" y="4687888"/>
          <p14:tracePt t="35825" x="9855200" y="4695825"/>
          <p14:tracePt t="35842" x="9745663" y="4702175"/>
          <p14:tracePt t="35859" x="9644063" y="4702175"/>
          <p14:tracePt t="35876" x="9578975" y="4702175"/>
          <p14:tracePt t="35892" x="9528175" y="4702175"/>
          <p14:tracePt t="35909" x="9463088" y="4687888"/>
          <p14:tracePt t="35926" x="9434513" y="4681538"/>
          <p14:tracePt t="35942" x="9355138" y="4651375"/>
          <p14:tracePt t="35959" x="9310688" y="4637088"/>
          <p14:tracePt t="35978" x="9237663" y="4614863"/>
          <p14:tracePt t="35993" x="9186863" y="4608513"/>
          <p14:tracePt t="36009" x="9136063" y="4579938"/>
          <p14:tracePt t="36026" x="9093200" y="4564063"/>
          <p14:tracePt t="36042" x="9056688" y="4549775"/>
          <p14:tracePt t="36059" x="9020175" y="4535488"/>
          <p14:tracePt t="36075" x="8969375" y="4506913"/>
          <p14:tracePt t="36084" x="8963025" y="4498975"/>
          <p14:tracePt t="36092" x="8940800" y="4492625"/>
          <p14:tracePt t="36109" x="8912225" y="4462463"/>
          <p14:tracePt t="36125" x="8875713" y="4441825"/>
          <p14:tracePt t="36142" x="8839200" y="4411663"/>
          <p14:tracePt t="36160" x="8796338" y="4376738"/>
          <p14:tracePt t="36177" x="8751888" y="4325938"/>
          <p14:tracePt t="36193" x="8729663" y="4303713"/>
          <p14:tracePt t="36229" x="8729663" y="4295775"/>
          <p14:tracePt t="36243" x="8723313" y="4289425"/>
          <p14:tracePt t="36268" x="8715375" y="4281488"/>
          <p14:tracePt t="36572" x="8709025" y="4281488"/>
          <p14:tracePt t="36582" x="8694738" y="4281488"/>
          <p14:tracePt t="36593" x="8636000" y="4275138"/>
          <p14:tracePt t="36609" x="8562975" y="4252913"/>
          <p14:tracePt t="36625" x="8469313" y="4238625"/>
          <p14:tracePt t="36642" x="8367713" y="4208463"/>
          <p14:tracePt t="36659" x="8258175" y="4173538"/>
          <p14:tracePt t="36675" x="8135938" y="4137025"/>
          <p14:tracePt t="36692" x="8034338" y="4100513"/>
          <p14:tracePt t="36709" x="7916863" y="4056063"/>
          <p14:tracePt t="36726" x="7823200" y="4021138"/>
          <p14:tracePt t="36742" x="7735888" y="3984625"/>
          <p14:tracePt t="36759" x="7670800" y="3962400"/>
          <p14:tracePt t="36777" x="7605713" y="3919538"/>
          <p14:tracePt t="36792" x="7577138" y="3889375"/>
          <p14:tracePt t="36810" x="7532688" y="3838575"/>
          <p14:tracePt t="36826" x="7504113" y="3787775"/>
          <p14:tracePt t="36843" x="7481888" y="3751263"/>
          <p14:tracePt t="36859" x="7475538" y="3708400"/>
          <p14:tracePt t="36876" x="7459663" y="3657600"/>
          <p14:tracePt t="36893" x="7459663" y="3598863"/>
          <p14:tracePt t="36909" x="7459663" y="3541713"/>
          <p14:tracePt t="36926" x="7453313" y="3490913"/>
          <p14:tracePt t="36944" x="7453313" y="3432175"/>
          <p14:tracePt t="36960" x="7453313" y="3403600"/>
          <p14:tracePt t="36978" x="7453313" y="3367088"/>
          <p14:tracePt t="36992" x="7459663" y="3330575"/>
          <p14:tracePt t="37009" x="7489825" y="3294063"/>
          <p14:tracePt t="37026" x="7504113" y="3265488"/>
          <p14:tracePt t="37043" x="7532688" y="3222625"/>
          <p14:tracePt t="37059" x="7561263" y="3192463"/>
          <p14:tracePt t="37077" x="7597775" y="3157538"/>
          <p14:tracePt t="37085" x="7627938" y="3127375"/>
          <p14:tracePt t="37093" x="7634288" y="3121025"/>
          <p14:tracePt t="37109" x="7685088" y="3070225"/>
          <p14:tracePt t="37126" x="7713663" y="3033713"/>
          <p14:tracePt t="37142" x="7735888" y="3011488"/>
          <p14:tracePt t="37161" x="7780338" y="2974975"/>
          <p14:tracePt t="37177" x="7831138" y="2946400"/>
          <p14:tracePt t="37192" x="7851775" y="2924175"/>
          <p14:tracePt t="37209" x="7859713" y="2924175"/>
          <p14:tracePt t="37229" x="7874000" y="2917825"/>
          <p14:tracePt t="37242" x="7888288" y="2909888"/>
          <p14:tracePt t="37259" x="7910513" y="2909888"/>
          <p14:tracePt t="37276" x="7947025" y="2909888"/>
          <p14:tracePt t="37294" x="8012113" y="2909888"/>
          <p14:tracePt t="37309" x="8085138" y="2909888"/>
          <p14:tracePt t="37326" x="8142288" y="2909888"/>
          <p14:tracePt t="37343" x="8170863" y="2909888"/>
          <p14:tracePt t="37360" x="8186738" y="2909888"/>
          <p14:tracePt t="37377" x="8193088" y="2909888"/>
          <p14:tracePt t="37412" x="8207375" y="2909888"/>
          <p14:tracePt t="37426" x="8221663" y="2903538"/>
          <p14:tracePt t="37442" x="8229600" y="2903538"/>
          <p14:tracePt t="37459" x="8258175" y="2895600"/>
          <p14:tracePt t="37479" x="8272463" y="2895600"/>
          <p14:tracePt t="37493" x="8294688" y="2895600"/>
          <p14:tracePt t="37509" x="8308975" y="2895600"/>
          <p14:tracePt t="37529" x="8339138" y="2867025"/>
          <p14:tracePt t="37545" x="8374063" y="2844800"/>
          <p14:tracePt t="37560" x="8410575" y="2822575"/>
          <p14:tracePt t="37577" x="8432800" y="2801938"/>
          <p14:tracePt t="37586" x="8440738" y="2794000"/>
          <p14:tracePt t="37596" x="8447088" y="2779713"/>
          <p14:tracePt t="37609" x="8461375" y="2714625"/>
          <p14:tracePt t="37627" x="8475663" y="2613025"/>
          <p14:tracePt t="37642" x="8483600" y="2525713"/>
          <p14:tracePt t="37659" x="8497888" y="2438400"/>
          <p14:tracePt t="37676" x="8505825" y="2373313"/>
          <p14:tracePt t="37693" x="8512175" y="2300288"/>
          <p14:tracePt t="37709" x="8520113" y="2249488"/>
          <p14:tracePt t="37727" x="8534400" y="2184400"/>
          <p14:tracePt t="37744" x="8542338" y="2074863"/>
          <p14:tracePt t="37760" x="8570913" y="1922463"/>
          <p14:tracePt t="37777" x="8570913" y="1792288"/>
          <p14:tracePt t="37793" x="8570913" y="1690688"/>
          <p14:tracePt t="37809" x="8585200" y="1603375"/>
          <p14:tracePt t="37827" x="8593138" y="1531938"/>
          <p14:tracePt t="37843" x="8607425" y="1450975"/>
          <p14:tracePt t="37860" x="8636000" y="1371600"/>
          <p14:tracePt t="37876" x="8678863" y="1298575"/>
          <p14:tracePt t="37893" x="8715375" y="1241425"/>
          <p14:tracePt t="37909" x="8774113" y="1190625"/>
          <p14:tracePt t="37928" x="8810625" y="1154113"/>
          <p14:tracePt t="37944" x="8847138" y="1139825"/>
          <p14:tracePt t="37960" x="8867775" y="1117600"/>
          <p14:tracePt t="37976" x="8897938" y="1089025"/>
          <p14:tracePt t="37993" x="8955088" y="1058863"/>
          <p14:tracePt t="38009" x="9028113" y="1044575"/>
          <p14:tracePt t="38026" x="9115425" y="1030288"/>
          <p14:tracePt t="38043" x="9223375" y="1030288"/>
          <p14:tracePt t="38060" x="9347200" y="1030288"/>
          <p14:tracePt t="38077" x="9485313" y="1030288"/>
          <p14:tracePt t="38085" x="9564688" y="1038225"/>
          <p14:tracePt t="38093" x="9659938" y="1044575"/>
          <p14:tracePt t="38109" x="9812338" y="1089025"/>
          <p14:tracePt t="38128" x="9993313" y="1154113"/>
          <p14:tracePt t="38143" x="10174288" y="1204913"/>
          <p14:tracePt t="38161" x="10450513" y="1292225"/>
          <p14:tracePt t="38177" x="10609263" y="1363663"/>
          <p14:tracePt t="38194" x="10733088" y="1422400"/>
          <p14:tracePt t="38210" x="10820400" y="1473200"/>
          <p14:tracePt t="38228" x="10879138" y="1516063"/>
          <p14:tracePt t="38243" x="10929938" y="1560513"/>
          <p14:tracePt t="38260" x="10995025" y="1617663"/>
          <p14:tracePt t="38277" x="11045825" y="1668463"/>
          <p14:tracePt t="38293" x="11102975" y="1741488"/>
          <p14:tracePt t="38309" x="11147425" y="1806575"/>
          <p14:tracePt t="38327" x="11204575" y="1887538"/>
          <p14:tracePt t="38343" x="11249025" y="1958975"/>
          <p14:tracePt t="38360" x="11299825" y="2105025"/>
          <p14:tracePt t="38376" x="11328400" y="2206625"/>
          <p14:tracePt t="38393" x="11356975" y="2308225"/>
          <p14:tracePt t="38410" x="11379200" y="2395538"/>
          <p14:tracePt t="38427" x="11387138" y="2489200"/>
          <p14:tracePt t="38443" x="11407775" y="2627313"/>
          <p14:tracePt t="38460" x="11422063" y="2757488"/>
          <p14:tracePt t="38478" x="11430000" y="2909888"/>
          <p14:tracePt t="38493" x="11452225" y="3048000"/>
          <p14:tracePt t="38510" x="11452225" y="3149600"/>
          <p14:tracePt t="38527" x="11458575" y="3228975"/>
          <p14:tracePt t="38543" x="11458575" y="3324225"/>
          <p14:tracePt t="38560" x="11458575" y="3476625"/>
          <p14:tracePt t="38577" x="11458575" y="3578225"/>
          <p14:tracePt t="38593" x="11452225" y="3686175"/>
          <p14:tracePt t="38610" x="11422063" y="3781425"/>
          <p14:tracePt t="38627" x="11401425" y="3860800"/>
          <p14:tracePt t="38643" x="11379200" y="3925888"/>
          <p14:tracePt t="38660" x="11342688" y="3998913"/>
          <p14:tracePt t="38677" x="11306175" y="4064000"/>
          <p14:tracePt t="38693" x="11241088" y="4143375"/>
          <p14:tracePt t="38710" x="11168063" y="4224338"/>
          <p14:tracePt t="38729" x="11066463" y="4310063"/>
          <p14:tracePt t="38743" x="11023600" y="4340225"/>
          <p14:tracePt t="38760" x="10922000" y="4397375"/>
          <p14:tracePt t="38777" x="10820400" y="4456113"/>
          <p14:tracePt t="38793" x="10726738" y="4492625"/>
          <p14:tracePt t="38810" x="10631488" y="4529138"/>
          <p14:tracePt t="38827" x="10529888" y="4557713"/>
          <p14:tracePt t="38843" x="10428288" y="4572000"/>
          <p14:tracePt t="38860" x="10334625" y="4579938"/>
          <p14:tracePt t="38877" x="10247313" y="4600575"/>
          <p14:tracePt t="38893" x="10137775" y="4608513"/>
          <p14:tracePt t="38910" x="10050463" y="4630738"/>
          <p14:tracePt t="38928" x="9928225" y="4645025"/>
          <p14:tracePt t="38944" x="9847263" y="4645025"/>
          <p14:tracePt t="38960" x="9767888" y="4645025"/>
          <p14:tracePt t="38979" x="9674225" y="4665663"/>
          <p14:tracePt t="38994" x="9586913" y="4681538"/>
          <p14:tracePt t="39010" x="9499600" y="4681538"/>
          <p14:tracePt t="39027" x="9420225" y="4681538"/>
          <p14:tracePt t="39043" x="9361488" y="4681538"/>
          <p14:tracePt t="39060" x="9304338" y="4681538"/>
          <p14:tracePt t="39076" x="9231313" y="4681538"/>
          <p14:tracePt t="39084" x="9194800" y="4681538"/>
          <p14:tracePt t="39093" x="9158288" y="4681538"/>
          <p14:tracePt t="39110" x="9101138" y="4681538"/>
          <p14:tracePt t="39127" x="9020175" y="4681538"/>
          <p14:tracePt t="39144" x="8940800" y="4681538"/>
          <p14:tracePt t="39160" x="8897938" y="4681538"/>
          <p14:tracePt t="39176" x="8867775" y="4681538"/>
          <p14:tracePt t="39193" x="8839200" y="4681538"/>
          <p14:tracePt t="39210" x="8816975" y="4681538"/>
          <p14:tracePt t="39229" x="8796338" y="4681538"/>
          <p14:tracePt t="39243" x="8788400" y="4673600"/>
          <p14:tracePt t="39260" x="8774113" y="4673600"/>
          <p14:tracePt t="39277" x="8759825" y="4673600"/>
          <p14:tracePt t="39293" x="8745538" y="4673600"/>
          <p14:tracePt t="39310" x="8715375" y="4665663"/>
          <p14:tracePt t="39326" x="8694738" y="4659313"/>
          <p14:tracePt t="39344" x="8658225" y="4645025"/>
          <p14:tracePt t="39360" x="8636000" y="4637088"/>
          <p14:tracePt t="39377" x="8613775" y="4630738"/>
          <p14:tracePt t="39393" x="8593138" y="4622800"/>
          <p14:tracePt t="39409" x="8548688" y="4614863"/>
          <p14:tracePt t="39426" x="8520113" y="4600575"/>
          <p14:tracePt t="39443" x="8497888" y="4594225"/>
          <p14:tracePt t="39459" x="8475663" y="4572000"/>
          <p14:tracePt t="39477" x="8455025" y="4564063"/>
          <p14:tracePt t="39493" x="8447088" y="4564063"/>
          <p14:tracePt t="39509" x="8440738" y="4549775"/>
          <p14:tracePt t="39526" x="8432800" y="4543425"/>
          <p14:tracePt t="39544" x="8410575" y="4529138"/>
          <p14:tracePt t="39560" x="8404225" y="4521200"/>
          <p14:tracePt t="39593" x="8396288" y="4506913"/>
          <p14:tracePt t="39610" x="8382000" y="4492625"/>
          <p14:tracePt t="39627" x="8382000" y="4484688"/>
          <p14:tracePt t="39644" x="8367713" y="4462463"/>
          <p14:tracePt t="39660" x="8359775" y="4456113"/>
          <p14:tracePt t="39676" x="8353425" y="4448175"/>
          <p14:tracePt t="39708" x="8353425" y="4441825"/>
          <p14:tracePt t="39740" x="8345488" y="4433888"/>
          <p14:tracePt t="39764" x="8345488" y="4427538"/>
          <p14:tracePt t="39796" x="8345488" y="4419600"/>
          <p14:tracePt t="39940" x="8345488" y="4411663"/>
          <p14:tracePt t="39965" x="8345488" y="4405313"/>
          <p14:tracePt t="39971" x="8345488" y="4397375"/>
          <p14:tracePt t="39982" x="8353425" y="4383088"/>
          <p14:tracePt t="39994" x="8396288" y="4340225"/>
          <p14:tracePt t="40010" x="8440738" y="4281488"/>
          <p14:tracePt t="40028" x="8512175" y="4208463"/>
          <p14:tracePt t="40044" x="8570913" y="4151313"/>
          <p14:tracePt t="40061" x="8636000" y="4086225"/>
          <p14:tracePt t="40077" x="8678863" y="4041775"/>
          <p14:tracePt t="40085" x="8694738" y="4027488"/>
          <p14:tracePt t="40093" x="8723313" y="3998913"/>
          <p14:tracePt t="40110" x="8766175" y="3962400"/>
          <p14:tracePt t="40127" x="8824913" y="3911600"/>
          <p14:tracePt t="40144" x="8882063" y="3868738"/>
          <p14:tracePt t="40160" x="8912225" y="3838575"/>
          <p14:tracePt t="40177" x="8918575" y="3832225"/>
          <p14:tracePt t="40194" x="8926513" y="3832225"/>
          <p14:tracePt t="40210" x="8940800" y="3824288"/>
          <p14:tracePt t="40229" x="8963025" y="3810000"/>
          <p14:tracePt t="40245" x="8983663" y="3787775"/>
          <p14:tracePt t="40260" x="8999538" y="3773488"/>
          <p14:tracePt t="40277" x="9013825" y="3767138"/>
          <p14:tracePt t="40293" x="9028113" y="3767138"/>
          <p14:tracePt t="40311" x="9042400" y="3751263"/>
          <p14:tracePt t="40327" x="9056688" y="3730625"/>
          <p14:tracePt t="40345" x="9093200" y="3700463"/>
          <p14:tracePt t="40361" x="9101138" y="3694113"/>
          <p14:tracePt t="40397" x="9101138" y="3686175"/>
          <p14:tracePt t="40452" x="9101138" y="3679825"/>
          <p14:tracePt t="40483" x="9101138" y="3671888"/>
          <p14:tracePt t="40491" x="9101138" y="3665538"/>
          <p14:tracePt t="40515" x="9101138" y="3657600"/>
          <p14:tracePt t="40525" x="9101138" y="3649663"/>
          <p14:tracePt t="40548" x="9093200" y="3635375"/>
          <p14:tracePt t="40628" x="9085263" y="3629025"/>
          <p14:tracePt t="40773" x="9093200" y="3629025"/>
          <p14:tracePt t="40780" x="9115425" y="3621088"/>
          <p14:tracePt t="40793" x="9166225" y="3614738"/>
          <p14:tracePt t="40810" x="9223375" y="3614738"/>
          <p14:tracePt t="40827" x="9318625" y="3614738"/>
          <p14:tracePt t="40844" x="9420225" y="3614738"/>
          <p14:tracePt t="40860" x="9536113" y="3614738"/>
          <p14:tracePt t="40877" x="9644063" y="3614738"/>
          <p14:tracePt t="40894" x="9767888" y="3614738"/>
          <p14:tracePt t="40910" x="9883775" y="3614738"/>
          <p14:tracePt t="40927" x="9979025" y="3614738"/>
          <p14:tracePt t="40944" x="10131425" y="3614738"/>
          <p14:tracePt t="40960" x="10188575" y="3614738"/>
          <p14:tracePt t="40979" x="10233025" y="3614738"/>
          <p14:tracePt t="40994" x="10283825" y="3614738"/>
          <p14:tracePt t="41010" x="10334625" y="3614738"/>
          <p14:tracePt t="41027" x="10377488" y="3614738"/>
          <p14:tracePt t="41044" x="10421938" y="3614738"/>
          <p14:tracePt t="41060" x="10472738" y="3614738"/>
          <p14:tracePt t="41077" x="10507663" y="3614738"/>
          <p14:tracePt t="41085" x="10523538" y="3614738"/>
          <p14:tracePt t="41094" x="10544175" y="3614738"/>
          <p14:tracePt t="41110" x="10574338" y="3606800"/>
          <p14:tracePt t="41129" x="10609263" y="3598863"/>
          <p14:tracePt t="41144" x="10653713" y="3598863"/>
          <p14:tracePt t="41160" x="10690225" y="3598863"/>
          <p14:tracePt t="41177" x="10733088" y="3598863"/>
          <p14:tracePt t="41194" x="10761663" y="3598863"/>
          <p14:tracePt t="41210" x="10783888" y="3598863"/>
          <p14:tracePt t="41229" x="10820400" y="3592513"/>
          <p14:tracePt t="41244" x="10871200" y="3584575"/>
          <p14:tracePt t="41261" x="10922000" y="3578225"/>
          <p14:tracePt t="41280" x="10987088" y="3570288"/>
          <p14:tracePt t="41294" x="11031538" y="3548063"/>
          <p14:tracePt t="41311" x="11096625" y="3533775"/>
          <p14:tracePt t="41328" x="11198225" y="3476625"/>
          <p14:tracePt t="41345" x="11269663" y="3432175"/>
          <p14:tracePt t="41360" x="11320463" y="3381375"/>
          <p14:tracePt t="41377" x="11371263" y="3324225"/>
          <p14:tracePt t="41394" x="11393488" y="3273425"/>
          <p14:tracePt t="41411" x="11415713" y="3222625"/>
          <p14:tracePt t="41427" x="11415713" y="3171825"/>
          <p14:tracePt t="41445" x="11415713" y="3106738"/>
          <p14:tracePt t="41460" x="11415713" y="3055938"/>
          <p14:tracePt t="41479" x="11407775" y="2989263"/>
          <p14:tracePt t="41495" x="11364913" y="2924175"/>
          <p14:tracePt t="41511" x="11336338" y="2867025"/>
          <p14:tracePt t="41528" x="11314113" y="2836863"/>
          <p14:tracePt t="41544" x="11255375" y="2794000"/>
          <p14:tracePt t="41560" x="11168063" y="2771775"/>
          <p14:tracePt t="41577" x="11082338" y="2743200"/>
          <p14:tracePt t="41584" x="11015663" y="2720975"/>
          <p14:tracePt t="41594" x="10936288" y="2700338"/>
          <p14:tracePt t="41610" x="10783888" y="2663825"/>
          <p14:tracePt t="41627" x="10653713" y="2649538"/>
          <p14:tracePt t="41645" x="10529888" y="2605088"/>
          <p14:tracePt t="41660" x="10414000" y="2582863"/>
          <p14:tracePt t="41677" x="10326688" y="2576513"/>
          <p14:tracePt t="41694" x="10218738" y="2568575"/>
          <p14:tracePt t="41711" x="10117138" y="2568575"/>
          <p14:tracePt t="41728" x="9971088" y="2568575"/>
          <p14:tracePt t="41744" x="9913938" y="2568575"/>
          <p14:tracePt t="41760" x="9832975" y="2568575"/>
          <p14:tracePt t="41777" x="9775825" y="2568575"/>
          <p14:tracePt t="41793" x="9710738" y="2568575"/>
          <p14:tracePt t="41810" x="9652000" y="2568575"/>
          <p14:tracePt t="41827" x="9586913" y="2568575"/>
          <p14:tracePt t="41843" x="9536113" y="2568575"/>
          <p14:tracePt t="41860" x="9485313" y="2568575"/>
          <p14:tracePt t="41877" x="9434513" y="2590800"/>
          <p14:tracePt t="41893" x="9383713" y="2598738"/>
          <p14:tracePt t="41910" x="9324975" y="2598738"/>
          <p14:tracePt t="41927" x="9282113" y="2613025"/>
          <p14:tracePt t="41943" x="9237663" y="2619375"/>
          <p14:tracePt t="41960" x="9202738" y="2627313"/>
          <p14:tracePt t="41977" x="9158288" y="2649538"/>
          <p14:tracePt t="41993" x="9121775" y="2655888"/>
          <p14:tracePt t="42010" x="9093200" y="2670175"/>
          <p14:tracePt t="42027" x="9064625" y="2678113"/>
          <p14:tracePt t="42044" x="9034463" y="2692400"/>
          <p14:tracePt t="42060" x="9013825" y="2706688"/>
          <p14:tracePt t="42077" x="8977313" y="2728913"/>
          <p14:tracePt t="42093" x="8940800" y="2735263"/>
          <p14:tracePt t="42110" x="8918575" y="2751138"/>
          <p14:tracePt t="42127" x="8875713" y="2771775"/>
          <p14:tracePt t="42144" x="8847138" y="2786063"/>
          <p14:tracePt t="42160" x="8824913" y="2801938"/>
          <p14:tracePt t="42177" x="8802688" y="2816225"/>
          <p14:tracePt t="42194" x="8780463" y="2822575"/>
          <p14:tracePt t="42210" x="8759825" y="2852738"/>
          <p14:tracePt t="42227" x="8745538" y="2867025"/>
          <p14:tracePt t="42244" x="8729663" y="2881313"/>
          <p14:tracePt t="42260" x="8709025" y="2909888"/>
          <p14:tracePt t="42277" x="8701088" y="2924175"/>
          <p14:tracePt t="42293" x="8686800" y="2946400"/>
          <p14:tracePt t="42310" x="8678863" y="2960688"/>
          <p14:tracePt t="42327" x="8664575" y="2982913"/>
          <p14:tracePt t="42344" x="8650288" y="3025775"/>
          <p14:tracePt t="42360" x="8650288" y="3048000"/>
          <p14:tracePt t="42377" x="8628063" y="3084513"/>
          <p14:tracePt t="42394" x="8628063" y="3098800"/>
          <p14:tracePt t="42410" x="8628063" y="3113088"/>
          <p14:tracePt t="42427" x="8621713" y="3135313"/>
          <p14:tracePt t="42444" x="8621713" y="3163888"/>
          <p14:tracePt t="42460" x="8621713" y="3208338"/>
          <p14:tracePt t="42477" x="8621713" y="3236913"/>
          <p14:tracePt t="42494" x="8621713" y="3259138"/>
          <p14:tracePt t="42510" x="8621713" y="3279775"/>
          <p14:tracePt t="42527" x="8621713" y="3302000"/>
          <p14:tracePt t="42544" x="8621713" y="3330575"/>
          <p14:tracePt t="42560" x="8636000" y="3367088"/>
          <p14:tracePt t="42577" x="8650288" y="3403600"/>
          <p14:tracePt t="42594" x="8672513" y="3432175"/>
          <p14:tracePt t="42610" x="8686800" y="3454400"/>
          <p14:tracePt t="42627" x="8694738" y="3476625"/>
          <p14:tracePt t="42644" x="8701088" y="3490913"/>
          <p14:tracePt t="42660" x="8723313" y="3519488"/>
          <p14:tracePt t="42677" x="8751888" y="3548063"/>
          <p14:tracePt t="42694" x="8774113" y="3578225"/>
          <p14:tracePt t="42710" x="8802688" y="3598863"/>
          <p14:tracePt t="42727" x="8816975" y="3598863"/>
          <p14:tracePt t="42744" x="8861425" y="3621088"/>
          <p14:tracePt t="42760" x="8890000" y="3629025"/>
          <p14:tracePt t="42777" x="8918575" y="3629025"/>
          <p14:tracePt t="42794" x="8932863" y="3635375"/>
          <p14:tracePt t="42810" x="8948738" y="3635375"/>
          <p14:tracePt t="42827" x="8969375" y="3643313"/>
          <p14:tracePt t="42844" x="8977313" y="3643313"/>
          <p14:tracePt t="42860" x="8991600" y="3643313"/>
          <p14:tracePt t="42877" x="9013825" y="3643313"/>
          <p14:tracePt t="42894" x="9028113" y="3643313"/>
          <p14:tracePt t="42910" x="9034463" y="3643313"/>
          <p14:tracePt t="42927" x="9056688" y="3643313"/>
          <p14:tracePt t="42944" x="9078913" y="3643313"/>
          <p14:tracePt t="42960" x="9085263" y="3643313"/>
          <p14:tracePt t="42977" x="9101138" y="3643313"/>
          <p14:tracePt t="42994" x="9115425" y="3643313"/>
          <p14:tracePt t="43010" x="9121775" y="3643313"/>
          <p14:tracePt t="43027" x="9136063" y="3643313"/>
          <p14:tracePt t="43044" x="9158288" y="3643313"/>
          <p14:tracePt t="43061" x="9166225" y="3643313"/>
          <p14:tracePt t="43077" x="9180513" y="3643313"/>
          <p14:tracePt t="43094" x="9194800" y="3643313"/>
          <p14:tracePt t="43110" x="9202738" y="3643313"/>
          <p14:tracePt t="43127" x="9209088" y="3643313"/>
          <p14:tracePt t="43144" x="9223375" y="3643313"/>
          <p14:tracePt t="43160" x="9231313" y="3635375"/>
          <p14:tracePt t="43177" x="9245600" y="3635375"/>
          <p14:tracePt t="43194" x="9253538" y="3635375"/>
          <p14:tracePt t="43211" x="9259888" y="3635375"/>
          <p14:tracePt t="43227" x="9274175" y="3635375"/>
          <p14:tracePt t="43244" x="9282113" y="3635375"/>
          <p14:tracePt t="43261" x="9304338" y="3635375"/>
          <p14:tracePt t="43277" x="9324975" y="3635375"/>
          <p14:tracePt t="43294" x="9355138" y="3635375"/>
          <p14:tracePt t="43311" x="9375775" y="3635375"/>
          <p14:tracePt t="43327" x="9426575" y="3629025"/>
          <p14:tracePt t="43344" x="9456738" y="3621088"/>
          <p14:tracePt t="43360" x="9499600" y="3614738"/>
          <p14:tracePt t="43377" x="9536113" y="3614738"/>
          <p14:tracePt t="43394" x="9578975" y="3614738"/>
          <p14:tracePt t="43411" x="9601200" y="3598863"/>
          <p14:tracePt t="43427" x="9623425" y="3598863"/>
          <p14:tracePt t="43444" x="9652000" y="3598863"/>
          <p14:tracePt t="43461" x="9659938" y="3598863"/>
          <p14:tracePt t="43477" x="9688513" y="3592513"/>
          <p14:tracePt t="43494" x="9717088" y="3584575"/>
          <p14:tracePt t="43511" x="9731375" y="3584575"/>
          <p14:tracePt t="43527" x="9767888" y="3578225"/>
          <p14:tracePt t="43544" x="9782175" y="3578225"/>
          <p14:tracePt t="43561" x="9826625" y="3578225"/>
          <p14:tracePt t="43577" x="9863138" y="3578225"/>
          <p14:tracePt t="43594" x="9913938" y="3578225"/>
          <p14:tracePt t="43611" x="9934575" y="3578225"/>
          <p14:tracePt t="43627" x="9956800" y="3578225"/>
          <p14:tracePt t="43644" x="9979025" y="3578225"/>
          <p14:tracePt t="43661" x="9993313" y="3578225"/>
          <p14:tracePt t="43677" x="10015538" y="3578225"/>
          <p14:tracePt t="43694" x="10036175" y="3578225"/>
          <p14:tracePt t="43711" x="10050463" y="3578225"/>
          <p14:tracePt t="43727" x="10072688" y="3578225"/>
          <p14:tracePt t="43744" x="10080625" y="3578225"/>
          <p14:tracePt t="43761" x="10094913" y="3578225"/>
          <p14:tracePt t="43777" x="10109200" y="3578225"/>
          <p14:tracePt t="43794" x="10123488" y="3578225"/>
          <p14:tracePt t="43811" x="10131425" y="3578225"/>
          <p14:tracePt t="43827" x="10137775" y="3578225"/>
          <p14:tracePt t="43844" x="10160000" y="3578225"/>
          <p14:tracePt t="43861" x="10174288" y="3578225"/>
          <p14:tracePt t="43877" x="10188575" y="3578225"/>
          <p14:tracePt t="43894" x="10210800" y="3578225"/>
          <p14:tracePt t="43911" x="10218738" y="3578225"/>
          <p14:tracePt t="43927" x="10233025" y="3578225"/>
          <p14:tracePt t="43944" x="10239375" y="3578225"/>
          <p14:tracePt t="43961" x="10253663" y="3578225"/>
          <p14:tracePt t="43977" x="10261600" y="3578225"/>
          <p14:tracePt t="43994" x="10269538" y="3578225"/>
          <p14:tracePt t="44011" x="10290175" y="3578225"/>
          <p14:tracePt t="44027" x="10304463" y="3578225"/>
          <p14:tracePt t="44044" x="10326688" y="3578225"/>
          <p14:tracePt t="44061" x="10348913" y="3578225"/>
          <p14:tracePt t="44077" x="10377488" y="3578225"/>
          <p14:tracePt t="44080" x="10391775" y="3578225"/>
          <p14:tracePt t="44094" x="10399713" y="3578225"/>
          <p14:tracePt t="44111" x="10442575" y="3578225"/>
          <p14:tracePt t="44128" x="10464800" y="3578225"/>
          <p14:tracePt t="44144" x="10493375" y="3578225"/>
          <p14:tracePt t="44161" x="10523538" y="3578225"/>
          <p14:tracePt t="44178" x="10544175" y="3578225"/>
          <p14:tracePt t="44194" x="10574338" y="3578225"/>
          <p14:tracePt t="44211" x="10594975" y="3578225"/>
          <p14:tracePt t="44227" x="10609263" y="3578225"/>
          <p14:tracePt t="44244" x="10631488" y="3578225"/>
          <p14:tracePt t="44261" x="10645775" y="3578225"/>
          <p14:tracePt t="44278" x="10668000" y="3570288"/>
          <p14:tracePt t="44294" x="10675938" y="3570288"/>
          <p14:tracePt t="44311" x="10704513" y="3563938"/>
          <p14:tracePt t="44328" x="10741025" y="3556000"/>
          <p14:tracePt t="44344" x="10761663" y="3556000"/>
          <p14:tracePt t="44361" x="10777538" y="3556000"/>
          <p14:tracePt t="44378" x="10806113" y="3556000"/>
          <p14:tracePt t="44394" x="10834688" y="3556000"/>
          <p14:tracePt t="44411" x="10863263" y="3548063"/>
          <p14:tracePt t="44427" x="10885488" y="3548063"/>
          <p14:tracePt t="44444" x="10907713" y="3541713"/>
          <p14:tracePt t="44461" x="10929938" y="3541713"/>
          <p14:tracePt t="44478" x="10944225" y="3541713"/>
          <p14:tracePt t="44494" x="10964863" y="3541713"/>
          <p14:tracePt t="44511" x="10980738" y="3533775"/>
          <p14:tracePt t="44528" x="11009313" y="3533775"/>
          <p14:tracePt t="44544" x="11037888" y="3527425"/>
          <p14:tracePt t="44561" x="11052175" y="3527425"/>
          <p14:tracePt t="44578" x="11060113" y="3519488"/>
          <p14:tracePt t="44608" x="11066463" y="3519488"/>
          <p14:tracePt t="44624" x="11082338" y="3513138"/>
          <p14:tracePt t="44696" x="11088688" y="3505200"/>
          <p14:tracePt t="44704" x="11088688" y="3497263"/>
          <p14:tracePt t="44713" x="11088688" y="3490913"/>
          <p14:tracePt t="44729" x="11088688" y="3446463"/>
          <p14:tracePt t="44745" x="11088688" y="3389313"/>
          <p14:tracePt t="44761" x="11088688" y="3324225"/>
          <p14:tracePt t="44778" x="11088688" y="3251200"/>
          <p14:tracePt t="44794" x="11015663" y="3121025"/>
          <p14:tracePt t="44811" x="10929938" y="2982913"/>
          <p14:tracePt t="44828" x="10828338" y="2844800"/>
          <p14:tracePt t="44845" x="10755313" y="2779713"/>
          <p14:tracePt t="44861" x="10718800" y="2743200"/>
          <p14:tracePt t="44878" x="10682288" y="2728913"/>
          <p14:tracePt t="44895" x="10639425" y="2714625"/>
          <p14:tracePt t="44912" x="10493375" y="2678113"/>
          <p14:tracePt t="44928" x="10414000" y="2663825"/>
          <p14:tracePt t="44946" x="10334625" y="2655888"/>
          <p14:tracePt t="44962" x="10239375" y="2655888"/>
          <p14:tracePt t="44978" x="10123488" y="2655888"/>
          <p14:tracePt t="44995" x="10015538" y="2655888"/>
          <p14:tracePt t="45012" x="9928225" y="2655888"/>
          <p14:tracePt t="45028" x="9877425" y="2655888"/>
          <p14:tracePt t="45045" x="9826625" y="2670175"/>
          <p14:tracePt t="45062" x="9782175" y="2684463"/>
          <p14:tracePt t="45078" x="9739313" y="2706688"/>
          <p14:tracePt t="45086" x="9710738" y="2720975"/>
          <p14:tracePt t="45095" x="9688513" y="2728913"/>
          <p14:tracePt t="45112" x="9586913" y="2771775"/>
          <p14:tracePt t="45129" x="9528175" y="2786063"/>
          <p14:tracePt t="45146" x="9477375" y="2816225"/>
          <p14:tracePt t="45162" x="9412288" y="2844800"/>
          <p14:tracePt t="45178" x="9369425" y="2859088"/>
          <p14:tracePt t="45196" x="9332913" y="2887663"/>
          <p14:tracePt t="45212" x="9304338" y="2895600"/>
          <p14:tracePt t="45229" x="9282113" y="2903538"/>
          <p14:tracePt t="45245" x="9245600" y="2909888"/>
          <p14:tracePt t="45262" x="9217025" y="2917825"/>
          <p14:tracePt t="45280" x="9186863" y="2924175"/>
          <p14:tracePt t="45296" x="9158288" y="2924175"/>
          <p14:tracePt t="45312" x="9144000" y="2924175"/>
          <p14:tracePt t="45329" x="9107488" y="2932113"/>
          <p14:tracePt t="45345" x="9085263" y="2938463"/>
          <p14:tracePt t="45362" x="9050338" y="2938463"/>
          <p14:tracePt t="45379" x="9028113" y="2938463"/>
          <p14:tracePt t="45395" x="8999538" y="2954338"/>
          <p14:tracePt t="45412" x="8977313" y="2954338"/>
          <p14:tracePt t="45428" x="8955088" y="2954338"/>
          <p14:tracePt t="45446" x="8940800" y="2960688"/>
          <p14:tracePt t="45463" x="8932863" y="2960688"/>
          <p14:tracePt t="45479" x="8926513" y="2960688"/>
          <p14:tracePt t="45497" x="8912225" y="2968625"/>
          <p14:tracePt t="45512" x="8890000" y="2974975"/>
          <p14:tracePt t="45528" x="8882063" y="2982913"/>
          <p14:tracePt t="45548" x="8867775" y="2989263"/>
          <p14:tracePt t="45562" x="8861425" y="3005138"/>
          <p14:tracePt t="45579" x="8831263" y="3025775"/>
          <p14:tracePt t="45586" x="8824913" y="3040063"/>
          <p14:tracePt t="45596" x="8816975" y="3040063"/>
          <p14:tracePt t="45612" x="8796338" y="3070225"/>
          <p14:tracePt t="45629" x="8788400" y="3090863"/>
          <p14:tracePt t="45646" x="8774113" y="3135313"/>
          <p14:tracePt t="45662" x="8759825" y="3163888"/>
          <p14:tracePt t="45679" x="8751888" y="3208338"/>
          <p14:tracePt t="45696" x="8745538" y="3265488"/>
          <p14:tracePt t="45731" x="8737600" y="3302000"/>
          <p14:tracePt t="45745" x="8737600" y="3324225"/>
          <p14:tracePt t="45762" x="8745538" y="3338513"/>
          <p14:tracePt t="45778" x="8759825" y="3360738"/>
          <p14:tracePt t="45795" x="8774113" y="3375025"/>
          <p14:tracePt t="45812" x="8796338" y="3389313"/>
          <p14:tracePt t="45829" x="8839200" y="3403600"/>
          <p14:tracePt t="45845" x="8890000" y="3425825"/>
          <p14:tracePt t="45862" x="8955088" y="3440113"/>
          <p14:tracePt t="45878" x="8999538" y="3454400"/>
          <p14:tracePt t="45895" x="9034463" y="3462338"/>
          <p14:tracePt t="45912" x="9056688" y="3476625"/>
          <p14:tracePt t="45929" x="9064625" y="3482975"/>
          <p14:tracePt t="45945" x="9078913" y="3490913"/>
          <p14:tracePt t="45962" x="9093200" y="3490913"/>
          <p14:tracePt t="45979" x="9115425" y="3505200"/>
          <p14:tracePt t="45995" x="9121775" y="3513138"/>
          <p14:tracePt t="46029" x="9129713" y="3513138"/>
          <p14:tracePt t="46061" x="9136063" y="3519488"/>
          <p14:tracePt t="46198" x="9107488" y="3527425"/>
          <p14:tracePt t="46204" x="9085263" y="3527425"/>
          <p14:tracePt t="46212" x="9056688" y="3527425"/>
          <p14:tracePt t="46229" x="8983663" y="3541713"/>
          <p14:tracePt t="46245" x="8912225" y="3541713"/>
          <p14:tracePt t="46262" x="8847138" y="3541713"/>
          <p14:tracePt t="46279" x="8796338" y="3541713"/>
          <p14:tracePt t="46296" x="8678863" y="3513138"/>
          <p14:tracePt t="46312" x="8607425" y="3482975"/>
          <p14:tracePt t="46329" x="8562975" y="3462338"/>
          <p14:tracePt t="46345" x="8534400" y="3440113"/>
          <p14:tracePt t="46362" x="8520113" y="3432175"/>
          <p14:tracePt t="46378" x="8520113" y="3425825"/>
          <p14:tracePt t="46411" x="8520113" y="3417888"/>
          <p14:tracePt t="46595" x="8497888" y="3417888"/>
          <p14:tracePt t="46607" x="8469313" y="3417888"/>
          <p14:tracePt t="46614" x="8424863" y="3417888"/>
          <p14:tracePt t="46629" x="8345488" y="3432175"/>
          <p14:tracePt t="46645" x="8258175" y="3440113"/>
          <p14:tracePt t="46662" x="8164513" y="3446463"/>
          <p14:tracePt t="46678" x="8077200" y="3462338"/>
          <p14:tracePt t="46695" x="7902575" y="3462338"/>
          <p14:tracePt t="46712" x="7794625" y="3462338"/>
          <p14:tracePt t="46731" x="7707313" y="3462338"/>
          <p14:tracePt t="46746" x="7634288" y="3462338"/>
          <p14:tracePt t="46763" x="7583488" y="3462338"/>
          <p14:tracePt t="46779" x="7532688" y="3462338"/>
          <p14:tracePt t="46798" x="7475538" y="3440113"/>
          <p14:tracePt t="46812" x="7445375" y="3417888"/>
          <p14:tracePt t="46829" x="7424738" y="3403600"/>
          <p14:tracePt t="46846" x="7402513" y="3395663"/>
          <p14:tracePt t="46862" x="7394575" y="3389313"/>
          <p14:tracePt t="46880" x="7380288" y="3367088"/>
          <p14:tracePt t="46896" x="7373938" y="3352800"/>
          <p14:tracePt t="46912" x="7373938" y="3330575"/>
          <p14:tracePt t="46929" x="7373938" y="3294063"/>
          <p14:tracePt t="46948" x="7373938" y="3259138"/>
          <p14:tracePt t="46962" x="7373938" y="3214688"/>
          <p14:tracePt t="46979" x="7394575" y="3163888"/>
          <p14:tracePt t="46996" x="7416800" y="3127375"/>
          <p14:tracePt t="47012" x="7467600" y="3084513"/>
          <p14:tracePt t="47030" x="7518400" y="3048000"/>
          <p14:tracePt t="47046" x="7577138" y="3025775"/>
          <p14:tracePt t="47062" x="7597775" y="3019425"/>
          <p14:tracePt t="47079" x="7642225" y="2997200"/>
          <p14:tracePt t="47085" x="7656513" y="2989263"/>
          <p14:tracePt t="47097" x="7707313" y="2982913"/>
          <p14:tracePt t="47112" x="7743825" y="2968625"/>
          <p14:tracePt t="47129" x="7823200" y="2968625"/>
          <p14:tracePt t="47146" x="7910513" y="2960688"/>
          <p14:tracePt t="47162" x="8048625" y="2960688"/>
          <p14:tracePt t="47179" x="8243888" y="2960688"/>
          <p14:tracePt t="47198" x="8389938" y="2960688"/>
          <p14:tracePt t="47212" x="8469313" y="2960688"/>
          <p14:tracePt t="47229" x="8520113" y="2960688"/>
          <p14:tracePt t="47246" x="8556625" y="2960688"/>
          <p14:tracePt t="47262" x="8593138" y="2960688"/>
          <p14:tracePt t="47279" x="8621713" y="2960688"/>
          <p14:tracePt t="47297" x="8678863" y="2960688"/>
          <p14:tracePt t="47312" x="8715375" y="2960688"/>
          <p14:tracePt t="47329" x="8751888" y="2974975"/>
          <p14:tracePt t="47346" x="8788400" y="2997200"/>
          <p14:tracePt t="47362" x="8824913" y="3019425"/>
          <p14:tracePt t="47379" x="8867775" y="3033713"/>
          <p14:tracePt t="47395" x="8882063" y="3048000"/>
          <p14:tracePt t="47412" x="8890000" y="3055938"/>
          <p14:tracePt t="47429" x="8890000" y="3076575"/>
          <p14:tracePt t="47445" x="8897938" y="3121025"/>
          <p14:tracePt t="47462" x="8904288" y="3171825"/>
          <p14:tracePt t="47478" x="8904288" y="3214688"/>
          <p14:tracePt t="47495" x="8904288" y="3287713"/>
          <p14:tracePt t="47512" x="8904288" y="3316288"/>
          <p14:tracePt t="47529" x="8904288" y="3338513"/>
          <p14:tracePt t="47545" x="8912225" y="3367088"/>
          <p14:tracePt t="47562" x="8912225" y="3375025"/>
          <p14:tracePt t="47579" x="8912225" y="3395663"/>
          <p14:tracePt t="47595" x="8890000" y="3417888"/>
          <p14:tracePt t="47612" x="8882063" y="3432175"/>
          <p14:tracePt t="47629" x="8867775" y="3446463"/>
          <p14:tracePt t="47645" x="8861425" y="3454400"/>
          <p14:tracePt t="47662" x="8847138" y="3468688"/>
          <p14:tracePt t="47679" x="8831263" y="3476625"/>
          <p14:tracePt t="47695" x="8824913" y="3482975"/>
          <p14:tracePt t="47712" x="8810625" y="3490913"/>
          <p14:tracePt t="47729" x="8796338" y="3490913"/>
          <p14:tracePt t="47746" x="8780463" y="3497263"/>
          <p14:tracePt t="47762" x="8751888" y="3505200"/>
          <p14:tracePt t="47779" x="8723313" y="3513138"/>
          <p14:tracePt t="47795" x="8701088" y="3513138"/>
          <p14:tracePt t="47812" x="8658225" y="3519488"/>
          <p14:tracePt t="47829" x="8628063" y="3519488"/>
          <p14:tracePt t="47846" x="8593138" y="3519488"/>
          <p14:tracePt t="47862" x="8542338" y="3527425"/>
          <p14:tracePt t="47879" x="8497888" y="3527425"/>
          <p14:tracePt t="47895" x="8440738" y="3527425"/>
          <p14:tracePt t="47912" x="8418513" y="3527425"/>
          <p14:tracePt t="47929" x="8404225" y="3527425"/>
          <p14:tracePt t="47946" x="8382000" y="3527425"/>
          <p14:tracePt t="47962" x="8359775" y="3527425"/>
          <p14:tracePt t="47979" x="8331200" y="3527425"/>
          <p14:tracePt t="47995" x="8308975" y="3527425"/>
          <p14:tracePt t="48012" x="8288338" y="3527425"/>
          <p14:tracePt t="48029" x="8266113" y="3527425"/>
          <p14:tracePt t="48046" x="8237538" y="3527425"/>
          <p14:tracePt t="48062" x="8207375" y="3527425"/>
          <p14:tracePt t="48079" x="8170863" y="3527425"/>
          <p14:tracePt t="48082" x="8164513" y="3527425"/>
          <p14:tracePt t="48095" x="8142288" y="3527425"/>
          <p14:tracePt t="48113" x="8120063" y="3527425"/>
          <p14:tracePt t="48129" x="8099425" y="3527425"/>
          <p14:tracePt t="48148" x="8077200" y="3527425"/>
          <p14:tracePt t="48163" x="8054975" y="3527425"/>
          <p14:tracePt t="48179" x="8026400" y="3527425"/>
          <p14:tracePt t="48198" x="7997825" y="3527425"/>
          <p14:tracePt t="48213" x="7975600" y="3527425"/>
          <p14:tracePt t="48229" x="7947025" y="3527425"/>
          <p14:tracePt t="48247" x="7916863" y="3527425"/>
          <p14:tracePt t="48263" x="7881938" y="3527425"/>
          <p14:tracePt t="48280" x="7845425" y="3527425"/>
          <p14:tracePt t="48296" x="7808913" y="3527425"/>
          <p14:tracePt t="48313" x="7750175" y="3527425"/>
          <p14:tracePt t="48330" x="7713663" y="3527425"/>
          <p14:tracePt t="48346" x="7685088" y="3527425"/>
          <p14:tracePt t="48362" x="7648575" y="3527425"/>
          <p14:tracePt t="48380" x="7627938" y="3527425"/>
          <p14:tracePt t="48396" x="7612063" y="3519488"/>
          <p14:tracePt t="48414" x="7597775" y="3513138"/>
          <p14:tracePt t="48446" x="7591425" y="3513138"/>
          <p14:tracePt t="48462" x="7577138" y="3505200"/>
          <p14:tracePt t="48479" x="7554913" y="3497263"/>
          <p14:tracePt t="48496" x="7540625" y="3490913"/>
          <p14:tracePt t="48529" x="7532688" y="3490913"/>
          <p14:tracePt t="48546" x="7518400" y="3482975"/>
          <p14:tracePt t="48563" x="7510463" y="3476625"/>
          <p14:tracePt t="48580" x="7504113" y="3468688"/>
          <p14:tracePt t="48596" x="7496175" y="3468688"/>
          <p14:tracePt t="48613" x="7489825" y="3462338"/>
          <p14:tracePt t="48644" x="7475538" y="3454400"/>
          <p14:tracePt t="48671" x="7475538" y="3446463"/>
          <p14:tracePt t="48685" x="7467600" y="3446463"/>
          <p14:tracePt t="48692" x="7467600" y="3432175"/>
          <p14:tracePt t="48701" x="7467600" y="3425825"/>
          <p14:tracePt t="48712" x="7467600" y="3403600"/>
          <p14:tracePt t="48729" x="7467600" y="3375025"/>
          <p14:tracePt t="48746" x="7467600" y="3352800"/>
          <p14:tracePt t="48762" x="7467600" y="3324225"/>
          <p14:tracePt t="48779" x="7481888" y="3279775"/>
          <p14:tracePt t="48795" x="7504113" y="3236913"/>
          <p14:tracePt t="48812" x="7526338" y="3214688"/>
          <p14:tracePt t="48829" x="7554913" y="3178175"/>
          <p14:tracePt t="48846" x="7620000" y="3149600"/>
          <p14:tracePt t="48862" x="7662863" y="3121025"/>
          <p14:tracePt t="48879" x="7699375" y="3113088"/>
          <p14:tracePt t="48896" x="7764463" y="3084513"/>
          <p14:tracePt t="48913" x="7808913" y="3062288"/>
          <p14:tracePt t="48929" x="7874000" y="3040063"/>
          <p14:tracePt t="48946" x="7916863" y="3025775"/>
          <p14:tracePt t="48962" x="7989888" y="3005138"/>
          <p14:tracePt t="48979" x="8048625" y="2997200"/>
          <p14:tracePt t="48996" x="8105775" y="2997200"/>
          <p14:tracePt t="49012" x="8156575" y="2989263"/>
          <p14:tracePt t="49029" x="8193088" y="2989263"/>
          <p14:tracePt t="49046" x="8243888" y="2989263"/>
          <p14:tracePt t="49062" x="8302625" y="2989263"/>
          <p14:tracePt t="49079" x="8374063" y="2989263"/>
          <p14:tracePt t="49080" x="8396288" y="2989263"/>
          <p14:tracePt t="49096" x="8424863" y="2989263"/>
          <p14:tracePt t="49112" x="8447088" y="2989263"/>
          <p14:tracePt t="49129" x="8469313" y="2989263"/>
          <p14:tracePt t="49146" x="8491538" y="2989263"/>
          <p14:tracePt t="49163" x="8526463" y="2989263"/>
          <p14:tracePt t="49179" x="8570913" y="2997200"/>
          <p14:tracePt t="49196" x="8585200" y="3005138"/>
          <p14:tracePt t="49213" x="8599488" y="3005138"/>
          <p14:tracePt t="49229" x="8613775" y="3019425"/>
          <p14:tracePt t="49246" x="8643938" y="3033713"/>
          <p14:tracePt t="49263" x="8678863" y="3055938"/>
          <p14:tracePt t="49279" x="8715375" y="3076575"/>
          <p14:tracePt t="49296" x="8729663" y="3090863"/>
          <p14:tracePt t="49313" x="8737600" y="3098800"/>
          <p14:tracePt t="49329" x="8751888" y="3106738"/>
          <p14:tracePt t="49346" x="8751888" y="3121025"/>
          <p14:tracePt t="49362" x="8759825" y="3141663"/>
          <p14:tracePt t="49379" x="8766175" y="3163888"/>
          <p14:tracePt t="49396" x="8774113" y="3192463"/>
          <p14:tracePt t="49413" x="8780463" y="3222625"/>
          <p14:tracePt t="49429" x="8788400" y="3251200"/>
          <p14:tracePt t="49447" x="8788400" y="3279775"/>
          <p14:tracePt t="49463" x="8788400" y="3294063"/>
          <p14:tracePt t="49480" x="8788400" y="3324225"/>
          <p14:tracePt t="49496" x="8788400" y="3338513"/>
          <p14:tracePt t="49513" x="8788400" y="3352800"/>
          <p14:tracePt t="49529" x="8788400" y="3367088"/>
          <p14:tracePt t="49546" x="8788400" y="3395663"/>
          <p14:tracePt t="49563" x="8780463" y="3417888"/>
          <p14:tracePt t="49579" x="8766175" y="3432175"/>
          <p14:tracePt t="49597" x="8759825" y="3446463"/>
          <p14:tracePt t="49613" x="8745538" y="3454400"/>
          <p14:tracePt t="49629" x="8729663" y="3468688"/>
          <p14:tracePt t="49647" x="8715375" y="3476625"/>
          <p14:tracePt t="49663" x="8701088" y="3482975"/>
          <p14:tracePt t="49680" x="8678863" y="3490913"/>
          <p14:tracePt t="49697" x="8658225" y="3497263"/>
          <p14:tracePt t="49713" x="8628063" y="3505200"/>
          <p14:tracePt t="49729" x="8607425" y="3505200"/>
          <p14:tracePt t="49747" x="8577263" y="3513138"/>
          <p14:tracePt t="49763" x="8542338" y="3519488"/>
          <p14:tracePt t="49779" x="8520113" y="3519488"/>
          <p14:tracePt t="49796" x="8505825" y="3519488"/>
          <p14:tracePt t="49813" x="8483600" y="3527425"/>
          <p14:tracePt t="49829" x="8461375" y="3527425"/>
          <p14:tracePt t="49846" x="8447088" y="3527425"/>
          <p14:tracePt t="49863" x="8424863" y="3527425"/>
          <p14:tracePt t="49880" x="8410575" y="3527425"/>
          <p14:tracePt t="49896" x="8396288" y="3527425"/>
          <p14:tracePt t="49913" x="8389938" y="3527425"/>
          <p14:tracePt t="49930" x="8374063" y="3527425"/>
          <p14:tracePt t="49963" x="8367713" y="3533775"/>
          <p14:tracePt t="49979" x="8359775" y="3533775"/>
          <p14:tracePt t="49996" x="8353425" y="3533775"/>
          <p14:tracePt t="50013" x="8339138" y="3533775"/>
          <p14:tracePt t="50029" x="8331200" y="3533775"/>
          <p14:tracePt t="50046" x="8316913" y="3533775"/>
          <p14:tracePt t="50063" x="8308975" y="3533775"/>
          <p14:tracePt t="50079" x="8288338" y="3533775"/>
          <p14:tracePt t="50096" x="8266113" y="3533775"/>
          <p14:tracePt t="50113" x="8251825" y="3533775"/>
          <p14:tracePt t="50129" x="8237538" y="3533775"/>
          <p14:tracePt t="50146" x="8215313" y="3533775"/>
          <p14:tracePt t="50163" x="8186738" y="3533775"/>
          <p14:tracePt t="50181" x="8150225" y="3533775"/>
          <p14:tracePt t="50196" x="8120063" y="3533775"/>
          <p14:tracePt t="50213" x="8099425" y="3533775"/>
          <p14:tracePt t="50230" x="8048625" y="3533775"/>
          <p14:tracePt t="50246" x="8004175" y="3533775"/>
          <p14:tracePt t="50263" x="7947025" y="3533775"/>
          <p14:tracePt t="50280" x="7924800" y="3533775"/>
          <p14:tracePt t="50297" x="7888288" y="3533775"/>
          <p14:tracePt t="50313" x="7851775" y="3527425"/>
          <p14:tracePt t="50330" x="7823200" y="3527425"/>
          <p14:tracePt t="50346" x="7800975" y="3527425"/>
          <p14:tracePt t="50363" x="7772400" y="3513138"/>
          <p14:tracePt t="50379" x="7750175" y="3505200"/>
          <p14:tracePt t="50396" x="7729538" y="3505200"/>
          <p14:tracePt t="50413" x="7699375" y="3505200"/>
          <p14:tracePt t="50430" x="7678738" y="3497263"/>
          <p14:tracePt t="50447" x="7648575" y="3490913"/>
          <p14:tracePt t="50463" x="7642225" y="3490913"/>
          <p14:tracePt t="50480" x="7627938" y="3490913"/>
          <p14:tracePt t="50513" x="7620000" y="3482975"/>
          <p14:tracePt t="50530" x="7612063" y="3482975"/>
          <p14:tracePt t="51070" x="7620000" y="3482975"/>
          <p14:tracePt t="51078" x="7627938" y="3490913"/>
          <p14:tracePt t="51086" x="7656513" y="3490913"/>
          <p14:tracePt t="51097" x="7699375" y="3519488"/>
          <p14:tracePt t="51114" x="7750175" y="3527425"/>
          <p14:tracePt t="51130" x="7808913" y="3541713"/>
          <p14:tracePt t="51147" x="7902575" y="3556000"/>
          <p14:tracePt t="51166" x="7989888" y="3563938"/>
          <p14:tracePt t="51182" x="8085138" y="3584575"/>
          <p14:tracePt t="51197" x="8156575" y="3592513"/>
          <p14:tracePt t="51214" x="8207375" y="3598863"/>
          <p14:tracePt t="51230" x="8237538" y="3606800"/>
          <p14:tracePt t="51248" x="8280400" y="3614738"/>
          <p14:tracePt t="51264" x="8345488" y="3621088"/>
          <p14:tracePt t="51280" x="8404225" y="3629025"/>
          <p14:tracePt t="51297" x="8447088" y="3635375"/>
          <p14:tracePt t="51314" x="8475663" y="3635375"/>
          <p14:tracePt t="51330" x="8483600" y="3635375"/>
          <p14:tracePt t="51469" x="8483600" y="3643313"/>
          <p14:tracePt t="51566" x="8483600" y="3649663"/>
          <p14:tracePt t="51596" x="8483600" y="3657600"/>
          <p14:tracePt t="51629" x="8483600" y="3665538"/>
          <p14:tracePt t="51644" x="8491538" y="3665538"/>
          <p14:tracePt t="51673" x="8505825" y="3679825"/>
          <p14:tracePt t="51685" x="8526463" y="3679825"/>
          <p14:tracePt t="51691" x="8534400" y="3679825"/>
          <p14:tracePt t="51702" x="8556625" y="3679825"/>
          <p14:tracePt t="51714" x="8613775" y="3679825"/>
          <p14:tracePt t="51730" x="8672513" y="3679825"/>
          <p14:tracePt t="51747" x="8737600" y="3679825"/>
          <p14:tracePt t="51764" x="8802688" y="3679825"/>
          <p14:tracePt t="51781" x="8847138" y="3679825"/>
          <p14:tracePt t="51797" x="8897938" y="3671888"/>
          <p14:tracePt t="51813" x="8948738" y="3665538"/>
          <p14:tracePt t="51830" x="9005888" y="3649663"/>
          <p14:tracePt t="51846" x="9070975" y="3649663"/>
          <p14:tracePt t="51863" x="9166225" y="3635375"/>
          <p14:tracePt t="51880" x="9217025" y="3621088"/>
          <p14:tracePt t="51897" x="9274175" y="3614738"/>
          <p14:tracePt t="51913" x="9355138" y="3606800"/>
          <p14:tracePt t="51930" x="9448800" y="3598863"/>
          <p14:tracePt t="51947" x="9528175" y="3584575"/>
          <p14:tracePt t="51963" x="9572625" y="3584575"/>
          <p14:tracePt t="51980" x="9629775" y="3584575"/>
          <p14:tracePt t="51997" x="9694863" y="3578225"/>
          <p14:tracePt t="52013" x="9753600" y="3578225"/>
          <p14:tracePt t="52030" x="9812338" y="3578225"/>
          <p14:tracePt t="52047" x="9869488" y="3578225"/>
          <p14:tracePt t="52064" x="9948863" y="3578225"/>
          <p14:tracePt t="52080" x="9993313" y="3578225"/>
          <p14:tracePt t="52097" x="10036175" y="3578225"/>
          <p14:tracePt t="52113" x="10080625" y="3578225"/>
          <p14:tracePt t="52130" x="10137775" y="3578225"/>
          <p14:tracePt t="52147" x="10196513" y="3578225"/>
          <p14:tracePt t="52163" x="10247313" y="3578225"/>
          <p14:tracePt t="52180" x="10283825" y="3578225"/>
          <p14:tracePt t="52197" x="10326688" y="3578225"/>
          <p14:tracePt t="52213" x="10348913" y="3578225"/>
          <p14:tracePt t="52230" x="10377488" y="3578225"/>
          <p14:tracePt t="52247" x="10414000" y="3578225"/>
          <p14:tracePt t="52263" x="10464800" y="3578225"/>
          <p14:tracePt t="52280" x="10487025" y="3584575"/>
          <p14:tracePt t="52297" x="10515600" y="3584575"/>
          <p14:tracePt t="52313" x="10552113" y="3584575"/>
          <p14:tracePt t="52330" x="10566400" y="3592513"/>
          <p14:tracePt t="52347" x="10602913" y="3592513"/>
          <p14:tracePt t="52363" x="10625138" y="3606800"/>
          <p14:tracePt t="52380" x="10653713" y="3606800"/>
          <p14:tracePt t="52397" x="10682288" y="3606800"/>
          <p14:tracePt t="52413" x="10704513" y="3614738"/>
          <p14:tracePt t="52430" x="10726738" y="3614738"/>
          <p14:tracePt t="52447" x="10747375" y="3621088"/>
          <p14:tracePt t="52464" x="10761663" y="3629025"/>
          <p14:tracePt t="52480" x="10783888" y="3635375"/>
          <p14:tracePt t="52497" x="10798175" y="3643313"/>
          <p14:tracePt t="52514" x="10820400" y="3657600"/>
          <p14:tracePt t="52530" x="10834688" y="3665538"/>
          <p14:tracePt t="52547" x="10842625" y="3665538"/>
          <p14:tracePt t="52564" x="10856913" y="3671888"/>
          <p14:tracePt t="52580" x="10871200" y="3686175"/>
          <p14:tracePt t="52597" x="10893425" y="3708400"/>
          <p14:tracePt t="52614" x="10899775" y="3716338"/>
          <p14:tracePt t="52630" x="10907713" y="3722688"/>
          <p14:tracePt t="52647" x="10922000" y="3744913"/>
          <p14:tracePt t="52664" x="10922000" y="3751263"/>
          <p14:tracePt t="52680" x="10929938" y="3767138"/>
          <p14:tracePt t="52697" x="10929938" y="3773488"/>
          <p14:tracePt t="52714" x="10944225" y="3787775"/>
          <p14:tracePt t="52730" x="10944225" y="3802063"/>
          <p14:tracePt t="52747" x="10950575" y="3824288"/>
          <p14:tracePt t="52765" x="10950575" y="3832225"/>
          <p14:tracePt t="52781" x="10950575" y="3838575"/>
          <p14:tracePt t="52797" x="10958513" y="3860800"/>
          <p14:tracePt t="52814" x="10964863" y="3883025"/>
          <p14:tracePt t="52831" x="10972800" y="3903663"/>
          <p14:tracePt t="52849" x="10972800" y="3925888"/>
          <p14:tracePt t="52864" x="10972800" y="3948113"/>
          <p14:tracePt t="52881" x="10980738" y="3954463"/>
          <p14:tracePt t="52899" x="10980738" y="3970338"/>
          <p14:tracePt t="52914" x="10980738" y="3990975"/>
          <p14:tracePt t="52932" x="10987088" y="4013200"/>
          <p14:tracePt t="52947" x="10987088" y="4049713"/>
          <p14:tracePt t="52964" x="10987088" y="4078288"/>
          <p14:tracePt t="52981" x="10987088" y="4100513"/>
          <p14:tracePt t="52998" x="10987088" y="4122738"/>
          <p14:tracePt t="53014" x="10987088" y="4137025"/>
          <p14:tracePt t="53032" x="10987088" y="4173538"/>
          <p14:tracePt t="53048" x="10958513" y="4216400"/>
          <p14:tracePt t="53064" x="10944225" y="4238625"/>
          <p14:tracePt t="53081" x="10922000" y="4259263"/>
          <p14:tracePt t="53088" x="10914063" y="4281488"/>
          <p14:tracePt t="53097" x="10907713" y="4289425"/>
          <p14:tracePt t="53114" x="10871200" y="4318000"/>
          <p14:tracePt t="53131" x="10842625" y="4340225"/>
          <p14:tracePt t="53148" x="10812463" y="4368800"/>
          <p14:tracePt t="53164" x="10777538" y="4391025"/>
          <p14:tracePt t="53183" x="10741025" y="4411663"/>
          <p14:tracePt t="53198" x="10704513" y="4427538"/>
          <p14:tracePt t="53214" x="10639425" y="4456113"/>
          <p14:tracePt t="53231" x="10588625" y="4470400"/>
          <p14:tracePt t="53248" x="10493375" y="4492625"/>
          <p14:tracePt t="53265" x="10436225" y="4506913"/>
          <p14:tracePt t="53281" x="10363200" y="4513263"/>
          <p14:tracePt t="53297" x="10283825" y="4513263"/>
          <p14:tracePt t="53314" x="10202863" y="4513263"/>
          <p14:tracePt t="53331" x="10137775" y="4513263"/>
          <p14:tracePt t="53348" x="10044113" y="4513263"/>
          <p14:tracePt t="53364" x="9979025" y="4513263"/>
          <p14:tracePt t="53381" x="9906000" y="4513263"/>
          <p14:tracePt t="53398" x="9847263" y="4513263"/>
          <p14:tracePt t="53414" x="9790113" y="4513263"/>
          <p14:tracePt t="53432" x="9731375" y="4513263"/>
          <p14:tracePt t="53449" x="9666288" y="4513263"/>
          <p14:tracePt t="53464" x="9623425" y="4513263"/>
          <p14:tracePt t="53481" x="9578975" y="4506913"/>
          <p14:tracePt t="53498" x="9542463" y="4498975"/>
          <p14:tracePt t="53515" x="9513888" y="4484688"/>
          <p14:tracePt t="53531" x="9463088" y="4478338"/>
          <p14:tracePt t="53548" x="9448800" y="4470400"/>
          <p14:tracePt t="53564" x="9426575" y="4470400"/>
          <p14:tracePt t="53582" x="9398000" y="4462463"/>
          <p14:tracePt t="53589" x="9383713" y="4456113"/>
          <p14:tracePt t="53598" x="9369425" y="4456113"/>
          <p14:tracePt t="53615" x="9347200" y="4456113"/>
          <p14:tracePt t="53632" x="9304338" y="4456113"/>
          <p14:tracePt t="53649" x="9282113" y="4448175"/>
          <p14:tracePt t="53664" x="9237663" y="4433888"/>
          <p14:tracePt t="53681" x="9217025" y="4433888"/>
          <p14:tracePt t="53697" x="9186863" y="4427538"/>
          <p14:tracePt t="53714" x="9172575" y="4419600"/>
          <p14:tracePt t="53731" x="9151938" y="4411663"/>
          <p14:tracePt t="53747" x="9129713" y="4405313"/>
          <p14:tracePt t="53764" x="9107488" y="4397375"/>
          <p14:tracePt t="53782" x="9085263" y="4397375"/>
          <p14:tracePt t="53798" x="9056688" y="4376738"/>
          <p14:tracePt t="53815" x="9028113" y="4376738"/>
          <p14:tracePt t="53832" x="8983663" y="4360863"/>
          <p14:tracePt t="53848" x="8955088" y="4354513"/>
          <p14:tracePt t="53865" x="8926513" y="4346575"/>
          <p14:tracePt t="53881" x="8882063" y="4332288"/>
          <p14:tracePt t="53898" x="8839200" y="4318000"/>
          <p14:tracePt t="53914" x="8816975" y="4295775"/>
          <p14:tracePt t="53932" x="8788400" y="4295775"/>
          <p14:tracePt t="53948" x="8774113" y="4281488"/>
          <p14:tracePt t="53965" x="8759825" y="4267200"/>
          <p14:tracePt t="53981" x="8745538" y="4244975"/>
          <p14:tracePt t="53998" x="8723313" y="4224338"/>
          <p14:tracePt t="54014" x="8709025" y="4202113"/>
          <p14:tracePt t="54033" x="8694738" y="4179888"/>
          <p14:tracePt t="54048" x="8694738" y="4165600"/>
          <p14:tracePt t="54064" x="8686800" y="4151313"/>
          <p14:tracePt t="54081" x="8678863" y="4129088"/>
          <p14:tracePt t="54098" x="8678863" y="4100513"/>
          <p14:tracePt t="54114" x="8678863" y="4086225"/>
          <p14:tracePt t="54131" x="8678863" y="4056063"/>
          <p14:tracePt t="54148" x="8678863" y="4035425"/>
          <p14:tracePt t="54165" x="8678863" y="3998913"/>
          <p14:tracePt t="54181" x="8678863" y="3976688"/>
          <p14:tracePt t="54199" x="8701088" y="3933825"/>
          <p14:tracePt t="54215" x="8709025" y="3911600"/>
          <p14:tracePt t="54233" x="8729663" y="3875088"/>
          <p14:tracePt t="54248" x="8751888" y="3852863"/>
          <p14:tracePt t="54264" x="8774113" y="3832225"/>
          <p14:tracePt t="54282" x="8796338" y="3795713"/>
          <p14:tracePt t="54298" x="8824913" y="3767138"/>
          <p14:tracePt t="54315" x="8853488" y="3736975"/>
          <p14:tracePt t="54332" x="8867775" y="3730625"/>
          <p14:tracePt t="54348" x="8897938" y="3708400"/>
          <p14:tracePt t="54364" x="8918575" y="3694113"/>
          <p14:tracePt t="54383" x="8932863" y="3686175"/>
          <p14:tracePt t="54400" x="8948738" y="3679825"/>
          <p14:tracePt t="54417" x="8955088" y="3679825"/>
          <p14:tracePt t="54432" x="8969375" y="3671888"/>
          <p14:tracePt t="54465" x="8991600" y="3649663"/>
          <p14:tracePt t="54481" x="8999538" y="3643313"/>
          <p14:tracePt t="54498" x="9013825" y="3635375"/>
          <p14:tracePt t="54515" x="9028113" y="3629025"/>
          <p14:tracePt t="54531" x="9034463" y="3629025"/>
          <p14:tracePt t="54548" x="9056688" y="3621088"/>
          <p14:tracePt t="54565" x="9070975" y="3621088"/>
          <p14:tracePt t="54582" x="9085263" y="3621088"/>
          <p14:tracePt t="54598" x="9093200" y="3614738"/>
          <p14:tracePt t="54614" x="9107488" y="3614738"/>
          <p14:tracePt t="54633" x="9136063" y="3598863"/>
          <p14:tracePt t="54648" x="9144000" y="3598863"/>
          <p14:tracePt t="54667" x="9158288" y="3598863"/>
          <p14:tracePt t="54681" x="9166225" y="3598863"/>
          <p14:tracePt t="54698" x="9180513" y="3598863"/>
          <p14:tracePt t="54731" x="9202738" y="3598863"/>
          <p14:tracePt t="54748" x="9209088" y="3598863"/>
          <p14:tracePt t="54765" x="9223375" y="3598863"/>
          <p14:tracePt t="54781" x="9245600" y="3598863"/>
          <p14:tracePt t="54798" x="9259888" y="3598863"/>
          <p14:tracePt t="54816" x="9288463" y="3598863"/>
          <p14:tracePt t="54832" x="9310688" y="3598863"/>
          <p14:tracePt t="54849" x="9332913" y="3598863"/>
          <p14:tracePt t="54865" x="9355138" y="3598863"/>
          <p14:tracePt t="54881" x="9375775" y="3598863"/>
          <p14:tracePt t="54900" x="9390063" y="3598863"/>
          <p14:tracePt t="54915" x="9405938" y="3598863"/>
          <p14:tracePt t="54931" x="9434513" y="3598863"/>
          <p14:tracePt t="54948" x="9456738" y="3598863"/>
          <p14:tracePt t="54965" x="9485313" y="3598863"/>
          <p14:tracePt t="54982" x="9513888" y="3598863"/>
          <p14:tracePt t="54998" x="9536113" y="3598863"/>
          <p14:tracePt t="55015" x="9564688" y="3598863"/>
          <p14:tracePt t="55033" x="9601200" y="3598863"/>
          <p14:tracePt t="55048" x="9629775" y="3598863"/>
          <p14:tracePt t="55065" x="9666288" y="3598863"/>
          <p14:tracePt t="55081" x="9688513" y="3598863"/>
          <p14:tracePt t="55088" x="9710738" y="3598863"/>
          <p14:tracePt t="55098" x="9725025" y="3598863"/>
          <p14:tracePt t="55115" x="9753600" y="3598863"/>
          <p14:tracePt t="55131" x="9790113" y="3598863"/>
          <p14:tracePt t="55148" x="9818688" y="3598863"/>
          <p14:tracePt t="55165" x="9855200" y="3598863"/>
          <p14:tracePt t="55181" x="9891713" y="3598863"/>
          <p14:tracePt t="55198" x="9934575" y="3598863"/>
          <p14:tracePt t="55215" x="9971088" y="3598863"/>
          <p14:tracePt t="55231" x="10044113" y="3598863"/>
          <p14:tracePt t="55248" x="10086975" y="3598863"/>
          <p14:tracePt t="55264" x="10145713" y="3598863"/>
          <p14:tracePt t="55281" x="10188575" y="3598863"/>
          <p14:tracePt t="55298" x="10233025" y="3598863"/>
          <p14:tracePt t="55314" x="10275888" y="3598863"/>
          <p14:tracePt t="55331" x="10304463" y="3598863"/>
          <p14:tracePt t="55348" x="10340975" y="3598863"/>
          <p14:tracePt t="55365" x="10371138" y="3598863"/>
          <p14:tracePt t="55382" x="10399713" y="3598863"/>
          <p14:tracePt t="55398" x="10428288" y="3598863"/>
          <p14:tracePt t="55416" x="10450513" y="3598863"/>
          <p14:tracePt t="55433" x="10479088" y="3598863"/>
          <p14:tracePt t="55448" x="10501313" y="3598863"/>
          <p14:tracePt t="55465" x="10523538" y="3598863"/>
          <p14:tracePt t="55482" x="10544175" y="3598863"/>
          <p14:tracePt t="55498" x="10558463" y="3598863"/>
          <p14:tracePt t="55515" x="10574338" y="3598863"/>
          <p14:tracePt t="55532" x="10588625" y="3598863"/>
          <p14:tracePt t="55548" x="10602913" y="3598863"/>
          <p14:tracePt t="55565" x="10617200" y="3598863"/>
          <p14:tracePt t="55582" x="10639425" y="3598863"/>
          <p14:tracePt t="55590" x="10645775" y="3598863"/>
          <p14:tracePt t="55598" x="10653713" y="3598863"/>
          <p14:tracePt t="55615" x="10682288" y="3598863"/>
          <p14:tracePt t="55634" x="10710863" y="3598863"/>
          <p14:tracePt t="55648" x="10741025" y="3598863"/>
          <p14:tracePt t="55666" x="10761663" y="3598863"/>
          <p14:tracePt t="55683" x="10783888" y="3598863"/>
          <p14:tracePt t="55698" x="10798175" y="3598863"/>
          <p14:tracePt t="55715" x="10834688" y="3598863"/>
          <p14:tracePt t="55731" x="10856913" y="3598863"/>
          <p14:tracePt t="55748" x="10879138" y="3598863"/>
          <p14:tracePt t="55765" x="10893425" y="3598863"/>
          <p14:tracePt t="55781" x="10899775" y="3598863"/>
          <p14:tracePt t="55798" x="10914063" y="3598863"/>
          <p14:tracePt t="55817" x="10922000" y="3598863"/>
          <p14:tracePt t="55849" x="10944225" y="3598863"/>
          <p14:tracePt t="55882" x="10950575" y="3598863"/>
          <p14:tracePt t="55903" x="10958513" y="3598863"/>
          <p14:tracePt t="55924" x="10964863" y="3606800"/>
          <p14:tracePt t="55972" x="10972800" y="3614738"/>
          <p14:tracePt t="56013" x="10980738" y="3621088"/>
          <p14:tracePt t="56038" x="10980738" y="3629025"/>
          <p14:tracePt t="56054" x="10980738" y="3635375"/>
          <p14:tracePt t="56062" x="10995025" y="3643313"/>
          <p14:tracePt t="56069" x="10995025" y="3649663"/>
          <p14:tracePt t="56082" x="10995025" y="3665538"/>
          <p14:tracePt t="56098" x="11001375" y="3686175"/>
          <p14:tracePt t="56115" x="11009313" y="3708400"/>
          <p14:tracePt t="56134" x="11015663" y="3716338"/>
          <p14:tracePt t="56148" x="11015663" y="3730625"/>
          <p14:tracePt t="56166" x="11023600" y="3751263"/>
          <p14:tracePt t="56182" x="11023600" y="3767138"/>
          <p14:tracePt t="56199" x="11037888" y="3795713"/>
          <p14:tracePt t="56216" x="11037888" y="3832225"/>
          <p14:tracePt t="56232" x="11045825" y="3846513"/>
          <p14:tracePt t="56249" x="11045825" y="3852863"/>
          <p14:tracePt t="56265" x="11052175" y="3875088"/>
          <p14:tracePt t="56282" x="11052175" y="3889375"/>
          <p14:tracePt t="56299" x="11052175" y="3897313"/>
          <p14:tracePt t="56315" x="11052175" y="3911600"/>
          <p14:tracePt t="56331" x="11066463" y="3925888"/>
          <p14:tracePt t="56371" x="11066463" y="3933825"/>
          <p14:tracePt t="56393" x="11066463" y="3940175"/>
          <p14:tracePt t="56401" x="11066463" y="3948113"/>
          <p14:tracePt t="56450" x="11066463" y="3954463"/>
          <p14:tracePt t="56465" x="11066463" y="3962400"/>
          <p14:tracePt t="56481" x="11074400" y="3970338"/>
          <p14:tracePt t="56489" x="11074400" y="3976688"/>
          <p14:tracePt t="56498" x="11074400" y="3984625"/>
          <p14:tracePt t="56515" x="11074400" y="3990975"/>
          <p14:tracePt t="56532" x="11074400" y="4005263"/>
          <p14:tracePt t="56548" x="11074400" y="4013200"/>
          <p14:tracePt t="56565" x="11074400" y="4027488"/>
          <p14:tracePt t="56582" x="11074400" y="4041775"/>
          <p14:tracePt t="56599" x="11074400" y="4049713"/>
          <p14:tracePt t="56617" x="11074400" y="4064000"/>
          <p14:tracePt t="56633" x="11074400" y="4071938"/>
          <p14:tracePt t="56650" x="11074400" y="4078288"/>
          <p14:tracePt t="56668" x="11074400" y="4092575"/>
          <p14:tracePt t="56699" x="11074400" y="4106863"/>
          <p14:tracePt t="56715" x="11074400" y="4114800"/>
          <p14:tracePt t="56733" x="11074400" y="4122738"/>
          <p14:tracePt t="56749" x="11074400" y="4137025"/>
          <p14:tracePt t="56765" x="11074400" y="4143375"/>
          <p14:tracePt t="56782" x="11060113" y="4165600"/>
          <p14:tracePt t="56799" x="11060113" y="4179888"/>
          <p14:tracePt t="56815" x="11045825" y="4202113"/>
          <p14:tracePt t="56832" x="11037888" y="4216400"/>
          <p14:tracePt t="56848" x="11031538" y="4230688"/>
          <p14:tracePt t="56865" x="11023600" y="4244975"/>
          <p14:tracePt t="56882" x="11009313" y="4259263"/>
          <p14:tracePt t="56899" x="10995025" y="4267200"/>
          <p14:tracePt t="56916" x="10980738" y="4281488"/>
          <p14:tracePt t="56934" x="10972800" y="4289425"/>
          <p14:tracePt t="56948" x="10950575" y="4303713"/>
          <p14:tracePt t="56965" x="10936288" y="4310063"/>
          <p14:tracePt t="56982" x="10922000" y="4325938"/>
          <p14:tracePt t="56999" x="10907713" y="4325938"/>
          <p14:tracePt t="57018" x="10871200" y="4346575"/>
          <p14:tracePt t="57032" x="10856913" y="4354513"/>
          <p14:tracePt t="57049" x="10834688" y="4354513"/>
          <p14:tracePt t="57066" x="10820400" y="4368800"/>
          <p14:tracePt t="57082" x="10806113" y="4376738"/>
          <p14:tracePt t="57091" x="10798175" y="4376738"/>
          <p14:tracePt t="57100" x="10783888" y="4383088"/>
          <p14:tracePt t="57119" x="10761663" y="4383088"/>
          <p14:tracePt t="57132" x="10741025" y="4391025"/>
          <p14:tracePt t="57150" x="10733088" y="4391025"/>
          <p14:tracePt t="57166" x="10710863" y="4391025"/>
          <p14:tracePt t="57184" x="10696575" y="4397375"/>
          <p14:tracePt t="57199" x="10682288" y="4397375"/>
          <p14:tracePt t="57217" x="10660063" y="4397375"/>
          <p14:tracePt t="57232" x="10653713" y="4397375"/>
          <p14:tracePt t="57249" x="10625138" y="4397375"/>
          <p14:tracePt t="57266" x="10609263" y="4405313"/>
          <p14:tracePt t="57282" x="10580688" y="4405313"/>
          <p14:tracePt t="57299" x="10566400" y="4405313"/>
          <p14:tracePt t="57316" x="10537825" y="4419600"/>
          <p14:tracePt t="57333" x="10523538" y="4419600"/>
          <p14:tracePt t="57349" x="10487025" y="4419600"/>
          <p14:tracePt t="57365" x="10456863" y="4419600"/>
          <p14:tracePt t="57383" x="10421938" y="4419600"/>
          <p14:tracePt t="57401" x="10377488" y="4419600"/>
          <p14:tracePt t="57418" x="10348913" y="4419600"/>
          <p14:tracePt t="57433" x="10334625" y="4419600"/>
          <p14:tracePt t="57450" x="10304463" y="4419600"/>
          <p14:tracePt t="57466" x="10283825" y="4419600"/>
          <p14:tracePt t="57482" x="10253663" y="4419600"/>
          <p14:tracePt t="57499" x="10233025" y="4419600"/>
          <p14:tracePt t="57516" x="10210800" y="4419600"/>
          <p14:tracePt t="57532" x="10196513" y="4419600"/>
          <p14:tracePt t="57549" x="10174288" y="4419600"/>
          <p14:tracePt t="57566" x="10145713" y="4419600"/>
          <p14:tracePt t="57582" x="10123488" y="4419600"/>
          <p14:tracePt t="57590" x="10117138" y="4419600"/>
          <p14:tracePt t="57599" x="10101263" y="4419600"/>
          <p14:tracePt t="57616" x="10072688" y="4419600"/>
          <p14:tracePt t="57634" x="10058400" y="4419600"/>
          <p14:tracePt t="57649" x="10036175" y="4419600"/>
          <p14:tracePt t="57667" x="10021888" y="4419600"/>
          <p14:tracePt t="57682" x="9999663" y="4419600"/>
          <p14:tracePt t="57700" x="9971088" y="4419600"/>
          <p14:tracePt t="57715" x="9948863" y="4419600"/>
          <p14:tracePt t="57732" x="9920288" y="4419600"/>
          <p14:tracePt t="57749" x="9898063" y="4419600"/>
          <p14:tracePt t="57766" x="9869488" y="4419600"/>
          <p14:tracePt t="57782" x="9840913" y="4419600"/>
          <p14:tracePt t="57799" x="9826625" y="4419600"/>
          <p14:tracePt t="57817" x="9790113" y="4419600"/>
          <p14:tracePt t="57832" x="9761538" y="4419600"/>
          <p14:tracePt t="57850" x="9731375" y="4419600"/>
          <p14:tracePt t="57865" x="9694863" y="4419600"/>
          <p14:tracePt t="57884" x="9666288" y="4419600"/>
          <p14:tracePt t="57899" x="9637713" y="4419600"/>
          <p14:tracePt t="57917" x="9609138" y="4419600"/>
          <p14:tracePt t="57932" x="9564688" y="4419600"/>
          <p14:tracePt t="57949" x="9528175" y="4419600"/>
          <p14:tracePt t="57966" x="9471025" y="4419600"/>
          <p14:tracePt t="57983" x="9420225" y="4419600"/>
          <p14:tracePt t="58000" x="9369425" y="4419600"/>
          <p14:tracePt t="58016" x="9332913" y="4419600"/>
          <p14:tracePt t="58032" x="9310688" y="4419600"/>
          <p14:tracePt t="58049" x="9282113" y="4419600"/>
          <p14:tracePt t="58065" x="9253538" y="4419600"/>
          <p14:tracePt t="58082" x="9231313" y="4419600"/>
          <p14:tracePt t="58099" x="9202738" y="4419600"/>
          <p14:tracePt t="58115" x="9186863" y="4419600"/>
          <p14:tracePt t="58132" x="9172575" y="4419600"/>
          <p14:tracePt t="58149" x="9166225" y="4419600"/>
          <p14:tracePt t="58165" x="9158288" y="4419600"/>
          <p14:tracePt t="58182" x="9151938" y="4419600"/>
          <p14:tracePt t="58226" x="9144000" y="4419600"/>
          <p14:tracePt t="58250" x="9136063" y="4419600"/>
          <p14:tracePt t="60005" x="9129713" y="4419600"/>
          <p14:tracePt t="60013" x="9121775" y="4427538"/>
          <p14:tracePt t="60021" x="9107488" y="4433888"/>
          <p14:tracePt t="60033" x="9064625" y="4456113"/>
          <p14:tracePt t="60050" x="9034463" y="4470400"/>
          <p14:tracePt t="60292" x="9020175" y="4478338"/>
          <p14:tracePt t="60300" x="9005888" y="4478338"/>
          <p14:tracePt t="60308" x="8977313" y="4478338"/>
          <p14:tracePt t="60316" x="8912225" y="4478338"/>
          <p14:tracePt t="60333" x="8745538" y="4478338"/>
          <p14:tracePt t="60350" x="8613775" y="4456113"/>
          <p14:tracePt t="60368" x="8548688" y="4433888"/>
          <p14:tracePt t="60384" x="8432800" y="4397375"/>
          <p14:tracePt t="60400" x="8215313" y="4332288"/>
          <p14:tracePt t="60417" x="7896225" y="4238625"/>
          <p14:tracePt t="60433" x="7699375" y="4179888"/>
          <p14:tracePt t="60450" x="7612063" y="4157663"/>
          <p14:tracePt t="60467" x="7561263" y="4137025"/>
          <p14:tracePt t="60483" x="7532688" y="4129088"/>
          <p14:tracePt t="60500" x="7510463" y="4114800"/>
          <p14:tracePt t="60517" x="7496175" y="4114800"/>
          <p14:tracePt t="60533" x="7489825" y="4106863"/>
          <p14:tracePt t="60550" x="7481888" y="4100513"/>
          <p14:tracePt t="60566" x="7475538" y="4100513"/>
          <p14:tracePt t="60584" x="7475538" y="4092575"/>
          <p14:tracePt t="60608" x="7467600" y="4086225"/>
          <p14:tracePt t="60621" x="7459663" y="4078288"/>
          <p14:tracePt t="60924" x="7453313" y="4071938"/>
          <p14:tracePt t="60932" x="7439025" y="4071938"/>
          <p14:tracePt t="60940" x="7424738" y="4071938"/>
          <p14:tracePt t="60950" x="7402513" y="4078288"/>
          <p14:tracePt t="60967" x="7358063" y="4106863"/>
          <p14:tracePt t="60984" x="7272338" y="4137025"/>
          <p14:tracePt t="61000" x="7213600" y="4173538"/>
          <p14:tracePt t="61017" x="7162800" y="4194175"/>
          <p14:tracePt t="61033" x="7126288" y="4202113"/>
          <p14:tracePt t="61050" x="7089775" y="4230688"/>
          <p14:tracePt t="61067" x="7032625" y="4238625"/>
          <p14:tracePt t="61083" x="6996113" y="4252913"/>
          <p14:tracePt t="61092" x="6967538" y="4259263"/>
          <p14:tracePt t="61100" x="6951663" y="4259263"/>
          <p14:tracePt t="61117" x="6916738" y="4275138"/>
          <p14:tracePt t="61133" x="6894513" y="4281488"/>
          <p14:tracePt t="61150" x="6865938" y="4289425"/>
          <p14:tracePt t="61167" x="6843713" y="4289425"/>
          <p14:tracePt t="61184" x="6821488" y="4295775"/>
          <p14:tracePt t="61200" x="6784975" y="4303713"/>
          <p14:tracePt t="61217" x="6770688" y="4303713"/>
          <p14:tracePt t="61233" x="6756400" y="4310063"/>
          <p14:tracePt t="61250" x="6748463" y="4310063"/>
          <p14:tracePt t="61267" x="6742113" y="4310063"/>
          <p14:tracePt t="61284" x="6727825" y="4310063"/>
          <p14:tracePt t="61317" x="6719888" y="4310063"/>
          <p14:tracePt t="61357" x="6713538" y="4310063"/>
          <p14:tracePt t="61405" x="6705600" y="4310063"/>
          <p14:tracePt t="61453" x="6697663" y="4310063"/>
          <p14:tracePt t="61460" x="6691313" y="4310063"/>
          <p14:tracePt t="61479" x="6677025" y="4310063"/>
          <p14:tracePt t="61484" x="6669088" y="4310063"/>
          <p14:tracePt t="61500" x="6640513" y="4310063"/>
          <p14:tracePt t="61517" x="6611938" y="4310063"/>
          <p14:tracePt t="61533" x="6581775" y="4310063"/>
          <p14:tracePt t="61550" x="6538913" y="4332288"/>
          <p14:tracePt t="61567" x="6451600" y="4346575"/>
          <p14:tracePt t="61584" x="6342063" y="4376738"/>
          <p14:tracePt t="61600" x="6270625" y="4397375"/>
          <p14:tracePt t="61616" x="6219825" y="4411663"/>
          <p14:tracePt t="61633" x="6154738" y="4433888"/>
          <p14:tracePt t="61650" x="6103938" y="4441825"/>
          <p14:tracePt t="61668" x="6037263" y="4462463"/>
          <p14:tracePt t="61684" x="5972175" y="4478338"/>
          <p14:tracePt t="61700" x="5900738" y="4484688"/>
          <p14:tracePt t="61717" x="5827713" y="4506913"/>
          <p14:tracePt t="61734" x="5791200" y="4506913"/>
          <p14:tracePt t="61750" x="5754688" y="4506913"/>
          <p14:tracePt t="61767" x="5732463" y="4506913"/>
          <p14:tracePt t="61784" x="5697538" y="4506913"/>
          <p14:tracePt t="61800" x="5661025" y="4506913"/>
          <p14:tracePt t="61818" x="5638800" y="4506913"/>
          <p14:tracePt t="61834" x="5624513" y="4506913"/>
          <p14:tracePt t="61867" x="5610225" y="4506913"/>
          <p14:tracePt t="61884" x="5602288" y="4506913"/>
          <p14:tracePt t="61900" x="5588000" y="4506913"/>
          <p14:tracePt t="61917" x="5580063" y="4506913"/>
          <p14:tracePt t="61934" x="5565775" y="4506913"/>
          <p14:tracePt t="61951" x="5559425" y="4506913"/>
          <p14:tracePt t="61984" x="5545138" y="4506913"/>
          <p14:tracePt t="62000" x="5537200" y="4506913"/>
          <p14:tracePt t="62045" x="5529263" y="4506913"/>
          <p14:tracePt t="62084" x="5514975" y="4506913"/>
          <p14:tracePt t="62115" x="5508625" y="4506913"/>
          <p14:tracePt t="62813" x="5494338" y="4498975"/>
          <p14:tracePt t="62820" x="5494338" y="4470400"/>
          <p14:tracePt t="62828" x="5486400" y="4441825"/>
          <p14:tracePt t="62838" x="5478463" y="4411663"/>
          <p14:tracePt t="62850" x="5449888" y="4310063"/>
          <p14:tracePt t="62867" x="5413375" y="4194175"/>
          <p14:tracePt t="62884" x="5399088" y="4086225"/>
          <p14:tracePt t="62900" x="5384800" y="3970338"/>
          <p14:tracePt t="62917" x="5384800" y="3852863"/>
          <p14:tracePt t="62933" x="5384800" y="3708400"/>
          <p14:tracePt t="62950" x="5384800" y="3563938"/>
          <p14:tracePt t="62967" x="5384800" y="3411538"/>
          <p14:tracePt t="62983" x="5384800" y="3330575"/>
          <p14:tracePt t="63000" x="5384800" y="3251200"/>
          <p14:tracePt t="63017" x="5384800" y="3178175"/>
          <p14:tracePt t="63033" x="5384800" y="3090863"/>
          <p14:tracePt t="63050" x="5370513" y="2989263"/>
          <p14:tracePt t="63067" x="5362575" y="2932113"/>
          <p14:tracePt t="63084" x="5348288" y="2887663"/>
          <p14:tracePt t="63100" x="5341938" y="2859088"/>
          <p14:tracePt t="63117" x="5341938" y="2816225"/>
          <p14:tracePt t="63134" x="5334000" y="2765425"/>
          <p14:tracePt t="63150" x="5311775" y="2714625"/>
          <p14:tracePt t="63167" x="5291138" y="2663825"/>
          <p14:tracePt t="63183" x="5268913" y="2605088"/>
          <p14:tracePt t="63200" x="5254625" y="2568575"/>
          <p14:tracePt t="63217" x="5246688" y="2525713"/>
          <p14:tracePt t="63233" x="5232400" y="2474913"/>
          <p14:tracePt t="63250" x="5232400" y="2424113"/>
          <p14:tracePt t="63267" x="5232400" y="2401888"/>
          <p14:tracePt t="63284" x="5232400" y="2387600"/>
          <p14:tracePt t="63369" x="5232400" y="2379663"/>
          <p14:tracePt t="63386" x="5232400" y="2365375"/>
          <p14:tracePt t="63453" x="5240338" y="2365375"/>
          <p14:tracePt t="63466" x="5254625" y="2387600"/>
          <p14:tracePt t="63481" x="5283200" y="2424113"/>
          <p14:tracePt t="63496" x="5311775" y="2503488"/>
          <p14:tracePt t="63512" x="5348288" y="2598738"/>
          <p14:tracePt t="63526" x="5362575" y="2655888"/>
          <p14:tracePt t="63539" x="5392738" y="2735263"/>
          <p14:tracePt t="63552" x="5421313" y="2786063"/>
          <p14:tracePt t="63567" x="5427663" y="2808288"/>
          <p14:tracePt t="63584" x="5449888" y="2852738"/>
          <p14:tracePt t="63592" x="5449888" y="2867025"/>
          <p14:tracePt t="63604" x="5457825" y="2873375"/>
          <p14:tracePt t="63617" x="5457825" y="2887663"/>
          <p14:tracePt t="63634" x="5457825" y="2895600"/>
          <p14:tracePt t="63654" x="5457825" y="2909888"/>
          <p14:tracePt t="63676" x="5457825" y="2917825"/>
          <p14:tracePt t="63685" x="5457825" y="2932113"/>
          <p14:tracePt t="63701" x="5457825" y="2938463"/>
          <p14:tracePt t="63718" x="5449888" y="2954338"/>
          <p14:tracePt t="63734" x="5413375" y="2989263"/>
          <p14:tracePt t="63751" x="5376863" y="3019425"/>
          <p14:tracePt t="63768" x="5291138" y="3070225"/>
          <p14:tracePt t="63784" x="5218113" y="3090863"/>
          <p14:tracePt t="63801" x="5122863" y="3121025"/>
          <p14:tracePt t="63817" x="5043488" y="3127375"/>
          <p14:tracePt t="63834" x="4935538" y="3135313"/>
          <p14:tracePt t="63851" x="4789488" y="3157538"/>
          <p14:tracePt t="63867" x="4630738" y="3163888"/>
          <p14:tracePt t="63887" x="4478338" y="3163888"/>
          <p14:tracePt t="63901" x="4325938" y="3163888"/>
          <p14:tracePt t="63918" x="4179888" y="3163888"/>
          <p14:tracePt t="63934" x="4013200" y="3163888"/>
          <p14:tracePt t="63951" x="3852863" y="3163888"/>
          <p14:tracePt t="63968" x="3592513" y="3163888"/>
          <p14:tracePt t="63984" x="3440113" y="3157538"/>
          <p14:tracePt t="64001" x="3287713" y="3141663"/>
          <p14:tracePt t="64018" x="3171825" y="3127375"/>
          <p14:tracePt t="64034" x="3062288" y="3113088"/>
          <p14:tracePt t="64051" x="2932113" y="3090863"/>
          <p14:tracePt t="64068" x="2822575" y="3070225"/>
          <p14:tracePt t="64084" x="2714625" y="3033713"/>
          <p14:tracePt t="64093" x="2633663" y="3011488"/>
          <p14:tracePt t="64101" x="2568575" y="2997200"/>
          <p14:tracePt t="64117" x="2438400" y="2954338"/>
          <p14:tracePt t="64137" x="2212975" y="2873375"/>
          <p14:tracePt t="64151" x="2147888" y="2836863"/>
          <p14:tracePt t="64168" x="2009775" y="2735263"/>
          <p14:tracePt t="64185" x="1952625" y="2678113"/>
          <p14:tracePt t="64201" x="1922463" y="2627313"/>
          <p14:tracePt t="64218" x="1916113" y="2582863"/>
          <p14:tracePt t="64234" x="1893888" y="2525713"/>
          <p14:tracePt t="64251" x="1887538" y="2474913"/>
          <p14:tracePt t="64269" x="1887538" y="2409825"/>
          <p14:tracePt t="64284" x="1887538" y="2351088"/>
          <p14:tracePt t="64301" x="1871663" y="2300288"/>
          <p14:tracePt t="64318" x="1871663" y="2257425"/>
          <p14:tracePt t="64334" x="1871663" y="2220913"/>
          <p14:tracePt t="64352" x="1908175" y="2162175"/>
          <p14:tracePt t="64369" x="1952625" y="2105025"/>
          <p14:tracePt t="64386" x="2009775" y="2068513"/>
          <p14:tracePt t="64401" x="2060575" y="2039938"/>
          <p14:tracePt t="64419" x="2133600" y="1995488"/>
          <p14:tracePt t="64435" x="2206625" y="1966913"/>
          <p14:tracePt t="64452" x="2286000" y="1938338"/>
          <p14:tracePt t="64468" x="2351088" y="1916113"/>
          <p14:tracePt t="64484" x="2424113" y="1893888"/>
          <p14:tracePt t="64502" x="2532063" y="1871663"/>
          <p14:tracePt t="64518" x="2655888" y="1865313"/>
          <p14:tracePt t="64534" x="2822575" y="1857375"/>
          <p14:tracePt t="64551" x="2997200" y="1857375"/>
          <p14:tracePt t="64568" x="3149600" y="1857375"/>
          <p14:tracePt t="64584" x="3381375" y="1857375"/>
          <p14:tracePt t="64601" x="3519488" y="1857375"/>
          <p14:tracePt t="64618" x="3665538" y="1857375"/>
          <p14:tracePt t="64636" x="3832225" y="1857375"/>
          <p14:tracePt t="64651" x="3998913" y="1857375"/>
          <p14:tracePt t="64668" x="4151313" y="1857375"/>
          <p14:tracePt t="64684" x="4295775" y="1857375"/>
          <p14:tracePt t="64701" x="4433888" y="1857375"/>
          <p14:tracePt t="64717" x="4608513" y="1857375"/>
          <p14:tracePt t="64734" x="4803775" y="1857375"/>
          <p14:tracePt t="64752" x="5153025" y="1893888"/>
          <p14:tracePt t="64768" x="5319713" y="1893888"/>
          <p14:tracePt t="64785" x="5464175" y="1893888"/>
          <p14:tracePt t="64801" x="5610225" y="1893888"/>
          <p14:tracePt t="64818" x="5783263" y="1893888"/>
          <p14:tracePt t="64835" x="5957888" y="1893888"/>
          <p14:tracePt t="64851" x="6138863" y="1893888"/>
          <p14:tracePt t="64868" x="6284913" y="1893888"/>
          <p14:tracePt t="64886" x="6423025" y="1893888"/>
          <p14:tracePt t="64903" x="6538913" y="1893888"/>
          <p14:tracePt t="64918" x="6654800" y="1916113"/>
          <p14:tracePt t="64934" x="6764338" y="1938338"/>
          <p14:tracePt t="64952" x="6880225" y="1958975"/>
          <p14:tracePt t="64968" x="7038975" y="2003425"/>
          <p14:tracePt t="64985" x="7089775" y="2009775"/>
          <p14:tracePt t="65001" x="7148513" y="2024063"/>
          <p14:tracePt t="65017" x="7199313" y="2032000"/>
          <p14:tracePt t="65034" x="7242175" y="2060575"/>
          <p14:tracePt t="65051" x="7292975" y="2082800"/>
          <p14:tracePt t="65068" x="7315200" y="2090738"/>
          <p14:tracePt t="65084" x="7329488" y="2097088"/>
          <p14:tracePt t="65101" x="7337425" y="2111375"/>
          <p14:tracePt t="65117" x="7358063" y="2133600"/>
          <p14:tracePt t="65134" x="7373938" y="2141538"/>
          <p14:tracePt t="65151" x="7388225" y="2170113"/>
          <p14:tracePt t="65167" x="7408863" y="2227263"/>
          <p14:tracePt t="65184" x="7424738" y="2263775"/>
          <p14:tracePt t="65201" x="7445375" y="2314575"/>
          <p14:tracePt t="65218" x="7453313" y="2351088"/>
          <p14:tracePt t="65234" x="7475538" y="2409825"/>
          <p14:tracePt t="65251" x="7481888" y="2460625"/>
          <p14:tracePt t="65267" x="7496175" y="2489200"/>
          <p14:tracePt t="65284" x="7496175" y="2525713"/>
          <p14:tracePt t="65301" x="7496175" y="2568575"/>
          <p14:tracePt t="65318" x="7496175" y="2613025"/>
          <p14:tracePt t="65334" x="7496175" y="2663825"/>
          <p14:tracePt t="65351" x="7496175" y="2735263"/>
          <p14:tracePt t="65368" x="7489825" y="2771775"/>
          <p14:tracePt t="65384" x="7459663" y="2808288"/>
          <p14:tracePt t="65401" x="7424738" y="2852738"/>
          <p14:tracePt t="65418" x="7373938" y="2903538"/>
          <p14:tracePt t="65434" x="7315200" y="2960688"/>
          <p14:tracePt t="65451" x="7242175" y="3011488"/>
          <p14:tracePt t="65468" x="7134225" y="3076575"/>
          <p14:tracePt t="65484" x="7018338" y="3113088"/>
          <p14:tracePt t="65501" x="6886575" y="3135313"/>
          <p14:tracePt t="65518" x="6756400" y="3135313"/>
          <p14:tracePt t="65534" x="6626225" y="3141663"/>
          <p14:tracePt t="65551" x="6415088" y="3141663"/>
          <p14:tracePt t="65567" x="6276975" y="3141663"/>
          <p14:tracePt t="65584" x="6146800" y="3141663"/>
          <p14:tracePt t="65601" x="6002338" y="3141663"/>
          <p14:tracePt t="65618" x="5892800" y="3141663"/>
          <p14:tracePt t="65634" x="5791200" y="3127375"/>
          <p14:tracePt t="65651" x="5711825" y="3106738"/>
          <p14:tracePt t="65668" x="5653088" y="3090863"/>
          <p14:tracePt t="65684" x="5616575" y="3076575"/>
          <p14:tracePt t="65701" x="5595938" y="3062288"/>
          <p14:tracePt t="65718" x="5580063" y="3055938"/>
          <p14:tracePt t="65751" x="5573713" y="3048000"/>
          <p14:tracePt t="65825" x="5565775" y="3048000"/>
          <p14:tracePt t="65865" x="5559425" y="3048000"/>
          <p14:tracePt t="65881" x="5551488" y="3048000"/>
          <p14:tracePt t="68012" x="5545138" y="3048000"/>
          <p14:tracePt t="68789" x="5545138" y="3040063"/>
          <p14:tracePt t="68829" x="5551488" y="3033713"/>
          <p14:tracePt t="68855" x="5559425" y="3025775"/>
          <p14:tracePt t="68933" x="5565775" y="3025775"/>
          <p14:tracePt t="68964" x="5565775" y="3019425"/>
          <p14:tracePt t="68989" x="5573713" y="3019425"/>
          <p14:tracePt t="68996" x="5573713" y="3011488"/>
          <p14:tracePt t="69003" x="5580063" y="3011488"/>
          <p14:tracePt t="69030" x="5588000" y="3005138"/>
          <p14:tracePt t="69053" x="5595938" y="3005138"/>
          <p14:tracePt t="69068" x="5616575" y="2997200"/>
          <p14:tracePt t="69101" x="5624513" y="2989263"/>
          <p14:tracePt t="69111" x="5630863" y="2989263"/>
          <p14:tracePt t="69125" x="5638800" y="2989263"/>
          <p14:tracePt t="69136" x="5638800" y="2982913"/>
          <p14:tracePt t="69152" x="5653088" y="2974975"/>
          <p14:tracePt t="69186" x="5667375" y="2974975"/>
          <p14:tracePt t="69202" x="5681663" y="2974975"/>
          <p14:tracePt t="69219" x="5689600" y="2968625"/>
          <p14:tracePt t="69236" x="5697538" y="2968625"/>
          <p14:tracePt t="69253" x="5703888" y="2968625"/>
          <p14:tracePt t="69278" x="5711825" y="2960688"/>
          <p14:tracePt t="69293" x="5718175" y="2960688"/>
          <p14:tracePt t="69316" x="5732463" y="2954338"/>
          <p14:tracePt t="69354" x="5740400" y="2954338"/>
          <p14:tracePt t="69369" x="5748338" y="2954338"/>
          <p14:tracePt t="69385" x="5754688" y="2954338"/>
          <p14:tracePt t="69410" x="5762625" y="2938463"/>
          <p14:tracePt t="69444" x="5776913" y="2938463"/>
          <p14:tracePt t="69469" x="5783263" y="2932113"/>
          <p14:tracePt t="69484" x="5791200" y="2932113"/>
          <p14:tracePt t="69491" x="5799138" y="2932113"/>
          <p14:tracePt t="69517" x="5799138" y="2924175"/>
          <p14:tracePt t="69524" x="5805488" y="2917825"/>
          <p14:tracePt t="69536" x="5813425" y="2917825"/>
          <p14:tracePt t="69553" x="5819775" y="2909888"/>
          <p14:tracePt t="69569" x="5842000" y="2895600"/>
          <p14:tracePt t="69590" x="5849938" y="2895600"/>
          <p14:tracePt t="69603" x="5878513" y="2881313"/>
          <p14:tracePt t="69619" x="5892800" y="2873375"/>
          <p14:tracePt t="69636" x="5907088" y="2867025"/>
          <p14:tracePt t="69653" x="5929313" y="2859088"/>
          <p14:tracePt t="69670" x="5951538" y="2859088"/>
          <p14:tracePt t="69686" x="5972175" y="2844800"/>
          <p14:tracePt t="69704" x="5986463" y="2844800"/>
          <p14:tracePt t="69719" x="5994400" y="2844800"/>
          <p14:tracePt t="69855" x="5972175" y="2844800"/>
          <p14:tracePt t="69863" x="5935663" y="2844800"/>
          <p14:tracePt t="69873" x="5842000" y="2852738"/>
          <p14:tracePt t="69886" x="5776913" y="2852738"/>
          <p14:tracePt t="69903" x="5653088" y="2852738"/>
          <p14:tracePt t="69920" x="5494338" y="2852738"/>
          <p14:tracePt t="69937" x="5376863" y="2852738"/>
          <p14:tracePt t="69953" x="5260975" y="2852738"/>
          <p14:tracePt t="69970" x="5153025" y="2852738"/>
          <p14:tracePt t="69987" x="5072063" y="2852738"/>
          <p14:tracePt t="70003" x="4992688" y="2852738"/>
          <p14:tracePt t="70019" x="4935538" y="2852738"/>
          <p14:tracePt t="70037" x="4876800" y="2852738"/>
          <p14:tracePt t="70054" x="4803775" y="2852738"/>
          <p14:tracePt t="70069" x="4710113" y="2852738"/>
          <p14:tracePt t="70078" x="4659313" y="2852738"/>
          <p14:tracePt t="70086" x="4594225" y="2852738"/>
          <p14:tracePt t="70103" x="4462463" y="2852738"/>
          <p14:tracePt t="70120" x="4275138" y="2852738"/>
          <p14:tracePt t="70137" x="4157663" y="2852738"/>
          <p14:tracePt t="70153" x="4035425" y="2852738"/>
          <p14:tracePt t="70169" x="3903663" y="2852738"/>
          <p14:tracePt t="70187" x="3767138" y="2859088"/>
          <p14:tracePt t="70203" x="3629025" y="2859088"/>
          <p14:tracePt t="70220" x="3482975" y="2881313"/>
          <p14:tracePt t="70236" x="3344863" y="2887663"/>
          <p14:tracePt t="70253" x="3200400" y="2917825"/>
          <p14:tracePt t="70270" x="3048000" y="2932113"/>
          <p14:tracePt t="70289" x="2808288" y="2960688"/>
          <p14:tracePt t="70303" x="2735263" y="2968625"/>
          <p14:tracePt t="70320" x="2503488" y="3011488"/>
          <p14:tracePt t="70338" x="2359025" y="3011488"/>
          <p14:tracePt t="70354" x="2235200" y="3011488"/>
          <p14:tracePt t="70369" x="2090738" y="3011488"/>
          <p14:tracePt t="70387" x="1981200" y="3011488"/>
          <p14:tracePt t="70403" x="1871663" y="2982913"/>
          <p14:tracePt t="70420" x="1806575" y="2954338"/>
          <p14:tracePt t="70436" x="1778000" y="2917825"/>
          <p14:tracePt t="70453" x="1770063" y="2881313"/>
          <p14:tracePt t="70469" x="1763713" y="2830513"/>
          <p14:tracePt t="70486" x="1763713" y="2765425"/>
          <p14:tracePt t="70503" x="1763713" y="2692400"/>
          <p14:tracePt t="70520" x="1763713" y="2590800"/>
          <p14:tracePt t="70536" x="1785938" y="2511425"/>
          <p14:tracePt t="70553" x="1820863" y="2430463"/>
          <p14:tracePt t="70571" x="1879600" y="2351088"/>
          <p14:tracePt t="70579" x="1916113" y="2308225"/>
          <p14:tracePt t="70593" x="1981200" y="2249488"/>
          <p14:tracePt t="70605" x="2032000" y="2206625"/>
          <p14:tracePt t="70619" x="2111375" y="2155825"/>
          <p14:tracePt t="70637" x="2206625" y="2105025"/>
          <p14:tracePt t="70652" x="2322513" y="2046288"/>
          <p14:tracePt t="70669" x="2401888" y="2009775"/>
          <p14:tracePt t="70687" x="2532063" y="1981200"/>
          <p14:tracePt t="70703" x="2678113" y="1944688"/>
          <p14:tracePt t="70720" x="2895600" y="1922463"/>
          <p14:tracePt t="70737" x="3040063" y="1922463"/>
          <p14:tracePt t="70753" x="3171825" y="1922463"/>
          <p14:tracePt t="70770" x="3316288" y="1922463"/>
          <p14:tracePt t="70788" x="3462338" y="1922463"/>
          <p14:tracePt t="70803" x="3614738" y="1930400"/>
          <p14:tracePt t="70820" x="3852863" y="1981200"/>
          <p14:tracePt t="70837" x="4114800" y="2054225"/>
          <p14:tracePt t="70853" x="4310063" y="2111375"/>
          <p14:tracePt t="70870" x="4462463" y="2147888"/>
          <p14:tracePt t="70887" x="4557713" y="2192338"/>
          <p14:tracePt t="70904" x="4716463" y="2263775"/>
          <p14:tracePt t="70920" x="4789488" y="2293938"/>
          <p14:tracePt t="70937" x="4992688" y="2379663"/>
          <p14:tracePt t="70954" x="5116513" y="2424113"/>
          <p14:tracePt t="70970" x="5181600" y="2460625"/>
          <p14:tracePt t="70987" x="5218113" y="2481263"/>
          <p14:tracePt t="71003" x="5240338" y="2497138"/>
          <p14:tracePt t="71020" x="5283200" y="2517775"/>
          <p14:tracePt t="71037" x="5311775" y="2547938"/>
          <p14:tracePt t="71054" x="5348288" y="2568575"/>
          <p14:tracePt t="71070" x="5370513" y="2590800"/>
          <p14:tracePt t="71076" x="5376863" y="2598738"/>
          <p14:tracePt t="71092" x="5384800" y="2598738"/>
          <p14:tracePt t="71266" x="5384800" y="2605088"/>
          <p14:tracePt t="71279" x="5392738" y="2633663"/>
          <p14:tracePt t="71289" x="5399088" y="2692400"/>
          <p14:tracePt t="71304" x="5399088" y="2757488"/>
          <p14:tracePt t="71322" x="5399088" y="2830513"/>
          <p14:tracePt t="71337" x="5399088" y="2873375"/>
          <p14:tracePt t="71353" x="5399088" y="2909888"/>
          <p14:tracePt t="71370" x="5399088" y="2932113"/>
          <p14:tracePt t="71388" x="5399088" y="2974975"/>
          <p14:tracePt t="71403" x="5399088" y="2997200"/>
          <p14:tracePt t="71421" x="5392738" y="3025775"/>
          <p14:tracePt t="71437" x="5376863" y="3048000"/>
          <p14:tracePt t="71453" x="5362575" y="3062288"/>
          <p14:tracePt t="71470" x="5362575" y="3076575"/>
          <p14:tracePt t="71487" x="5356225" y="3084513"/>
          <p14:tracePt t="71504" x="5319713" y="3106738"/>
          <p14:tracePt t="71520" x="5297488" y="3121025"/>
          <p14:tracePt t="71536" x="5275263" y="3127375"/>
          <p14:tracePt t="71554" x="5260975" y="3135313"/>
          <p14:tracePt t="71570" x="5254625" y="3135313"/>
          <p14:tracePt t="71579" x="5246688" y="3135313"/>
          <p14:tracePt t="71596" x="5240338" y="3135313"/>
          <p14:tracePt t="71622" x="5232400" y="3135313"/>
          <p14:tracePt t="71660" x="5224463" y="3135313"/>
          <p14:tracePt t="71676" x="5210175" y="3135313"/>
          <p14:tracePt t="71702" x="5203825" y="3121025"/>
          <p14:tracePt t="71709" x="5203825" y="3106738"/>
          <p14:tracePt t="71720" x="5195888" y="3076575"/>
          <p14:tracePt t="71736" x="5189538" y="3048000"/>
          <p14:tracePt t="71753" x="5189538" y="3033713"/>
          <p14:tracePt t="71770" x="5189538" y="3011488"/>
          <p14:tracePt t="71786" x="5189538" y="3005138"/>
          <p14:tracePt t="71803" x="5189538" y="2989263"/>
          <p14:tracePt t="71819" x="5189538" y="2982913"/>
          <p14:tracePt t="71836" x="5189538" y="2974975"/>
          <p14:tracePt t="71853" x="5181600" y="2974975"/>
          <p14:tracePt t="71869" x="5181600" y="2968625"/>
          <p14:tracePt t="71886" x="5181600" y="2909888"/>
          <p14:tracePt t="71903" x="5181600" y="2903538"/>
          <p14:tracePt t="71949" x="5181600" y="2895600"/>
        </p14:tracePtLst>
      </p14:laserTraceLst>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Manual Implementation</a:t>
            </a:r>
            <a:endParaRPr lang="en-US" dirty="0"/>
          </a:p>
        </p:txBody>
      </p:sp>
      <p:sp>
        <p:nvSpPr>
          <p:cNvPr id="5" name="Rectangle 4"/>
          <p:cNvSpPr/>
          <p:nvPr/>
        </p:nvSpPr>
        <p:spPr>
          <a:xfrm>
            <a:off x="838199" y="2860392"/>
            <a:ext cx="1693985"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2800" dirty="0" smtClean="0"/>
              <a:t>Feature A</a:t>
            </a:r>
          </a:p>
        </p:txBody>
      </p:sp>
      <mc:AlternateContent xmlns:mc="http://schemas.openxmlformats.org/markup-compatibility/2006" xmlns:a14="http://schemas.microsoft.com/office/drawing/2010/main">
        <mc:Choice Requires="a14">
          <p:sp>
            <p:nvSpPr>
              <p:cNvPr id="3" name="TextBox 2"/>
              <p:cNvSpPr txBox="1"/>
              <p:nvPr/>
            </p:nvSpPr>
            <p:spPr>
              <a:xfrm>
                <a:off x="1390072" y="1742297"/>
                <a:ext cx="2766291" cy="332399"/>
              </a:xfrm>
              <a:prstGeom prst="rect">
                <a:avLst/>
              </a:prstGeom>
              <a:noFill/>
              <a:ln w="317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𝑖</m:t>
                          </m:r>
                          <m:r>
                            <a:rPr lang="en-US" sz="2000" b="0" i="1" smtClean="0">
                              <a:latin typeface="Cambria Math" panose="02040503050406030204" pitchFamily="18" charset="0"/>
                            </a:rPr>
                            <m:t>,</m:t>
                          </m:r>
                          <m:r>
                            <a:rPr lang="en-US" sz="2000" b="0" i="1" smtClean="0">
                              <a:latin typeface="Cambria Math" panose="02040503050406030204" pitchFamily="18" charset="0"/>
                            </a:rPr>
                            <m:t>𝑗</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𝑠𝑣</m:t>
                          </m:r>
                          <m:r>
                            <a:rPr lang="en-US" sz="2000" i="1">
                              <a:latin typeface="Cambria Math" panose="02040503050406030204" pitchFamily="18" charset="0"/>
                            </a:rPr>
                            <m:t>_</m:t>
                          </m:r>
                          <m:r>
                            <a:rPr lang="en-US" sz="2000" i="1">
                              <a:latin typeface="Cambria Math" panose="02040503050406030204" pitchFamily="18" charset="0"/>
                            </a:rPr>
                            <m:t>𝑐𝑜𝑒𝑓</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𝑆𝑉</m:t>
                          </m:r>
                        </m:e>
                        <m:sub>
                          <m:r>
                            <a:rPr lang="en-US" sz="2000" b="0" i="1" smtClean="0">
                              <a:latin typeface="Cambria Math" panose="02040503050406030204" pitchFamily="18" charset="0"/>
                            </a:rPr>
                            <m:t>𝑖</m:t>
                          </m:r>
                          <m:r>
                            <a:rPr lang="en-US" sz="2000" b="0" i="1" smtClean="0">
                              <a:latin typeface="Cambria Math" panose="02040503050406030204" pitchFamily="18" charset="0"/>
                            </a:rPr>
                            <m:t>,</m:t>
                          </m:r>
                          <m:r>
                            <a:rPr lang="en-US" sz="2000" b="0" i="1" smtClean="0">
                              <a:latin typeface="Cambria Math" panose="02040503050406030204" pitchFamily="18" charset="0"/>
                            </a:rPr>
                            <m:t>𝑗</m:t>
                          </m:r>
                        </m:sub>
                      </m:sSub>
                    </m:oMath>
                  </m:oMathPara>
                </a14:m>
                <a:endParaRPr lang="en-US" sz="2000" dirty="0"/>
              </a:p>
            </p:txBody>
          </p:sp>
        </mc:Choice>
        <mc:Fallback xmlns="">
          <p:sp>
            <p:nvSpPr>
              <p:cNvPr id="3" name="TextBox 2"/>
              <p:cNvSpPr txBox="1">
                <a:spLocks noRot="1" noChangeAspect="1" noMove="1" noResize="1" noEditPoints="1" noAdjustHandles="1" noChangeArrowheads="1" noChangeShapeType="1" noTextEdit="1"/>
              </p:cNvSpPr>
              <p:nvPr/>
            </p:nvSpPr>
            <p:spPr>
              <a:xfrm>
                <a:off x="1390072" y="1742297"/>
                <a:ext cx="2766291" cy="332399"/>
              </a:xfrm>
              <a:prstGeom prst="rect">
                <a:avLst/>
              </a:prstGeom>
              <a:blipFill>
                <a:blip r:embed="rId11"/>
                <a:stretch>
                  <a:fillRect l="-2203" b="-27778"/>
                </a:stretch>
              </a:blipFill>
              <a:ln w="3175" cap="flat" cmpd="sng" algn="ctr">
                <a:noFill/>
                <a:prstDash val="solid"/>
                <a:round/>
                <a:headEnd type="none" w="med" len="med"/>
                <a:tailEnd type="none" w="med" len="me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838200" y="3380831"/>
                <a:ext cx="5949100" cy="321178"/>
              </a:xfrm>
              <a:prstGeom prst="rect">
                <a:avLst/>
              </a:prstGeom>
              <a:noFill/>
              <a:ln>
                <a:solidFill>
                  <a:schemeClr val="accent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1,</m:t>
                          </m:r>
                          <m:r>
                            <a:rPr lang="en-US" sz="2000" b="0" i="1" smtClean="0">
                              <a:solidFill>
                                <a:schemeClr val="accent5"/>
                              </a:solidFill>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𝑠𝑣</m:t>
                          </m:r>
                          <m:r>
                            <a:rPr lang="en-US" sz="2000" i="1">
                              <a:latin typeface="Cambria Math" panose="02040503050406030204" pitchFamily="18" charset="0"/>
                            </a:rPr>
                            <m:t>_</m:t>
                          </m:r>
                          <m:r>
                            <a:rPr lang="en-US" sz="2000" i="1">
                              <a:latin typeface="Cambria Math" panose="02040503050406030204" pitchFamily="18" charset="0"/>
                            </a:rPr>
                            <m:t>𝑐𝑜𝑒𝑓</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𝑆𝑉</m:t>
                          </m:r>
                        </m:e>
                        <m:sub>
                          <m:r>
                            <a:rPr lang="en-US" sz="2000" i="1">
                              <a:latin typeface="Cambria Math" panose="02040503050406030204" pitchFamily="18" charset="0"/>
                            </a:rPr>
                            <m:t>1,</m:t>
                          </m:r>
                          <m:r>
                            <a:rPr lang="en-US" sz="2000" i="1">
                              <a:solidFill>
                                <a:schemeClr val="accent5"/>
                              </a:solidFill>
                              <a:latin typeface="Cambria Math" panose="02040503050406030204" pitchFamily="18" charset="0"/>
                            </a:rPr>
                            <m:t>1</m:t>
                          </m:r>
                        </m:sub>
                      </m:sSub>
                      <m:r>
                        <a:rPr lang="en-US" sz="2000" i="1">
                          <a:latin typeface="Cambria Math" panose="02040503050406030204" pitchFamily="18" charset="0"/>
                        </a:rPr>
                        <m:t>=30.7056∗</m:t>
                      </m:r>
                      <m:r>
                        <a:rPr lang="en-US" sz="2000" i="1" smtClean="0">
                          <a:latin typeface="Cambria Math" panose="02040503050406030204" pitchFamily="18" charset="0"/>
                        </a:rPr>
                        <m:t>0.1434</m:t>
                      </m:r>
                      <m:r>
                        <a:rPr lang="en-US" sz="2000" b="0" i="1" smtClean="0">
                          <a:latin typeface="Cambria Math" panose="02040503050406030204" pitchFamily="18" charset="0"/>
                        </a:rPr>
                        <m:t>     </m:t>
                      </m:r>
                      <m:r>
                        <a:rPr lang="en-US" sz="2000" b="0" i="0" smtClean="0">
                          <a:latin typeface="Cambria Math" panose="02040503050406030204" pitchFamily="18" charset="0"/>
                        </a:rPr>
                        <m:t>=4.403</m:t>
                      </m:r>
                    </m:oMath>
                  </m:oMathPara>
                </a14:m>
                <a:endParaRPr lang="en-US" sz="2000" b="0" dirty="0" smtClean="0"/>
              </a:p>
            </p:txBody>
          </p:sp>
        </mc:Choice>
        <mc:Fallback xmlns="">
          <p:sp>
            <p:nvSpPr>
              <p:cNvPr id="9" name="TextBox 8"/>
              <p:cNvSpPr txBox="1">
                <a:spLocks noRot="1" noChangeAspect="1" noMove="1" noResize="1" noEditPoints="1" noAdjustHandles="1" noChangeArrowheads="1" noChangeShapeType="1" noTextEdit="1"/>
              </p:cNvSpPr>
              <p:nvPr/>
            </p:nvSpPr>
            <p:spPr>
              <a:xfrm>
                <a:off x="838200" y="3380831"/>
                <a:ext cx="5949100" cy="321178"/>
              </a:xfrm>
              <a:prstGeom prst="rect">
                <a:avLst/>
              </a:prstGeom>
              <a:blipFill>
                <a:blip r:embed="rId12"/>
                <a:stretch>
                  <a:fillRect l="-819" r="-1228" b="-27778"/>
                </a:stretch>
              </a:blipFill>
              <a:ln>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838198" y="4665797"/>
                <a:ext cx="2984856" cy="936731"/>
              </a:xfrm>
              <a:prstGeom prst="rect">
                <a:avLst/>
              </a:prstGeom>
              <a:noFill/>
              <a:ln>
                <a:solidFill>
                  <a:schemeClr val="accent1"/>
                </a:solidFill>
              </a:ln>
            </p:spPr>
            <p:txBody>
              <a:bodyPr wrap="non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𝐹𝑊</m:t>
                          </m:r>
                        </m:e>
                        <m:sub>
                          <m:r>
                            <a:rPr lang="en-US" sz="2000" i="1" smtClean="0">
                              <a:solidFill>
                                <a:schemeClr val="accent5"/>
                              </a:solidFill>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b="0" i="1" smtClean="0">
                              <a:latin typeface="Cambria Math" panose="02040503050406030204" pitchFamily="18" charset="0"/>
                            </a:rPr>
                            <m:t>1,</m:t>
                          </m:r>
                          <m:r>
                            <a:rPr lang="en-US" sz="2000" i="1">
                              <a:solidFill>
                                <a:schemeClr val="accent5"/>
                              </a:solidFill>
                              <a:latin typeface="Cambria Math" panose="02040503050406030204" pitchFamily="18" charset="0"/>
                            </a:rPr>
                            <m:t>1</m:t>
                          </m:r>
                        </m:sub>
                      </m:sSub>
                      <m:r>
                        <a:rPr lang="en-US" sz="200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b="0" i="1" smtClean="0">
                              <a:latin typeface="Cambria Math" panose="02040503050406030204" pitchFamily="18" charset="0"/>
                            </a:rPr>
                            <m:t>2,</m:t>
                          </m:r>
                          <m:r>
                            <a:rPr lang="en-US" sz="2000" i="1">
                              <a:solidFill>
                                <a:schemeClr val="accent5"/>
                              </a:solidFill>
                              <a:latin typeface="Cambria Math" panose="02040503050406030204" pitchFamily="18" charset="0"/>
                            </a:rPr>
                            <m:t>1</m:t>
                          </m:r>
                        </m:sub>
                      </m:sSub>
                      <m:r>
                        <a:rPr lang="en-US" sz="200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b="0" i="1" smtClean="0">
                              <a:latin typeface="Cambria Math" panose="02040503050406030204" pitchFamily="18" charset="0"/>
                            </a:rPr>
                            <m:t>3,</m:t>
                          </m:r>
                          <m:r>
                            <a:rPr lang="en-US" sz="2000" i="1">
                              <a:solidFill>
                                <a:schemeClr val="accent5"/>
                              </a:solidFill>
                              <a:latin typeface="Cambria Math" panose="02040503050406030204" pitchFamily="18" charset="0"/>
                            </a:rPr>
                            <m:t>1</m:t>
                          </m:r>
                        </m:sub>
                      </m:sSub>
                      <m:r>
                        <a:rPr lang="en-US" sz="2000" b="0" i="1" smtClean="0">
                          <a:latin typeface="Cambria Math" panose="02040503050406030204" pitchFamily="18" charset="0"/>
                        </a:rPr>
                        <m:t>|</m:t>
                      </m:r>
                    </m:oMath>
                  </m:oMathPara>
                </a14:m>
                <a:endParaRPr lang="en-US" sz="2000" b="0" i="1" dirty="0" smtClean="0">
                  <a:latin typeface="Cambria Math" panose="02040503050406030204" pitchFamily="18" charset="0"/>
                </a:endParaRPr>
              </a:p>
              <a:p>
                <a:pPr marL="341313" indent="-341313"/>
                <a14:m>
                  <m:oMathPara xmlns:m="http://schemas.openxmlformats.org/officeDocument/2006/math">
                    <m:oMathParaPr>
                      <m:jc m:val="centerGroup"/>
                    </m:oMathParaPr>
                    <m:oMath xmlns:m="http://schemas.openxmlformats.org/officeDocument/2006/math">
                      <m:r>
                        <a:rPr lang="en-US" sz="2000" b="0" i="0" smtClean="0">
                          <a:latin typeface="Cambria Math" panose="02040503050406030204" pitchFamily="18" charset="0"/>
                        </a:rPr>
                        <m:t>=|</m:t>
                      </m:r>
                      <m:r>
                        <a:rPr lang="en-US" sz="2000">
                          <a:latin typeface="Cambria Math" panose="02040503050406030204" pitchFamily="18" charset="0"/>
                        </a:rPr>
                        <m:t>−0.00</m:t>
                      </m:r>
                      <m:r>
                        <a:rPr lang="en-US" sz="2000" b="0" i="0" smtClean="0">
                          <a:latin typeface="Cambria Math" panose="02040503050406030204" pitchFamily="18" charset="0"/>
                        </a:rPr>
                        <m:t>5|</m:t>
                      </m:r>
                    </m:oMath>
                  </m:oMathPara>
                </a14:m>
                <a:endParaRPr lang="en-US" sz="2000" i="1" dirty="0" smtClean="0">
                  <a:latin typeface="Cambria Math" panose="02040503050406030204" pitchFamily="18" charset="0"/>
                </a:endParaRPr>
              </a:p>
              <a:p>
                <a:pPr marL="341313" indent="-341313"/>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m:t>
                      </m:r>
                      <m:r>
                        <a:rPr lang="en-US" sz="2000" b="0" i="1" smtClean="0">
                          <a:latin typeface="Cambria Math" panose="02040503050406030204" pitchFamily="18" charset="0"/>
                        </a:rPr>
                        <m:t>0.005</m:t>
                      </m:r>
                    </m:oMath>
                  </m:oMathPara>
                </a14:m>
                <a:endParaRPr lang="en-US" sz="2000" b="0" dirty="0" smtClean="0"/>
              </a:p>
            </p:txBody>
          </p:sp>
        </mc:Choice>
        <mc:Fallback xmlns="">
          <p:sp>
            <p:nvSpPr>
              <p:cNvPr id="18" name="TextBox 17"/>
              <p:cNvSpPr txBox="1">
                <a:spLocks noRot="1" noChangeAspect="1" noMove="1" noResize="1" noEditPoints="1" noAdjustHandles="1" noChangeArrowheads="1" noChangeShapeType="1" noTextEdit="1"/>
              </p:cNvSpPr>
              <p:nvPr/>
            </p:nvSpPr>
            <p:spPr>
              <a:xfrm>
                <a:off x="838198" y="4665797"/>
                <a:ext cx="2984856" cy="936731"/>
              </a:xfrm>
              <a:prstGeom prst="rect">
                <a:avLst/>
              </a:prstGeom>
              <a:blipFill>
                <a:blip r:embed="rId13"/>
                <a:stretch>
                  <a:fillRect l="-2642" r="-1220" b="-1923"/>
                </a:stretch>
              </a:blipFill>
              <a:ln>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838199" y="3715338"/>
                <a:ext cx="6467574" cy="331437"/>
              </a:xfrm>
              <a:prstGeom prst="rect">
                <a:avLst/>
              </a:prstGeom>
              <a:noFill/>
              <a:ln>
                <a:solidFill>
                  <a:schemeClr val="accent1"/>
                </a:solidFill>
              </a:ln>
            </p:spPr>
            <p:txBody>
              <a:bodyPr wrap="square" lIns="0" tIns="0" rIns="0" bIns="0" rtlCol="0">
                <a:spAutoFit/>
              </a:bodyPr>
              <a:lstStyle/>
              <a:p>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2,</m:t>
                        </m:r>
                        <m:r>
                          <a:rPr lang="en-US" sz="2000" b="0" i="1" smtClean="0">
                            <a:solidFill>
                              <a:schemeClr val="accent5"/>
                            </a:solidFill>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𝑠𝑣</m:t>
                        </m:r>
                        <m:r>
                          <a:rPr lang="en-US" sz="2000" i="1">
                            <a:latin typeface="Cambria Math" panose="02040503050406030204" pitchFamily="18" charset="0"/>
                          </a:rPr>
                          <m:t>_</m:t>
                        </m:r>
                        <m:r>
                          <a:rPr lang="en-US" sz="2000" i="1">
                            <a:latin typeface="Cambria Math" panose="02040503050406030204" pitchFamily="18" charset="0"/>
                          </a:rPr>
                          <m:t>𝑐𝑜𝑒𝑓</m:t>
                        </m:r>
                      </m:e>
                      <m:sub>
                        <m:r>
                          <a:rPr lang="en-US" sz="2000" i="1">
                            <a:latin typeface="Cambria Math" panose="02040503050406030204" pitchFamily="18" charset="0"/>
                          </a:rPr>
                          <m:t>2</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𝑆𝑉</m:t>
                        </m:r>
                      </m:e>
                      <m:sub>
                        <m:r>
                          <a:rPr lang="en-US" sz="2000" b="0" i="1" smtClean="0">
                            <a:latin typeface="Cambria Math" panose="02040503050406030204" pitchFamily="18" charset="0"/>
                          </a:rPr>
                          <m:t>2,</m:t>
                        </m:r>
                        <m:r>
                          <a:rPr lang="en-US" sz="2000" i="1" smtClean="0">
                            <a:solidFill>
                              <a:schemeClr val="accent5"/>
                            </a:solidFill>
                            <a:latin typeface="Cambria Math" panose="02040503050406030204" pitchFamily="18" charset="0"/>
                          </a:rPr>
                          <m:t>1</m:t>
                        </m:r>
                      </m:sub>
                    </m:sSub>
                    <m:r>
                      <a:rPr lang="en-US" sz="2000" i="1">
                        <a:latin typeface="Cambria Math" panose="02040503050406030204" pitchFamily="18" charset="0"/>
                      </a:rPr>
                      <m:t>=22.1317∗</m:t>
                    </m:r>
                    <m:d>
                      <m:dPr>
                        <m:ctrlPr>
                          <a:rPr lang="en-US" sz="2000" i="1">
                            <a:latin typeface="Cambria Math" panose="02040503050406030204" pitchFamily="18" charset="0"/>
                          </a:rPr>
                        </m:ctrlPr>
                      </m:dPr>
                      <m:e>
                        <m:r>
                          <a:rPr lang="en-US" sz="2000" i="1">
                            <a:latin typeface="Cambria Math" panose="02040503050406030204" pitchFamily="18" charset="0"/>
                          </a:rPr>
                          <m:t>−0.0847</m:t>
                        </m:r>
                      </m:e>
                    </m:d>
                    <m:r>
                      <a:rPr lang="en-US" sz="2000" b="0" i="0" smtClean="0">
                        <a:latin typeface="Cambria Math" panose="02040503050406030204" pitchFamily="18" charset="0"/>
                      </a:rPr>
                      <m:t>=−1.875</m:t>
                    </m:r>
                  </m:oMath>
                </a14:m>
                <a:r>
                  <a:rPr lang="en-US" sz="2000" b="0" dirty="0" smtClean="0"/>
                  <a:t> </a:t>
                </a:r>
              </a:p>
            </p:txBody>
          </p:sp>
        </mc:Choice>
        <mc:Fallback xmlns="">
          <p:sp>
            <p:nvSpPr>
              <p:cNvPr id="20" name="TextBox 19"/>
              <p:cNvSpPr txBox="1">
                <a:spLocks noRot="1" noChangeAspect="1" noMove="1" noResize="1" noEditPoints="1" noAdjustHandles="1" noChangeArrowheads="1" noChangeShapeType="1" noTextEdit="1"/>
              </p:cNvSpPr>
              <p:nvPr/>
            </p:nvSpPr>
            <p:spPr>
              <a:xfrm>
                <a:off x="838199" y="3715338"/>
                <a:ext cx="6467574" cy="331437"/>
              </a:xfrm>
              <a:prstGeom prst="rect">
                <a:avLst/>
              </a:prstGeom>
              <a:blipFill>
                <a:blip r:embed="rId14"/>
                <a:stretch>
                  <a:fillRect l="-847" b="-22807"/>
                </a:stretch>
              </a:blipFill>
              <a:ln>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838198" y="4042786"/>
                <a:ext cx="6326173" cy="331437"/>
              </a:xfrm>
              <a:prstGeom prst="rect">
                <a:avLst/>
              </a:prstGeom>
              <a:noFill/>
              <a:ln>
                <a:solidFill>
                  <a:schemeClr val="accent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3,</m:t>
                          </m:r>
                          <m:r>
                            <a:rPr lang="en-US" sz="2000" b="0" i="1" smtClean="0">
                              <a:solidFill>
                                <a:schemeClr val="accent5"/>
                              </a:solidFill>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𝑠𝑣</m:t>
                          </m:r>
                          <m:r>
                            <a:rPr lang="en-US" sz="2000" i="1">
                              <a:latin typeface="Cambria Math" panose="02040503050406030204" pitchFamily="18" charset="0"/>
                            </a:rPr>
                            <m:t>_</m:t>
                          </m:r>
                          <m:r>
                            <a:rPr lang="en-US" sz="2000" i="1">
                              <a:latin typeface="Cambria Math" panose="02040503050406030204" pitchFamily="18" charset="0"/>
                            </a:rPr>
                            <m:t>𝑐𝑜𝑒𝑓</m:t>
                          </m:r>
                        </m:e>
                        <m:sub>
                          <m:r>
                            <a:rPr lang="en-US" sz="2000" i="1">
                              <a:latin typeface="Cambria Math" panose="02040503050406030204" pitchFamily="18" charset="0"/>
                            </a:rPr>
                            <m:t>3</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𝑆𝑉</m:t>
                          </m:r>
                        </m:e>
                        <m:sub>
                          <m:r>
                            <a:rPr lang="en-US" sz="2000" b="0" i="1" smtClean="0">
                              <a:latin typeface="Cambria Math" panose="02040503050406030204" pitchFamily="18" charset="0"/>
                            </a:rPr>
                            <m:t>3,</m:t>
                          </m:r>
                          <m:r>
                            <a:rPr lang="en-US" sz="2000" i="1" smtClean="0">
                              <a:solidFill>
                                <a:schemeClr val="accent5"/>
                              </a:solidFill>
                              <a:latin typeface="Cambria Math" panose="02040503050406030204" pitchFamily="18" charset="0"/>
                            </a:rPr>
                            <m:t>1</m:t>
                          </m:r>
                        </m:sub>
                      </m:sSub>
                      <m:r>
                        <a:rPr lang="en-US" sz="2000" i="1">
                          <a:latin typeface="Cambria Math" panose="02040503050406030204" pitchFamily="18" charset="0"/>
                        </a:rPr>
                        <m:t>=43.1554∗</m:t>
                      </m:r>
                      <m:d>
                        <m:dPr>
                          <m:ctrlPr>
                            <a:rPr lang="en-US" sz="2000" i="1">
                              <a:latin typeface="Cambria Math" panose="02040503050406030204" pitchFamily="18" charset="0"/>
                            </a:rPr>
                          </m:ctrlPr>
                        </m:dPr>
                        <m:e>
                          <m:r>
                            <a:rPr lang="en-US" sz="2000" i="1">
                              <a:latin typeface="Cambria Math" panose="02040503050406030204" pitchFamily="18" charset="0"/>
                            </a:rPr>
                            <m:t>−0.0587</m:t>
                          </m:r>
                        </m:e>
                      </m:d>
                      <m:r>
                        <a:rPr lang="en-US" sz="2000" b="0" i="0" smtClean="0">
                          <a:latin typeface="Cambria Math" panose="02040503050406030204" pitchFamily="18" charset="0"/>
                        </a:rPr>
                        <m:t>=−2.533 </m:t>
                      </m:r>
                    </m:oMath>
                  </m:oMathPara>
                </a14:m>
                <a:endParaRPr lang="en-US" sz="2000" b="0" dirty="0" smtClean="0"/>
              </a:p>
            </p:txBody>
          </p:sp>
        </mc:Choice>
        <mc:Fallback xmlns="">
          <p:sp>
            <p:nvSpPr>
              <p:cNvPr id="21" name="TextBox 20"/>
              <p:cNvSpPr txBox="1">
                <a:spLocks noRot="1" noChangeAspect="1" noMove="1" noResize="1" noEditPoints="1" noAdjustHandles="1" noChangeArrowheads="1" noChangeShapeType="1" noTextEdit="1"/>
              </p:cNvSpPr>
              <p:nvPr/>
            </p:nvSpPr>
            <p:spPr>
              <a:xfrm>
                <a:off x="838198" y="4042786"/>
                <a:ext cx="6326173" cy="331437"/>
              </a:xfrm>
              <a:prstGeom prst="rect">
                <a:avLst/>
              </a:prstGeom>
              <a:blipFill>
                <a:blip r:embed="rId15"/>
                <a:stretch>
                  <a:fillRect l="-769" r="-288" b="-22807"/>
                </a:stretch>
              </a:blipFill>
              <a:ln>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1382881" y="2064687"/>
                <a:ext cx="3079803" cy="354584"/>
              </a:xfrm>
              <a:prstGeom prst="rect">
                <a:avLst/>
              </a:prstGeom>
              <a:noFill/>
              <a:ln w="317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wrap="square" lIns="0" tIns="0" rIns="0" bIns="0" rtlCol="0">
                <a:spAutoFit/>
              </a:bodyPr>
              <a:lstStyle/>
              <a:p>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𝐹𝑊</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nary>
                          <m:naryPr>
                            <m:chr m:val="∑"/>
                            <m:ctrlPr>
                              <a:rPr lang="en-US" sz="2000" i="1">
                                <a:latin typeface="Cambria Math" panose="02040503050406030204" pitchFamily="18" charset="0"/>
                              </a:rPr>
                            </m:ctrlPr>
                          </m:naryPr>
                          <m:sub>
                            <m:r>
                              <a:rPr lang="en-US" sz="2000" b="0" i="1" smtClean="0">
                                <a:latin typeface="Cambria Math" panose="02040503050406030204" pitchFamily="18" charset="0"/>
                              </a:rPr>
                              <m:t>𝑖</m:t>
                            </m:r>
                            <m:r>
                              <a:rPr lang="en-US" sz="2000" i="1">
                                <a:latin typeface="Cambria Math" panose="02040503050406030204" pitchFamily="18" charset="0"/>
                              </a:rPr>
                              <m:t>=1</m:t>
                            </m:r>
                          </m:sub>
                          <m:sup>
                            <m:r>
                              <a:rPr lang="en-US" sz="2000" b="0" i="1" smtClean="0">
                                <a:latin typeface="Cambria Math" panose="02040503050406030204" pitchFamily="18" charset="0"/>
                              </a:rPr>
                              <m:t>𝑁</m:t>
                            </m:r>
                          </m:sup>
                          <m:e>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𝑖</m:t>
                                </m:r>
                                <m:r>
                                  <a:rPr lang="en-US" sz="2000" i="1">
                                    <a:latin typeface="Cambria Math" panose="02040503050406030204" pitchFamily="18" charset="0"/>
                                  </a:rPr>
                                  <m:t>,</m:t>
                                </m:r>
                                <m:r>
                                  <a:rPr lang="en-US" sz="2000" i="1">
                                    <a:latin typeface="Cambria Math" panose="02040503050406030204" pitchFamily="18" charset="0"/>
                                  </a:rPr>
                                  <m:t>𝑗</m:t>
                                </m:r>
                              </m:sub>
                            </m:sSub>
                            <m:r>
                              <a:rPr lang="en-US" sz="2000" i="1">
                                <a:latin typeface="Cambria Math" panose="02040503050406030204" pitchFamily="18" charset="0"/>
                              </a:rPr>
                              <m:t>)</m:t>
                            </m:r>
                          </m:e>
                        </m:nary>
                      </m:e>
                    </m:d>
                  </m:oMath>
                </a14:m>
                <a:r>
                  <a:rPr lang="en-US" sz="2000" dirty="0" smtClean="0"/>
                  <a:t> </a:t>
                </a:r>
                <a:endParaRPr lang="en-US" sz="2000" dirty="0"/>
              </a:p>
            </p:txBody>
          </p:sp>
        </mc:Choice>
        <mc:Fallback xmlns="">
          <p:sp>
            <p:nvSpPr>
              <p:cNvPr id="22" name="TextBox 21"/>
              <p:cNvSpPr txBox="1">
                <a:spLocks noRot="1" noChangeAspect="1" noMove="1" noResize="1" noEditPoints="1" noAdjustHandles="1" noChangeArrowheads="1" noChangeShapeType="1" noTextEdit="1"/>
              </p:cNvSpPr>
              <p:nvPr/>
            </p:nvSpPr>
            <p:spPr>
              <a:xfrm>
                <a:off x="1382881" y="2064687"/>
                <a:ext cx="3079803" cy="354584"/>
              </a:xfrm>
              <a:prstGeom prst="rect">
                <a:avLst/>
              </a:prstGeom>
              <a:blipFill>
                <a:blip r:embed="rId16"/>
                <a:stretch>
                  <a:fillRect l="-2970" t="-146552" b="-213793"/>
                </a:stretch>
              </a:blipFill>
              <a:ln w="3175" cap="flat" cmpd="sng" algn="ctr">
                <a:noFill/>
                <a:prstDash val="solid"/>
                <a:round/>
                <a:headEnd type="none" w="med" len="med"/>
                <a:tailEnd type="none" w="med" len="me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6668708" y="1449134"/>
                <a:ext cx="2887673" cy="61555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𝑖</m:t>
                      </m:r>
                      <m:r>
                        <a:rPr lang="en-US" sz="2000" b="0" i="1" smtClean="0">
                          <a:latin typeface="Cambria Math" panose="02040503050406030204" pitchFamily="18" charset="0"/>
                        </a:rPr>
                        <m:t>=</m:t>
                      </m:r>
                      <m:r>
                        <a:rPr lang="en-US" sz="2000" i="1">
                          <a:latin typeface="Cambria Math" panose="02040503050406030204" pitchFamily="18" charset="0"/>
                        </a:rPr>
                        <m:t>𝑠𝑢𝑝𝑝𝑜𝑟</m:t>
                      </m:r>
                      <m:r>
                        <a:rPr lang="en-US" sz="2000" i="1">
                          <a:latin typeface="Cambria Math" panose="02040503050406030204" pitchFamily="18" charset="0"/>
                        </a:rPr>
                        <m:t> </m:t>
                      </m:r>
                      <m:r>
                        <a:rPr lang="en-US" sz="2000" i="1">
                          <a:latin typeface="Cambria Math" panose="02040503050406030204" pitchFamily="18" charset="0"/>
                        </a:rPr>
                        <m:t>𝑣𝑒𝑐𝑡𝑜𝑟</m:t>
                      </m:r>
                      <m:r>
                        <a:rPr lang="en-US" sz="2000" i="1">
                          <a:latin typeface="Cambria Math" panose="02040503050406030204" pitchFamily="18" charset="0"/>
                        </a:rPr>
                        <m:t> [1,2,3]</m:t>
                      </m:r>
                    </m:oMath>
                  </m:oMathPara>
                </a14:m>
                <a:endParaRPr lang="en-US" sz="2000" b="0" i="1" dirty="0" smtClean="0">
                  <a:latin typeface="Cambria Math" panose="02040503050406030204" pitchFamily="18" charset="0"/>
                </a:endParaRPr>
              </a:p>
              <a:p>
                <a14:m>
                  <m:oMath xmlns:m="http://schemas.openxmlformats.org/officeDocument/2006/math">
                    <m:r>
                      <a:rPr lang="en-US" sz="2000" b="0" i="1" smtClean="0">
                        <a:latin typeface="Cambria Math" panose="02040503050406030204" pitchFamily="18" charset="0"/>
                      </a:rPr>
                      <m:t>𝑗</m:t>
                    </m:r>
                    <m:r>
                      <a:rPr lang="en-US" sz="2000" b="0" i="1" smtClean="0">
                        <a:latin typeface="Cambria Math" panose="02040503050406030204" pitchFamily="18" charset="0"/>
                      </a:rPr>
                      <m:t>=</m:t>
                    </m:r>
                  </m:oMath>
                </a14:m>
                <a:r>
                  <a:rPr lang="en-US" sz="2000" dirty="0"/>
                  <a:t> </a:t>
                </a:r>
                <a14:m>
                  <m:oMath xmlns:m="http://schemas.openxmlformats.org/officeDocument/2006/math">
                    <m:r>
                      <a:rPr lang="en-US" sz="2000" i="1">
                        <a:latin typeface="Cambria Math" panose="02040503050406030204" pitchFamily="18" charset="0"/>
                      </a:rPr>
                      <m:t>𝑓𝑒𝑎𝑡𝑢𝑟𝑒</m:t>
                    </m:r>
                    <m:r>
                      <a:rPr lang="en-US" sz="2000" i="1">
                        <a:latin typeface="Cambria Math" panose="02040503050406030204" pitchFamily="18" charset="0"/>
                      </a:rPr>
                      <m:t> </m:t>
                    </m:r>
                    <m:d>
                      <m:dPr>
                        <m:begChr m:val="["/>
                        <m:endChr m:val="]"/>
                        <m:ctrlPr>
                          <a:rPr lang="en-US" sz="2000" i="1">
                            <a:latin typeface="Cambria Math" panose="02040503050406030204" pitchFamily="18" charset="0"/>
                          </a:rPr>
                        </m:ctrlPr>
                      </m:dPr>
                      <m:e>
                        <m:r>
                          <a:rPr lang="en-US" sz="2000" i="1">
                            <a:latin typeface="Cambria Math" panose="02040503050406030204" pitchFamily="18" charset="0"/>
                          </a:rPr>
                          <m:t>1,2</m:t>
                        </m:r>
                      </m:e>
                    </m:d>
                  </m:oMath>
                </a14:m>
                <a:r>
                  <a:rPr lang="en-US" sz="2000" i="1" dirty="0">
                    <a:latin typeface="Cambria Math" panose="02040503050406030204" pitchFamily="18" charset="0"/>
                  </a:rPr>
                  <a:t> </a:t>
                </a:r>
                <a:endParaRPr lang="en-US" sz="2000" b="0" dirty="0" smtClean="0"/>
              </a:p>
            </p:txBody>
          </p:sp>
        </mc:Choice>
        <mc:Fallback xmlns="">
          <p:sp>
            <p:nvSpPr>
              <p:cNvPr id="19" name="TextBox 18"/>
              <p:cNvSpPr txBox="1">
                <a:spLocks noRot="1" noChangeAspect="1" noMove="1" noResize="1" noEditPoints="1" noAdjustHandles="1" noChangeArrowheads="1" noChangeShapeType="1" noTextEdit="1"/>
              </p:cNvSpPr>
              <p:nvPr/>
            </p:nvSpPr>
            <p:spPr>
              <a:xfrm>
                <a:off x="6668708" y="1449134"/>
                <a:ext cx="2887673" cy="615553"/>
              </a:xfrm>
              <a:prstGeom prst="rect">
                <a:avLst/>
              </a:prstGeom>
              <a:blipFill>
                <a:blip r:embed="rId17"/>
                <a:stretch>
                  <a:fillRect l="-3782" r="-2311" b="-15534"/>
                </a:stretch>
              </a:blipFill>
              <a:ln w="9525" cap="flat" cmpd="sng" algn="ctr">
                <a:solidFill>
                  <a:schemeClr val="dk1"/>
                </a:solidFill>
                <a:prstDash val="solid"/>
                <a:round/>
                <a:headEnd type="none" w="med" len="med"/>
                <a:tailEnd type="none" w="med" len="med"/>
              </a:ln>
            </p:spPr>
            <p:txBody>
              <a:bodyPr/>
              <a:lstStyle/>
              <a:p>
                <a:r>
                  <a:rPr lang="en-US">
                    <a:noFill/>
                  </a:rPr>
                  <a:t> </a:t>
                </a:r>
              </a:p>
            </p:txBody>
          </p:sp>
        </mc:Fallback>
      </mc:AlternateContent>
      <p:sp>
        <p:nvSpPr>
          <p:cNvPr id="25" name="TextBox 24"/>
          <p:cNvSpPr txBox="1"/>
          <p:nvPr/>
        </p:nvSpPr>
        <p:spPr>
          <a:xfrm>
            <a:off x="4582035" y="1776467"/>
            <a:ext cx="769191" cy="615553"/>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lIns="0" tIns="0" rIns="0" bIns="0" rtlCol="0">
            <a:spAutoFit/>
          </a:bodyPr>
          <a:lstStyle/>
          <a:p>
            <a:r>
              <a:rPr lang="en-US" sz="2000" b="0" dirty="0" smtClean="0"/>
              <a:t>…(1)</a:t>
            </a:r>
          </a:p>
          <a:p>
            <a:r>
              <a:rPr lang="en-US" sz="2000" dirty="0" smtClean="0"/>
              <a:t>…(2)</a:t>
            </a:r>
          </a:p>
        </p:txBody>
      </p:sp>
      <p:sp>
        <p:nvSpPr>
          <p:cNvPr id="26" name="TextBox 25"/>
          <p:cNvSpPr txBox="1"/>
          <p:nvPr/>
        </p:nvSpPr>
        <p:spPr>
          <a:xfrm>
            <a:off x="7740110" y="4042786"/>
            <a:ext cx="769191" cy="1231106"/>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lIns="0" tIns="0" rIns="0" bIns="0" rtlCol="0">
            <a:spAutoFit/>
          </a:bodyPr>
          <a:lstStyle/>
          <a:p>
            <a:r>
              <a:rPr lang="en-US" sz="2000" b="0" dirty="0" smtClean="0"/>
              <a:t>…(1)</a:t>
            </a:r>
          </a:p>
          <a:p>
            <a:endParaRPr lang="en-US" sz="2000" b="0" dirty="0" smtClean="0"/>
          </a:p>
          <a:p>
            <a:endParaRPr lang="en-US" sz="2000" b="0" dirty="0" smtClean="0"/>
          </a:p>
          <a:p>
            <a:r>
              <a:rPr lang="en-US" sz="2000" dirty="0" smtClean="0"/>
              <a:t>…(2)</a:t>
            </a:r>
          </a:p>
        </p:txBody>
      </p:sp>
      <p:pic>
        <p:nvPicPr>
          <p:cNvPr id="23" name="Picture 22"/>
          <p:cNvPicPr>
            <a:picLocks noChangeAspect="1"/>
          </p:cNvPicPr>
          <p:nvPr/>
        </p:nvPicPr>
        <p:blipFill>
          <a:blip r:embed="rId18"/>
          <a:stretch>
            <a:fillRect/>
          </a:stretch>
        </p:blipFill>
        <p:spPr>
          <a:xfrm>
            <a:off x="9537856" y="1400255"/>
            <a:ext cx="2609850" cy="1238250"/>
          </a:xfrm>
          <a:prstGeom prst="rect">
            <a:avLst/>
          </a:prstGeom>
        </p:spPr>
      </p:pic>
      <p:pic>
        <p:nvPicPr>
          <p:cNvPr id="24" name="Picture 23"/>
          <p:cNvPicPr>
            <a:picLocks noChangeAspect="1"/>
          </p:cNvPicPr>
          <p:nvPr/>
        </p:nvPicPr>
        <p:blipFill>
          <a:blip r:embed="rId19"/>
          <a:stretch>
            <a:fillRect/>
          </a:stretch>
        </p:blipFill>
        <p:spPr>
          <a:xfrm>
            <a:off x="9736092" y="3401839"/>
            <a:ext cx="2332533" cy="2893360"/>
          </a:xfrm>
          <a:prstGeom prst="rect">
            <a:avLst/>
          </a:prstGeom>
        </p:spPr>
      </p:pic>
      <p:sp>
        <p:nvSpPr>
          <p:cNvPr id="27" name="Left Brace 26"/>
          <p:cNvSpPr/>
          <p:nvPr/>
        </p:nvSpPr>
        <p:spPr>
          <a:xfrm>
            <a:off x="9834577" y="4795484"/>
            <a:ext cx="199697" cy="641131"/>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TextBox 27"/>
          <p:cNvSpPr txBox="1"/>
          <p:nvPr/>
        </p:nvSpPr>
        <p:spPr>
          <a:xfrm>
            <a:off x="8681670" y="4931383"/>
            <a:ext cx="1111394" cy="369332"/>
          </a:xfrm>
          <a:prstGeom prst="rect">
            <a:avLst/>
          </a:prstGeom>
          <a:noFill/>
        </p:spPr>
        <p:txBody>
          <a:bodyPr wrap="none" rtlCol="0">
            <a:spAutoFit/>
          </a:bodyPr>
          <a:lstStyle/>
          <a:p>
            <a:r>
              <a:rPr lang="en-US" dirty="0" smtClean="0"/>
              <a:t>Feature A</a:t>
            </a:r>
            <a:endParaRPr lang="en-US" dirty="0"/>
          </a:p>
        </p:txBody>
      </p:sp>
    </p:spTree>
    <p:custDataLst>
      <p:tags r:id="rId1"/>
    </p:custDataLst>
    <p:extLst>
      <p:ext uri="{BB962C8B-B14F-4D97-AF65-F5344CB8AC3E}">
        <p14:creationId xmlns:p14="http://schemas.microsoft.com/office/powerpoint/2010/main" val="3643154993"/>
      </p:ext>
    </p:extLst>
  </p:cSld>
  <p:clrMapOvr>
    <a:masterClrMapping/>
  </p:clrMapOvr>
  <mc:AlternateContent xmlns:mc="http://schemas.openxmlformats.org/markup-compatibility/2006" xmlns:p14="http://schemas.microsoft.com/office/powerpoint/2010/main">
    <mc:Choice Requires="p14">
      <p:transition spd="slow" p14:dur="2000" advTm="125214">
        <p:cut/>
      </p:transition>
    </mc:Choice>
    <mc:Fallback xmlns="">
      <p:transition spd="slow" advTm="125214">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500"/>
                                        <p:tgtEl>
                                          <p:spTgt spid="2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500"/>
                                        <p:tgtEl>
                                          <p:spTgt spid="2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fade">
                                      <p:cBhvr>
                                        <p:cTn id="3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8" grpId="0" animBg="1"/>
      <p:bldP spid="20" grpId="0" animBg="1"/>
      <p:bldP spid="21" grpId="0" animBg="1"/>
      <p:bldP spid="26" grpId="0"/>
      <p:bldP spid="27" grpId="0" animBg="1"/>
      <p:bldP spid="28" grpId="0"/>
    </p:bldLst>
  </p:timing>
  <p:extLst mod="1">
    <p:ext uri="{3A86A75C-4F4B-4683-9AE1-C65F6400EC91}">
      <p14:laserTraceLst xmlns:p14="http://schemas.microsoft.com/office/powerpoint/2010/main">
        <p14:tracePtLst>
          <p14:tracePt t="3168" x="747713" y="5399088"/>
          <p14:tracePt t="3240" x="747713" y="5392738"/>
          <p14:tracePt t="3249" x="747713" y="5362575"/>
          <p14:tracePt t="3256" x="754063" y="5319713"/>
          <p14:tracePt t="3269" x="769938" y="5254625"/>
          <p14:tracePt t="3286" x="820738" y="5072063"/>
          <p14:tracePt t="3303" x="936625" y="4862513"/>
          <p14:tracePt t="3320" x="1103313" y="4594225"/>
          <p14:tracePt t="3336" x="1190625" y="4456113"/>
          <p14:tracePt t="3353" x="1277938" y="4340225"/>
          <p14:tracePt t="3369" x="1343025" y="4244975"/>
          <p14:tracePt t="3386" x="1414463" y="4143375"/>
          <p14:tracePt t="3403" x="1458913" y="4071938"/>
          <p14:tracePt t="3419" x="1501775" y="3976688"/>
          <p14:tracePt t="3436" x="1524000" y="3925888"/>
          <p14:tracePt t="3453" x="1552575" y="3860800"/>
          <p14:tracePt t="3469" x="1582738" y="3781425"/>
          <p14:tracePt t="3486" x="1611313" y="3657600"/>
          <p14:tracePt t="3503" x="1625600" y="3606800"/>
          <p14:tracePt t="3520" x="1647825" y="3548063"/>
          <p14:tracePt t="3536" x="1647825" y="3527425"/>
          <p14:tracePt t="3553" x="1647825" y="3519488"/>
          <p14:tracePt t="3569" x="1654175" y="3497263"/>
          <p14:tracePt t="3586" x="1662113" y="3476625"/>
          <p14:tracePt t="3603" x="1668463" y="3462338"/>
          <p14:tracePt t="3619" x="1676400" y="3446463"/>
          <p14:tracePt t="3636" x="1698625" y="3425825"/>
          <p14:tracePt t="3653" x="1704975" y="3403600"/>
          <p14:tracePt t="3669" x="1704975" y="3395663"/>
          <p14:tracePt t="3686" x="1719263" y="3381375"/>
          <p14:tracePt t="3737" x="1727200" y="3367088"/>
          <p14:tracePt t="3744" x="1727200" y="3352800"/>
          <p14:tracePt t="3753" x="1735138" y="3309938"/>
          <p14:tracePt t="3769" x="1755775" y="3236913"/>
          <p14:tracePt t="3786" x="1763713" y="3141663"/>
          <p14:tracePt t="3803" x="1770063" y="3076575"/>
          <p14:tracePt t="3820" x="1770063" y="3025775"/>
          <p14:tracePt t="3836" x="1770063" y="2989263"/>
          <p14:tracePt t="3853" x="1770063" y="2932113"/>
          <p14:tracePt t="3870" x="1770063" y="2830513"/>
          <p14:tracePt t="3886" x="1735138" y="2728913"/>
          <p14:tracePt t="3903" x="1684338" y="2605088"/>
          <p14:tracePt t="3920" x="1662113" y="2503488"/>
          <p14:tracePt t="3936" x="1633538" y="2344738"/>
          <p14:tracePt t="3953" x="1625600" y="2235200"/>
          <p14:tracePt t="3970" x="1625600" y="2105025"/>
          <p14:tracePt t="3986" x="1625600" y="1995488"/>
          <p14:tracePt t="4003" x="1639888" y="1893888"/>
          <p14:tracePt t="4020" x="1676400" y="1814513"/>
          <p14:tracePt t="4036" x="1727200" y="1749425"/>
          <p14:tracePt t="4055" x="1770063" y="1698625"/>
          <p14:tracePt t="4070" x="1806575" y="1668463"/>
          <p14:tracePt t="4086" x="1836738" y="1647825"/>
          <p14:tracePt t="4104" x="1893888" y="1617663"/>
          <p14:tracePt t="4120" x="1938338" y="1597025"/>
          <p14:tracePt t="4136" x="2024063" y="1566863"/>
          <p14:tracePt t="4153" x="2133600" y="1538288"/>
          <p14:tracePt t="4170" x="2235200" y="1509713"/>
          <p14:tracePt t="4187" x="2373313" y="1495425"/>
          <p14:tracePt t="4203" x="2503488" y="1481138"/>
          <p14:tracePt t="4220" x="2649538" y="1473200"/>
          <p14:tracePt t="4236" x="2771775" y="1473200"/>
          <p14:tracePt t="4253" x="2909888" y="1473200"/>
          <p14:tracePt t="4270" x="3019425" y="1473200"/>
          <p14:tracePt t="4286" x="3127375" y="1487488"/>
          <p14:tracePt t="4304" x="3236913" y="1524000"/>
          <p14:tracePt t="4320" x="3324225" y="1560513"/>
          <p14:tracePt t="4336" x="3417888" y="1589088"/>
          <p14:tracePt t="4354" x="3519488" y="1617663"/>
          <p14:tracePt t="4370" x="3614738" y="1647825"/>
          <p14:tracePt t="4386" x="3686175" y="1676400"/>
          <p14:tracePt t="4403" x="3744913" y="1698625"/>
          <p14:tracePt t="4420" x="3781425" y="1719263"/>
          <p14:tracePt t="4437" x="3802063" y="1749425"/>
          <p14:tracePt t="4440" x="3810000" y="1763713"/>
          <p14:tracePt t="4453" x="3838575" y="1785938"/>
          <p14:tracePt t="4470" x="3875088" y="1836738"/>
          <p14:tracePt t="4487" x="3919538" y="1901825"/>
          <p14:tracePt t="4504" x="3990975" y="2024063"/>
          <p14:tracePt t="4520" x="4049713" y="2125663"/>
          <p14:tracePt t="4537" x="4092575" y="2212975"/>
          <p14:tracePt t="4554" x="4137025" y="2314575"/>
          <p14:tracePt t="4570" x="4165600" y="2379663"/>
          <p14:tracePt t="4587" x="4187825" y="2452688"/>
          <p14:tracePt t="4603" x="4202113" y="2511425"/>
          <p14:tracePt t="4620" x="4202113" y="2554288"/>
          <p14:tracePt t="4637" x="4202113" y="2582863"/>
          <p14:tracePt t="4653" x="4202113" y="2605088"/>
          <p14:tracePt t="4670" x="4202113" y="2641600"/>
          <p14:tracePt t="4687" x="4202113" y="2670175"/>
          <p14:tracePt t="4704" x="4202113" y="2714625"/>
          <p14:tracePt t="4720" x="4202113" y="2743200"/>
          <p14:tracePt t="4737" x="4194175" y="2771775"/>
          <p14:tracePt t="4754" x="4179888" y="2808288"/>
          <p14:tracePt t="4770" x="4151313" y="2852738"/>
          <p14:tracePt t="4787" x="4106863" y="2887663"/>
          <p14:tracePt t="4803" x="4078288" y="2917825"/>
          <p14:tracePt t="4821" x="4056063" y="2932113"/>
          <p14:tracePt t="4837" x="4049713" y="2938463"/>
          <p14:tracePt t="4853" x="4027488" y="2946400"/>
          <p14:tracePt t="4870" x="4005263" y="2960688"/>
          <p14:tracePt t="4887" x="3984625" y="2960688"/>
          <p14:tracePt t="4904" x="3948113" y="2968625"/>
          <p14:tracePt t="4920" x="3911600" y="2982913"/>
          <p14:tracePt t="4937" x="3883025" y="2989263"/>
          <p14:tracePt t="4953" x="3846513" y="3005138"/>
          <p14:tracePt t="4970" x="3795713" y="3019425"/>
          <p14:tracePt t="4987" x="3759200" y="3033713"/>
          <p14:tracePt t="5003" x="3722688" y="3040063"/>
          <p14:tracePt t="5020" x="3716338" y="3040063"/>
          <p14:tracePt t="5037" x="3708400" y="3040063"/>
          <p14:tracePt t="5070" x="3700463" y="3040063"/>
          <p14:tracePt t="5614" x="3694113" y="3040063"/>
          <p14:tracePt t="5623" x="3686175" y="3040063"/>
          <p14:tracePt t="5654" x="3679825" y="3040063"/>
          <p14:tracePt t="5710" x="3686175" y="3040063"/>
          <p14:tracePt t="5812" x="3694113" y="3040063"/>
          <p14:tracePt t="5823" x="3708400" y="3040063"/>
          <p14:tracePt t="5884" x="3716338" y="3040063"/>
          <p14:tracePt t="6127" x="3722688" y="3048000"/>
          <p14:tracePt t="6284" x="3730625" y="3048000"/>
          <p14:tracePt t="6326" x="3736975" y="3055938"/>
          <p14:tracePt t="6414" x="3744913" y="3055938"/>
          <p14:tracePt t="6462" x="3751263" y="3062288"/>
          <p14:tracePt t="6727" x="3767138" y="3070225"/>
          <p14:tracePt t="6937" x="3773488" y="3076575"/>
          <p14:tracePt t="7174" x="3781425" y="3076575"/>
          <p14:tracePt t="7269" x="3787775" y="3084513"/>
          <p14:tracePt t="7561" x="3795713" y="3084513"/>
          <p14:tracePt t="7983" x="3802063" y="3090863"/>
          <p14:tracePt t="8294" x="3846513" y="3062288"/>
          <p14:tracePt t="8300" x="3911600" y="2997200"/>
          <p14:tracePt t="8311" x="3940175" y="2946400"/>
          <p14:tracePt t="8321" x="4005263" y="2852738"/>
          <p14:tracePt t="8341" x="4041775" y="2743200"/>
          <p14:tracePt t="8355" x="4086225" y="2627313"/>
          <p14:tracePt t="8372" x="4122738" y="2466975"/>
          <p14:tracePt t="8388" x="4137025" y="2336800"/>
          <p14:tracePt t="8405" x="4137025" y="2263775"/>
          <p14:tracePt t="8421" x="4122738" y="2212975"/>
          <p14:tracePt t="8438" x="4114800" y="2184400"/>
          <p14:tracePt t="8445" x="4106863" y="2176463"/>
          <p14:tracePt t="8455" x="4106863" y="2170113"/>
          <p14:tracePt t="8473" x="4100513" y="2155825"/>
          <p14:tracePt t="8490" x="4092575" y="2155825"/>
          <p14:tracePt t="8505" x="4086225" y="2125663"/>
          <p14:tracePt t="8522" x="4071938" y="2074863"/>
          <p14:tracePt t="8541" x="4035425" y="2017713"/>
          <p14:tracePt t="8555" x="4005263" y="1958975"/>
          <p14:tracePt t="8572" x="3984625" y="1930400"/>
          <p14:tracePt t="8590" x="3976688" y="1922463"/>
          <p14:tracePt t="8628" x="3962400" y="1922463"/>
          <p14:tracePt t="8638" x="3954463" y="1922463"/>
          <p14:tracePt t="8655" x="3911600" y="1922463"/>
          <p14:tracePt t="8672" x="3810000" y="1958975"/>
          <p14:tracePt t="8688" x="3708400" y="2003425"/>
          <p14:tracePt t="8704" x="3592513" y="2039938"/>
          <p14:tracePt t="8722" x="3505200" y="2046288"/>
          <p14:tracePt t="8740" x="3395663" y="2068513"/>
          <p14:tracePt t="8762" x="3214688" y="2090738"/>
          <p14:tracePt t="8793" x="3040063" y="2090738"/>
          <p14:tracePt t="8809" x="2932113" y="2090738"/>
          <p14:tracePt t="8821" x="2887663" y="2090738"/>
          <p14:tracePt t="8838" x="2808288" y="2090738"/>
          <p14:tracePt t="8854" x="2743200" y="2090738"/>
          <p14:tracePt t="8871" x="2714625" y="2090738"/>
          <p14:tracePt t="8888" x="2678113" y="2090738"/>
          <p14:tracePt t="8905" x="2670175" y="2090738"/>
          <p14:tracePt t="8921" x="2655888" y="2090738"/>
          <p14:tracePt t="8938" x="2649538" y="2090738"/>
          <p14:tracePt t="8955" x="2619375" y="2090738"/>
          <p14:tracePt t="8971" x="2605088" y="2090738"/>
          <p14:tracePt t="8988" x="2582863" y="2090738"/>
          <p14:tracePt t="9005" x="2562225" y="2090738"/>
          <p14:tracePt t="9021" x="2547938" y="2090738"/>
          <p14:tracePt t="9039" x="2532063" y="2090738"/>
          <p14:tracePt t="9056" x="2525713" y="2090738"/>
          <p14:tracePt t="9071" x="2517775" y="2090738"/>
          <p14:tracePt t="9088" x="2511425" y="2090738"/>
          <p14:tracePt t="9237" x="2503488" y="2090738"/>
          <p14:tracePt t="9345" x="2497138" y="2090738"/>
          <p14:tracePt t="9370" x="2481263" y="2090738"/>
          <p14:tracePt t="9388" x="2474913" y="2090738"/>
          <p14:tracePt t="9410" x="2460625" y="2082800"/>
          <p14:tracePt t="9443" x="2452688" y="2074863"/>
          <p14:tracePt t="10085" x="2446338" y="2074863"/>
          <p14:tracePt t="10103" x="2438400" y="2074863"/>
          <p14:tracePt t="10396" x="2446338" y="2074863"/>
          <p14:tracePt t="10433" x="2452688" y="2074863"/>
          <p14:tracePt t="10500" x="2460625" y="2074863"/>
          <p14:tracePt t="10520" x="2474913" y="2090738"/>
          <p14:tracePt t="10734" x="2474913" y="2097088"/>
          <p14:tracePt t="10822" x="2466975" y="2097088"/>
          <p14:tracePt t="10857" x="2466975" y="2082800"/>
          <p14:tracePt t="10875" x="2466975" y="2074863"/>
          <p14:tracePt t="10896" x="2466975" y="2060575"/>
          <p14:tracePt t="10957" x="2466975" y="2054225"/>
          <p14:tracePt t="10981" x="2466975" y="2039938"/>
          <p14:tracePt t="10998" x="2466975" y="2032000"/>
          <p14:tracePt t="11012" x="2474913" y="2032000"/>
          <p14:tracePt t="11061" x="2474913" y="2024063"/>
          <p14:tracePt t="11143" x="2452688" y="2024063"/>
          <p14:tracePt t="11160" x="2359025" y="2024063"/>
          <p14:tracePt t="11178" x="2300288" y="2024063"/>
          <p14:tracePt t="11199" x="2235200" y="2024063"/>
          <p14:tracePt t="11217" x="2162175" y="2009775"/>
          <p14:tracePt t="11234" x="2111375" y="1973263"/>
          <p14:tracePt t="11254" x="2082800" y="1958975"/>
          <p14:tracePt t="11268" x="2074863" y="1952625"/>
          <p14:tracePt t="11292" x="2074863" y="1944688"/>
          <p14:tracePt t="11305" x="2068513" y="1938338"/>
          <p14:tracePt t="11322" x="2068513" y="1930400"/>
          <p14:tracePt t="11339" x="2068513" y="1908175"/>
          <p14:tracePt t="11356" x="2068513" y="1879600"/>
          <p14:tracePt t="11372" x="2068513" y="1851025"/>
          <p14:tracePt t="11389" x="2097088" y="1814513"/>
          <p14:tracePt t="11406" x="2125663" y="1785938"/>
          <p14:tracePt t="11422" x="2155825" y="1763713"/>
          <p14:tracePt t="11439" x="2198688" y="1741488"/>
          <p14:tracePt t="11443" x="2227263" y="1735138"/>
          <p14:tracePt t="11456" x="2308225" y="1704975"/>
          <p14:tracePt t="11472" x="2395538" y="1684338"/>
          <p14:tracePt t="11489" x="2460625" y="1676400"/>
          <p14:tracePt t="11506" x="2503488" y="1676400"/>
          <p14:tracePt t="11523" x="2554288" y="1676400"/>
          <p14:tracePt t="11539" x="2613025" y="1676400"/>
          <p14:tracePt t="11558" x="2678113" y="1676400"/>
          <p14:tracePt t="11572" x="2728913" y="1676400"/>
          <p14:tracePt t="11589" x="2765425" y="1676400"/>
          <p14:tracePt t="11607" x="2779713" y="1676400"/>
          <p14:tracePt t="11622" x="2801938" y="1676400"/>
          <p14:tracePt t="11640" x="2830513" y="1676400"/>
          <p14:tracePt t="11656" x="2917825" y="1690688"/>
          <p14:tracePt t="11673" x="2968625" y="1704975"/>
          <p14:tracePt t="11689" x="3019425" y="1719263"/>
          <p14:tracePt t="11706" x="3062288" y="1741488"/>
          <p14:tracePt t="11722" x="3098800" y="1755775"/>
          <p14:tracePt t="11739" x="3121025" y="1770063"/>
          <p14:tracePt t="11756" x="3157538" y="1778000"/>
          <p14:tracePt t="11772" x="3178175" y="1792288"/>
          <p14:tracePt t="11789" x="3200400" y="1806575"/>
          <p14:tracePt t="11822" x="3208338" y="1820863"/>
          <p14:tracePt t="11839" x="3214688" y="1843088"/>
          <p14:tracePt t="11856" x="3228975" y="1887538"/>
          <p14:tracePt t="11872" x="3228975" y="1908175"/>
          <p14:tracePt t="11889" x="3236913" y="1938338"/>
          <p14:tracePt t="11906" x="3236913" y="1966913"/>
          <p14:tracePt t="11923" x="3236913" y="1981200"/>
          <p14:tracePt t="11939" x="3214688" y="2003425"/>
          <p14:tracePt t="11945" x="3208338" y="2009775"/>
          <p14:tracePt t="11956" x="3192463" y="2024063"/>
          <p14:tracePt t="11972" x="3178175" y="2039938"/>
          <p14:tracePt t="11989" x="3127375" y="2068513"/>
          <p14:tracePt t="12006" x="3090863" y="2074863"/>
          <p14:tracePt t="12022" x="3055938" y="2090738"/>
          <p14:tracePt t="12040" x="3005138" y="2097088"/>
          <p14:tracePt t="12058" x="2974975" y="2105025"/>
          <p14:tracePt t="12072" x="2946400" y="2105025"/>
          <p14:tracePt t="12089" x="2924175" y="2105025"/>
          <p14:tracePt t="12106" x="2873375" y="2105025"/>
          <p14:tracePt t="12122" x="2830513" y="2105025"/>
          <p14:tracePt t="12139" x="2794000" y="2105025"/>
          <p14:tracePt t="12156" x="2765425" y="2105025"/>
          <p14:tracePt t="12172" x="2743200" y="2105025"/>
          <p14:tracePt t="12189" x="2728913" y="2105025"/>
          <p14:tracePt t="12206" x="2692400" y="2097088"/>
          <p14:tracePt t="12222" x="2684463" y="2097088"/>
          <p14:tracePt t="12239" x="2670175" y="2090738"/>
          <p14:tracePt t="12256" x="2649538" y="2074863"/>
          <p14:tracePt t="12273" x="2633663" y="2060575"/>
          <p14:tracePt t="12289" x="2613025" y="2039938"/>
          <p14:tracePt t="12306" x="2590800" y="2009775"/>
          <p14:tracePt t="12322" x="2568575" y="1973263"/>
          <p14:tracePt t="12339" x="2562225" y="1958975"/>
          <p14:tracePt t="12356" x="2547938" y="1944688"/>
          <p14:tracePt t="12372" x="2547938" y="1938338"/>
          <p14:tracePt t="12389" x="2540000" y="1922463"/>
          <p14:tracePt t="12423" x="2540000" y="1908175"/>
          <p14:tracePt t="12439" x="2540000" y="1893888"/>
          <p14:tracePt t="12441" x="2540000" y="1887538"/>
          <p14:tracePt t="12456" x="2540000" y="1879600"/>
          <p14:tracePt t="12473" x="2540000" y="1865313"/>
          <p14:tracePt t="12489" x="2540000" y="1857375"/>
          <p14:tracePt t="12506" x="2540000" y="1828800"/>
          <p14:tracePt t="12522" x="2547938" y="1820863"/>
          <p14:tracePt t="12539" x="2562225" y="1806575"/>
          <p14:tracePt t="12556" x="2582863" y="1785938"/>
          <p14:tracePt t="12572" x="2598738" y="1778000"/>
          <p14:tracePt t="12589" x="2619375" y="1763713"/>
          <p14:tracePt t="12606" x="2649538" y="1749425"/>
          <p14:tracePt t="12622" x="2678113" y="1741488"/>
          <p14:tracePt t="12639" x="2728913" y="1727200"/>
          <p14:tracePt t="12656" x="2779713" y="1712913"/>
          <p14:tracePt t="12673" x="2808288" y="1712913"/>
          <p14:tracePt t="12689" x="2859088" y="1704975"/>
          <p14:tracePt t="12706" x="2881313" y="1704975"/>
          <p14:tracePt t="12722" x="2917825" y="1704975"/>
          <p14:tracePt t="12739" x="2968625" y="1704975"/>
          <p14:tracePt t="12756" x="3019425" y="1704975"/>
          <p14:tracePt t="12773" x="3076575" y="1704975"/>
          <p14:tracePt t="12789" x="3121025" y="1704975"/>
          <p14:tracePt t="12806" x="3141663" y="1719263"/>
          <p14:tracePt t="12822" x="3157538" y="1719263"/>
          <p14:tracePt t="12839" x="3171825" y="1735138"/>
          <p14:tracePt t="12856" x="3214688" y="1763713"/>
          <p14:tracePt t="12872" x="3251200" y="1778000"/>
          <p14:tracePt t="12889" x="3287713" y="1806575"/>
          <p14:tracePt t="12906" x="3316288" y="1820863"/>
          <p14:tracePt t="12922" x="3352800" y="1828800"/>
          <p14:tracePt t="12939" x="3367088" y="1836738"/>
          <p14:tracePt t="12956" x="3375025" y="1843088"/>
          <p14:tracePt t="12973" x="3381375" y="1843088"/>
          <p14:tracePt t="13528" x="3389313" y="1843088"/>
          <p14:tracePt t="13556" x="3395663" y="1843088"/>
          <p14:tracePt t="13580" x="3403600" y="1843088"/>
          <p14:tracePt t="13593" x="3411538" y="1843088"/>
          <p14:tracePt t="13645" x="3417888" y="1843088"/>
          <p14:tracePt t="13661" x="3425825" y="1843088"/>
          <p14:tracePt t="13676" x="3432175" y="1836738"/>
          <p14:tracePt t="13690" x="3440113" y="1836738"/>
          <p14:tracePt t="13706" x="3454400" y="1836738"/>
          <p14:tracePt t="13723" x="3468688" y="1828800"/>
          <p14:tracePt t="13740" x="3490913" y="1814513"/>
          <p14:tracePt t="13756" x="3519488" y="1814513"/>
          <p14:tracePt t="13773" x="3533775" y="1806575"/>
          <p14:tracePt t="13790" x="3556000" y="1800225"/>
          <p14:tracePt t="13807" x="3584575" y="1792288"/>
          <p14:tracePt t="13823" x="3606800" y="1785938"/>
          <p14:tracePt t="13840" x="3643313" y="1778000"/>
          <p14:tracePt t="13856" x="3679825" y="1763713"/>
          <p14:tracePt t="13873" x="3694113" y="1763713"/>
          <p14:tracePt t="13890" x="3716338" y="1763713"/>
          <p14:tracePt t="13906" x="3736975" y="1755775"/>
          <p14:tracePt t="13923" x="3744913" y="1755775"/>
          <p14:tracePt t="13939" x="3773488" y="1749425"/>
          <p14:tracePt t="13956" x="3787775" y="1749425"/>
          <p14:tracePt t="13973" x="3817938" y="1749425"/>
          <p14:tracePt t="13990" x="3838575" y="1741488"/>
          <p14:tracePt t="14007" x="3860800" y="1735138"/>
          <p14:tracePt t="14023" x="3868738" y="1735138"/>
          <p14:tracePt t="14040" x="3889375" y="1727200"/>
          <p14:tracePt t="14056" x="3903663" y="1727200"/>
          <p14:tracePt t="14073" x="3911600" y="1727200"/>
          <p14:tracePt t="14106" x="3919538" y="1727200"/>
          <p14:tracePt t="14123" x="3933825" y="1727200"/>
          <p14:tracePt t="14156" x="3948113" y="1727200"/>
          <p14:tracePt t="14173" x="3954463" y="1727200"/>
          <p14:tracePt t="14190" x="3962400" y="1727200"/>
          <p14:tracePt t="14206" x="3970338" y="1727200"/>
          <p14:tracePt t="14223" x="3984625" y="1727200"/>
          <p14:tracePt t="14240" x="3998913" y="1719263"/>
          <p14:tracePt t="14256" x="4005263" y="1719263"/>
          <p14:tracePt t="14273" x="4013200" y="1719263"/>
          <p14:tracePt t="14307" x="4021138" y="1719263"/>
          <p14:tracePt t="14323" x="4035425" y="1719263"/>
          <p14:tracePt t="14356" x="4041775" y="1719263"/>
          <p14:tracePt t="14373" x="4049713" y="1719263"/>
          <p14:tracePt t="14390" x="4056063" y="1719263"/>
          <p14:tracePt t="14433" x="4064000" y="1719263"/>
          <p14:tracePt t="14459" x="4071938" y="1719263"/>
          <p14:tracePt t="14507" x="4078288" y="1719263"/>
          <p14:tracePt t="14531" x="4086225" y="1719263"/>
          <p14:tracePt t="14546" x="4092575" y="1719263"/>
          <p14:tracePt t="14571" x="4100513" y="1719263"/>
          <p14:tracePt t="14587" x="4100513" y="1727200"/>
          <p14:tracePt t="14603" x="4100513" y="1735138"/>
          <p14:tracePt t="14619" x="4100513" y="1749425"/>
          <p14:tracePt t="14627" x="4100513" y="1755775"/>
          <p14:tracePt t="14640" x="4100513" y="1792288"/>
          <p14:tracePt t="14657" x="4100513" y="1814513"/>
          <p14:tracePt t="14673" x="4092575" y="1836738"/>
          <p14:tracePt t="14690" x="4071938" y="1865313"/>
          <p14:tracePt t="14707" x="4049713" y="1893888"/>
          <p14:tracePt t="14723" x="4021138" y="1930400"/>
          <p14:tracePt t="14740" x="3998913" y="1958975"/>
          <p14:tracePt t="14757" x="3984625" y="1981200"/>
          <p14:tracePt t="14774" x="3962400" y="2003425"/>
          <p14:tracePt t="14790" x="3948113" y="2017713"/>
          <p14:tracePt t="14808" x="3911600" y="2032000"/>
          <p14:tracePt t="14823" x="3889375" y="2046288"/>
          <p14:tracePt t="14840" x="3832225" y="2060575"/>
          <p14:tracePt t="14857" x="3773488" y="2074863"/>
          <p14:tracePt t="14873" x="3736975" y="2082800"/>
          <p14:tracePt t="14890" x="3694113" y="2090738"/>
          <p14:tracePt t="14907" x="3657600" y="2090738"/>
          <p14:tracePt t="14923" x="3606800" y="2090738"/>
          <p14:tracePt t="14940" x="3570288" y="2090738"/>
          <p14:tracePt t="14956" x="3533775" y="2090738"/>
          <p14:tracePt t="14973" x="3513138" y="2090738"/>
          <p14:tracePt t="14990" x="3476625" y="2090738"/>
          <p14:tracePt t="15007" x="3462338" y="2090738"/>
          <p14:tracePt t="15024" x="3425825" y="2090738"/>
          <p14:tracePt t="15040" x="3403600" y="2090738"/>
          <p14:tracePt t="15056" x="3360738" y="2074863"/>
          <p14:tracePt t="15073" x="3344863" y="2068513"/>
          <p14:tracePt t="15090" x="3324225" y="2060575"/>
          <p14:tracePt t="15107" x="3316288" y="2046288"/>
          <p14:tracePt t="15123" x="3294063" y="2017713"/>
          <p14:tracePt t="15140" x="3279775" y="1995488"/>
          <p14:tracePt t="15157" x="3265488" y="1966913"/>
          <p14:tracePt t="15173" x="3265488" y="1944688"/>
          <p14:tracePt t="15190" x="3265488" y="1916113"/>
          <p14:tracePt t="15206" x="3265488" y="1887538"/>
          <p14:tracePt t="15224" x="3265488" y="1851025"/>
          <p14:tracePt t="15240" x="3265488" y="1828800"/>
          <p14:tracePt t="15257" x="3279775" y="1792288"/>
          <p14:tracePt t="15273" x="3302000" y="1763713"/>
          <p14:tracePt t="15290" x="3338513" y="1727200"/>
          <p14:tracePt t="15306" x="3360738" y="1704975"/>
          <p14:tracePt t="15323" x="3395663" y="1668463"/>
          <p14:tracePt t="15340" x="3440113" y="1647825"/>
          <p14:tracePt t="15356" x="3476625" y="1625600"/>
          <p14:tracePt t="15373" x="3527425" y="1603375"/>
          <p14:tracePt t="15390" x="3556000" y="1597025"/>
          <p14:tracePt t="15407" x="3614738" y="1574800"/>
          <p14:tracePt t="15424" x="3700463" y="1566863"/>
          <p14:tracePt t="15440" x="3767138" y="1560513"/>
          <p14:tracePt t="15457" x="3817938" y="1560513"/>
          <p14:tracePt t="15473" x="3868738" y="1560513"/>
          <p14:tracePt t="15490" x="3933825" y="1574800"/>
          <p14:tracePt t="15507" x="3998913" y="1597025"/>
          <p14:tracePt t="15524" x="4041775" y="1617663"/>
          <p14:tracePt t="15540" x="4078288" y="1639888"/>
          <p14:tracePt t="15557" x="4086225" y="1647825"/>
          <p14:tracePt t="15573" x="4100513" y="1662113"/>
          <p14:tracePt t="15590" x="4100513" y="1684338"/>
          <p14:tracePt t="15607" x="4106863" y="1698625"/>
          <p14:tracePt t="15624" x="4106863" y="1735138"/>
          <p14:tracePt t="15640" x="4106863" y="1755775"/>
          <p14:tracePt t="15657" x="4106863" y="1778000"/>
          <p14:tracePt t="15673" x="4106863" y="1806575"/>
          <p14:tracePt t="15690" x="4106863" y="1820863"/>
          <p14:tracePt t="15707" x="4106863" y="1851025"/>
          <p14:tracePt t="15723" x="4106863" y="1871663"/>
          <p14:tracePt t="15740" x="4086225" y="1916113"/>
          <p14:tracePt t="15757" x="4064000" y="1938338"/>
          <p14:tracePt t="15774" x="4041775" y="1966913"/>
          <p14:tracePt t="15790" x="4027488" y="1981200"/>
          <p14:tracePt t="15807" x="4021138" y="1989138"/>
          <p14:tracePt t="15824" x="3990975" y="2003425"/>
          <p14:tracePt t="15840" x="3984625" y="2003425"/>
          <p14:tracePt t="15857" x="3970338" y="2009775"/>
          <p14:tracePt t="15873" x="3954463" y="2009775"/>
          <p14:tracePt t="15907" x="3948113" y="2009775"/>
          <p14:tracePt t="16582" x="3948113" y="2024063"/>
          <p14:tracePt t="16589" x="3948113" y="2054225"/>
          <p14:tracePt t="16596" x="3948113" y="2090738"/>
          <p14:tracePt t="16609" x="3948113" y="2162175"/>
          <p14:tracePt t="16625" x="3940175" y="2243138"/>
          <p14:tracePt t="16641" x="3925888" y="2271713"/>
          <p14:tracePt t="16659" x="3897313" y="2314575"/>
          <p14:tracePt t="16674" x="3868738" y="2336800"/>
          <p14:tracePt t="16691" x="3810000" y="2373313"/>
          <p14:tracePt t="16708" x="3722688" y="2409825"/>
          <p14:tracePt t="16724" x="3643313" y="2438400"/>
          <p14:tracePt t="16741" x="3548063" y="2466975"/>
          <p14:tracePt t="16758" x="3417888" y="2503488"/>
          <p14:tracePt t="16774" x="3265488" y="2511425"/>
          <p14:tracePt t="16791" x="3090863" y="2525713"/>
          <p14:tracePt t="16812" x="2895600" y="2540000"/>
          <p14:tracePt t="16831" x="2808288" y="2540000"/>
          <p14:tracePt t="16853" x="2684463" y="2540000"/>
          <p14:tracePt t="16870" x="2619375" y="2540000"/>
          <p14:tracePt t="16878" x="2576513" y="2540000"/>
          <p14:tracePt t="16890" x="2497138" y="2540000"/>
          <p14:tracePt t="16907" x="2424113" y="2511425"/>
          <p14:tracePt t="16924" x="2373313" y="2511425"/>
          <p14:tracePt t="16941" x="2322513" y="2503488"/>
          <p14:tracePt t="16945" x="2300288" y="2503488"/>
          <p14:tracePt t="16957" x="2263775" y="2503488"/>
          <p14:tracePt t="16974" x="2212975" y="2503488"/>
          <p14:tracePt t="16990" x="2147888" y="2503488"/>
          <p14:tracePt t="17008" x="2090738" y="2503488"/>
          <p14:tracePt t="17024" x="2068513" y="2517775"/>
          <p14:tracePt t="17041" x="2054225" y="2517775"/>
          <p14:tracePt t="17057" x="2032000" y="2532063"/>
          <p14:tracePt t="17074" x="2017713" y="2540000"/>
          <p14:tracePt t="17090" x="2003425" y="2554288"/>
          <p14:tracePt t="17107" x="1989138" y="2576513"/>
          <p14:tracePt t="17124" x="1973263" y="2590800"/>
          <p14:tracePt t="17141" x="1944688" y="2613025"/>
          <p14:tracePt t="17157" x="1930400" y="2633663"/>
          <p14:tracePt t="17174" x="1908175" y="2663825"/>
          <p14:tracePt t="17191" x="1887538" y="2678113"/>
          <p14:tracePt t="17208" x="1871663" y="2692400"/>
          <p14:tracePt t="17224" x="1857375" y="2700338"/>
          <p14:tracePt t="17240" x="1836738" y="2714625"/>
          <p14:tracePt t="17258" x="1820863" y="2728913"/>
          <p14:tracePt t="17274" x="1800225" y="2728913"/>
          <p14:tracePt t="17291" x="1763713" y="2728913"/>
          <p14:tracePt t="17307" x="1719263" y="2735263"/>
          <p14:tracePt t="17324" x="1698625" y="2735263"/>
          <p14:tracePt t="17341" x="1676400" y="2735263"/>
          <p14:tracePt t="17357" x="1662113" y="2735263"/>
          <p14:tracePt t="17391" x="1654175" y="2735263"/>
          <p14:tracePt t="17426" x="1647825" y="2735263"/>
          <p14:tracePt t="17482" x="1639888" y="2743200"/>
          <p14:tracePt t="17490" x="1633538" y="2743200"/>
          <p14:tracePt t="17497" x="1625600" y="2743200"/>
          <p14:tracePt t="17514" x="1617663" y="2743200"/>
          <p14:tracePt t="17524" x="1611313" y="2743200"/>
          <p14:tracePt t="17541" x="1603375" y="2743200"/>
          <p14:tracePt t="17559" x="1589088" y="2743200"/>
          <p14:tracePt t="17574" x="1582738" y="2743200"/>
          <p14:tracePt t="17591" x="1566863" y="2743200"/>
          <p14:tracePt t="17608" x="1538288" y="2743200"/>
          <p14:tracePt t="17624" x="1509713" y="2728913"/>
          <p14:tracePt t="17641" x="1501775" y="2720975"/>
          <p14:tracePt t="17658" x="1487488" y="2706688"/>
          <p14:tracePt t="17674" x="1473200" y="2678113"/>
          <p14:tracePt t="17691" x="1450975" y="2655888"/>
          <p14:tracePt t="17708" x="1430338" y="2619375"/>
          <p14:tracePt t="17724" x="1422400" y="2590800"/>
          <p14:tracePt t="17741" x="1400175" y="2554288"/>
          <p14:tracePt t="17757" x="1385888" y="2525713"/>
          <p14:tracePt t="17774" x="1371600" y="2497138"/>
          <p14:tracePt t="17791" x="1357313" y="2474913"/>
          <p14:tracePt t="17809" x="1343025" y="2438400"/>
          <p14:tracePt t="17824" x="1328738" y="2424113"/>
          <p14:tracePt t="17841" x="1328738" y="2409825"/>
          <p14:tracePt t="17858" x="1328738" y="2401888"/>
          <p14:tracePt t="17874" x="1320800" y="2395538"/>
          <p14:tracePt t="17891" x="1320800" y="2387600"/>
          <p14:tracePt t="17908" x="1320800" y="2373313"/>
          <p14:tracePt t="17924" x="1320800" y="2359025"/>
          <p14:tracePt t="17941" x="1320800" y="2344738"/>
          <p14:tracePt t="17945" x="1320800" y="2328863"/>
          <p14:tracePt t="17957" x="1306513" y="2322513"/>
          <p14:tracePt t="17974" x="1306513" y="2308225"/>
          <p14:tracePt t="17991" x="1306513" y="2300288"/>
          <p14:tracePt t="18007" x="1306513" y="2278063"/>
          <p14:tracePt t="18024" x="1306513" y="2257425"/>
          <p14:tracePt t="18041" x="1306513" y="2249488"/>
          <p14:tracePt t="18058" x="1298575" y="2243138"/>
          <p14:tracePt t="18074" x="1298575" y="2227263"/>
          <p14:tracePt t="18091" x="1298575" y="2220913"/>
          <p14:tracePt t="18107" x="1298575" y="2212975"/>
          <p14:tracePt t="18124" x="1298575" y="2198688"/>
          <p14:tracePt t="18141" x="1298575" y="2192338"/>
          <p14:tracePt t="18157" x="1292225" y="2176463"/>
          <p14:tracePt t="18174" x="1292225" y="2170113"/>
          <p14:tracePt t="18209" x="1292225" y="2155825"/>
          <p14:tracePt t="18273" x="1292225" y="2147888"/>
          <p14:tracePt t="18305" x="1292225" y="2141538"/>
          <p14:tracePt t="18313" x="1292225" y="2133600"/>
          <p14:tracePt t="18329" x="1292225" y="2125663"/>
          <p14:tracePt t="18353" x="1292225" y="2119313"/>
          <p14:tracePt t="18361" x="1292225" y="2111375"/>
          <p14:tracePt t="18377" x="1292225" y="2097088"/>
          <p14:tracePt t="18393" x="1292225" y="2090738"/>
          <p14:tracePt t="18407" x="1292225" y="2082800"/>
          <p14:tracePt t="18425" x="1292225" y="2074863"/>
          <p14:tracePt t="18441" x="1292225" y="2068513"/>
          <p14:tracePt t="18465" x="1292225" y="2060575"/>
          <p14:tracePt t="18474" x="1292225" y="2054225"/>
          <p14:tracePt t="18545" x="1298575" y="2039938"/>
          <p14:tracePt t="18942" x="1306513" y="2039938"/>
          <p14:tracePt t="18955" x="1328738" y="2039938"/>
          <p14:tracePt t="18965" x="1343025" y="2039938"/>
          <p14:tracePt t="18975" x="1357313" y="2039938"/>
          <p14:tracePt t="18991" x="1379538" y="2032000"/>
          <p14:tracePt t="19009" x="1400175" y="2017713"/>
          <p14:tracePt t="19026" x="1408113" y="2017713"/>
          <p14:tracePt t="19091" x="1414463" y="2017713"/>
          <p14:tracePt t="22689" x="1422400" y="2039938"/>
          <p14:tracePt t="22700" x="1422400" y="2046288"/>
          <p14:tracePt t="22712" x="1414463" y="2105025"/>
          <p14:tracePt t="22726" x="1408113" y="2133600"/>
          <p14:tracePt t="22743" x="1393825" y="2162175"/>
          <p14:tracePt t="22761" x="1371600" y="2198688"/>
          <p14:tracePt t="22777" x="1335088" y="2220913"/>
          <p14:tracePt t="22793" x="1320800" y="2220913"/>
          <p14:tracePt t="22811" x="1292225" y="2235200"/>
          <p14:tracePt t="22826" x="1241425" y="2243138"/>
          <p14:tracePt t="22843" x="1176338" y="2249488"/>
          <p14:tracePt t="22859" x="1095375" y="2249488"/>
          <p14:tracePt t="22876" x="1023938" y="2235200"/>
          <p14:tracePt t="22893" x="973138" y="2212975"/>
          <p14:tracePt t="22910" x="950913" y="2184400"/>
          <p14:tracePt t="22926" x="942975" y="2155825"/>
          <p14:tracePt t="22942" x="928688" y="2125663"/>
          <p14:tracePt t="22953" x="922338" y="2090738"/>
          <p14:tracePt t="22961" x="922338" y="2060575"/>
          <p14:tracePt t="22977" x="922338" y="2017713"/>
          <p14:tracePt t="22993" x="922338" y="1958975"/>
          <p14:tracePt t="23010" x="957263" y="1901825"/>
          <p14:tracePt t="23026" x="1001713" y="1851025"/>
          <p14:tracePt t="23043" x="1052513" y="1785938"/>
          <p14:tracePt t="23059" x="1146175" y="1727200"/>
          <p14:tracePt t="23076" x="1247775" y="1662113"/>
          <p14:tracePt t="23093" x="1363663" y="1603375"/>
          <p14:tracePt t="23109" x="1495425" y="1546225"/>
          <p14:tracePt t="23126" x="1603375" y="1516063"/>
          <p14:tracePt t="23143" x="1704975" y="1487488"/>
          <p14:tracePt t="23160" x="1865313" y="1473200"/>
          <p14:tracePt t="23176" x="1916113" y="1458913"/>
          <p14:tracePt t="23193" x="2105025" y="1436688"/>
          <p14:tracePt t="23210" x="2220913" y="1436688"/>
          <p14:tracePt t="23226" x="2373313" y="1436688"/>
          <p14:tracePt t="23244" x="2540000" y="1436688"/>
          <p14:tracePt t="23259" x="2720975" y="1436688"/>
          <p14:tracePt t="23276" x="2903538" y="1436688"/>
          <p14:tracePt t="23293" x="3070225" y="1436688"/>
          <p14:tracePt t="23309" x="3214688" y="1436688"/>
          <p14:tracePt t="23326" x="3338513" y="1436688"/>
          <p14:tracePt t="23343" x="3476625" y="1436688"/>
          <p14:tracePt t="23360" x="3657600" y="1436688"/>
          <p14:tracePt t="23376" x="3722688" y="1436688"/>
          <p14:tracePt t="23393" x="3990975" y="1436688"/>
          <p14:tracePt t="23410" x="4187825" y="1465263"/>
          <p14:tracePt t="23426" x="4340225" y="1501775"/>
          <p14:tracePt t="23443" x="4478338" y="1531938"/>
          <p14:tracePt t="23450" x="4529138" y="1546225"/>
          <p14:tracePt t="23460" x="4564063" y="1552575"/>
          <p14:tracePt t="23476" x="4673600" y="1589088"/>
          <p14:tracePt t="23493" x="4752975" y="1611313"/>
          <p14:tracePt t="23511" x="4854575" y="1647825"/>
          <p14:tracePt t="23526" x="4986338" y="1684338"/>
          <p14:tracePt t="23543" x="5087938" y="1704975"/>
          <p14:tracePt t="23560" x="5224463" y="1763713"/>
          <p14:tracePt t="23576" x="5297488" y="1800225"/>
          <p14:tracePt t="23593" x="5392738" y="1836738"/>
          <p14:tracePt t="23609" x="5472113" y="1865313"/>
          <p14:tracePt t="23626" x="5522913" y="1893888"/>
          <p14:tracePt t="23643" x="5559425" y="1916113"/>
          <p14:tracePt t="23660" x="5573713" y="1922463"/>
          <p14:tracePt t="23676" x="5580063" y="1930400"/>
          <p14:tracePt t="23693" x="5588000" y="1952625"/>
          <p14:tracePt t="23709" x="5610225" y="1989138"/>
          <p14:tracePt t="23726" x="5630863" y="2054225"/>
          <p14:tracePt t="23743" x="5646738" y="2119313"/>
          <p14:tracePt t="23760" x="5653088" y="2206625"/>
          <p14:tracePt t="23776" x="5646738" y="2286000"/>
          <p14:tracePt t="23793" x="5588000" y="2379663"/>
          <p14:tracePt t="23809" x="5508625" y="2460625"/>
          <p14:tracePt t="23826" x="5399088" y="2532063"/>
          <p14:tracePt t="23843" x="5268913" y="2598738"/>
          <p14:tracePt t="23859" x="5094288" y="2649538"/>
          <p14:tracePt t="23876" x="4919663" y="2700338"/>
          <p14:tracePt t="23893" x="4716463" y="2735263"/>
          <p14:tracePt t="23909" x="4535488" y="2751138"/>
          <p14:tracePt t="23926" x="4360863" y="2751138"/>
          <p14:tracePt t="23943" x="4173538" y="2757488"/>
          <p14:tracePt t="23947" x="4092575" y="2757488"/>
          <p14:tracePt t="23960" x="3903663" y="2757488"/>
          <p14:tracePt t="23976" x="3759200" y="2757488"/>
          <p14:tracePt t="23993" x="3598863" y="2757488"/>
          <p14:tracePt t="24009" x="3432175" y="2735263"/>
          <p14:tracePt t="24026" x="3265488" y="2714625"/>
          <p14:tracePt t="24043" x="3149600" y="2684463"/>
          <p14:tracePt t="24060" x="2968625" y="2655888"/>
          <p14:tracePt t="24076" x="2844800" y="2649538"/>
          <p14:tracePt t="24093" x="2735263" y="2627313"/>
          <p14:tracePt t="24109" x="2619375" y="2627313"/>
          <p14:tracePt t="24126" x="2517775" y="2627313"/>
          <p14:tracePt t="24143" x="2430463" y="2627313"/>
          <p14:tracePt t="24160" x="2351088" y="2619375"/>
          <p14:tracePt t="24176" x="2206625" y="2590800"/>
          <p14:tracePt t="24193" x="2119313" y="2582863"/>
          <p14:tracePt t="24210" x="2046288" y="2568575"/>
          <p14:tracePt t="24226" x="1973263" y="2562225"/>
          <p14:tracePt t="24243" x="1908175" y="2547938"/>
          <p14:tracePt t="24259" x="1887538" y="2540000"/>
          <p14:tracePt t="24276" x="1865313" y="2540000"/>
          <p14:tracePt t="24293" x="1851025" y="2540000"/>
          <p14:tracePt t="24309" x="1843088" y="2540000"/>
          <p14:tracePt t="24326" x="1828800" y="2540000"/>
          <p14:tracePt t="24343" x="1820863" y="2540000"/>
          <p14:tracePt t="24360" x="1806575" y="2540000"/>
          <p14:tracePt t="24376" x="1800225" y="2540000"/>
          <p14:tracePt t="24410" x="1792288" y="2547938"/>
          <p14:tracePt t="24451" x="1800225" y="2562225"/>
          <p14:tracePt t="24458" x="1836738" y="2576513"/>
          <p14:tracePt t="24465" x="1901825" y="2582863"/>
          <p14:tracePt t="24476" x="1989138" y="2590800"/>
          <p14:tracePt t="24493" x="2212975" y="2613025"/>
          <p14:tracePt t="24509" x="2582863" y="2633663"/>
          <p14:tracePt t="24526" x="3149600" y="2633663"/>
          <p14:tracePt t="24543" x="3883025" y="2649538"/>
          <p14:tracePt t="24560" x="5087938" y="2678113"/>
          <p14:tracePt t="24576" x="5718175" y="2692400"/>
          <p14:tracePt t="24593" x="6169025" y="2692400"/>
          <p14:tracePt t="24609" x="6392863" y="2692400"/>
          <p14:tracePt t="24627" x="6567488" y="2692400"/>
          <p14:tracePt t="24643" x="6691313" y="2678113"/>
          <p14:tracePt t="24660" x="6807200" y="2641600"/>
          <p14:tracePt t="24676" x="6900863" y="2613025"/>
          <p14:tracePt t="24693" x="6973888" y="2582863"/>
          <p14:tracePt t="24710" x="7018338" y="2568575"/>
          <p14:tracePt t="24726" x="7038975" y="2547938"/>
          <p14:tracePt t="24743" x="7083425" y="2517775"/>
          <p14:tracePt t="24760" x="7148513" y="2474913"/>
          <p14:tracePt t="24777" x="7185025" y="2452688"/>
          <p14:tracePt t="24793" x="7221538" y="2430463"/>
          <p14:tracePt t="24843" x="7221538" y="2424113"/>
          <p14:tracePt t="24850" x="7221538" y="2416175"/>
          <p14:tracePt t="24860" x="7213600" y="2409825"/>
          <p14:tracePt t="24876" x="7162800" y="2395538"/>
          <p14:tracePt t="24893" x="7061200" y="2351088"/>
          <p14:tracePt t="24910" x="6894513" y="2300288"/>
          <p14:tracePt t="24926" x="6742113" y="2257425"/>
          <p14:tracePt t="24943" x="6618288" y="2227263"/>
          <p14:tracePt t="24949" x="6561138" y="2220913"/>
          <p14:tracePt t="24960" x="6488113" y="2206625"/>
          <p14:tracePt t="24976" x="6443663" y="2192338"/>
          <p14:tracePt t="24993" x="6423025" y="2184400"/>
          <p14:tracePt t="25010" x="6378575" y="2176463"/>
          <p14:tracePt t="25026" x="6372225" y="2170113"/>
          <p14:tracePt t="25043" x="6364288" y="2162175"/>
          <p14:tracePt t="25060" x="6350000" y="2147888"/>
          <p14:tracePt t="25076" x="6335713" y="2125663"/>
          <p14:tracePt t="25093" x="6321425" y="2111375"/>
          <p14:tracePt t="25110" x="6313488" y="2090738"/>
          <p14:tracePt t="25126" x="6307138" y="2068513"/>
          <p14:tracePt t="25143" x="6307138" y="2046288"/>
          <p14:tracePt t="25160" x="6307138" y="2017713"/>
          <p14:tracePt t="25176" x="6307138" y="1952625"/>
          <p14:tracePt t="25193" x="6321425" y="1901825"/>
          <p14:tracePt t="25210" x="6342063" y="1843088"/>
          <p14:tracePt t="25228" x="6386513" y="1778000"/>
          <p14:tracePt t="25243" x="6429375" y="1727200"/>
          <p14:tracePt t="25260" x="6480175" y="1676400"/>
          <p14:tracePt t="25276" x="6524625" y="1633538"/>
          <p14:tracePt t="25293" x="6567488" y="1603375"/>
          <p14:tracePt t="25310" x="6604000" y="1574800"/>
          <p14:tracePt t="25327" x="6640513" y="1546225"/>
          <p14:tracePt t="25343" x="6654800" y="1538288"/>
          <p14:tracePt t="25360" x="6691313" y="1516063"/>
          <p14:tracePt t="25376" x="6697663" y="1509713"/>
          <p14:tracePt t="25393" x="6727825" y="1495425"/>
          <p14:tracePt t="25410" x="6748463" y="1487488"/>
          <p14:tracePt t="25427" x="6784975" y="1473200"/>
          <p14:tracePt t="25443" x="6799263" y="1465263"/>
          <p14:tracePt t="25460" x="6807200" y="1458913"/>
          <p14:tracePt t="25477" x="6821488" y="1458913"/>
          <p14:tracePt t="25493" x="6835775" y="1444625"/>
          <p14:tracePt t="25510" x="6843713" y="1444625"/>
          <p14:tracePt t="25597" x="6850063" y="1444625"/>
          <p14:tracePt t="25630" x="6858000" y="1444625"/>
          <p14:tracePt t="25643" x="6872288" y="1450975"/>
          <p14:tracePt t="25657" x="6872288" y="1487488"/>
          <p14:tracePt t="25677" x="6886575" y="1509713"/>
          <p14:tracePt t="25693" x="6894513" y="1546225"/>
          <p14:tracePt t="25710" x="6900863" y="1574800"/>
          <p14:tracePt t="25726" x="6900863" y="1589088"/>
          <p14:tracePt t="25743" x="6900863" y="1597025"/>
          <p14:tracePt t="25776" x="6900863" y="1611313"/>
          <p14:tracePt t="25917" x="6900863" y="1617663"/>
          <p14:tracePt t="25935" x="6900863" y="1633538"/>
          <p14:tracePt t="25950" x="6900863" y="1654175"/>
          <p14:tracePt t="25963" x="6900863" y="1662113"/>
          <p14:tracePt t="25977" x="6900863" y="1676400"/>
          <p14:tracePt t="25993" x="6900863" y="1684338"/>
          <p14:tracePt t="26010" x="6900863" y="1698625"/>
          <p14:tracePt t="26044" x="6900863" y="1704975"/>
          <p14:tracePt t="26066" x="6900863" y="1719263"/>
          <p14:tracePt t="26091" x="6900863" y="1727200"/>
          <p14:tracePt t="26130" x="6900863" y="1735138"/>
          <p14:tracePt t="26140" x="6900863" y="1741488"/>
          <p14:tracePt t="26150" x="6894513" y="1749425"/>
          <p14:tracePt t="26160" x="6865938" y="1755775"/>
          <p14:tracePt t="26177" x="6843713" y="1770063"/>
          <p14:tracePt t="26194" x="6807200" y="1770063"/>
          <p14:tracePt t="26210" x="6784975" y="1778000"/>
          <p14:tracePt t="26228" x="6770688" y="1785938"/>
          <p14:tracePt t="26243" x="6756400" y="1785938"/>
          <p14:tracePt t="26260" x="6748463" y="1785938"/>
          <p14:tracePt t="26277" x="6742113" y="1785938"/>
          <p14:tracePt t="26293" x="6734175" y="1785938"/>
          <p14:tracePt t="26327" x="6727825" y="1785938"/>
          <p14:tracePt t="26347" x="6719888" y="1785938"/>
          <p14:tracePt t="26360" x="6705600" y="1785938"/>
          <p14:tracePt t="26377" x="6683375" y="1785938"/>
          <p14:tracePt t="26393" x="6669088" y="1770063"/>
          <p14:tracePt t="26410" x="6654800" y="1763713"/>
          <p14:tracePt t="26427" x="6654800" y="1749425"/>
          <p14:tracePt t="26444" x="6640513" y="1727200"/>
          <p14:tracePt t="26449" x="6632575" y="1712913"/>
          <p14:tracePt t="26460" x="6626225" y="1698625"/>
          <p14:tracePt t="26477" x="6626225" y="1676400"/>
          <p14:tracePt t="26494" x="6626225" y="1639888"/>
          <p14:tracePt t="26510" x="6626225" y="1617663"/>
          <p14:tracePt t="26527" x="6626225" y="1582738"/>
          <p14:tracePt t="26544" x="6626225" y="1546225"/>
          <p14:tracePt t="26560" x="6632575" y="1516063"/>
          <p14:tracePt t="26577" x="6640513" y="1509713"/>
          <p14:tracePt t="26594" x="6654800" y="1487488"/>
          <p14:tracePt t="26610" x="6677025" y="1465263"/>
          <p14:tracePt t="26627" x="6697663" y="1444625"/>
          <p14:tracePt t="26644" x="6719888" y="1422400"/>
          <p14:tracePt t="26660" x="6764338" y="1408113"/>
          <p14:tracePt t="26677" x="6792913" y="1385888"/>
          <p14:tracePt t="26694" x="6829425" y="1385888"/>
          <p14:tracePt t="26710" x="6880225" y="1385888"/>
          <p14:tracePt t="26727" x="6937375" y="1385888"/>
          <p14:tracePt t="26745" x="6996113" y="1385888"/>
          <p14:tracePt t="26760" x="7038975" y="1400175"/>
          <p14:tracePt t="26777" x="7075488" y="1430338"/>
          <p14:tracePt t="26793" x="7148513" y="1481138"/>
          <p14:tracePt t="26810" x="7213600" y="1531938"/>
          <p14:tracePt t="26827" x="7242175" y="1560513"/>
          <p14:tracePt t="26844" x="7264400" y="1603375"/>
          <p14:tracePt t="26860" x="7264400" y="1633538"/>
          <p14:tracePt t="26877" x="7264400" y="1654175"/>
          <p14:tracePt t="26894" x="7264400" y="1684338"/>
          <p14:tracePt t="26910" x="7264400" y="1712913"/>
          <p14:tracePt t="26927" x="7264400" y="1719263"/>
          <p14:tracePt t="26944" x="7264400" y="1735138"/>
          <p14:tracePt t="26994" x="7264400" y="1741488"/>
          <p14:tracePt t="27001" x="7264400" y="1749425"/>
          <p14:tracePt t="27134" x="7264400" y="1727200"/>
          <p14:tracePt t="27150" x="7264400" y="1698625"/>
          <p14:tracePt t="27161" x="7278688" y="1654175"/>
          <p14:tracePt t="27178" x="7292975" y="1617663"/>
          <p14:tracePt t="27195" x="7323138" y="1582738"/>
          <p14:tracePt t="27212" x="7366000" y="1546225"/>
          <p14:tracePt t="27228" x="7416800" y="1524000"/>
          <p14:tracePt t="27246" x="7467600" y="1495425"/>
          <p14:tracePt t="27261" x="7532688" y="1465263"/>
          <p14:tracePt t="27277" x="7577138" y="1450975"/>
          <p14:tracePt t="27294" x="7634288" y="1436688"/>
          <p14:tracePt t="27311" x="7693025" y="1430338"/>
          <p14:tracePt t="27327" x="7750175" y="1422400"/>
          <p14:tracePt t="27344" x="7851775" y="1408113"/>
          <p14:tracePt t="27361" x="7910513" y="1408113"/>
          <p14:tracePt t="27377" x="7967663" y="1408113"/>
          <p14:tracePt t="27394" x="8026400" y="1408113"/>
          <p14:tracePt t="27411" x="8099425" y="1408113"/>
          <p14:tracePt t="27427" x="8193088" y="1414463"/>
          <p14:tracePt t="27444" x="8272463" y="1444625"/>
          <p14:tracePt t="27452" x="8308975" y="1458913"/>
          <p14:tracePt t="27465" x="8374063" y="1481138"/>
          <p14:tracePt t="27481" x="8440738" y="1509713"/>
          <p14:tracePt t="27494" x="8469313" y="1524000"/>
          <p14:tracePt t="27511" x="8512175" y="1538288"/>
          <p14:tracePt t="27530" x="8585200" y="1574800"/>
          <p14:tracePt t="27544" x="8607425" y="1582738"/>
          <p14:tracePt t="27561" x="8636000" y="1603375"/>
          <p14:tracePt t="27578" x="8650288" y="1617663"/>
          <p14:tracePt t="27594" x="8678863" y="1633538"/>
          <p14:tracePt t="27611" x="8701088" y="1654175"/>
          <p14:tracePt t="27632" x="8723313" y="1676400"/>
          <p14:tracePt t="27647" x="8745538" y="1690688"/>
          <p14:tracePt t="27663" x="8766175" y="1698625"/>
          <p14:tracePt t="27725" x="8766175" y="1704975"/>
          <p14:tracePt t="27765" x="8766175" y="1712913"/>
          <p14:tracePt t="27788" x="8766175" y="1719263"/>
          <p14:tracePt t="27807" x="8759825" y="1727200"/>
          <p14:tracePt t="27829" x="8751888" y="1735138"/>
          <p14:tracePt t="27867" x="8745538" y="1735138"/>
          <p14:tracePt t="28470" x="8737600" y="1727200"/>
          <p14:tracePt t="28485" x="8737600" y="1690688"/>
          <p14:tracePt t="28499" x="8737600" y="1647825"/>
          <p14:tracePt t="28513" x="8745538" y="1611313"/>
          <p14:tracePt t="28529" x="8766175" y="1566863"/>
          <p14:tracePt t="28544" x="8774113" y="1552575"/>
          <p14:tracePt t="28564" x="8796338" y="1516063"/>
          <p14:tracePt t="28579" x="8816975" y="1495425"/>
          <p14:tracePt t="28594" x="8847138" y="1473200"/>
          <p14:tracePt t="28611" x="8882063" y="1444625"/>
          <p14:tracePt t="28629" x="8912225" y="1430338"/>
          <p14:tracePt t="28644" x="8926513" y="1414463"/>
          <p14:tracePt t="28661" x="8963025" y="1400175"/>
          <p14:tracePt t="28678" x="8977313" y="1385888"/>
          <p14:tracePt t="28694" x="9013825" y="1379538"/>
          <p14:tracePt t="28711" x="9050338" y="1371600"/>
          <p14:tracePt t="28729" x="9115425" y="1371600"/>
          <p14:tracePt t="28744" x="9166225" y="1371600"/>
          <p14:tracePt t="28761" x="9223375" y="1371600"/>
          <p14:tracePt t="28778" x="9288463" y="1371600"/>
          <p14:tracePt t="28794" x="9347200" y="1371600"/>
          <p14:tracePt t="28811" x="9398000" y="1371600"/>
          <p14:tracePt t="28828" x="9434513" y="1371600"/>
          <p14:tracePt t="28844" x="9477375" y="1371600"/>
          <p14:tracePt t="28861" x="9528175" y="1379538"/>
          <p14:tracePt t="28877" x="9564688" y="1385888"/>
          <p14:tracePt t="28894" x="9586913" y="1400175"/>
          <p14:tracePt t="28912" x="9629775" y="1430338"/>
          <p14:tracePt t="28928" x="9659938" y="1450975"/>
          <p14:tracePt t="28945" x="9674225" y="1465263"/>
          <p14:tracePt t="28961" x="9680575" y="1481138"/>
          <p14:tracePt t="28978" x="9688513" y="1501775"/>
          <p14:tracePt t="28995" x="9694863" y="1524000"/>
          <p14:tracePt t="29011" x="9694863" y="1552575"/>
          <p14:tracePt t="29028" x="9694863" y="1597025"/>
          <p14:tracePt t="29044" x="9694863" y="1633538"/>
          <p14:tracePt t="29061" x="9694863" y="1654175"/>
          <p14:tracePt t="29078" x="9694863" y="1684338"/>
          <p14:tracePt t="29094" x="9688513" y="1684338"/>
          <p14:tracePt t="29111" x="9680575" y="1698625"/>
          <p14:tracePt t="29128" x="9666288" y="1712913"/>
          <p14:tracePt t="29144" x="9644063" y="1735138"/>
          <p14:tracePt t="29161" x="9623425" y="1755775"/>
          <p14:tracePt t="29178" x="9601200" y="1770063"/>
          <p14:tracePt t="29195" x="9578975" y="1785938"/>
          <p14:tracePt t="29212" x="9564688" y="1785938"/>
          <p14:tracePt t="29229" x="9528175" y="1806575"/>
          <p14:tracePt t="29244" x="9507538" y="1806575"/>
          <p14:tracePt t="29262" x="9477375" y="1814513"/>
          <p14:tracePt t="29278" x="9463088" y="1820863"/>
          <p14:tracePt t="29294" x="9434513" y="1828800"/>
          <p14:tracePt t="29311" x="9405938" y="1836738"/>
          <p14:tracePt t="29328" x="9369425" y="1836738"/>
          <p14:tracePt t="29344" x="9347200" y="1836738"/>
          <p14:tracePt t="29361" x="9310688" y="1836738"/>
          <p14:tracePt t="29378" x="9274175" y="1836738"/>
          <p14:tracePt t="29394" x="9237663" y="1836738"/>
          <p14:tracePt t="29411" x="9194800" y="1836738"/>
          <p14:tracePt t="29428" x="9158288" y="1836738"/>
          <p14:tracePt t="29445" x="9136063" y="1836738"/>
          <p14:tracePt t="29449" x="9121775" y="1836738"/>
          <p14:tracePt t="29461" x="9107488" y="1836738"/>
          <p14:tracePt t="29478" x="9093200" y="1836738"/>
          <p14:tracePt t="29495" x="9070975" y="1836738"/>
          <p14:tracePt t="29511" x="9064625" y="1836738"/>
          <p14:tracePt t="29528" x="9020175" y="1836738"/>
          <p14:tracePt t="29545" x="8999538" y="1828800"/>
          <p14:tracePt t="29561" x="8977313" y="1820863"/>
          <p14:tracePt t="29578" x="8955088" y="1820863"/>
          <p14:tracePt t="29595" x="8926513" y="1814513"/>
          <p14:tracePt t="29611" x="8904288" y="1814513"/>
          <p14:tracePt t="29628" x="8882063" y="1806575"/>
          <p14:tracePt t="29644" x="8847138" y="1800225"/>
          <p14:tracePt t="29661" x="8824913" y="1800225"/>
          <p14:tracePt t="29678" x="8816975" y="1800225"/>
          <p14:tracePt t="29694" x="8810625" y="1800225"/>
          <p14:tracePt t="29722" x="8802688" y="1800225"/>
          <p14:tracePt t="29842" x="8766175" y="1785938"/>
          <p14:tracePt t="29851" x="8715375" y="1778000"/>
          <p14:tracePt t="29861" x="8658225" y="1778000"/>
          <p14:tracePt t="29878" x="8505825" y="1749425"/>
          <p14:tracePt t="29895" x="8345488" y="1735138"/>
          <p14:tracePt t="29911" x="8170863" y="1698625"/>
          <p14:tracePt t="29928" x="7924800" y="1668463"/>
          <p14:tracePt t="29944" x="7780338" y="1654175"/>
          <p14:tracePt t="29961" x="7648575" y="1633538"/>
          <p14:tracePt t="29978" x="7504113" y="1633538"/>
          <p14:tracePt t="29994" x="7358063" y="1633538"/>
          <p14:tracePt t="30011" x="7242175" y="1633538"/>
          <p14:tracePt t="30028" x="7148513" y="1633538"/>
          <p14:tracePt t="30045" x="7069138" y="1633538"/>
          <p14:tracePt t="30061" x="6996113" y="1639888"/>
          <p14:tracePt t="30078" x="6908800" y="1662113"/>
          <p14:tracePt t="30094" x="6835775" y="1662113"/>
          <p14:tracePt t="30111" x="6770688" y="1668463"/>
          <p14:tracePt t="30128" x="6742113" y="1676400"/>
          <p14:tracePt t="30145" x="6734175" y="1676400"/>
          <p14:tracePt t="30161" x="6727825" y="1684338"/>
          <p14:tracePt t="30194" x="6719888" y="1690688"/>
          <p14:tracePt t="30211" x="6705600" y="1698625"/>
          <p14:tracePt t="30228" x="6691313" y="1704975"/>
          <p14:tracePt t="30244" x="6683375" y="1719263"/>
          <p14:tracePt t="30261" x="6669088" y="1727200"/>
          <p14:tracePt t="30278" x="6646863" y="1741488"/>
          <p14:tracePt t="30294" x="6618288" y="1755775"/>
          <p14:tracePt t="30312" x="6581775" y="1763713"/>
          <p14:tracePt t="30328" x="6567488" y="1763713"/>
          <p14:tracePt t="30345" x="6538913" y="1763713"/>
          <p14:tracePt t="30361" x="6510338" y="1763713"/>
          <p14:tracePt t="30378" x="6480175" y="1763713"/>
          <p14:tracePt t="30394" x="6459538" y="1749425"/>
          <p14:tracePt t="30412" x="6437313" y="1735138"/>
          <p14:tracePt t="30428" x="6429375" y="1719263"/>
          <p14:tracePt t="30445" x="6429375" y="1690688"/>
          <p14:tracePt t="30461" x="6423025" y="1662113"/>
          <p14:tracePt t="30478" x="6415088" y="1639888"/>
          <p14:tracePt t="30495" x="6415088" y="1617663"/>
          <p14:tracePt t="30511" x="6415088" y="1582738"/>
          <p14:tracePt t="30528" x="6415088" y="1552575"/>
          <p14:tracePt t="30545" x="6437313" y="1524000"/>
          <p14:tracePt t="30561" x="6459538" y="1501775"/>
          <p14:tracePt t="30578" x="6502400" y="1465263"/>
          <p14:tracePt t="30595" x="6545263" y="1444625"/>
          <p14:tracePt t="30611" x="6589713" y="1414463"/>
          <p14:tracePt t="30628" x="6632575" y="1393825"/>
          <p14:tracePt t="30645" x="6662738" y="1385888"/>
          <p14:tracePt t="30661" x="6697663" y="1379538"/>
          <p14:tracePt t="30678" x="6719888" y="1379538"/>
          <p14:tracePt t="30695" x="6748463" y="1379538"/>
          <p14:tracePt t="30712" x="6784975" y="1379538"/>
          <p14:tracePt t="30728" x="6792913" y="1379538"/>
          <p14:tracePt t="30745" x="6807200" y="1379538"/>
          <p14:tracePt t="30761" x="6821488" y="1385888"/>
          <p14:tracePt t="30778" x="6843713" y="1408113"/>
          <p14:tracePt t="30795" x="6865938" y="1422400"/>
          <p14:tracePt t="30811" x="6886575" y="1450975"/>
          <p14:tracePt t="30828" x="6894513" y="1458913"/>
          <p14:tracePt t="30845" x="6900863" y="1495425"/>
          <p14:tracePt t="30861" x="6900863" y="1516063"/>
          <p14:tracePt t="30878" x="6900863" y="1560513"/>
          <p14:tracePt t="30895" x="6900863" y="1589088"/>
          <p14:tracePt t="30912" x="6900863" y="1617663"/>
          <p14:tracePt t="30929" x="6900863" y="1625600"/>
          <p14:tracePt t="31002" x="6916738" y="1625600"/>
          <p14:tracePt t="31009" x="6945313" y="1625600"/>
          <p14:tracePt t="31017" x="7018338" y="1611313"/>
          <p14:tracePt t="31028" x="7075488" y="1603375"/>
          <p14:tracePt t="31045" x="7272338" y="1574800"/>
          <p14:tracePt t="31061" x="7526338" y="1546225"/>
          <p14:tracePt t="31078" x="7866063" y="1546225"/>
          <p14:tracePt t="31095" x="8142288" y="1546225"/>
          <p14:tracePt t="31112" x="8345488" y="1546225"/>
          <p14:tracePt t="31128" x="8382000" y="1546225"/>
          <p14:tracePt t="31145" x="8418513" y="1531938"/>
          <p14:tracePt t="31161" x="8432800" y="1531938"/>
          <p14:tracePt t="31178" x="8455025" y="1531938"/>
          <p14:tracePt t="31195" x="8475663" y="1531938"/>
          <p14:tracePt t="31232" x="8483600" y="1524000"/>
          <p14:tracePt t="31320" x="8497888" y="1524000"/>
          <p14:tracePt t="31337" x="8512175" y="1524000"/>
          <p14:tracePt t="31345" x="8520113" y="1524000"/>
          <p14:tracePt t="31353" x="8534400" y="1524000"/>
          <p14:tracePt t="31361" x="8548688" y="1524000"/>
          <p14:tracePt t="31378" x="8593138" y="1524000"/>
          <p14:tracePt t="31395" x="8643938" y="1531938"/>
          <p14:tracePt t="31411" x="8694738" y="1546225"/>
          <p14:tracePt t="31428" x="8766175" y="1566863"/>
          <p14:tracePt t="31445" x="8780463" y="1566863"/>
          <p14:tracePt t="31461" x="8788400" y="1574800"/>
          <p14:tracePt t="31478" x="8796338" y="1582738"/>
          <p14:tracePt t="31495" x="8810625" y="1597025"/>
          <p14:tracePt t="31511" x="8824913" y="1633538"/>
          <p14:tracePt t="31528" x="8847138" y="1668463"/>
          <p14:tracePt t="31545" x="8861425" y="1684338"/>
          <p14:tracePt t="31562" x="8861425" y="1698625"/>
          <p14:tracePt t="31595" x="8861425" y="1704975"/>
          <p14:tracePt t="31820" x="8861425" y="1712913"/>
          <p14:tracePt t="31837" x="8867775" y="1712913"/>
          <p14:tracePt t="31856" x="8882063" y="1698625"/>
          <p14:tracePt t="31876" x="8897938" y="1668463"/>
          <p14:tracePt t="31894" x="8912225" y="1662113"/>
          <p14:tracePt t="31914" x="8948738" y="1639888"/>
          <p14:tracePt t="31935" x="8977313" y="1611313"/>
          <p14:tracePt t="31941" x="8999538" y="1611313"/>
          <p14:tracePt t="31959" x="9056688" y="1589088"/>
          <p14:tracePt t="31984" x="9115425" y="1589088"/>
          <p14:tracePt t="31995" x="9129713" y="1589088"/>
          <p14:tracePt t="32012" x="9136063" y="1589088"/>
          <p14:tracePt t="32029" x="9144000" y="1589088"/>
          <p14:tracePt t="32062" x="9151938" y="1597025"/>
          <p14:tracePt t="32079" x="9151938" y="1611313"/>
          <p14:tracePt t="32096" x="9166225" y="1633538"/>
          <p14:tracePt t="32112" x="9166225" y="1654175"/>
          <p14:tracePt t="32129" x="9166225" y="1668463"/>
          <p14:tracePt t="32145" x="9166225" y="1676400"/>
          <p14:tracePt t="32291" x="9172575" y="1676400"/>
          <p14:tracePt t="32307" x="9180513" y="1676400"/>
          <p14:tracePt t="32315" x="9186863" y="1676400"/>
          <p14:tracePt t="32329" x="9217025" y="1668463"/>
          <p14:tracePt t="32345" x="9237663" y="1662113"/>
          <p14:tracePt t="32362" x="9259888" y="1647825"/>
          <p14:tracePt t="32379" x="9296400" y="1633538"/>
          <p14:tracePt t="32395" x="9324975" y="1617663"/>
          <p14:tracePt t="32412" x="9347200" y="1611313"/>
          <p14:tracePt t="32430" x="9375775" y="1611313"/>
          <p14:tracePt t="32434" x="9390063" y="1611313"/>
          <p14:tracePt t="32445" x="9398000" y="1611313"/>
          <p14:tracePt t="32462" x="9426575" y="1611313"/>
          <p14:tracePt t="32479" x="9448800" y="1611313"/>
          <p14:tracePt t="32495" x="9471025" y="1611313"/>
          <p14:tracePt t="32512" x="9499600" y="1625600"/>
          <p14:tracePt t="32529" x="9528175" y="1639888"/>
          <p14:tracePt t="32545" x="9542463" y="1654175"/>
          <p14:tracePt t="32562" x="9558338" y="1676400"/>
          <p14:tracePt t="32579" x="9578975" y="1698625"/>
          <p14:tracePt t="32595" x="9586913" y="1719263"/>
          <p14:tracePt t="32612" x="9601200" y="1735138"/>
          <p14:tracePt t="32629" x="9609138" y="1755775"/>
          <p14:tracePt t="32645" x="9623425" y="1770063"/>
          <p14:tracePt t="32662" x="9629775" y="1778000"/>
          <p14:tracePt t="32681" x="9637713" y="1778000"/>
          <p14:tracePt t="32797" x="9637713" y="1785938"/>
          <p14:tracePt t="32938" x="9615488" y="1792288"/>
          <p14:tracePt t="32947" x="9507538" y="1814513"/>
          <p14:tracePt t="32964" x="9013825" y="1887538"/>
          <p14:tracePt t="32986" x="7924800" y="2039938"/>
          <p14:tracePt t="33013" x="6850063" y="2192338"/>
          <p14:tracePt t="33029" x="6415088" y="2249488"/>
          <p14:tracePt t="33045" x="6219825" y="2286000"/>
          <p14:tracePt t="33062" x="6161088" y="2293938"/>
          <p14:tracePt t="33285" x="6175375" y="2286000"/>
          <p14:tracePt t="33293" x="6189663" y="2263775"/>
          <p14:tracePt t="33300" x="6211888" y="2257425"/>
          <p14:tracePt t="33313" x="6262688" y="2227263"/>
          <p14:tracePt t="33330" x="6357938" y="2212975"/>
          <p14:tracePt t="33346" x="6494463" y="2198688"/>
          <p14:tracePt t="33363" x="6677025" y="2198688"/>
          <p14:tracePt t="33379" x="6821488" y="2198688"/>
          <p14:tracePt t="33397" x="6886575" y="2198688"/>
          <p14:tracePt t="33412" x="6916738" y="2198688"/>
          <p14:tracePt t="33429" x="6923088" y="2198688"/>
          <p14:tracePt t="33446" x="6931025" y="2198688"/>
          <p14:tracePt t="33476" x="6937375" y="2198688"/>
          <p14:tracePt t="33590" x="6937375" y="2206625"/>
          <p14:tracePt t="33603" x="6894513" y="2220913"/>
          <p14:tracePt t="33613" x="6880225" y="2220913"/>
          <p14:tracePt t="33629" x="6815138" y="2227263"/>
          <p14:tracePt t="33646" x="6719888" y="2227263"/>
          <p14:tracePt t="33663" x="6611938" y="2227263"/>
          <p14:tracePt t="33682" x="6502400" y="2212975"/>
          <p14:tracePt t="33699" x="6451600" y="2198688"/>
          <p14:tracePt t="33713" x="6423025" y="2184400"/>
          <p14:tracePt t="33730" x="6408738" y="2184400"/>
          <p14:tracePt t="33747" x="6400800" y="2184400"/>
          <p14:tracePt t="33763" x="6392863" y="2170113"/>
          <p14:tracePt t="33796" x="6392863" y="2147888"/>
          <p14:tracePt t="33813" x="6392863" y="2097088"/>
          <p14:tracePt t="33829" x="6392863" y="2054225"/>
          <p14:tracePt t="33845" x="6392863" y="2003425"/>
          <p14:tracePt t="33863" x="6392863" y="1958975"/>
          <p14:tracePt t="33880" x="6392863" y="1922463"/>
          <p14:tracePt t="33896" x="6392863" y="1916113"/>
          <p14:tracePt t="33913" x="6408738" y="1879600"/>
          <p14:tracePt t="33932" x="6443663" y="1865313"/>
          <p14:tracePt t="33941" x="6465888" y="1851025"/>
          <p14:tracePt t="33953" x="6538913" y="1836738"/>
          <p14:tracePt t="33963" x="6581775" y="1820863"/>
          <p14:tracePt t="33980" x="6669088" y="1814513"/>
          <p14:tracePt t="33997" x="6748463" y="1814513"/>
          <p14:tracePt t="34015" x="6835775" y="1814513"/>
          <p14:tracePt t="34032" x="6931025" y="1814513"/>
          <p14:tracePt t="34049" x="6973888" y="1814513"/>
          <p14:tracePt t="34064" x="7032625" y="1836738"/>
          <p14:tracePt t="34079" x="7046913" y="1843088"/>
          <p14:tracePt t="34096" x="7097713" y="1871663"/>
          <p14:tracePt t="34113" x="7119938" y="1901825"/>
          <p14:tracePt t="34130" x="7119938" y="1916113"/>
          <p14:tracePt t="34146" x="7119938" y="1944688"/>
          <p14:tracePt t="34163" x="7119938" y="1966913"/>
          <p14:tracePt t="34181" x="7119938" y="1995488"/>
          <p14:tracePt t="34197" x="7119938" y="2039938"/>
          <p14:tracePt t="34213" x="7097713" y="2074863"/>
          <p14:tracePt t="34229" x="7053263" y="2119313"/>
          <p14:tracePt t="34246" x="6996113" y="2147888"/>
          <p14:tracePt t="34262" x="6951663" y="2162175"/>
          <p14:tracePt t="34280" x="6865938" y="2184400"/>
          <p14:tracePt t="34296" x="6815138" y="2192338"/>
          <p14:tracePt t="34313" x="6792913" y="2192338"/>
          <p14:tracePt t="34329" x="6784975" y="2192338"/>
          <p14:tracePt t="34418" x="6792913" y="2184400"/>
          <p14:tracePt t="34426" x="6799263" y="2170113"/>
          <p14:tracePt t="34435" x="6815138" y="2162175"/>
          <p14:tracePt t="34446" x="6843713" y="2147888"/>
          <p14:tracePt t="34463" x="6880225" y="2141538"/>
          <p14:tracePt t="34480" x="6916738" y="2125663"/>
          <p14:tracePt t="34513" x="6931025" y="2119313"/>
          <p14:tracePt t="34532" x="6937375" y="2119313"/>
          <p14:tracePt t="34546" x="6945313" y="2119313"/>
          <p14:tracePt t="34661" x="6951663" y="2111375"/>
          <p14:tracePt t="34676" x="6967538" y="2111375"/>
          <p14:tracePt t="34690" x="6996113" y="2097088"/>
          <p14:tracePt t="34704" x="7038975" y="2074863"/>
          <p14:tracePt t="34716" x="7069138" y="2060575"/>
          <p14:tracePt t="34729" x="7112000" y="2046288"/>
          <p14:tracePt t="34746" x="7154863" y="2032000"/>
          <p14:tracePt t="34763" x="7213600" y="2009775"/>
          <p14:tracePt t="34779" x="7242175" y="2003425"/>
          <p14:tracePt t="34796" x="7286625" y="1989138"/>
          <p14:tracePt t="34813" x="7300913" y="1989138"/>
          <p14:tracePt t="34829" x="7329488" y="1981200"/>
          <p14:tracePt t="34846" x="7343775" y="1981200"/>
          <p14:tracePt t="34863" x="7380288" y="1973263"/>
          <p14:tracePt t="34880" x="7424738" y="1958975"/>
          <p14:tracePt t="34896" x="7459663" y="1952625"/>
          <p14:tracePt t="34913" x="7475538" y="1944688"/>
          <p14:tracePt t="34929" x="7481888" y="1944688"/>
          <p14:tracePt t="34947" x="7489825" y="1944688"/>
          <p14:tracePt t="34963" x="7504113" y="1930400"/>
          <p14:tracePt t="34979" x="7518400" y="1930400"/>
          <p14:tracePt t="34997" x="7546975" y="1916113"/>
          <p14:tracePt t="35013" x="7561263" y="1908175"/>
          <p14:tracePt t="35030" x="7577138" y="1893888"/>
          <p14:tracePt t="35046" x="7597775" y="1879600"/>
          <p14:tracePt t="35063" x="7620000" y="1871663"/>
          <p14:tracePt t="35080" x="7662863" y="1865313"/>
          <p14:tracePt t="35096" x="7699375" y="1851025"/>
          <p14:tracePt t="35113" x="7743825" y="1843088"/>
          <p14:tracePt t="35129" x="7780338" y="1843088"/>
          <p14:tracePt t="35146" x="7808913" y="1843088"/>
          <p14:tracePt t="35163" x="7837488" y="1843088"/>
          <p14:tracePt t="35180" x="7888288" y="1843088"/>
          <p14:tracePt t="35196" x="7947025" y="1843088"/>
          <p14:tracePt t="35213" x="7989888" y="1843088"/>
          <p14:tracePt t="35230" x="8040688" y="1843088"/>
          <p14:tracePt t="35246" x="8062913" y="1843088"/>
          <p14:tracePt t="35263" x="8085138" y="1851025"/>
          <p14:tracePt t="35279" x="8099425" y="1865313"/>
          <p14:tracePt t="35296" x="8113713" y="1865313"/>
          <p14:tracePt t="35313" x="8120063" y="1871663"/>
          <p14:tracePt t="35329" x="8120063" y="1879600"/>
          <p14:tracePt t="35346" x="8128000" y="1901825"/>
          <p14:tracePt t="35363" x="8135938" y="1908175"/>
          <p14:tracePt t="35379" x="8135938" y="1922463"/>
          <p14:tracePt t="35396" x="8135938" y="1930400"/>
          <p14:tracePt t="35413" x="8135938" y="1944688"/>
          <p14:tracePt t="35430" x="8135938" y="1952625"/>
          <p14:tracePt t="35458" x="8142288" y="1952625"/>
          <p14:tracePt t="35613" x="8150225" y="1952625"/>
          <p14:tracePt t="35634" x="8164513" y="1952625"/>
          <p14:tracePt t="35656" x="8170863" y="1952625"/>
          <p14:tracePt t="35675" x="8178800" y="1952625"/>
          <p14:tracePt t="35740" x="8178800" y="1944688"/>
          <p14:tracePt t="35759" x="8178800" y="1938338"/>
          <p14:tracePt t="35774" x="8186738" y="1922463"/>
          <p14:tracePt t="35802" x="8193088" y="1908175"/>
          <p14:tracePt t="35818" x="8193088" y="1901825"/>
          <p14:tracePt t="35828" x="8201025" y="1901825"/>
          <p14:tracePt t="35834" x="8201025" y="1879600"/>
          <p14:tracePt t="35846" x="8207375" y="1879600"/>
          <p14:tracePt t="35863" x="8221663" y="1857375"/>
          <p14:tracePt t="35880" x="8237538" y="1851025"/>
          <p14:tracePt t="35896" x="8243888" y="1843088"/>
          <p14:tracePt t="35913" x="8243888" y="1836738"/>
          <p14:tracePt t="35929" x="8251825" y="1828800"/>
          <p14:tracePt t="35946" x="8258175" y="1828800"/>
          <p14:tracePt t="35977" x="8266113" y="1828800"/>
          <p14:tracePt t="36422" x="8266113" y="1836738"/>
          <p14:tracePt t="36442" x="8266113" y="1879600"/>
          <p14:tracePt t="36449" x="8266113" y="1887538"/>
          <p14:tracePt t="36462" x="8266113" y="1901825"/>
          <p14:tracePt t="36473" x="8266113" y="1930400"/>
          <p14:tracePt t="36482" x="8266113" y="1938338"/>
          <p14:tracePt t="36497" x="8266113" y="1952625"/>
          <p14:tracePt t="36513" x="8266113" y="1958975"/>
          <p14:tracePt t="36530" x="8266113" y="1966913"/>
          <p14:tracePt t="36547" x="8266113" y="1973263"/>
          <p14:tracePt t="36563" x="8266113" y="1981200"/>
          <p14:tracePt t="36580" x="8258175" y="1989138"/>
          <p14:tracePt t="36597" x="8243888" y="2003425"/>
          <p14:tracePt t="36613" x="8237538" y="2009775"/>
          <p14:tracePt t="36630" x="8229600" y="2024063"/>
          <p14:tracePt t="36647" x="8215313" y="2032000"/>
          <p14:tracePt t="36664" x="8186738" y="2046288"/>
          <p14:tracePt t="36680" x="8170863" y="2046288"/>
          <p14:tracePt t="36714" x="8164513" y="2046288"/>
          <p14:tracePt t="36730" x="8150225" y="2046288"/>
          <p14:tracePt t="36762" x="8142288" y="2046288"/>
          <p14:tracePt t="36779" x="8135938" y="2046288"/>
          <p14:tracePt t="36787" x="8135938" y="2032000"/>
          <p14:tracePt t="36796" x="8128000" y="2024063"/>
          <p14:tracePt t="36813" x="8128000" y="2017713"/>
          <p14:tracePt t="36830" x="8128000" y="2009775"/>
          <p14:tracePt t="36847" x="8128000" y="2003425"/>
          <p14:tracePt t="36864" x="8128000" y="1989138"/>
          <p14:tracePt t="36880" x="8128000" y="1966913"/>
          <p14:tracePt t="36897" x="8128000" y="1958975"/>
          <p14:tracePt t="36913" x="8128000" y="1944688"/>
          <p14:tracePt t="36930" x="8128000" y="1930400"/>
          <p14:tracePt t="36947" x="8128000" y="1922463"/>
          <p14:tracePt t="36963" x="8128000" y="1916113"/>
          <p14:tracePt t="36980" x="8128000" y="1908175"/>
          <p14:tracePt t="36997" x="8142288" y="1893888"/>
          <p14:tracePt t="37035" x="8150225" y="1887538"/>
          <p14:tracePt t="37068" x="8150225" y="1879600"/>
          <p14:tracePt t="37092" x="8156575" y="1871663"/>
          <p14:tracePt t="37115" x="8156575" y="1865313"/>
          <p14:tracePt t="37130" x="8164513" y="1857375"/>
          <p14:tracePt t="37147" x="8178800" y="1851025"/>
          <p14:tracePt t="37165" x="8186738" y="1836738"/>
          <p14:tracePt t="37184" x="8207375" y="1820863"/>
          <p14:tracePt t="37197" x="8215313" y="1820863"/>
          <p14:tracePt t="37213" x="8237538" y="1814513"/>
          <p14:tracePt t="37230" x="8258175" y="1806575"/>
          <p14:tracePt t="37247" x="8294688" y="1800225"/>
          <p14:tracePt t="37264" x="8323263" y="1792288"/>
          <p14:tracePt t="37280" x="8359775" y="1785938"/>
          <p14:tracePt t="37297" x="8374063" y="1785938"/>
          <p14:tracePt t="37313" x="8382000" y="1785938"/>
          <p14:tracePt t="37330" x="8389938" y="1785938"/>
          <p14:tracePt t="37378" x="8404225" y="1785938"/>
          <p14:tracePt t="37394" x="8410575" y="1792288"/>
          <p14:tracePt t="37419" x="8418513" y="1800225"/>
          <p14:tracePt t="37433" x="8424863" y="1806575"/>
          <p14:tracePt t="37442" x="8424863" y="1814513"/>
          <p14:tracePt t="37451" x="8432800" y="1814513"/>
          <p14:tracePt t="37463" x="8440738" y="1820863"/>
          <p14:tracePt t="37483" x="8447088" y="1820863"/>
          <p14:tracePt t="37506" x="8447088" y="1828800"/>
          <p14:tracePt t="37523" x="8447088" y="1836738"/>
          <p14:tracePt t="37539" x="8447088" y="1843088"/>
          <p14:tracePt t="37547" x="8447088" y="1851025"/>
          <p14:tracePt t="37564" x="8455025" y="1857375"/>
          <p14:tracePt t="37580" x="8455025" y="1865313"/>
          <p14:tracePt t="37597" x="8455025" y="1871663"/>
          <p14:tracePt t="37614" x="8455025" y="1879600"/>
          <p14:tracePt t="37630" x="8455025" y="1901825"/>
          <p14:tracePt t="37647" x="8455025" y="1908175"/>
          <p14:tracePt t="37664" x="8469313" y="1938338"/>
          <p14:tracePt t="37681" x="8469313" y="1952625"/>
          <p14:tracePt t="37697" x="8469313" y="1966913"/>
          <p14:tracePt t="37714" x="8469313" y="1973263"/>
          <p14:tracePt t="37730" x="8469313" y="1981200"/>
          <p14:tracePt t="37748" x="8469313" y="1995488"/>
          <p14:tracePt t="37764" x="8469313" y="2009775"/>
          <p14:tracePt t="37781" x="8461375" y="2024063"/>
          <p14:tracePt t="37814" x="8461375" y="2039938"/>
          <p14:tracePt t="37842" x="8455025" y="2046288"/>
          <p14:tracePt t="37868" x="8447088" y="2046288"/>
          <p14:tracePt t="37891" x="8440738" y="2046288"/>
          <p14:tracePt t="37942" x="8432800" y="2046288"/>
          <p14:tracePt t="37957" x="8424863" y="2046288"/>
          <p14:tracePt t="37983" x="8418513" y="2046288"/>
          <p14:tracePt t="38020" x="8410575" y="2046288"/>
          <p14:tracePt t="38035" x="8404225" y="2046288"/>
          <p14:tracePt t="38054" x="8404225" y="2039938"/>
          <p14:tracePt t="38072" x="8396288" y="2032000"/>
          <p14:tracePt t="38086" x="8396288" y="2024063"/>
          <p14:tracePt t="38102" x="8396288" y="2017713"/>
          <p14:tracePt t="38120" x="8396288" y="2003425"/>
          <p14:tracePt t="38147" x="8396288" y="1995488"/>
          <p14:tracePt t="38164" x="8396288" y="1981200"/>
          <p14:tracePt t="38181" x="8396288" y="1966913"/>
          <p14:tracePt t="38197" x="8396288" y="1952625"/>
          <p14:tracePt t="38214" x="8410575" y="1930400"/>
          <p14:tracePt t="38231" x="8424863" y="1901825"/>
          <p14:tracePt t="38248" x="8440738" y="1887538"/>
          <p14:tracePt t="38264" x="8447088" y="1871663"/>
          <p14:tracePt t="38281" x="8461375" y="1857375"/>
          <p14:tracePt t="38297" x="8475663" y="1857375"/>
          <p14:tracePt t="38571" x="8475663" y="1865313"/>
          <p14:tracePt t="38579" x="8461375" y="1893888"/>
          <p14:tracePt t="38586" x="8440738" y="1922463"/>
          <p14:tracePt t="38597" x="8404225" y="1952625"/>
          <p14:tracePt t="38614" x="8359775" y="1989138"/>
          <p14:tracePt t="38631" x="8323263" y="2017713"/>
          <p14:tracePt t="38649" x="8288338" y="2032000"/>
          <p14:tracePt t="38664" x="8272463" y="2039938"/>
          <p14:tracePt t="38681" x="8266113" y="2046288"/>
          <p14:tracePt t="38697" x="8251825" y="2046288"/>
          <p14:tracePt t="38714" x="8237538" y="2060575"/>
          <p14:tracePt t="38731" x="8221663" y="2060575"/>
          <p14:tracePt t="38749" x="8201025" y="2068513"/>
          <p14:tracePt t="38764" x="8186738" y="2074863"/>
          <p14:tracePt t="38781" x="8178800" y="2074863"/>
          <p14:tracePt t="38797" x="8170863" y="2082800"/>
          <p14:tracePt t="38831" x="8164513" y="2082800"/>
          <p14:tracePt t="38902" x="8156575" y="2082800"/>
          <p14:tracePt t="38921" x="8135938" y="2054225"/>
          <p14:tracePt t="38931" x="8120063" y="2032000"/>
          <p14:tracePt t="38947" x="8099425" y="2003425"/>
          <p14:tracePt t="38964" x="8099425" y="1989138"/>
          <p14:tracePt t="38981" x="8085138" y="1973263"/>
          <p14:tracePt t="39000" x="8085138" y="1958975"/>
          <p14:tracePt t="39014" x="8085138" y="1944688"/>
          <p14:tracePt t="39031" x="8085138" y="1922463"/>
          <p14:tracePt t="39049" x="8085138" y="1893888"/>
          <p14:tracePt t="39064" x="8085138" y="1871663"/>
          <p14:tracePt t="39081" x="8085138" y="1857375"/>
          <p14:tracePt t="39097" x="8091488" y="1843088"/>
          <p14:tracePt t="39114" x="8105775" y="1836738"/>
          <p14:tracePt t="39131" x="8120063" y="1820863"/>
          <p14:tracePt t="39147" x="8128000" y="1806575"/>
          <p14:tracePt t="39164" x="8156575" y="1792288"/>
          <p14:tracePt t="39181" x="8170863" y="1792288"/>
          <p14:tracePt t="39197" x="8193088" y="1792288"/>
          <p14:tracePt t="39214" x="8201025" y="1792288"/>
          <p14:tracePt t="39231" x="8215313" y="1792288"/>
          <p14:tracePt t="39283" x="8229600" y="1792288"/>
          <p14:tracePt t="39315" x="8243888" y="1792288"/>
          <p14:tracePt t="39330" x="8243888" y="1800225"/>
          <p14:tracePt t="39342" x="8243888" y="1820863"/>
          <p14:tracePt t="39354" x="8251825" y="1851025"/>
          <p14:tracePt t="39366" x="8251825" y="1865313"/>
          <p14:tracePt t="39381" x="8251825" y="1887538"/>
          <p14:tracePt t="39398" x="8251825" y="1901825"/>
          <p14:tracePt t="39414" x="8251825" y="1922463"/>
          <p14:tracePt t="39431" x="8251825" y="1938338"/>
          <p14:tracePt t="39434" x="8251825" y="1944688"/>
          <p14:tracePt t="39447" x="8251825" y="1966913"/>
          <p14:tracePt t="39464" x="8243888" y="1989138"/>
          <p14:tracePt t="39498" x="8237538" y="2003425"/>
          <p14:tracePt t="39514" x="8237538" y="2009775"/>
          <p14:tracePt t="39531" x="8229600" y="2017713"/>
          <p14:tracePt t="39547" x="8221663" y="2024063"/>
          <p14:tracePt t="39564" x="8221663" y="2032000"/>
          <p14:tracePt t="39581" x="8215313" y="2039938"/>
          <p14:tracePt t="39614" x="8207375" y="2039938"/>
          <p14:tracePt t="39631" x="8201025" y="2054225"/>
          <p14:tracePt t="39650" x="8193088" y="2054225"/>
          <p14:tracePt t="39664" x="8186738" y="2054225"/>
          <p14:tracePt t="39681" x="8178800" y="2060575"/>
          <p14:tracePt t="39698" x="8170863" y="2060575"/>
          <p14:tracePt t="39793" x="8164513" y="2060575"/>
          <p14:tracePt t="40121" x="8164513" y="2068513"/>
          <p14:tracePt t="40140" x="8156575" y="2068513"/>
          <p14:tracePt t="40157" x="8156575" y="2074863"/>
          <p14:tracePt t="40173" x="8150225" y="2074863"/>
          <p14:tracePt t="40188" x="8142288" y="2074863"/>
          <p14:tracePt t="40211" x="8135938" y="2074863"/>
          <p14:tracePt t="40374" x="8128000" y="2074863"/>
          <p14:tracePt t="40705" x="8120063" y="2074863"/>
          <p14:tracePt t="40733" x="8113713" y="2074863"/>
          <p14:tracePt t="41164" x="8142288" y="2074863"/>
          <p14:tracePt t="41182" x="8215313" y="2074863"/>
          <p14:tracePt t="41199" x="8323263" y="2074863"/>
          <p14:tracePt t="41217" x="8432800" y="2074863"/>
          <p14:tracePt t="41232" x="8447088" y="2074863"/>
          <p14:tracePt t="41248" x="8461375" y="2074863"/>
          <p14:tracePt t="41282" x="8469313" y="2074863"/>
          <p14:tracePt t="41308" x="8475663" y="2074863"/>
          <p14:tracePt t="41322" x="8491538" y="2074863"/>
          <p14:tracePt t="41346" x="8497888" y="2074863"/>
          <p14:tracePt t="41354" x="8505825" y="2074863"/>
          <p14:tracePt t="41371" x="8520113" y="2074863"/>
          <p14:tracePt t="41402" x="8526463" y="2074863"/>
          <p14:tracePt t="41554" x="8505825" y="2074863"/>
          <p14:tracePt t="41571" x="8483600" y="2074863"/>
          <p14:tracePt t="41577" x="8469313" y="2074863"/>
          <p14:tracePt t="41586" x="8455025" y="2074863"/>
          <p14:tracePt t="41598" x="8432800" y="2074863"/>
          <p14:tracePt t="41615" x="8396288" y="2074863"/>
          <p14:tracePt t="41632" x="8367713" y="2074863"/>
          <p14:tracePt t="41650" x="8353425" y="2068513"/>
          <p14:tracePt t="41665" x="8353425" y="2060575"/>
          <p14:tracePt t="41682" x="8345488" y="2046288"/>
          <p14:tracePt t="41698" x="8339138" y="2032000"/>
          <p14:tracePt t="41716" x="8331200" y="2024063"/>
          <p14:tracePt t="41732" x="8331200" y="2009775"/>
          <p14:tracePt t="41749" x="8331200" y="2003425"/>
          <p14:tracePt t="41773" x="8331200" y="1995488"/>
          <p14:tracePt t="41786" x="8331200" y="1981200"/>
          <p14:tracePt t="41816" x="8331200" y="1966913"/>
          <p14:tracePt t="41832" x="8331200" y="1944688"/>
          <p14:tracePt t="41849" x="8331200" y="1938338"/>
          <p14:tracePt t="41865" x="8331200" y="1930400"/>
          <p14:tracePt t="41882" x="8331200" y="1916113"/>
          <p14:tracePt t="41899" x="8339138" y="1908175"/>
          <p14:tracePt t="41915" x="8345488" y="1893888"/>
          <p14:tracePt t="41932" x="8359775" y="1879600"/>
          <p14:tracePt t="41951" x="8359775" y="1871663"/>
          <p14:tracePt t="41965" x="8367713" y="1871663"/>
          <p14:tracePt t="41982" x="8374063" y="1857375"/>
          <p14:tracePt t="41998" x="8382000" y="1851025"/>
          <p14:tracePt t="42015" x="8389938" y="1851025"/>
          <p14:tracePt t="42032" x="8396288" y="1843088"/>
          <p14:tracePt t="42048" x="8410575" y="1843088"/>
          <p14:tracePt t="42065" x="8424863" y="1836738"/>
          <p14:tracePt t="42082" x="8455025" y="1836738"/>
          <p14:tracePt t="42098" x="8469313" y="1836738"/>
          <p14:tracePt t="42115" x="8497888" y="1836738"/>
          <p14:tracePt t="42131" x="8520113" y="1836738"/>
          <p14:tracePt t="42149" x="8526463" y="1836738"/>
          <p14:tracePt t="42165" x="8542338" y="1836738"/>
          <p14:tracePt t="42182" x="8542338" y="1843088"/>
          <p14:tracePt t="42200" x="8562975" y="1879600"/>
          <p14:tracePt t="42215" x="8570913" y="1887538"/>
          <p14:tracePt t="42232" x="8593138" y="1944688"/>
          <p14:tracePt t="42249" x="8599488" y="1966913"/>
          <p14:tracePt t="42265" x="8607425" y="1995488"/>
          <p14:tracePt t="42282" x="8607425" y="2017713"/>
          <p14:tracePt t="42298" x="8613775" y="2024063"/>
          <p14:tracePt t="42315" x="8613775" y="2032000"/>
          <p14:tracePt t="42331" x="8613775" y="2039938"/>
          <p14:tracePt t="54774" x="8650288" y="2068513"/>
          <p14:tracePt t="54783" x="8701088" y="2082800"/>
          <p14:tracePt t="54792" x="8715375" y="2090738"/>
          <p14:tracePt t="54844" x="8709025" y="2082800"/>
          <p14:tracePt t="54852" x="8694738" y="2074863"/>
          <p14:tracePt t="54863" x="8658225" y="2054225"/>
          <p14:tracePt t="54874" x="8628063" y="2024063"/>
          <p14:tracePt t="54886" x="8599488" y="2003425"/>
          <p14:tracePt t="54902" x="8491538" y="1916113"/>
          <p14:tracePt t="54921" x="8308975" y="1785938"/>
          <p14:tracePt t="54940" x="8164513" y="1676400"/>
          <p14:tracePt t="54949" x="8113713" y="1633538"/>
          <p14:tracePt t="54971" x="7961313" y="1458913"/>
          <p14:tracePt t="54986" x="7808913" y="1357313"/>
          <p14:tracePt t="55002" x="7612063" y="1270000"/>
          <p14:tracePt t="55019" x="7424738" y="1211263"/>
          <p14:tracePt t="55036" x="7278688" y="1176338"/>
          <p14:tracePt t="55052" x="7177088" y="1168400"/>
          <p14:tracePt t="55070" x="7046913" y="1211263"/>
          <p14:tracePt t="55086" x="6858000" y="1298575"/>
          <p14:tracePt t="55103" x="6510338" y="1436688"/>
          <p14:tracePt t="55120" x="5935663" y="1625600"/>
          <p14:tracePt t="55136" x="5653088" y="1662113"/>
          <p14:tracePt t="55152" x="5457825" y="1719263"/>
          <p14:tracePt t="55169" x="5254625" y="1785938"/>
          <p14:tracePt t="55186" x="5072063" y="1851025"/>
          <p14:tracePt t="55203" x="4927600" y="1893888"/>
          <p14:tracePt t="55219" x="4775200" y="1930400"/>
          <p14:tracePt t="55236" x="4665663" y="1958975"/>
          <p14:tracePt t="55252" x="4572000" y="1966913"/>
          <p14:tracePt t="55269" x="4441825" y="1973263"/>
          <p14:tracePt t="55286" x="4259263" y="1973263"/>
          <p14:tracePt t="55302" x="4041775" y="1973263"/>
          <p14:tracePt t="55321" x="3810000" y="1973263"/>
          <p14:tracePt t="55336" x="3722688" y="1973263"/>
          <p14:tracePt t="55352" x="3671888" y="1973263"/>
          <p14:tracePt t="55370" x="3635375" y="1973263"/>
          <p14:tracePt t="55386" x="3578225" y="1973263"/>
          <p14:tracePt t="55402" x="3468688" y="1995488"/>
          <p14:tracePt t="55419" x="3344863" y="2009775"/>
          <p14:tracePt t="55436" x="3236913" y="2024063"/>
          <p14:tracePt t="55440" x="3208338" y="2032000"/>
          <p14:tracePt t="55452" x="3178175" y="2039938"/>
          <p14:tracePt t="55469" x="3121025" y="2046288"/>
          <p14:tracePt t="55486" x="3062288" y="2054225"/>
          <p14:tracePt t="55502" x="2989263" y="2068513"/>
          <p14:tracePt t="55519" x="2938463" y="2074863"/>
          <p14:tracePt t="55536" x="2924175" y="2074863"/>
          <p14:tracePt t="55774" x="2917825" y="2074863"/>
          <p14:tracePt t="55794" x="2887663" y="2082800"/>
          <p14:tracePt t="55816" x="2844800" y="2090738"/>
          <p14:tracePt t="55836" x="2794000" y="2090738"/>
          <p14:tracePt t="55857" x="2670175" y="2090738"/>
          <p14:tracePt t="55876" x="2576513" y="2068513"/>
          <p14:tracePt t="55890" x="2517775" y="2054225"/>
          <p14:tracePt t="55903" x="2511425" y="2054225"/>
          <p14:tracePt t="55920" x="2466975" y="2039938"/>
          <p14:tracePt t="55936" x="2430463" y="2032000"/>
          <p14:tracePt t="55953" x="2365375" y="2017713"/>
          <p14:tracePt t="55969" x="2322513" y="2017713"/>
          <p14:tracePt t="55986" x="2278063" y="2009775"/>
          <p14:tracePt t="56003" x="2243138" y="2003425"/>
          <p14:tracePt t="56019" x="2212975" y="1995488"/>
          <p14:tracePt t="56036" x="2192338" y="1995488"/>
          <p14:tracePt t="56053" x="2162175" y="1995488"/>
          <p14:tracePt t="56070" x="2141538" y="1995488"/>
          <p14:tracePt t="56086" x="2125663" y="1981200"/>
          <p14:tracePt t="56104" x="2119313" y="1981200"/>
          <p14:tracePt t="56120" x="2105025" y="1981200"/>
          <p14:tracePt t="56136" x="2090738" y="1981200"/>
          <p14:tracePt t="56153" x="2074863" y="1973263"/>
          <p14:tracePt t="56169" x="2068513" y="1973263"/>
          <p14:tracePt t="56211" x="2060575" y="1966913"/>
          <p14:tracePt t="56227" x="2060575" y="1952625"/>
          <p14:tracePt t="56236" x="2060575" y="1938338"/>
          <p14:tracePt t="56253" x="2060575" y="1916113"/>
          <p14:tracePt t="56270" x="2060575" y="1887538"/>
          <p14:tracePt t="56286" x="2060575" y="1865313"/>
          <p14:tracePt t="56303" x="2068513" y="1836738"/>
          <p14:tracePt t="56320" x="2125663" y="1755775"/>
          <p14:tracePt t="56338" x="2162175" y="1735138"/>
          <p14:tracePt t="56353" x="2206625" y="1698625"/>
          <p14:tracePt t="56371" x="2249488" y="1668463"/>
          <p14:tracePt t="56386" x="2286000" y="1654175"/>
          <p14:tracePt t="56403" x="2344738" y="1633538"/>
          <p14:tracePt t="56419" x="2401888" y="1617663"/>
          <p14:tracePt t="56436" x="2466975" y="1611313"/>
          <p14:tracePt t="56441" x="2511425" y="1597025"/>
          <p14:tracePt t="56453" x="2532063" y="1597025"/>
          <p14:tracePt t="56469" x="2613025" y="1597025"/>
          <p14:tracePt t="56486" x="2684463" y="1597025"/>
          <p14:tracePt t="56503" x="2743200" y="1597025"/>
          <p14:tracePt t="56520" x="2822575" y="1597025"/>
          <p14:tracePt t="56536" x="2852738" y="1597025"/>
          <p14:tracePt t="56553" x="2881313" y="1603375"/>
          <p14:tracePt t="56569" x="2895600" y="1617663"/>
          <p14:tracePt t="56586" x="2924175" y="1633538"/>
          <p14:tracePt t="56603" x="2946400" y="1662113"/>
          <p14:tracePt t="56620" x="2968625" y="1698625"/>
          <p14:tracePt t="56637" x="2974975" y="1719263"/>
          <p14:tracePt t="56653" x="2989263" y="1749425"/>
          <p14:tracePt t="56670" x="2997200" y="1763713"/>
          <p14:tracePt t="56686" x="3005138" y="1778000"/>
          <p14:tracePt t="56703" x="3011488" y="1800225"/>
          <p14:tracePt t="56720" x="3019425" y="1820863"/>
          <p14:tracePt t="56736" x="3019425" y="1828800"/>
          <p14:tracePt t="56753" x="3019425" y="1843088"/>
          <p14:tracePt t="56787" x="3019425" y="1857375"/>
          <p14:tracePt t="56804" x="3019425" y="1865313"/>
          <p14:tracePt t="56820" x="3019425" y="1871663"/>
          <p14:tracePt t="56836" x="3019425" y="1887538"/>
          <p14:tracePt t="56939" x="3025775" y="1893888"/>
          <p14:tracePt t="56955" x="3033713" y="1893888"/>
          <p14:tracePt t="56964" x="3055938" y="1887538"/>
          <p14:tracePt t="56973" x="3062288" y="1879600"/>
          <p14:tracePt t="56986" x="3090863" y="1851025"/>
          <p14:tracePt t="57003" x="3121025" y="1828800"/>
          <p14:tracePt t="57020" x="3141663" y="1814513"/>
          <p14:tracePt t="57036" x="3163888" y="1800225"/>
          <p14:tracePt t="57053" x="3192463" y="1778000"/>
          <p14:tracePt t="57070" x="3236913" y="1770063"/>
          <p14:tracePt t="57086" x="3279775" y="1749425"/>
          <p14:tracePt t="57103" x="3302000" y="1741488"/>
          <p14:tracePt t="57119" x="3360738" y="1727200"/>
          <p14:tracePt t="57136" x="3403600" y="1719263"/>
          <p14:tracePt t="57153" x="3440113" y="1712913"/>
          <p14:tracePt t="57170" x="3482975" y="1712913"/>
          <p14:tracePt t="57186" x="3513138" y="1712913"/>
          <p14:tracePt t="57203" x="3519488" y="1712913"/>
          <p14:tracePt t="57220" x="3541713" y="1712913"/>
          <p14:tracePt t="57236" x="3563938" y="1712913"/>
          <p14:tracePt t="57253" x="3592513" y="1727200"/>
          <p14:tracePt t="57270" x="3621088" y="1749425"/>
          <p14:tracePt t="57286" x="3657600" y="1763713"/>
          <p14:tracePt t="57303" x="3679825" y="1792288"/>
          <p14:tracePt t="57320" x="3700463" y="1814513"/>
          <p14:tracePt t="57336" x="3736975" y="1851025"/>
          <p14:tracePt t="57353" x="3759200" y="1887538"/>
          <p14:tracePt t="57370" x="3773488" y="1908175"/>
          <p14:tracePt t="57386" x="3781425" y="1922463"/>
          <p14:tracePt t="57403" x="3787775" y="1930400"/>
          <p14:tracePt t="57420" x="3787775" y="1938338"/>
          <p14:tracePt t="57436" x="3795713" y="1952625"/>
          <p14:tracePt t="57453" x="3795713" y="1966913"/>
          <p14:tracePt t="57470" x="3795713" y="1981200"/>
          <p14:tracePt t="57486" x="3795713" y="2003425"/>
          <p14:tracePt t="57503" x="3787775" y="2024063"/>
          <p14:tracePt t="57520" x="3773488" y="2046288"/>
          <p14:tracePt t="57536" x="3744913" y="2060575"/>
          <p14:tracePt t="57553" x="3722688" y="2074863"/>
          <p14:tracePt t="57570" x="3671888" y="2097088"/>
          <p14:tracePt t="57586" x="3643313" y="2105025"/>
          <p14:tracePt t="57603" x="3606800" y="2111375"/>
          <p14:tracePt t="57620" x="3563938" y="2111375"/>
          <p14:tracePt t="57636" x="3519488" y="2125663"/>
          <p14:tracePt t="57653" x="3497263" y="2125663"/>
          <p14:tracePt t="57670" x="3462338" y="2125663"/>
          <p14:tracePt t="57686" x="3425825" y="2125663"/>
          <p14:tracePt t="57703" x="3389313" y="2119313"/>
          <p14:tracePt t="57720" x="3330575" y="2090738"/>
          <p14:tracePt t="57736" x="3309938" y="2074863"/>
          <p14:tracePt t="57753" x="3294063" y="2060575"/>
          <p14:tracePt t="57770" x="3287713" y="2060575"/>
          <p14:tracePt t="57786" x="3287713" y="2054225"/>
          <p14:tracePt t="57820" x="3279775" y="2046288"/>
          <p14:tracePt t="57837" x="3265488" y="2017713"/>
          <p14:tracePt t="57853" x="3259138" y="1981200"/>
          <p14:tracePt t="57870" x="3251200" y="1958975"/>
          <p14:tracePt t="58236" x="3251200" y="1944688"/>
          <p14:tracePt t="58251" x="3251200" y="1930400"/>
          <p14:tracePt t="58264" x="3259138" y="1901825"/>
          <p14:tracePt t="58287" x="3265488" y="1887538"/>
          <p14:tracePt t="58304" x="3273425" y="1865313"/>
          <p14:tracePt t="58322" x="3287713" y="1836738"/>
          <p14:tracePt t="58337" x="3294063" y="1820863"/>
          <p14:tracePt t="58354" x="3309938" y="1806575"/>
          <p14:tracePt t="58370" x="3324225" y="1792288"/>
          <p14:tracePt t="58387" x="3330575" y="1778000"/>
          <p14:tracePt t="58404" x="3344863" y="1770063"/>
          <p14:tracePt t="58420" x="3352800" y="1755775"/>
          <p14:tracePt t="58437" x="3367088" y="1749425"/>
          <p14:tracePt t="58440" x="3367088" y="1741488"/>
          <p14:tracePt t="58453" x="3375025" y="1741488"/>
          <p14:tracePt t="58470" x="3381375" y="1735138"/>
          <p14:tracePt t="58487" x="3395663" y="1727200"/>
          <p14:tracePt t="58503" x="3411538" y="1719263"/>
          <p14:tracePt t="58521" x="3425825" y="1719263"/>
          <p14:tracePt t="58553" x="3440113" y="1719263"/>
          <p14:tracePt t="58571" x="3462338" y="1719263"/>
          <p14:tracePt t="58587" x="3497263" y="1727200"/>
          <p14:tracePt t="58604" x="3533775" y="1741488"/>
          <p14:tracePt t="58620" x="3570288" y="1763713"/>
          <p14:tracePt t="58637" x="3606800" y="1785938"/>
          <p14:tracePt t="58653" x="3629025" y="1792288"/>
          <p14:tracePt t="58670" x="3657600" y="1820863"/>
          <p14:tracePt t="58686" x="3671888" y="1836738"/>
          <p14:tracePt t="58703" x="3686175" y="1851025"/>
          <p14:tracePt t="58720" x="3708400" y="1871663"/>
          <p14:tracePt t="58737" x="3716338" y="1879600"/>
          <p14:tracePt t="58753" x="3716338" y="1887538"/>
          <p14:tracePt t="58770" x="3716338" y="1901825"/>
          <p14:tracePt t="58787" x="3722688" y="1922463"/>
          <p14:tracePt t="58803" x="3722688" y="1952625"/>
          <p14:tracePt t="58820" x="3722688" y="1995488"/>
          <p14:tracePt t="58837" x="3722688" y="2003425"/>
          <p14:tracePt t="58853" x="3722688" y="2017713"/>
          <p14:tracePt t="58870" x="3716338" y="2017713"/>
          <p14:tracePt t="58886" x="3708400" y="2024063"/>
          <p14:tracePt t="58903" x="3700463" y="2032000"/>
          <p14:tracePt t="58920" x="3679825" y="2039938"/>
          <p14:tracePt t="58937" x="3657600" y="2039938"/>
          <p14:tracePt t="58954" x="3629025" y="2039938"/>
          <p14:tracePt t="58970" x="3614738" y="2039938"/>
          <p14:tracePt t="59273" x="3606800" y="2039938"/>
          <p14:tracePt t="59289" x="3592513" y="2039938"/>
          <p14:tracePt t="59297" x="3584575" y="2032000"/>
          <p14:tracePt t="59305" x="3578225" y="2024063"/>
          <p14:tracePt t="59320" x="3570288" y="2024063"/>
          <p14:tracePt t="59432" x="3584575" y="2024063"/>
          <p14:tracePt t="59441" x="3629025" y="2024063"/>
          <p14:tracePt t="59448" x="3694113" y="2054225"/>
          <p14:tracePt t="59456" x="3773488" y="2068513"/>
          <p14:tracePt t="59470" x="3889375" y="2105025"/>
          <p14:tracePt t="59487" x="4325938" y="2220913"/>
          <p14:tracePt t="59503" x="5341938" y="2517775"/>
          <p14:tracePt t="59520" x="6161088" y="2706688"/>
          <p14:tracePt t="59537" x="6951663" y="2867025"/>
          <p14:tracePt t="59554" x="7642225" y="2960688"/>
          <p14:tracePt t="59570" x="8367713" y="3055938"/>
          <p14:tracePt t="59587" x="8963025" y="3149600"/>
          <p14:tracePt t="59603" x="9491663" y="3214688"/>
          <p14:tracePt t="59620" x="9812338" y="3265488"/>
          <p14:tracePt t="59637" x="9993313" y="3265488"/>
          <p14:tracePt t="59653" x="10101263" y="3265488"/>
          <p14:tracePt t="59670" x="10174288" y="3265488"/>
          <p14:tracePt t="59687" x="10261600" y="3259138"/>
          <p14:tracePt t="59703" x="10355263" y="3243263"/>
          <p14:tracePt t="59720" x="10391775" y="3228975"/>
          <p14:tracePt t="59737" x="10421938" y="3222625"/>
          <p14:tracePt t="59754" x="10456863" y="3214688"/>
          <p14:tracePt t="59770" x="10529888" y="3200400"/>
          <p14:tracePt t="59787" x="10660063" y="3186113"/>
          <p14:tracePt t="59804" x="10806113" y="3186113"/>
          <p14:tracePt t="59820" x="10950575" y="3163888"/>
          <p14:tracePt t="59837" x="11015663" y="3149600"/>
          <p14:tracePt t="59854" x="11031538" y="3135313"/>
          <p14:tracePt t="59870" x="11045825" y="3113088"/>
          <p14:tracePt t="59887" x="11045825" y="3090863"/>
          <p14:tracePt t="59904" x="11045825" y="3033713"/>
          <p14:tracePt t="59920" x="11037888" y="2989263"/>
          <p14:tracePt t="59937" x="11015663" y="2909888"/>
          <p14:tracePt t="59954" x="10987088" y="2867025"/>
          <p14:tracePt t="59971" x="10987088" y="2844800"/>
          <p14:tracePt t="59987" x="10972800" y="2830513"/>
          <p14:tracePt t="60004" x="10972800" y="2808288"/>
          <p14:tracePt t="60020" x="10958513" y="2794000"/>
          <p14:tracePt t="60037" x="10958513" y="2765425"/>
          <p14:tracePt t="60054" x="10950575" y="2743200"/>
          <p14:tracePt t="60070" x="10950575" y="2728913"/>
          <p14:tracePt t="60087" x="10944225" y="2720975"/>
          <p14:tracePt t="60104" x="10929938" y="2700338"/>
          <p14:tracePt t="60120" x="10899775" y="2670175"/>
          <p14:tracePt t="60137" x="10848975" y="2641600"/>
          <p14:tracePt t="60154" x="10798175" y="2605088"/>
          <p14:tracePt t="60171" x="10769600" y="2582863"/>
          <p14:tracePt t="60187" x="10755313" y="2576513"/>
          <p14:tracePt t="60204" x="10741025" y="2568575"/>
          <p14:tracePt t="60220" x="10741025" y="2562225"/>
          <p14:tracePt t="60237" x="10733088" y="2562225"/>
          <p14:tracePt t="60297" x="10733088" y="2554288"/>
          <p14:tracePt t="60305" x="10726738" y="2547938"/>
          <p14:tracePt t="60320" x="10718800" y="2547938"/>
          <p14:tracePt t="60449" x="10718800" y="2568575"/>
          <p14:tracePt t="60456" x="10710863" y="2576513"/>
          <p14:tracePt t="60464" x="10704513" y="2582863"/>
          <p14:tracePt t="60472" x="10690225" y="2590800"/>
          <p14:tracePt t="60487" x="10668000" y="2619375"/>
          <p14:tracePt t="60504" x="10625138" y="2641600"/>
          <p14:tracePt t="60520" x="10580688" y="2655888"/>
          <p14:tracePt t="60537" x="10507663" y="2678113"/>
          <p14:tracePt t="60554" x="10436225" y="2692400"/>
          <p14:tracePt t="60570" x="10355263" y="2692400"/>
          <p14:tracePt t="60587" x="10283825" y="2692400"/>
          <p14:tracePt t="60604" x="10196513" y="2692400"/>
          <p14:tracePt t="60620" x="10131425" y="2692400"/>
          <p14:tracePt t="60637" x="10080625" y="2692400"/>
          <p14:tracePt t="60654" x="10015538" y="2692400"/>
          <p14:tracePt t="60670" x="9956800" y="2692400"/>
          <p14:tracePt t="60687" x="9920288" y="2692400"/>
          <p14:tracePt t="60704" x="9818688" y="2684463"/>
          <p14:tracePt t="60721" x="9782175" y="2670175"/>
          <p14:tracePt t="60737" x="9753600" y="2663825"/>
          <p14:tracePt t="60754" x="9731375" y="2641600"/>
          <p14:tracePt t="60771" x="9702800" y="2613025"/>
          <p14:tracePt t="60787" x="9688513" y="2582863"/>
          <p14:tracePt t="60804" x="9674225" y="2540000"/>
          <p14:tracePt t="60821" x="9666288" y="2517775"/>
          <p14:tracePt t="60837" x="9666288" y="2489200"/>
          <p14:tracePt t="60854" x="9666288" y="2466975"/>
          <p14:tracePt t="60871" x="9666288" y="2446338"/>
          <p14:tracePt t="60888" x="9666288" y="2416175"/>
          <p14:tracePt t="60904" x="9680575" y="2379663"/>
          <p14:tracePt t="60921" x="9702800" y="2359025"/>
          <p14:tracePt t="60937" x="9717088" y="2344738"/>
          <p14:tracePt t="60954" x="9753600" y="2322513"/>
          <p14:tracePt t="60971" x="9761538" y="2308225"/>
          <p14:tracePt t="60987" x="9775825" y="2293938"/>
          <p14:tracePt t="61004" x="9818688" y="2271713"/>
          <p14:tracePt t="61021" x="9847263" y="2257425"/>
          <p14:tracePt t="61037" x="9898063" y="2235200"/>
          <p14:tracePt t="61054" x="9942513" y="2220913"/>
          <p14:tracePt t="61071" x="9999663" y="2198688"/>
          <p14:tracePt t="61088" x="10080625" y="2170113"/>
          <p14:tracePt t="61104" x="10117138" y="2170113"/>
          <p14:tracePt t="61121" x="10137775" y="2170113"/>
          <p14:tracePt t="61137" x="10145713" y="2162175"/>
          <p14:tracePt t="61154" x="10167938" y="2162175"/>
          <p14:tracePt t="61171" x="10182225" y="2162175"/>
          <p14:tracePt t="61187" x="10218738" y="2162175"/>
          <p14:tracePt t="61204" x="10239375" y="2162175"/>
          <p14:tracePt t="61221" x="10269538" y="2162175"/>
          <p14:tracePt t="61237" x="10290175" y="2170113"/>
          <p14:tracePt t="61254" x="10312400" y="2176463"/>
          <p14:tracePt t="61271" x="10320338" y="2192338"/>
          <p14:tracePt t="61287" x="10334625" y="2206625"/>
          <p14:tracePt t="61304" x="10371138" y="2243138"/>
          <p14:tracePt t="61321" x="10385425" y="2257425"/>
          <p14:tracePt t="61337" x="10399713" y="2271713"/>
          <p14:tracePt t="61354" x="10414000" y="2293938"/>
          <p14:tracePt t="61371" x="10421938" y="2300288"/>
          <p14:tracePt t="61387" x="10436225" y="2314575"/>
          <p14:tracePt t="61404" x="10442575" y="2344738"/>
          <p14:tracePt t="61421" x="10456863" y="2373313"/>
          <p14:tracePt t="61437" x="10464800" y="2395538"/>
          <p14:tracePt t="61439" x="10479088" y="2409825"/>
          <p14:tracePt t="61454" x="10487025" y="2424113"/>
          <p14:tracePt t="61471" x="10507663" y="2452688"/>
          <p14:tracePt t="61487" x="10507663" y="2474913"/>
          <p14:tracePt t="61504" x="10523538" y="2497138"/>
          <p14:tracePt t="61521" x="10529888" y="2517775"/>
          <p14:tracePt t="61538" x="10537825" y="2532063"/>
          <p14:tracePt t="61554" x="10537825" y="2547938"/>
          <p14:tracePt t="61571" x="10537825" y="2562225"/>
          <p14:tracePt t="61587" x="10537825" y="2576513"/>
          <p14:tracePt t="61605" x="10537825" y="2598738"/>
          <p14:tracePt t="61621" x="10537825" y="2613025"/>
          <p14:tracePt t="61637" x="10537825" y="2633663"/>
          <p14:tracePt t="61654" x="10523538" y="2649538"/>
          <p14:tracePt t="61671" x="10501313" y="2663825"/>
          <p14:tracePt t="61687" x="10479088" y="2684463"/>
          <p14:tracePt t="61704" x="10456863" y="2700338"/>
          <p14:tracePt t="61721" x="10414000" y="2714625"/>
          <p14:tracePt t="61737" x="10391775" y="2728913"/>
          <p14:tracePt t="61754" x="10348913" y="2735263"/>
          <p14:tracePt t="61771" x="10312400" y="2757488"/>
          <p14:tracePt t="61788" x="10275888" y="2757488"/>
          <p14:tracePt t="61804" x="10225088" y="2765425"/>
          <p14:tracePt t="61821" x="10182225" y="2765425"/>
          <p14:tracePt t="61838" x="10137775" y="2765425"/>
          <p14:tracePt t="61854" x="10094913" y="2765425"/>
          <p14:tracePt t="61871" x="10050463" y="2765425"/>
          <p14:tracePt t="61888" x="9999663" y="2765425"/>
          <p14:tracePt t="61904" x="9964738" y="2765425"/>
          <p14:tracePt t="61921" x="9928225" y="2765425"/>
          <p14:tracePt t="61937" x="9913938" y="2757488"/>
          <p14:tracePt t="61954" x="9877425" y="2735263"/>
          <p14:tracePt t="61971" x="9855200" y="2720975"/>
          <p14:tracePt t="61988" x="9826625" y="2700338"/>
          <p14:tracePt t="62004" x="9812338" y="2684463"/>
          <p14:tracePt t="62021" x="9804400" y="2663825"/>
          <p14:tracePt t="62038" x="9782175" y="2627313"/>
          <p14:tracePt t="62054" x="9775825" y="2613025"/>
          <p14:tracePt t="62071" x="9767888" y="2576513"/>
          <p14:tracePt t="62088" x="9761538" y="2532063"/>
          <p14:tracePt t="62104" x="9761538" y="2517775"/>
          <p14:tracePt t="62121" x="9761538" y="2497138"/>
          <p14:tracePt t="62138" x="9761538" y="2481263"/>
          <p14:tracePt t="62154" x="9761538" y="2460625"/>
          <p14:tracePt t="62171" x="9782175" y="2430463"/>
          <p14:tracePt t="62188" x="9796463" y="2416175"/>
          <p14:tracePt t="62204" x="9818688" y="2387600"/>
          <p14:tracePt t="62221" x="9840913" y="2365375"/>
          <p14:tracePt t="62238" x="9863138" y="2351088"/>
          <p14:tracePt t="62254" x="9898063" y="2328863"/>
          <p14:tracePt t="62271" x="9920288" y="2314575"/>
          <p14:tracePt t="62288" x="9971088" y="2286000"/>
          <p14:tracePt t="62304" x="10015538" y="2263775"/>
          <p14:tracePt t="62321" x="10066338" y="2235200"/>
          <p14:tracePt t="62338" x="10131425" y="2206625"/>
          <p14:tracePt t="62354" x="10174288" y="2198688"/>
          <p14:tracePt t="62371" x="10218738" y="2170113"/>
          <p14:tracePt t="62388" x="10247313" y="2155825"/>
          <p14:tracePt t="62404" x="10261600" y="2155825"/>
          <p14:tracePt t="62421" x="10275888" y="2147888"/>
          <p14:tracePt t="62438" x="10290175" y="2147888"/>
          <p14:tracePt t="62439" x="10298113" y="2147888"/>
          <p14:tracePt t="62454" x="10304463" y="2147888"/>
          <p14:tracePt t="62471" x="10348913" y="2147888"/>
          <p14:tracePt t="62488" x="10377488" y="2147888"/>
          <p14:tracePt t="62504" x="10414000" y="2147888"/>
          <p14:tracePt t="62521" x="10472738" y="2162175"/>
          <p14:tracePt t="62538" x="10493375" y="2176463"/>
          <p14:tracePt t="62556" x="10515600" y="2184400"/>
          <p14:tracePt t="62571" x="10537825" y="2192338"/>
          <p14:tracePt t="62588" x="10552113" y="2206625"/>
          <p14:tracePt t="62604" x="10566400" y="2212975"/>
          <p14:tracePt t="62621" x="10574338" y="2220913"/>
          <p14:tracePt t="62638" x="10588625" y="2235200"/>
          <p14:tracePt t="62654" x="10602913" y="2249488"/>
          <p14:tracePt t="62671" x="10617200" y="2278063"/>
          <p14:tracePt t="62688" x="10631488" y="2286000"/>
          <p14:tracePt t="62704" x="10639425" y="2300288"/>
          <p14:tracePt t="62721" x="10645775" y="2314575"/>
          <p14:tracePt t="62738" x="10645775" y="2322513"/>
          <p14:tracePt t="62755" x="10653713" y="2328863"/>
          <p14:tracePt t="62771" x="10660063" y="2336800"/>
          <p14:tracePt t="62788" x="10660063" y="2344738"/>
          <p14:tracePt t="62805" x="10660063" y="2351088"/>
          <p14:tracePt t="62822" x="10660063" y="2365375"/>
          <p14:tracePt t="62839" x="10668000" y="2365375"/>
          <p14:tracePt t="62857" x="10668000" y="2379663"/>
          <p14:tracePt t="62893" x="10668000" y="2387600"/>
          <p14:tracePt t="62910" x="10668000" y="2395538"/>
          <p14:tracePt t="62925" x="10668000" y="2401888"/>
          <p14:tracePt t="62950" x="10668000" y="2409825"/>
          <p14:tracePt t="62956" x="10668000" y="2416175"/>
          <p14:tracePt t="62972" x="10668000" y="2424113"/>
          <p14:tracePt t="62997" x="10668000" y="2430463"/>
          <p14:tracePt t="63005" x="10668000" y="2438400"/>
          <p14:tracePt t="63022" x="10668000" y="2446338"/>
          <p14:tracePt t="63044" x="10668000" y="2452688"/>
          <p14:tracePt t="63055" x="10668000" y="2460625"/>
          <p14:tracePt t="63072" x="10668000" y="2466975"/>
          <p14:tracePt t="63089" x="10660063" y="2474913"/>
          <p14:tracePt t="63106" x="10653713" y="2481263"/>
          <p14:tracePt t="63122" x="10645775" y="2497138"/>
          <p14:tracePt t="63139" x="10631488" y="2517775"/>
          <p14:tracePt t="63155" x="10625138" y="2532063"/>
          <p14:tracePt t="63172" x="10609263" y="2562225"/>
          <p14:tracePt t="63188" x="10594975" y="2576513"/>
          <p14:tracePt t="63205" x="10574338" y="2590800"/>
          <p14:tracePt t="63222" x="10552113" y="2613025"/>
          <p14:tracePt t="63239" x="10529888" y="2627313"/>
          <p14:tracePt t="63256" x="10479088" y="2649538"/>
          <p14:tracePt t="63272" x="10456863" y="2663825"/>
          <p14:tracePt t="63290" x="10385425" y="2678113"/>
          <p14:tracePt t="63307" x="10334625" y="2700338"/>
          <p14:tracePt t="63322" x="10298113" y="2700338"/>
          <p14:tracePt t="63341" x="10261600" y="2706688"/>
          <p14:tracePt t="63355" x="10233025" y="2706688"/>
          <p14:tracePt t="63373" x="10210800" y="2706688"/>
          <p14:tracePt t="63388" x="10174288" y="2706688"/>
          <p14:tracePt t="63405" x="10145713" y="2706688"/>
          <p14:tracePt t="63422" x="10109200" y="2706688"/>
          <p14:tracePt t="63438" x="10080625" y="2706688"/>
          <p14:tracePt t="63446" x="10066338" y="2706688"/>
          <p14:tracePt t="63455" x="10050463" y="2706688"/>
          <p14:tracePt t="63473" x="10029825" y="2692400"/>
          <p14:tracePt t="63490" x="10007600" y="2678113"/>
          <p14:tracePt t="63505" x="9985375" y="2663825"/>
          <p14:tracePt t="63522" x="9971088" y="2655888"/>
          <p14:tracePt t="63539" x="9964738" y="2649538"/>
          <p14:tracePt t="63556" x="9956800" y="2633663"/>
          <p14:tracePt t="63572" x="9948863" y="2619375"/>
          <p14:tracePt t="63589" x="9942513" y="2605088"/>
          <p14:tracePt t="63606" x="9934575" y="2590800"/>
          <p14:tracePt t="63622" x="9928225" y="2576513"/>
          <p14:tracePt t="63639" x="9920288" y="2554288"/>
          <p14:tracePt t="63656" x="9920288" y="2532063"/>
          <p14:tracePt t="63673" x="9920288" y="2517775"/>
          <p14:tracePt t="63689" x="9920288" y="2481263"/>
          <p14:tracePt t="63705" x="9920288" y="2460625"/>
          <p14:tracePt t="63722" x="9934575" y="2438400"/>
          <p14:tracePt t="63739" x="9948863" y="2424113"/>
          <p14:tracePt t="63756" x="9971088" y="2401888"/>
          <p14:tracePt t="63773" x="9999663" y="2373313"/>
          <p14:tracePt t="63789" x="10036175" y="2351088"/>
          <p14:tracePt t="63806" x="10058400" y="2336800"/>
          <p14:tracePt t="63822" x="10086975" y="2328863"/>
          <p14:tracePt t="63839" x="10109200" y="2322513"/>
          <p14:tracePt t="63856" x="10152063" y="2308225"/>
          <p14:tracePt t="63872" x="10188575" y="2300288"/>
          <p14:tracePt t="63890" x="10218738" y="2300288"/>
          <p14:tracePt t="63906" x="10269538" y="2293938"/>
          <p14:tracePt t="63923" x="10298113" y="2293938"/>
          <p14:tracePt t="63939" x="10334625" y="2293938"/>
          <p14:tracePt t="63949" x="10348913" y="2293938"/>
          <p14:tracePt t="63956" x="10355263" y="2293938"/>
          <p14:tracePt t="63972" x="10377488" y="2293938"/>
          <p14:tracePt t="63989" x="10421938" y="2293938"/>
          <p14:tracePt t="64006" x="10450513" y="2293938"/>
          <p14:tracePt t="64022" x="10479088" y="2308225"/>
          <p14:tracePt t="64041" x="10501313" y="2314575"/>
          <p14:tracePt t="64056" x="10515600" y="2328863"/>
          <p14:tracePt t="64072" x="10529888" y="2344738"/>
          <p14:tracePt t="64091" x="10558463" y="2351088"/>
          <p14:tracePt t="64106" x="10574338" y="2365375"/>
          <p14:tracePt t="64123" x="10574338" y="2373313"/>
          <p14:tracePt t="64140" x="10580688" y="2379663"/>
          <p14:tracePt t="64155" x="10580688" y="2395538"/>
          <p14:tracePt t="64173" x="10588625" y="2401888"/>
          <p14:tracePt t="64189" x="10594975" y="2416175"/>
          <p14:tracePt t="64206" x="10602913" y="2430463"/>
          <p14:tracePt t="64222" x="10609263" y="2446338"/>
          <p14:tracePt t="64239" x="10617200" y="2460625"/>
          <p14:tracePt t="64257" x="10617200" y="2489200"/>
          <p14:tracePt t="64272" x="10617200" y="2511425"/>
          <p14:tracePt t="64289" x="10609263" y="2532063"/>
          <p14:tracePt t="64306" x="10609263" y="2540000"/>
          <p14:tracePt t="64324" x="10594975" y="2562225"/>
          <p14:tracePt t="64341" x="10588625" y="2576513"/>
          <p14:tracePt t="64357" x="10574338" y="2590800"/>
          <p14:tracePt t="64372" x="10566400" y="2605088"/>
          <p14:tracePt t="64389" x="10558463" y="2613025"/>
          <p14:tracePt t="64406" x="10552113" y="2633663"/>
          <p14:tracePt t="64422" x="10537825" y="2641600"/>
          <p14:tracePt t="64439" x="10523538" y="2649538"/>
          <p14:tracePt t="64456" x="10507663" y="2663825"/>
          <p14:tracePt t="64473" x="10501313" y="2663825"/>
          <p14:tracePt t="64489" x="10493375" y="2670175"/>
          <p14:tracePt t="64506" x="10487025" y="2678113"/>
          <p14:tracePt t="64523" x="10479088" y="2678113"/>
          <p14:tracePt t="64539" x="10464800" y="2678113"/>
          <p14:tracePt t="64559" x="10456863" y="2684463"/>
          <p14:tracePt t="64572" x="10428288" y="2700338"/>
          <p14:tracePt t="64589" x="10421938" y="2700338"/>
          <p14:tracePt t="64606" x="10414000" y="2700338"/>
          <p14:tracePt t="64622" x="10399713" y="2700338"/>
          <p14:tracePt t="64639" x="10391775" y="2700338"/>
          <p14:tracePt t="64656" x="10377488" y="2700338"/>
          <p14:tracePt t="64672" x="10371138" y="2700338"/>
          <p14:tracePt t="64689" x="10348913" y="2706688"/>
          <p14:tracePt t="64705" x="10334625" y="2706688"/>
          <p14:tracePt t="64722" x="10320338" y="2706688"/>
          <p14:tracePt t="64739" x="10312400" y="2706688"/>
          <p14:tracePt t="64756" x="10298113" y="2706688"/>
          <p14:tracePt t="64772" x="10290175" y="2706688"/>
          <p14:tracePt t="64789" x="10275888" y="2706688"/>
          <p14:tracePt t="64810" x="10261600" y="2706688"/>
          <p14:tracePt t="64822" x="10253663" y="2706688"/>
          <p14:tracePt t="64842" x="10239375" y="2706688"/>
          <p14:tracePt t="64857" x="10225088" y="2706688"/>
          <p14:tracePt t="64873" x="10210800" y="2706688"/>
          <p14:tracePt t="64890" x="10196513" y="2706688"/>
          <p14:tracePt t="64906" x="10188575" y="2706688"/>
          <p14:tracePt t="64923" x="10174288" y="2706688"/>
          <p14:tracePt t="64941" x="10167938" y="2706688"/>
          <p14:tracePt t="64965" x="10152063" y="2706688"/>
          <p14:tracePt t="64998" x="10145713" y="2706688"/>
          <p14:tracePt t="65012" x="10131425" y="2706688"/>
          <p14:tracePt t="65035" x="10123488" y="2706688"/>
          <p14:tracePt t="65053" x="10117138" y="2700338"/>
          <p14:tracePt t="65064" x="10109200" y="2700338"/>
          <p14:tracePt t="65077" x="10101263" y="2700338"/>
          <p14:tracePt t="65103" x="10094913" y="2692400"/>
          <p14:tracePt t="65112" x="10086975" y="2692400"/>
          <p14:tracePt t="65122" x="10072688" y="2684463"/>
          <p14:tracePt t="65139" x="10066338" y="2678113"/>
          <p14:tracePt t="65156" x="10050463" y="2670175"/>
          <p14:tracePt t="65172" x="10029825" y="2655888"/>
          <p14:tracePt t="65206" x="10015538" y="2641600"/>
          <p14:tracePt t="65223" x="10007600" y="2633663"/>
          <p14:tracePt t="65240" x="9993313" y="2619375"/>
          <p14:tracePt t="65257" x="9985375" y="2605088"/>
          <p14:tracePt t="65273" x="9971088" y="2582863"/>
          <p14:tracePt t="65290" x="9971088" y="2576513"/>
          <p14:tracePt t="65306" x="9971088" y="2562225"/>
          <p14:tracePt t="65323" x="9971088" y="2554288"/>
          <p14:tracePt t="65340" x="9971088" y="2547938"/>
          <p14:tracePt t="65356" x="9971088" y="2540000"/>
          <p14:tracePt t="65373" x="9971088" y="2517775"/>
          <p14:tracePt t="65390" x="9971088" y="2511425"/>
          <p14:tracePt t="65406" x="9971088" y="2497138"/>
          <p14:tracePt t="65423" x="9971088" y="2489200"/>
          <p14:tracePt t="65439" x="9971088" y="2481263"/>
          <p14:tracePt t="65456" x="9971088" y="2474913"/>
          <p14:tracePt t="65473" x="9971088" y="2466975"/>
          <p14:tracePt t="65496" x="9979025" y="2460625"/>
          <p14:tracePt t="65509" x="9985375" y="2460625"/>
          <p14:tracePt t="65525" x="9993313" y="2452688"/>
          <p14:tracePt t="65556" x="9999663" y="2438400"/>
          <p14:tracePt t="65574" x="10007600" y="2438400"/>
          <p14:tracePt t="65590" x="10015538" y="2438400"/>
          <p14:tracePt t="65612" x="10029825" y="2430463"/>
          <p14:tracePt t="65622" x="10036175" y="2424113"/>
          <p14:tracePt t="65629" x="10050463" y="2416175"/>
          <p14:tracePt t="65640" x="10066338" y="2409825"/>
          <p14:tracePt t="65657" x="10094913" y="2401888"/>
          <p14:tracePt t="65673" x="10117138" y="2387600"/>
          <p14:tracePt t="65689" x="10145713" y="2379663"/>
          <p14:tracePt t="65706" x="10174288" y="2373313"/>
          <p14:tracePt t="65723" x="10202863" y="2365375"/>
          <p14:tracePt t="65740" x="10218738" y="2365375"/>
          <p14:tracePt t="65756" x="10239375" y="2359025"/>
          <p14:tracePt t="65772" x="10253663" y="2359025"/>
          <p14:tracePt t="65789" x="10275888" y="2359025"/>
          <p14:tracePt t="65806" x="10304463" y="2359025"/>
          <p14:tracePt t="65826" x="10348913" y="2359025"/>
          <p14:tracePt t="65840" x="10355263" y="2359025"/>
          <p14:tracePt t="65856" x="10371138" y="2359025"/>
          <p14:tracePt t="65873" x="10385425" y="2359025"/>
          <p14:tracePt t="65889" x="10406063" y="2359025"/>
          <p14:tracePt t="65906" x="10428288" y="2365375"/>
          <p14:tracePt t="65923" x="10436225" y="2373313"/>
          <p14:tracePt t="65939" x="10450513" y="2387600"/>
          <p14:tracePt t="65957" x="10456863" y="2395538"/>
          <p14:tracePt t="65973" x="10472738" y="2409825"/>
          <p14:tracePt t="65989" x="10479088" y="2424113"/>
          <p14:tracePt t="66006" x="10487025" y="2430463"/>
          <p14:tracePt t="66023" x="10493375" y="2438400"/>
          <p14:tracePt t="66039" x="10501313" y="2452688"/>
          <p14:tracePt t="66077" x="10507663" y="2460625"/>
          <p14:tracePt t="66115" x="10515600" y="2466975"/>
          <p14:tracePt t="66137" x="10515600" y="2481263"/>
          <p14:tracePt t="66145" x="10523538" y="2497138"/>
          <p14:tracePt t="66160" x="10523538" y="2511425"/>
          <p14:tracePt t="66168" x="10523538" y="2525713"/>
          <p14:tracePt t="66176" x="10523538" y="2540000"/>
          <p14:tracePt t="66193" x="10523538" y="2547938"/>
          <p14:tracePt t="66205" x="10523538" y="2554288"/>
          <p14:tracePt t="66222" x="10523538" y="2568575"/>
          <p14:tracePt t="66239" x="10523538" y="2582863"/>
          <p14:tracePt t="66256" x="10523538" y="2590800"/>
          <p14:tracePt t="66272" x="10523538" y="2598738"/>
          <p14:tracePt t="66289" x="10523538" y="2605088"/>
          <p14:tracePt t="66305" x="10515600" y="2613025"/>
          <p14:tracePt t="66322" x="10507663" y="2619375"/>
          <p14:tracePt t="66339" x="10487025" y="2633663"/>
          <p14:tracePt t="66356" x="10472738" y="2649538"/>
          <p14:tracePt t="66372" x="10450513" y="2663825"/>
          <p14:tracePt t="66389" x="10428288" y="2678113"/>
          <p14:tracePt t="66406" x="10414000" y="2678113"/>
          <p14:tracePt t="66422" x="10399713" y="2684463"/>
          <p14:tracePt t="66439" x="10391775" y="2692400"/>
          <p14:tracePt t="66441" x="10385425" y="2692400"/>
          <p14:tracePt t="66465" x="10377488" y="2692400"/>
          <p14:tracePt t="66481" x="10371138" y="2700338"/>
          <p14:tracePt t="66489" x="10363200" y="2700338"/>
          <p14:tracePt t="66506" x="10355263" y="2700338"/>
          <p14:tracePt t="66523" x="10340975" y="2700338"/>
          <p14:tracePt t="66539" x="10334625" y="2700338"/>
          <p14:tracePt t="66556" x="10320338" y="2700338"/>
          <p14:tracePt t="66589" x="10304463" y="2700338"/>
          <p14:tracePt t="66606" x="10298113" y="2700338"/>
          <p14:tracePt t="66622" x="10290175" y="2700338"/>
          <p14:tracePt t="66639" x="10261600" y="2700338"/>
          <p14:tracePt t="66656" x="10253663" y="2700338"/>
          <p14:tracePt t="66672" x="10247313" y="2700338"/>
          <p14:tracePt t="66689" x="10225088" y="2700338"/>
          <p14:tracePt t="66706" x="10202863" y="2700338"/>
          <p14:tracePt t="66722" x="10196513" y="2700338"/>
          <p14:tracePt t="66739" x="10182225" y="2700338"/>
          <p14:tracePt t="66756" x="10174288" y="2700338"/>
          <p14:tracePt t="66772" x="10160000" y="2700338"/>
          <p14:tracePt t="66789" x="10152063" y="2700338"/>
          <p14:tracePt t="66806" x="10137775" y="2700338"/>
          <p14:tracePt t="66823" x="10131425" y="2700338"/>
          <p14:tracePt t="66839" x="10123488" y="2700338"/>
          <p14:tracePt t="66856" x="10117138" y="2700338"/>
          <p14:tracePt t="66872" x="10109200" y="2692400"/>
          <p14:tracePt t="66906" x="10094913" y="2692400"/>
          <p14:tracePt t="66922" x="10086975" y="2692400"/>
          <p14:tracePt t="66939" x="10066338" y="2678113"/>
          <p14:tracePt t="66961" x="10058400" y="2670175"/>
          <p14:tracePt t="66972" x="10050463" y="2670175"/>
          <p14:tracePt t="66989" x="10050463" y="2663825"/>
          <p14:tracePt t="67006" x="10036175" y="2655888"/>
          <p14:tracePt t="67039" x="10029825" y="2649538"/>
          <p14:tracePt t="67073" x="10021888" y="2641600"/>
          <p14:tracePt t="67097" x="10007600" y="2633663"/>
          <p14:tracePt t="67129" x="10007600" y="2627313"/>
          <p14:tracePt t="67145" x="10007600" y="2619375"/>
          <p14:tracePt t="67153" x="9999663" y="2619375"/>
          <p14:tracePt t="67160" x="9999663" y="2613025"/>
          <p14:tracePt t="67173" x="9999663" y="2598738"/>
          <p14:tracePt t="67189" x="9993313" y="2576513"/>
          <p14:tracePt t="67206" x="9993313" y="2547938"/>
          <p14:tracePt t="67223" x="9993313" y="2525713"/>
          <p14:tracePt t="67239" x="9993313" y="2497138"/>
          <p14:tracePt t="67256" x="10015538" y="2452688"/>
          <p14:tracePt t="67273" x="10050463" y="2416175"/>
          <p14:tracePt t="67289" x="10101263" y="2387600"/>
          <p14:tracePt t="67306" x="10145713" y="2351088"/>
          <p14:tracePt t="67323" x="10174288" y="2336800"/>
          <p14:tracePt t="67339" x="10210800" y="2322513"/>
          <p14:tracePt t="67356" x="10233025" y="2314575"/>
          <p14:tracePt t="67372" x="10247313" y="2314575"/>
          <p14:tracePt t="67389" x="10275888" y="2314575"/>
          <p14:tracePt t="67406" x="10298113" y="2314575"/>
          <p14:tracePt t="67423" x="10312400" y="2314575"/>
          <p14:tracePt t="67439" x="10340975" y="2314575"/>
          <p14:tracePt t="67441" x="10355263" y="2314575"/>
          <p14:tracePt t="67456" x="10414000" y="2328863"/>
          <p14:tracePt t="67473" x="10450513" y="2344738"/>
          <p14:tracePt t="67489" x="10464800" y="2351088"/>
          <p14:tracePt t="67506" x="10472738" y="2359025"/>
          <p14:tracePt t="67523" x="10479088" y="2373313"/>
          <p14:tracePt t="67539" x="10487025" y="2387600"/>
          <p14:tracePt t="67556" x="10493375" y="2416175"/>
          <p14:tracePt t="67573" x="10501313" y="2430463"/>
          <p14:tracePt t="67589" x="10515600" y="2460625"/>
          <p14:tracePt t="67606" x="10523538" y="2481263"/>
          <p14:tracePt t="67623" x="10529888" y="2489200"/>
          <p14:tracePt t="67640" x="10537825" y="2517775"/>
          <p14:tracePt t="67656" x="10537825" y="2525713"/>
          <p14:tracePt t="67673" x="10544175" y="2540000"/>
          <p14:tracePt t="67689" x="10544175" y="2554288"/>
          <p14:tracePt t="67706" x="10544175" y="2562225"/>
          <p14:tracePt t="67723" x="10544175" y="2576513"/>
          <p14:tracePt t="67739" x="10544175" y="2582863"/>
          <p14:tracePt t="67756" x="10544175" y="2590800"/>
          <p14:tracePt t="67802" x="10544175" y="2598738"/>
          <p14:tracePt t="67826" x="10544175" y="2605088"/>
          <p14:tracePt t="67874" x="10544175" y="2613025"/>
          <p14:tracePt t="67891" x="10544175" y="2619375"/>
          <p14:tracePt t="67906" x="10544175" y="2627313"/>
          <p14:tracePt t="67914" x="10552113" y="2627313"/>
          <p14:tracePt t="67947" x="10552113" y="2641600"/>
          <p14:tracePt t="68114" x="10552113" y="2649538"/>
          <p14:tracePt t="68131" x="10544175" y="2649538"/>
          <p14:tracePt t="68226" x="10537825" y="2649538"/>
          <p14:tracePt t="68234" x="10523538" y="2649538"/>
          <p14:tracePt t="68250" x="10515600" y="2649538"/>
          <p14:tracePt t="68259" x="10501313" y="2649538"/>
          <p14:tracePt t="68273" x="10472738" y="2655888"/>
          <p14:tracePt t="68290" x="10450513" y="2655888"/>
          <p14:tracePt t="68306" x="10406063" y="2655888"/>
          <p14:tracePt t="68323" x="10363200" y="2655888"/>
          <p14:tracePt t="68340" x="10320338" y="2655888"/>
          <p14:tracePt t="68357" x="10290175" y="2655888"/>
          <p14:tracePt t="68373" x="10261600" y="2655888"/>
          <p14:tracePt t="68390" x="10233025" y="2655888"/>
          <p14:tracePt t="68407" x="10196513" y="2655888"/>
          <p14:tracePt t="68424" x="10123488" y="2641600"/>
          <p14:tracePt t="68441" x="10094913" y="2627313"/>
          <p14:tracePt t="68449" x="10072688" y="2613025"/>
          <p14:tracePt t="68457" x="10072688" y="2605088"/>
          <p14:tracePt t="68474" x="10044113" y="2562225"/>
          <p14:tracePt t="68490" x="10036175" y="2525713"/>
          <p14:tracePt t="68507" x="10029825" y="2497138"/>
          <p14:tracePt t="68524" x="10021888" y="2466975"/>
          <p14:tracePt t="68540" x="10021888" y="2438400"/>
          <p14:tracePt t="68560" x="10021888" y="2424113"/>
          <p14:tracePt t="68573" x="10021888" y="2409825"/>
          <p14:tracePt t="68590" x="10029825" y="2379663"/>
          <p14:tracePt t="68610" x="10072688" y="2351088"/>
          <p14:tracePt t="68624" x="10094913" y="2336800"/>
          <p14:tracePt t="68640" x="10137775" y="2322513"/>
          <p14:tracePt t="68657" x="10182225" y="2308225"/>
          <p14:tracePt t="68674" x="10233025" y="2293938"/>
          <p14:tracePt t="68690" x="10290175" y="2271713"/>
          <p14:tracePt t="68708" x="10348913" y="2271713"/>
          <p14:tracePt t="68724" x="10391775" y="2271713"/>
          <p14:tracePt t="68740" x="10421938" y="2271713"/>
          <p14:tracePt t="68757" x="10456863" y="2271713"/>
          <p14:tracePt t="68774" x="10487025" y="2278063"/>
          <p14:tracePt t="68792" x="10515600" y="2300288"/>
          <p14:tracePt t="68807" x="10529888" y="2308225"/>
          <p14:tracePt t="68826" x="10552113" y="2328863"/>
          <p14:tracePt t="68841" x="10566400" y="2351088"/>
          <p14:tracePt t="68857" x="10566400" y="2365375"/>
          <p14:tracePt t="68874" x="10574338" y="2387600"/>
          <p14:tracePt t="68890" x="10574338" y="2416175"/>
          <p14:tracePt t="68908" x="10574338" y="2438400"/>
          <p14:tracePt t="68923" x="10574338" y="2452688"/>
          <p14:tracePt t="68940" x="10574338" y="2466975"/>
          <p14:tracePt t="68947" x="10574338" y="2481263"/>
          <p14:tracePt t="68957" x="10574338" y="2489200"/>
          <p14:tracePt t="68974" x="10574338" y="2511425"/>
          <p14:tracePt t="68990" x="10574338" y="2540000"/>
          <p14:tracePt t="69009" x="10574338" y="2582863"/>
          <p14:tracePt t="69025" x="10566400" y="2598738"/>
          <p14:tracePt t="69040" x="10552113" y="2627313"/>
          <p14:tracePt t="69058" x="10537825" y="2641600"/>
          <p14:tracePt t="69074" x="10529888" y="2649538"/>
          <p14:tracePt t="69091" x="10507663" y="2670175"/>
          <p14:tracePt t="69108" x="10487025" y="2692400"/>
          <p14:tracePt t="69124" x="10464800" y="2700338"/>
          <p14:tracePt t="69140" x="10442575" y="2714625"/>
          <p14:tracePt t="69157" x="10414000" y="2714625"/>
          <p14:tracePt t="69174" x="10399713" y="2720975"/>
          <p14:tracePt t="69190" x="10377488" y="2720975"/>
          <p14:tracePt t="69208" x="10348913" y="2720975"/>
          <p14:tracePt t="69224" x="10340975" y="2720975"/>
          <p14:tracePt t="69240" x="10304463" y="2720975"/>
          <p14:tracePt t="69257" x="10283825" y="2720975"/>
          <p14:tracePt t="69274" x="10275888" y="2720975"/>
          <p14:tracePt t="69308" x="10261600" y="2720975"/>
          <p14:tracePt t="69324" x="10253663" y="2720975"/>
          <p14:tracePt t="69341" x="10253663" y="2714625"/>
          <p14:tracePt t="69357" x="10247313" y="2714625"/>
          <p14:tracePt t="69374" x="10233025" y="2700338"/>
          <p14:tracePt t="69407" x="10233025" y="2692400"/>
          <p14:tracePt t="69529" x="10233025" y="2684463"/>
          <p14:tracePt t="69574" x="10233025" y="2678113"/>
          <p14:tracePt t="69590" x="10239375" y="2678113"/>
          <p14:tracePt t="69596" x="10269538" y="2678113"/>
          <p14:tracePt t="69607" x="10312400" y="2706688"/>
          <p14:tracePt t="69624" x="10414000" y="2794000"/>
          <p14:tracePt t="69640" x="10574338" y="3011488"/>
          <p14:tracePt t="69657" x="10660063" y="3186113"/>
          <p14:tracePt t="69674" x="10733088" y="3352800"/>
          <p14:tracePt t="69691" x="10791825" y="3497263"/>
          <p14:tracePt t="69708" x="10834688" y="3629025"/>
          <p14:tracePt t="69724" x="10899775" y="3744913"/>
          <p14:tracePt t="69741" x="10972800" y="3852863"/>
          <p14:tracePt t="69760" x="11023600" y="3962400"/>
          <p14:tracePt t="69775" x="11066463" y="4049713"/>
          <p14:tracePt t="69791" x="11082338" y="4106863"/>
          <p14:tracePt t="69808" x="11088688" y="4165600"/>
          <p14:tracePt t="69825" x="11088688" y="4252913"/>
          <p14:tracePt t="69841" x="11102975" y="4360863"/>
          <p14:tracePt t="69857" x="11110913" y="4478338"/>
          <p14:tracePt t="69874" x="11110913" y="4586288"/>
          <p14:tracePt t="69891" x="11110913" y="4673600"/>
          <p14:tracePt t="69907" x="11110913" y="4702175"/>
          <p14:tracePt t="69925" x="11110913" y="4738688"/>
          <p14:tracePt t="69941" x="11110913" y="4789488"/>
          <p14:tracePt t="69949" x="11110913" y="4818063"/>
          <p14:tracePt t="69957" x="11110913" y="4848225"/>
          <p14:tracePt t="69974" x="11110913" y="4905375"/>
          <p14:tracePt t="69990" x="11110913" y="4927600"/>
          <p14:tracePt t="70008" x="11110913" y="4949825"/>
          <p14:tracePt t="70025" x="11110913" y="4964113"/>
          <p14:tracePt t="70041" x="11110913" y="5037138"/>
          <p14:tracePt t="70060" x="11102975" y="5122863"/>
          <p14:tracePt t="70074" x="11102975" y="5173663"/>
          <p14:tracePt t="70091" x="11102975" y="5195888"/>
          <p14:tracePt t="70156" x="11102975" y="5203825"/>
          <p14:tracePt t="70213" x="11088688" y="5203825"/>
          <p14:tracePt t="70221" x="11074400" y="5203825"/>
          <p14:tracePt t="70231" x="11074400" y="5195888"/>
          <p14:tracePt t="70243" x="11060113" y="5189538"/>
          <p14:tracePt t="70258" x="11060113" y="5173663"/>
          <p14:tracePt t="70275" x="11060113" y="5138738"/>
          <p14:tracePt t="70291" x="11088688" y="5102225"/>
          <p14:tracePt t="70307" x="11161713" y="5051425"/>
          <p14:tracePt t="70324" x="11226800" y="5029200"/>
          <p14:tracePt t="70341" x="11255375" y="5014913"/>
          <p14:tracePt t="70358" x="11306175" y="5014913"/>
          <p14:tracePt t="70374" x="11336338" y="5014913"/>
          <p14:tracePt t="70391" x="11364913" y="5014913"/>
          <p14:tracePt t="70408" x="11393488" y="5014913"/>
          <p14:tracePt t="70424" x="11407775" y="5014913"/>
          <p14:tracePt t="70441" x="11422063" y="5014913"/>
          <p14:tracePt t="70448" x="11430000" y="5014913"/>
          <p14:tracePt t="70474" x="11444288" y="5014913"/>
          <p14:tracePt t="70491" x="11472863" y="5014913"/>
          <p14:tracePt t="70508" x="11509375" y="5014913"/>
          <p14:tracePt t="70525" x="11560175" y="5006975"/>
          <p14:tracePt t="70541" x="11590338" y="5006975"/>
          <p14:tracePt t="70561" x="11641138" y="5000625"/>
          <p14:tracePt t="70574" x="11655425" y="4992688"/>
          <p14:tracePt t="70592" x="11712575" y="4992688"/>
          <p14:tracePt t="70609" x="11777663" y="4992688"/>
          <p14:tracePt t="70625" x="11850688" y="4992688"/>
          <p14:tracePt t="70641" x="11901488" y="4992688"/>
          <p14:tracePt t="70658" x="11923713" y="4992688"/>
          <p14:tracePt t="70694" x="11930063" y="4992688"/>
          <p14:tracePt t="70707" x="11945938" y="4992688"/>
          <p14:tracePt t="70724" x="11960225" y="4992688"/>
          <p14:tracePt t="70741" x="11988800" y="4992688"/>
          <p14:tracePt t="70758" x="12003088" y="4992688"/>
          <p14:tracePt t="70774" x="12011025" y="4992688"/>
          <p14:tracePt t="70791" x="12017375" y="4986338"/>
          <p14:tracePt t="70808" x="12025313" y="4986338"/>
          <p14:tracePt t="70824" x="12053888" y="4986338"/>
          <p14:tracePt t="70841" x="12061825" y="4978400"/>
          <p14:tracePt t="70858" x="12068175" y="4978400"/>
          <p14:tracePt t="70972" x="12061825" y="4978400"/>
          <p14:tracePt t="70982" x="12039600" y="4978400"/>
          <p14:tracePt t="70993" x="12011025" y="4978400"/>
          <p14:tracePt t="71009" x="11960225" y="4978400"/>
          <p14:tracePt t="71027" x="11909425" y="4978400"/>
          <p14:tracePt t="71041" x="11864975" y="4978400"/>
          <p14:tracePt t="71061" x="11814175" y="4978400"/>
          <p14:tracePt t="71075" x="11757025" y="4978400"/>
          <p14:tracePt t="71091" x="11706225" y="4978400"/>
          <p14:tracePt t="71108" x="11655425" y="4978400"/>
          <p14:tracePt t="71125" x="11610975" y="4978400"/>
          <p14:tracePt t="71141" x="11582400" y="4978400"/>
          <p14:tracePt t="71158" x="11560175" y="4978400"/>
          <p14:tracePt t="71175" x="11539538" y="4978400"/>
          <p14:tracePt t="71191" x="11509375" y="4978400"/>
          <p14:tracePt t="71211" x="11466513" y="4978400"/>
          <p14:tracePt t="71224" x="11444288" y="4978400"/>
          <p14:tracePt t="71243" x="11422063" y="4978400"/>
          <p14:tracePt t="71260" x="11393488" y="4978400"/>
          <p14:tracePt t="71274" x="11356975" y="4978400"/>
          <p14:tracePt t="71292" x="11314113" y="4978400"/>
          <p14:tracePt t="71309" x="11277600" y="4978400"/>
          <p14:tracePt t="71325" x="11255375" y="4978400"/>
          <p14:tracePt t="71341" x="11226800" y="4978400"/>
          <p14:tracePt t="71359" x="11212513" y="4978400"/>
          <p14:tracePt t="71375" x="11190288" y="4978400"/>
          <p14:tracePt t="71392" x="11168063" y="4978400"/>
          <p14:tracePt t="71410" x="11133138" y="4978400"/>
          <p14:tracePt t="71425" x="11117263" y="4978400"/>
          <p14:tracePt t="71441" x="11102975" y="4978400"/>
          <p14:tracePt t="71457" x="11088688" y="4978400"/>
          <p14:tracePt t="71474" x="11074400" y="4978400"/>
          <p14:tracePt t="71491" x="11060113" y="4978400"/>
          <p14:tracePt t="71508" x="11045825" y="4970463"/>
          <p14:tracePt t="71541" x="11045825" y="4964113"/>
          <p14:tracePt t="71559" x="11045825" y="4941888"/>
          <p14:tracePt t="71575" x="11045825" y="4919663"/>
          <p14:tracePt t="71592" x="11045825" y="4899025"/>
          <p14:tracePt t="71609" x="11045825" y="4868863"/>
          <p14:tracePt t="71625" x="11052175" y="4862513"/>
          <p14:tracePt t="71642" x="11060113" y="4840288"/>
          <p14:tracePt t="71659" x="11082338" y="4818063"/>
          <p14:tracePt t="71674" x="11102975" y="4797425"/>
          <p14:tracePt t="71691" x="11133138" y="4775200"/>
          <p14:tracePt t="71708" x="11147425" y="4760913"/>
          <p14:tracePt t="71724" x="11183938" y="4738688"/>
          <p14:tracePt t="71742" x="11204575" y="4732338"/>
          <p14:tracePt t="71759" x="11234738" y="4716463"/>
          <p14:tracePt t="71775" x="11269663" y="4710113"/>
          <p14:tracePt t="71793" x="11314113" y="4695825"/>
          <p14:tracePt t="71811" x="11342688" y="4687888"/>
          <p14:tracePt t="71824" x="11356975" y="4687888"/>
          <p14:tracePt t="71842" x="11379200" y="4687888"/>
          <p14:tracePt t="71858" x="11415713" y="4687888"/>
          <p14:tracePt t="71875" x="11472863" y="4687888"/>
          <p14:tracePt t="71892" x="11545888" y="4687888"/>
          <p14:tracePt t="71908" x="11618913" y="4687888"/>
          <p14:tracePt t="71925" x="11655425" y="4687888"/>
          <p14:tracePt t="71941" x="11691938" y="4687888"/>
          <p14:tracePt t="71949" x="11698288" y="4687888"/>
          <p14:tracePt t="71958" x="11720513" y="4687888"/>
          <p14:tracePt t="71975" x="11749088" y="4687888"/>
          <p14:tracePt t="71992" x="11807825" y="4687888"/>
          <p14:tracePt t="72011" x="11850688" y="4687888"/>
          <p14:tracePt t="72026" x="11879263" y="4687888"/>
          <p14:tracePt t="72041" x="11901488" y="4695825"/>
          <p14:tracePt t="72060" x="11930063" y="4695825"/>
          <p14:tracePt t="72075" x="11960225" y="4702175"/>
          <p14:tracePt t="72092" x="11988800" y="4716463"/>
          <p14:tracePt t="72109" x="12003088" y="4724400"/>
          <p14:tracePt t="72125" x="12011025" y="4724400"/>
          <p14:tracePt t="72141" x="12011025" y="4732338"/>
          <p14:tracePt t="72160" x="12017375" y="4738688"/>
          <p14:tracePt t="72175" x="12025313" y="4738688"/>
          <p14:tracePt t="72192" x="12039600" y="4752975"/>
          <p14:tracePt t="72208" x="12039600" y="4760913"/>
          <p14:tracePt t="72225" x="12053888" y="4783138"/>
          <p14:tracePt t="72244" x="12053888" y="4789488"/>
          <p14:tracePt t="72260" x="12053888" y="4811713"/>
          <p14:tracePt t="72276" x="12053888" y="4818063"/>
          <p14:tracePt t="72292" x="12053888" y="4833938"/>
          <p14:tracePt t="72311" x="12053888" y="4848225"/>
          <p14:tracePt t="72325" x="12047538" y="4862513"/>
          <p14:tracePt t="72341" x="12039600" y="4876800"/>
          <p14:tracePt t="72359" x="12025313" y="4884738"/>
          <p14:tracePt t="72375" x="12011025" y="4899025"/>
          <p14:tracePt t="72392" x="11960225" y="4905375"/>
          <p14:tracePt t="72410" x="11923713" y="4919663"/>
          <p14:tracePt t="72425" x="11872913" y="4919663"/>
          <p14:tracePt t="72442" x="11793538" y="4927600"/>
          <p14:tracePt t="72450" x="11734800" y="4927600"/>
          <p14:tracePt t="72461" x="11691938" y="4927600"/>
          <p14:tracePt t="72475" x="11560175" y="4927600"/>
          <p14:tracePt t="72491" x="11480800" y="4927600"/>
          <p14:tracePt t="72508" x="11415713" y="4927600"/>
          <p14:tracePt t="72525" x="11356975" y="4927600"/>
          <p14:tracePt t="72541" x="11320463" y="4919663"/>
          <p14:tracePt t="72558" x="11291888" y="4905375"/>
          <p14:tracePt t="72577" x="11263313" y="4891088"/>
          <p14:tracePt t="72592" x="11241088" y="4884738"/>
          <p14:tracePt t="72610" x="11241088" y="4876800"/>
          <p14:tracePt t="72625" x="11226800" y="4876800"/>
          <p14:tracePt t="72642" x="11218863" y="4876800"/>
          <p14:tracePt t="72659" x="11168063" y="4876800"/>
          <p14:tracePt t="72675" x="11082338" y="4876800"/>
          <p14:tracePt t="72691" x="10950575" y="4876800"/>
          <p14:tracePt t="72709" x="10834688" y="4884738"/>
          <p14:tracePt t="72725" x="10755313" y="4891088"/>
          <p14:tracePt t="72743" x="10704513" y="4891088"/>
          <p14:tracePt t="72758" x="10660063" y="4891088"/>
          <p14:tracePt t="72775" x="10631488" y="4891088"/>
          <p14:tracePt t="72793" x="10566400" y="4891088"/>
          <p14:tracePt t="72809" x="10515600" y="4884738"/>
          <p14:tracePt t="72825" x="10493375" y="4876800"/>
          <p14:tracePt t="72842" x="10487025" y="4876800"/>
          <p14:tracePt t="72861" x="10487025" y="4868863"/>
          <p14:tracePt t="72892" x="10472738" y="4862513"/>
          <p14:tracePt t="72909" x="10472738" y="4854575"/>
          <p14:tracePt t="72925" x="10464800" y="4840288"/>
          <p14:tracePt t="72941" x="10456863" y="4833938"/>
          <p14:tracePt t="72952" x="10456863" y="4818063"/>
          <p14:tracePt t="72960" x="10450513" y="4818063"/>
          <p14:tracePt t="72995" x="10442575" y="4803775"/>
          <p14:tracePt t="73008" x="10442575" y="4797425"/>
          <p14:tracePt t="73024" x="10442575" y="4789488"/>
          <p14:tracePt t="73041" x="10436225" y="4775200"/>
          <p14:tracePt t="73060" x="10428288" y="4767263"/>
          <p14:tracePt t="73075" x="10421938" y="4767263"/>
          <p14:tracePt t="73108" x="10406063" y="4752975"/>
          <p14:tracePt t="73126" x="10399713" y="4746625"/>
          <p14:tracePt t="73141" x="10385425" y="4738688"/>
          <p14:tracePt t="73159" x="10355263" y="4724400"/>
          <p14:tracePt t="73175" x="10334625" y="4724400"/>
          <p14:tracePt t="73192" x="10298113" y="4702175"/>
          <p14:tracePt t="73208" x="10283825" y="4702175"/>
          <p14:tracePt t="73224" x="10269538" y="4702175"/>
          <p14:tracePt t="73241" x="10253663" y="4702175"/>
          <p14:tracePt t="73258" x="10239375" y="4702175"/>
          <p14:tracePt t="73274" x="10218738" y="4702175"/>
          <p14:tracePt t="73291" x="10210800" y="4702175"/>
          <p14:tracePt t="73308" x="10182225" y="4702175"/>
          <p14:tracePt t="73324" x="10160000" y="4702175"/>
          <p14:tracePt t="73341" x="10131425" y="4702175"/>
          <p14:tracePt t="73358" x="10117138" y="4702175"/>
          <p14:tracePt t="73375" x="10086975" y="4702175"/>
          <p14:tracePt t="73391" x="10066338" y="4710113"/>
          <p14:tracePt t="73408" x="10021888" y="4732338"/>
          <p14:tracePt t="73425" x="9993313" y="4738688"/>
          <p14:tracePt t="73441" x="9964738" y="4760913"/>
          <p14:tracePt t="73458" x="9942513" y="4783138"/>
          <p14:tracePt t="73474" x="9928225" y="4797425"/>
          <p14:tracePt t="73491" x="9913938" y="4826000"/>
          <p14:tracePt t="73508" x="9906000" y="4854575"/>
          <p14:tracePt t="73525" x="9898063" y="4876800"/>
          <p14:tracePt t="73541" x="9891713" y="4913313"/>
          <p14:tracePt t="73558" x="9883775" y="4956175"/>
          <p14:tracePt t="73575" x="9877425" y="5000625"/>
          <p14:tracePt t="73591" x="9869488" y="5065713"/>
          <p14:tracePt t="73608" x="9855200" y="5108575"/>
          <p14:tracePt t="73625" x="9855200" y="5145088"/>
          <p14:tracePt t="73641" x="9847263" y="5189538"/>
          <p14:tracePt t="73658" x="9847263" y="5210175"/>
          <p14:tracePt t="73675" x="9847263" y="5240338"/>
          <p14:tracePt t="73691" x="9847263" y="5254625"/>
          <p14:tracePt t="73708" x="9847263" y="5268913"/>
          <p14:tracePt t="73725" x="9847263" y="5283200"/>
          <p14:tracePt t="73741" x="9855200" y="5305425"/>
          <p14:tracePt t="73758" x="9855200" y="5311775"/>
          <p14:tracePt t="73775" x="9863138" y="5326063"/>
          <p14:tracePt t="73791" x="9863138" y="5348288"/>
          <p14:tracePt t="73808" x="9877425" y="5362575"/>
          <p14:tracePt t="73825" x="9877425" y="5370513"/>
          <p14:tracePt t="73841" x="9883775" y="5384800"/>
          <p14:tracePt t="73858" x="9898063" y="5407025"/>
          <p14:tracePt t="73875" x="9906000" y="5427663"/>
          <p14:tracePt t="73891" x="9920288" y="5435600"/>
          <p14:tracePt t="73908" x="9934575" y="5443538"/>
          <p14:tracePt t="73925" x="9948863" y="5449888"/>
          <p14:tracePt t="73941" x="9985375" y="5472113"/>
          <p14:tracePt t="73958" x="9999663" y="5472113"/>
          <p14:tracePt t="73975" x="10021888" y="5472113"/>
          <p14:tracePt t="73991" x="10058400" y="5478463"/>
          <p14:tracePt t="74008" x="10080625" y="5478463"/>
          <p14:tracePt t="74025" x="10101263" y="5478463"/>
          <p14:tracePt t="74041" x="10123488" y="5478463"/>
          <p14:tracePt t="74058" x="10131425" y="5478463"/>
          <p14:tracePt t="74075" x="10145713" y="5478463"/>
          <p14:tracePt t="74091" x="10167938" y="5478463"/>
          <p14:tracePt t="74108" x="10210800" y="5478463"/>
          <p14:tracePt t="74125" x="10233025" y="5478463"/>
          <p14:tracePt t="74141" x="10269538" y="5478463"/>
          <p14:tracePt t="74158" x="10298113" y="5478463"/>
          <p14:tracePt t="74175" x="10326688" y="5478463"/>
          <p14:tracePt t="74191" x="10399713" y="5478463"/>
          <p14:tracePt t="74208" x="10456863" y="5478463"/>
          <p14:tracePt t="74225" x="10507663" y="5478463"/>
          <p14:tracePt t="74242" x="10544175" y="5478463"/>
          <p14:tracePt t="74258" x="10580688" y="5478463"/>
          <p14:tracePt t="74275" x="10625138" y="5478463"/>
          <p14:tracePt t="74291" x="10682288" y="5478463"/>
          <p14:tracePt t="74308" x="10761663" y="5478463"/>
          <p14:tracePt t="74325" x="10812463" y="5478463"/>
          <p14:tracePt t="74341" x="10856913" y="5494338"/>
          <p14:tracePt t="74358" x="10871200" y="5494338"/>
          <p14:tracePt t="74375" x="10907713" y="5494338"/>
          <p14:tracePt t="74391" x="10958513" y="5494338"/>
          <p14:tracePt t="74408" x="11001375" y="5494338"/>
          <p14:tracePt t="74425" x="11045825" y="5494338"/>
          <p14:tracePt t="74441" x="11066463" y="5494338"/>
          <p14:tracePt t="74458" x="11074400" y="5494338"/>
          <p14:tracePt t="74475" x="11096625" y="5494338"/>
          <p14:tracePt t="74492" x="11117263" y="5494338"/>
          <p14:tracePt t="74508" x="11147425" y="5494338"/>
          <p14:tracePt t="74525" x="11161713" y="5494338"/>
          <p14:tracePt t="74542" x="11183938" y="5494338"/>
          <p14:tracePt t="74558" x="11190288" y="5494338"/>
          <p14:tracePt t="74575" x="11212513" y="5494338"/>
          <p14:tracePt t="74592" x="11241088" y="5494338"/>
          <p14:tracePt t="74608" x="11277600" y="5494338"/>
          <p14:tracePt t="74625" x="11306175" y="5494338"/>
          <p14:tracePt t="74642" x="11320463" y="5494338"/>
          <p14:tracePt t="74658" x="11328400" y="5494338"/>
          <p14:tracePt t="74675" x="11350625" y="5494338"/>
          <p14:tracePt t="74692" x="11364913" y="5494338"/>
          <p14:tracePt t="74708" x="11401425" y="5494338"/>
          <p14:tracePt t="74725" x="11437938" y="5494338"/>
          <p14:tracePt t="74742" x="11466513" y="5494338"/>
          <p14:tracePt t="74758" x="11488738" y="5494338"/>
          <p14:tracePt t="74775" x="11503025" y="5494338"/>
          <p14:tracePt t="74792" x="11523663" y="5494338"/>
          <p14:tracePt t="74808" x="11553825" y="5494338"/>
          <p14:tracePt t="74825" x="11568113" y="5494338"/>
          <p14:tracePt t="74842" x="11596688" y="5494338"/>
          <p14:tracePt t="74858" x="11618913" y="5494338"/>
          <p14:tracePt t="74875" x="11647488" y="5494338"/>
          <p14:tracePt t="74892" x="11684000" y="5494338"/>
          <p14:tracePt t="74908" x="11734800" y="5494338"/>
          <p14:tracePt t="74925" x="11785600" y="5494338"/>
          <p14:tracePt t="74942" x="11828463" y="5494338"/>
          <p14:tracePt t="74943" x="11844338" y="5494338"/>
          <p14:tracePt t="74958" x="11850688" y="5494338"/>
          <p14:tracePt t="74975" x="11872913" y="5494338"/>
          <p14:tracePt t="74992" x="11895138" y="5486400"/>
          <p14:tracePt t="75008" x="11923713" y="5472113"/>
          <p14:tracePt t="75025" x="11966575" y="5457825"/>
          <p14:tracePt t="75042" x="12003088" y="5443538"/>
          <p14:tracePt t="75059" x="12031663" y="5435600"/>
          <p14:tracePt t="75075" x="12068175" y="5407025"/>
          <p14:tracePt t="75092" x="12090400" y="5392738"/>
          <p14:tracePt t="75108" x="12126913" y="5356225"/>
          <p14:tracePt t="75125" x="12149138" y="5326063"/>
          <p14:tracePt t="75142" x="12177713" y="5311775"/>
          <p14:tracePt t="75159" x="12184063" y="5297488"/>
          <p14:tracePt t="75175" x="12184063" y="5283200"/>
          <p14:tracePt t="75192" x="12184063" y="5275263"/>
          <p14:tracePt t="75208" x="12184063" y="5260975"/>
          <p14:tracePt t="75225" x="12184063" y="5232400"/>
          <p14:tracePt t="75242" x="12184063" y="5181600"/>
          <p14:tracePt t="75258" x="12184063" y="5145088"/>
          <p14:tracePt t="75275" x="12184063" y="5116513"/>
          <p14:tracePt t="75292" x="12184063" y="5080000"/>
          <p14:tracePt t="75308" x="12184063" y="5051425"/>
          <p14:tracePt t="75325" x="12184063" y="5029200"/>
          <p14:tracePt t="75342" x="12184063" y="5000625"/>
          <p14:tracePt t="75359" x="12169775" y="4964113"/>
          <p14:tracePt t="75376" x="12141200" y="4884738"/>
          <p14:tracePt t="75392" x="12112625" y="4833938"/>
          <p14:tracePt t="75409" x="12104688" y="4811713"/>
          <p14:tracePt t="75426" x="12082463" y="4775200"/>
          <p14:tracePt t="75442" x="12068175" y="4760913"/>
          <p14:tracePt t="75459" x="12053888" y="4738688"/>
          <p14:tracePt t="75475" x="12025313" y="4716463"/>
          <p14:tracePt t="75492" x="12003088" y="4702175"/>
          <p14:tracePt t="75509" x="11974513" y="4687888"/>
          <p14:tracePt t="75525" x="11923713" y="4673600"/>
          <p14:tracePt t="75542" x="11879263" y="4659313"/>
          <p14:tracePt t="75558" x="11822113" y="4645025"/>
          <p14:tracePt t="75575" x="11734800" y="4630738"/>
          <p14:tracePt t="75592" x="11618913" y="4614863"/>
          <p14:tracePt t="75609" x="11545888" y="4608513"/>
          <p14:tracePt t="75625" x="11472863" y="4608513"/>
          <p14:tracePt t="75642" x="11387138" y="4608513"/>
          <p14:tracePt t="75659" x="11306175" y="4608513"/>
          <p14:tracePt t="75675" x="11212513" y="4608513"/>
          <p14:tracePt t="75692" x="11139488" y="4608513"/>
          <p14:tracePt t="75709" x="11082338" y="4608513"/>
          <p14:tracePt t="75725" x="11023600" y="4608513"/>
          <p14:tracePt t="75742" x="10964863" y="4608513"/>
          <p14:tracePt t="75759" x="10893425" y="4608513"/>
          <p14:tracePt t="75775" x="10834688" y="4608513"/>
          <p14:tracePt t="75792" x="10741025" y="4608513"/>
          <p14:tracePt t="75809" x="10682288" y="4608513"/>
          <p14:tracePt t="75825" x="10625138" y="4608513"/>
          <p14:tracePt t="75842" x="10566400" y="4608513"/>
          <p14:tracePt t="75859" x="10493375" y="4608513"/>
          <p14:tracePt t="75875" x="10428288" y="4608513"/>
          <p14:tracePt t="75892" x="10363200" y="4608513"/>
          <p14:tracePt t="75909" x="10326688" y="4608513"/>
          <p14:tracePt t="75925" x="10275888" y="4608513"/>
          <p14:tracePt t="75942" x="10239375" y="4622800"/>
          <p14:tracePt t="75943" x="10210800" y="4630738"/>
          <p14:tracePt t="75959" x="10182225" y="4651375"/>
          <p14:tracePt t="75975" x="10137775" y="4659313"/>
          <p14:tracePt t="75992" x="10080625" y="4687888"/>
          <p14:tracePt t="76009" x="10044113" y="4710113"/>
          <p14:tracePt t="76025" x="10029825" y="4724400"/>
          <p14:tracePt t="76042" x="10015538" y="4738688"/>
          <p14:tracePt t="76059" x="9993313" y="4746625"/>
          <p14:tracePt t="76075" x="9979025" y="4752975"/>
          <p14:tracePt t="76092" x="9979025" y="4760913"/>
          <p14:tracePt t="76109" x="9956800" y="4767263"/>
          <p14:tracePt t="76125" x="9942513" y="4783138"/>
          <p14:tracePt t="76142" x="9928225" y="4797425"/>
          <p14:tracePt t="76159" x="9906000" y="4818063"/>
          <p14:tracePt t="76175" x="9877425" y="4854575"/>
          <p14:tracePt t="76192" x="9863138" y="4868863"/>
          <p14:tracePt t="76209" x="9847263" y="4891088"/>
          <p14:tracePt t="76225" x="9840913" y="4927600"/>
          <p14:tracePt t="76242" x="9818688" y="4956175"/>
          <p14:tracePt t="76259" x="9818688" y="4992688"/>
          <p14:tracePt t="76275" x="9818688" y="5037138"/>
          <p14:tracePt t="76292" x="9818688" y="5072063"/>
          <p14:tracePt t="76309" x="9818688" y="5122863"/>
          <p14:tracePt t="76325" x="9818688" y="5173663"/>
          <p14:tracePt t="76342" x="9818688" y="5210175"/>
          <p14:tracePt t="76359" x="9826625" y="5268913"/>
          <p14:tracePt t="76375" x="9832975" y="5319713"/>
          <p14:tracePt t="76392" x="9832975" y="5362575"/>
          <p14:tracePt t="76409" x="9855200" y="5392738"/>
          <p14:tracePt t="76425" x="9855200" y="5413375"/>
          <p14:tracePt t="76442" x="9869488" y="5443538"/>
          <p14:tracePt t="76459" x="9883775" y="5457825"/>
          <p14:tracePt t="76475" x="9913938" y="5494338"/>
          <p14:tracePt t="76492" x="9928225" y="5514975"/>
          <p14:tracePt t="76509" x="9942513" y="5529263"/>
          <p14:tracePt t="76526" x="9956800" y="5537200"/>
          <p14:tracePt t="76542" x="9956800" y="5551488"/>
          <p14:tracePt t="76745" x="9964738" y="5551488"/>
          <p14:tracePt t="76760" x="9979025" y="5537200"/>
          <p14:tracePt t="76777" x="9985375" y="5529263"/>
          <p14:tracePt t="76785" x="10007600" y="5494338"/>
          <p14:tracePt t="76792" x="10007600" y="5478463"/>
          <p14:tracePt t="76809" x="10066338" y="5384800"/>
          <p14:tracePt t="76826" x="10101263" y="5283200"/>
          <p14:tracePt t="76842" x="10160000" y="5080000"/>
          <p14:tracePt t="76859" x="10210800" y="4760913"/>
          <p14:tracePt t="76876" x="10253663" y="4391025"/>
          <p14:tracePt t="76892" x="10290175" y="4129088"/>
          <p14:tracePt t="76909" x="10320338" y="3940175"/>
          <p14:tracePt t="76926" x="10340975" y="3787775"/>
          <p14:tracePt t="76942" x="10355263" y="3621088"/>
          <p14:tracePt t="76944" x="10371138" y="3541713"/>
          <p14:tracePt t="76959" x="10371138" y="3462338"/>
          <p14:tracePt t="76976" x="10371138" y="3265488"/>
          <p14:tracePt t="76992" x="10377488" y="3178175"/>
          <p14:tracePt t="77009" x="10377488" y="3090863"/>
          <p14:tracePt t="77026" x="10377488" y="3048000"/>
          <p14:tracePt t="77042" x="10377488" y="2989263"/>
          <p14:tracePt t="77059" x="10377488" y="2946400"/>
          <p14:tracePt t="77076" x="10377488" y="2917825"/>
          <p14:tracePt t="77092" x="10377488" y="2867025"/>
          <p14:tracePt t="77109" x="10377488" y="2830513"/>
          <p14:tracePt t="77126" x="10377488" y="2779713"/>
          <p14:tracePt t="77142" x="10377488" y="2728913"/>
          <p14:tracePt t="77159" x="10377488" y="2700338"/>
          <p14:tracePt t="77176" x="10377488" y="2684463"/>
          <p14:tracePt t="77192" x="10377488" y="2678113"/>
          <p14:tracePt t="77209" x="10377488" y="2670175"/>
          <p14:tracePt t="77226" x="10377488" y="2655888"/>
          <p14:tracePt t="77242" x="10371138" y="2641600"/>
          <p14:tracePt t="77346" x="10371138" y="2633663"/>
          <p14:tracePt t="77355" x="10371138" y="2627313"/>
          <p14:tracePt t="77361" x="10371138" y="2619375"/>
          <p14:tracePt t="77386" x="10363200" y="2613025"/>
          <p14:tracePt t="78366" x="10326688" y="2613025"/>
          <p14:tracePt t="78376" x="10167938" y="2663825"/>
          <p14:tracePt t="78393" x="9948863" y="2743200"/>
          <p14:tracePt t="78410" x="9775825" y="2794000"/>
          <p14:tracePt t="78427" x="9623425" y="2830513"/>
          <p14:tracePt t="78443" x="9471025" y="2881313"/>
          <p14:tracePt t="78452" x="9405938" y="2895600"/>
          <p14:tracePt t="78461" x="9324975" y="2903538"/>
          <p14:tracePt t="78477" x="9158288" y="2917825"/>
          <p14:tracePt t="78493" x="8999538" y="2946400"/>
          <p14:tracePt t="78510" x="8904288" y="2954338"/>
          <p14:tracePt t="78528" x="8867775" y="2954338"/>
          <p14:tracePt t="78544" x="8847138" y="2954338"/>
          <p14:tracePt t="78753" x="8839200" y="2960688"/>
          <p14:tracePt t="80514" x="8839200" y="2968625"/>
          <p14:tracePt t="80562" x="8816975" y="2974975"/>
          <p14:tracePt t="80580" x="8810625" y="2974975"/>
          <p14:tracePt t="80594" x="8802688" y="2974975"/>
          <p14:tracePt t="80686" x="8802688" y="2982913"/>
          <p14:tracePt t="80692" x="8802688" y="2989263"/>
          <p14:tracePt t="80701" x="8802688" y="3011488"/>
          <p14:tracePt t="80710" x="8802688" y="3055938"/>
          <p14:tracePt t="80730" x="8759825" y="3265488"/>
          <p14:tracePt t="80746" x="8701088" y="3316288"/>
          <p14:tracePt t="80760" x="8701088" y="3324225"/>
          <p14:tracePt t="80777" x="8678863" y="3338513"/>
          <p14:tracePt t="80794" x="8658225" y="3344863"/>
          <p14:tracePt t="80810" x="8643938" y="3344863"/>
          <p14:tracePt t="80827" x="8593138" y="3344863"/>
          <p14:tracePt t="80844" x="8491538" y="3344863"/>
          <p14:tracePt t="80861" x="8294688" y="3330575"/>
          <p14:tracePt t="80877" x="7910513" y="3324225"/>
          <p14:tracePt t="80894" x="7475538" y="3324225"/>
          <p14:tracePt t="80911" x="7286625" y="3287713"/>
          <p14:tracePt t="80927" x="7126288" y="3265488"/>
          <p14:tracePt t="80943" x="6784975" y="3265488"/>
          <p14:tracePt t="80962" x="6386513" y="3265488"/>
          <p14:tracePt t="80978" x="5892800" y="3265488"/>
          <p14:tracePt t="80995" x="5421313" y="3265488"/>
          <p14:tracePt t="81011" x="5006975" y="3265488"/>
          <p14:tracePt t="81028" x="4614863" y="3294063"/>
          <p14:tracePt t="81044" x="4238625" y="3344863"/>
          <p14:tracePt t="81064" x="3810000" y="3367088"/>
          <p14:tracePt t="81078" x="3686175" y="3381375"/>
          <p14:tracePt t="81094" x="3482975" y="3381375"/>
          <p14:tracePt t="81113" x="3222625" y="3381375"/>
          <p14:tracePt t="81128" x="3171825" y="3381375"/>
          <p14:tracePt t="81144" x="3070225" y="3381375"/>
          <p14:tracePt t="81161" x="2982913" y="3403600"/>
          <p14:tracePt t="81178" x="2859088" y="3417888"/>
          <p14:tracePt t="81194" x="2757488" y="3446463"/>
          <p14:tracePt t="81211" x="2633663" y="3468688"/>
          <p14:tracePt t="81228" x="2503488" y="3468688"/>
          <p14:tracePt t="81244" x="2424113" y="3476625"/>
          <p14:tracePt t="81262" x="2373313" y="3482975"/>
          <p14:tracePt t="81277" x="2344738" y="3482975"/>
          <p14:tracePt t="81295" x="2293938" y="3505200"/>
          <p14:tracePt t="81311" x="2243138" y="3527425"/>
          <p14:tracePt t="81328" x="2162175" y="3570288"/>
          <p14:tracePt t="81344" x="2105025" y="3606800"/>
          <p14:tracePt t="81361" x="2024063" y="3629025"/>
          <p14:tracePt t="81378" x="1958975" y="3657600"/>
          <p14:tracePt t="81394" x="1938338" y="3665538"/>
          <p14:tracePt t="81411" x="1901825" y="3671888"/>
          <p14:tracePt t="81428" x="1851025" y="3671888"/>
          <p14:tracePt t="81444" x="1792288" y="3686175"/>
          <p14:tracePt t="81453" x="1770063" y="3694113"/>
          <p14:tracePt t="81462" x="1741488" y="3700463"/>
          <p14:tracePt t="81478" x="1719263" y="3700463"/>
          <p14:tracePt t="81498" x="1662113" y="3700463"/>
          <p14:tracePt t="81513" x="1603375" y="3730625"/>
          <p14:tracePt t="81529" x="1566863" y="3751263"/>
          <p14:tracePt t="81544" x="1495425" y="3781425"/>
          <p14:tracePt t="81564" x="1481138" y="3781425"/>
          <p14:tracePt t="81578" x="1458913" y="3787775"/>
          <p14:tracePt t="81595" x="1450975" y="3787775"/>
          <p14:tracePt t="81611" x="1444625" y="3787775"/>
          <p14:tracePt t="81628" x="1430338" y="3795713"/>
          <p14:tracePt t="81644" x="1414463" y="3795713"/>
          <p14:tracePt t="81661" x="1408113" y="3795713"/>
          <p14:tracePt t="81677" x="1385888" y="3795713"/>
          <p14:tracePt t="81696" x="1328738" y="3795713"/>
          <p14:tracePt t="81711" x="1306513" y="3795713"/>
          <p14:tracePt t="81729" x="1247775" y="3795713"/>
          <p14:tracePt t="81744" x="1233488" y="3795713"/>
          <p14:tracePt t="81761" x="1219200" y="3802063"/>
          <p14:tracePt t="81780" x="1211263" y="3802063"/>
          <p14:tracePt t="81794" x="1196975" y="3802063"/>
          <p14:tracePt t="81811" x="1182688" y="3802063"/>
          <p14:tracePt t="81829" x="1160463" y="3802063"/>
          <p14:tracePt t="81845" x="1139825" y="3795713"/>
          <p14:tracePt t="81861" x="1117600" y="3795713"/>
          <p14:tracePt t="81879" x="1109663" y="3795713"/>
          <p14:tracePt t="81895" x="1103313" y="3787775"/>
          <p14:tracePt t="81924" x="1095375" y="3787775"/>
          <p14:tracePt t="82417" x="1089025" y="3787775"/>
          <p14:tracePt t="82433" x="1081088" y="3787775"/>
          <p14:tracePt t="82441" x="1074738" y="3787775"/>
          <p14:tracePt t="82534" x="1066800" y="3787775"/>
          <p14:tracePt t="82597" x="1058863" y="3787775"/>
          <p14:tracePt t="82685" x="1052513" y="3787775"/>
          <p14:tracePt t="82764" x="1058863" y="3787775"/>
          <p14:tracePt t="82804" x="1074738" y="3787775"/>
          <p14:tracePt t="83057" x="1074738" y="3773488"/>
          <p14:tracePt t="83084" x="1066800" y="3767138"/>
          <p14:tracePt t="83093" x="1058863" y="3759200"/>
          <p14:tracePt t="83102" x="1038225" y="3751263"/>
          <p14:tracePt t="83113" x="979488" y="3722688"/>
          <p14:tracePt t="83128" x="942975" y="3708400"/>
          <p14:tracePt t="83145" x="922338" y="3686175"/>
          <p14:tracePt t="83162" x="892175" y="3665538"/>
          <p14:tracePt t="83179" x="871538" y="3643313"/>
          <p14:tracePt t="83195" x="849313" y="3614738"/>
          <p14:tracePt t="83214" x="841375" y="3606800"/>
          <p14:tracePt t="83229" x="841375" y="3592513"/>
          <p14:tracePt t="83245" x="841375" y="3570288"/>
          <p14:tracePt t="83261" x="841375" y="3533775"/>
          <p14:tracePt t="83278" x="855663" y="3497263"/>
          <p14:tracePt t="83295" x="892175" y="3468688"/>
          <p14:tracePt t="83312" x="1038225" y="3425825"/>
          <p14:tracePt t="83328" x="1160463" y="3417888"/>
          <p14:tracePt t="83344" x="1247775" y="3417888"/>
          <p14:tracePt t="83361" x="1335088" y="3417888"/>
          <p14:tracePt t="83378" x="1430338" y="3417888"/>
          <p14:tracePt t="83394" x="1516063" y="3417888"/>
          <p14:tracePt t="83411" x="1647825" y="3417888"/>
          <p14:tracePt t="83428" x="1806575" y="3417888"/>
          <p14:tracePt t="83444" x="1952625" y="3417888"/>
          <p14:tracePt t="83461" x="2074863" y="3417888"/>
          <p14:tracePt t="83477" x="2212975" y="3417888"/>
          <p14:tracePt t="83494" x="2336800" y="3417888"/>
          <p14:tracePt t="83511" x="2481263" y="3417888"/>
          <p14:tracePt t="83528" x="2663825" y="3417888"/>
          <p14:tracePt t="83544" x="2794000" y="3425825"/>
          <p14:tracePt t="83561" x="2873375" y="3432175"/>
          <p14:tracePt t="83578" x="2954338" y="3440113"/>
          <p14:tracePt t="83594" x="3019425" y="3446463"/>
          <p14:tracePt t="83611" x="3062288" y="3462338"/>
          <p14:tracePt t="83628" x="3113088" y="3462338"/>
          <p14:tracePt t="83644" x="3178175" y="3476625"/>
          <p14:tracePt t="83661" x="3222625" y="3476625"/>
          <p14:tracePt t="83678" x="3251200" y="3490913"/>
          <p14:tracePt t="83694" x="3279775" y="3490913"/>
          <p14:tracePt t="83712" x="3324225" y="3497263"/>
          <p14:tracePt t="83728" x="3389313" y="3505200"/>
          <p14:tracePt t="83744" x="3490913" y="3541713"/>
          <p14:tracePt t="83761" x="3570288" y="3563938"/>
          <p14:tracePt t="83778" x="3629025" y="3578225"/>
          <p14:tracePt t="83794" x="3643313" y="3584575"/>
          <p14:tracePt t="83828" x="3649663" y="3592513"/>
          <p14:tracePt t="83844" x="3665538" y="3598863"/>
          <p14:tracePt t="83861" x="3679825" y="3614738"/>
          <p14:tracePt t="83878" x="3694113" y="3629025"/>
          <p14:tracePt t="83894" x="3708400" y="3635375"/>
          <p14:tracePt t="84097" x="3722688" y="3635375"/>
          <p14:tracePt t="84104" x="3759200" y="3635375"/>
          <p14:tracePt t="84112" x="3824288" y="3643313"/>
          <p14:tracePt t="84128" x="4049713" y="3679825"/>
          <p14:tracePt t="84144" x="4529138" y="3759200"/>
          <p14:tracePt t="84161" x="5240338" y="3875088"/>
          <p14:tracePt t="84178" x="6081713" y="4005263"/>
          <p14:tracePt t="84194" x="7010400" y="4165600"/>
          <p14:tracePt t="84211" x="7859713" y="4318000"/>
          <p14:tracePt t="84228" x="8585200" y="4411663"/>
          <p14:tracePt t="84245" x="9144000" y="4498975"/>
          <p14:tracePt t="84261" x="9485313" y="4557713"/>
          <p14:tracePt t="84278" x="9666288" y="4572000"/>
          <p14:tracePt t="84295" x="9782175" y="4600575"/>
          <p14:tracePt t="84311" x="9855200" y="4614863"/>
          <p14:tracePt t="84328" x="9877425" y="4622800"/>
          <p14:tracePt t="84345" x="9906000" y="4630738"/>
          <p14:tracePt t="84361" x="9934575" y="4630738"/>
          <p14:tracePt t="84378" x="9979025" y="4637088"/>
          <p14:tracePt t="84394" x="10044113" y="4651375"/>
          <p14:tracePt t="84411" x="10094913" y="4659313"/>
          <p14:tracePt t="84428" x="10131425" y="4665663"/>
          <p14:tracePt t="84445" x="10160000" y="4665663"/>
          <p14:tracePt t="84461" x="10210800" y="4681538"/>
          <p14:tracePt t="84478" x="10340975" y="4716463"/>
          <p14:tracePt t="84495" x="10558463" y="4783138"/>
          <p14:tracePt t="84511" x="10820400" y="4854575"/>
          <p14:tracePt t="84528" x="11117263" y="4919663"/>
          <p14:tracePt t="84545" x="11176000" y="4919663"/>
          <p14:tracePt t="84561" x="11183938" y="4919663"/>
          <p14:tracePt t="84673" x="11190288" y="4927600"/>
          <p14:tracePt t="84680" x="11204575" y="4935538"/>
          <p14:tracePt t="84688" x="11218863" y="4949825"/>
          <p14:tracePt t="84696" x="11234738" y="4964113"/>
          <p14:tracePt t="84711" x="11269663" y="4978400"/>
          <p14:tracePt t="84728" x="11342688" y="5021263"/>
          <p14:tracePt t="84745" x="11356975" y="5029200"/>
          <p14:tracePt t="84973" x="11350625" y="5029200"/>
          <p14:tracePt t="84988" x="11336338" y="5029200"/>
          <p14:tracePt t="84998" x="11320463" y="5029200"/>
          <p14:tracePt t="85005" x="11306175" y="5029200"/>
          <p14:tracePt t="85020" x="11299825" y="5029200"/>
          <p14:tracePt t="85029" x="11291888" y="5029200"/>
          <p14:tracePt t="85045" x="11277600" y="5029200"/>
          <p14:tracePt t="85062" x="11269663" y="5029200"/>
          <p14:tracePt t="85078" x="11263313" y="5029200"/>
          <p14:tracePt t="85115" x="11255375" y="5029200"/>
          <p14:tracePt t="85299" x="11255375" y="5021263"/>
          <p14:tracePt t="85312" x="11263313" y="5021263"/>
          <p14:tracePt t="85321" x="11285538" y="5021263"/>
          <p14:tracePt t="85329" x="11291888" y="5014913"/>
          <p14:tracePt t="85345" x="11320463" y="5006975"/>
          <p14:tracePt t="85362" x="11336338" y="5006975"/>
          <p14:tracePt t="85378" x="11342688" y="5006975"/>
          <p14:tracePt t="85395" x="11356975" y="5000625"/>
          <p14:tracePt t="85412" x="11364913" y="5000625"/>
          <p14:tracePt t="85428" x="11379200" y="5000625"/>
          <p14:tracePt t="85445" x="11387138" y="5000625"/>
          <p14:tracePt t="85462" x="11401425" y="4992688"/>
          <p14:tracePt t="85478" x="11415713" y="4992688"/>
          <p14:tracePt t="85495" x="11422063" y="4992688"/>
          <p14:tracePt t="85512" x="11452225" y="4992688"/>
          <p14:tracePt t="85528" x="11466513" y="4992688"/>
          <p14:tracePt t="85633" x="11472863" y="4992688"/>
          <p14:tracePt t="86200" x="11466513" y="4992688"/>
          <p14:tracePt t="86224" x="11452225" y="4992688"/>
          <p14:tracePt t="86232" x="11437938" y="4992688"/>
          <p14:tracePt t="86241" x="11422063" y="4992688"/>
          <p14:tracePt t="86248" x="11415713" y="4992688"/>
          <p14:tracePt t="86262" x="11393488" y="4986338"/>
          <p14:tracePt t="86279" x="11379200" y="4978400"/>
          <p14:tracePt t="86295" x="11328400" y="4919663"/>
          <p14:tracePt t="86312" x="11255375" y="4797425"/>
          <p14:tracePt t="86329" x="11212513" y="4687888"/>
          <p14:tracePt t="86345" x="11176000" y="4600575"/>
          <p14:tracePt t="86362" x="11147425" y="4506913"/>
          <p14:tracePt t="86379" x="11133138" y="4433888"/>
          <p14:tracePt t="86395" x="11125200" y="4346575"/>
          <p14:tracePt t="86412" x="11082338" y="4224338"/>
          <p14:tracePt t="86429" x="11031538" y="4078288"/>
          <p14:tracePt t="86445" x="10972800" y="3940175"/>
          <p14:tracePt t="86462" x="10936288" y="3860800"/>
          <p14:tracePt t="86479" x="10914063" y="3802063"/>
          <p14:tracePt t="86495" x="10899775" y="3759200"/>
          <p14:tracePt t="86512" x="10842625" y="3657600"/>
          <p14:tracePt t="86529" x="10806113" y="3598863"/>
          <p14:tracePt t="86545" x="10761663" y="3533775"/>
          <p14:tracePt t="86562" x="10726738" y="3462338"/>
          <p14:tracePt t="86579" x="10696575" y="3395663"/>
          <p14:tracePt t="86595" x="10668000" y="3338513"/>
          <p14:tracePt t="86612" x="10660063" y="3294063"/>
          <p14:tracePt t="86629" x="10631488" y="3236913"/>
          <p14:tracePt t="86645" x="10617200" y="3192463"/>
          <p14:tracePt t="86662" x="10602913" y="3157538"/>
          <p14:tracePt t="86679" x="10602913" y="3135313"/>
          <p14:tracePt t="86695" x="10588625" y="3121025"/>
          <p14:tracePt t="86712" x="10588625" y="3106738"/>
          <p14:tracePt t="86728" x="10580688" y="3084513"/>
          <p14:tracePt t="86745" x="10574338" y="3070225"/>
          <p14:tracePt t="86762" x="10566400" y="3062288"/>
          <p14:tracePt t="86779" x="10558463" y="3040063"/>
          <p14:tracePt t="86795" x="10552113" y="2997200"/>
          <p14:tracePt t="86812" x="10529888" y="2954338"/>
          <p14:tracePt t="86829" x="10507663" y="2917825"/>
          <p14:tracePt t="86845" x="10487025" y="2867025"/>
          <p14:tracePt t="86862" x="10450513" y="2808288"/>
          <p14:tracePt t="86879" x="10414000" y="2757488"/>
          <p14:tracePt t="86895" x="10391775" y="2735263"/>
          <p14:tracePt t="86912" x="10385425" y="2714625"/>
          <p14:tracePt t="86961" x="10385425" y="2706688"/>
          <p14:tracePt t="86968" x="10385425" y="2700338"/>
          <p14:tracePt t="86993" x="10377488" y="2692400"/>
          <p14:tracePt t="87008" x="10377488" y="2684463"/>
          <p14:tracePt t="87017" x="10377488" y="2678113"/>
          <p14:tracePt t="87032" x="10371138" y="2670175"/>
          <p14:tracePt t="87073" x="10371138" y="2663825"/>
          <p14:tracePt t="87081" x="10371138" y="2655888"/>
          <p14:tracePt t="87088" x="10371138" y="2649538"/>
          <p14:tracePt t="87105" x="10371138" y="2641600"/>
          <p14:tracePt t="87113" x="10363200" y="2633663"/>
          <p14:tracePt t="87153" x="10363200" y="2627313"/>
          <p14:tracePt t="87185" x="10363200" y="2619375"/>
          <p14:tracePt t="87201" x="10348913" y="2605088"/>
          <p14:tracePt t="87224" x="10340975" y="2590800"/>
          <p14:tracePt t="87241" x="10334625" y="2582863"/>
          <p14:tracePt t="87336" x="10326688" y="2582863"/>
          <p14:tracePt t="87353" x="10312400" y="2582863"/>
          <p14:tracePt t="87360" x="10298113" y="2582863"/>
          <p14:tracePt t="87369" x="10290175" y="2582863"/>
          <p14:tracePt t="87379" x="10269538" y="2590800"/>
          <p14:tracePt t="87395" x="10239375" y="2605088"/>
          <p14:tracePt t="87412" x="10210800" y="2619375"/>
          <p14:tracePt t="87429" x="10202863" y="2619375"/>
          <p14:tracePt t="87446" x="10188575" y="2627313"/>
          <p14:tracePt t="87462" x="10174288" y="2641600"/>
          <p14:tracePt t="87479" x="10160000" y="2641600"/>
          <p14:tracePt t="87496" x="10145713" y="2649538"/>
          <p14:tracePt t="87512" x="10131425" y="2649538"/>
          <p14:tracePt t="87529" x="10123488" y="2649538"/>
          <p14:tracePt t="87546" x="10109200" y="2649538"/>
          <p14:tracePt t="87562" x="10101263" y="2649538"/>
          <p14:tracePt t="87579" x="10086975" y="2649538"/>
          <p14:tracePt t="87596" x="10072688" y="2649538"/>
          <p14:tracePt t="87612" x="10066338" y="2649538"/>
          <p14:tracePt t="87629" x="10058400" y="2649538"/>
          <p14:tracePt t="87646" x="10050463" y="2649538"/>
          <p14:tracePt t="87662" x="10044113" y="2649538"/>
          <p14:tracePt t="87697" x="10036175" y="2649538"/>
          <p14:tracePt t="87721" x="10029825" y="2649538"/>
          <p14:tracePt t="87745" x="10021888" y="2641600"/>
          <p14:tracePt t="87753" x="10021888" y="2633663"/>
          <p14:tracePt t="87762" x="10021888" y="2627313"/>
          <p14:tracePt t="87779" x="10015538" y="2613025"/>
          <p14:tracePt t="87796" x="10015538" y="2598738"/>
          <p14:tracePt t="87812" x="10015538" y="2582863"/>
          <p14:tracePt t="87829" x="10015538" y="2576513"/>
          <p14:tracePt t="87846" x="10015538" y="2568575"/>
          <p14:tracePt t="87862" x="10015538" y="2554288"/>
          <p14:tracePt t="87879" x="10015538" y="2547938"/>
          <p14:tracePt t="87896" x="10015538" y="2532063"/>
          <p14:tracePt t="87929" x="10015538" y="2525713"/>
          <p14:tracePt t="87946" x="10015538" y="2517775"/>
          <p14:tracePt t="87969" x="10021888" y="2517775"/>
          <p14:tracePt t="87985" x="10029825" y="2511425"/>
          <p14:tracePt t="88009" x="10036175" y="2511425"/>
          <p14:tracePt t="88032" x="10044113" y="2511425"/>
          <p14:tracePt t="88048" x="10050463" y="2511425"/>
          <p14:tracePt t="88065" x="10058400" y="2511425"/>
          <p14:tracePt t="88080" x="10066338" y="2511425"/>
          <p14:tracePt t="88088" x="10072688" y="2517775"/>
          <p14:tracePt t="88097" x="10080625" y="2517775"/>
          <p14:tracePt t="88112" x="10086975" y="2532063"/>
          <p14:tracePt t="88129" x="10101263" y="2547938"/>
          <p14:tracePt t="88162" x="10109200" y="2554288"/>
          <p14:tracePt t="88185" x="10117138" y="2554288"/>
          <p14:tracePt t="88265" x="10123488" y="2554288"/>
          <p14:tracePt t="88297" x="10137775" y="2554288"/>
          <p14:tracePt t="88312" x="10145713" y="2554288"/>
          <p14:tracePt t="88321" x="10160000" y="2554288"/>
          <p14:tracePt t="88329" x="10182225" y="2554288"/>
          <p14:tracePt t="88346" x="10196513" y="2547938"/>
          <p14:tracePt t="88362" x="10210800" y="2547938"/>
          <p14:tracePt t="88379" x="10225088" y="2540000"/>
          <p14:tracePt t="88396" x="10233025" y="2532063"/>
          <p14:tracePt t="88413" x="10239375" y="2532063"/>
          <p14:tracePt t="88446" x="10247313" y="2532063"/>
          <p14:tracePt t="88463" x="10253663" y="2532063"/>
          <p14:tracePt t="88479" x="10261600" y="2532063"/>
          <p14:tracePt t="88496" x="10269538" y="2532063"/>
          <p14:tracePt t="88512" x="10275888" y="2532063"/>
          <p14:tracePt t="88529" x="10283825" y="2532063"/>
          <p14:tracePt t="88546" x="10298113" y="2532063"/>
          <p14:tracePt t="88579" x="10304463" y="2532063"/>
          <p14:tracePt t="88601" x="10312400" y="2532063"/>
          <p14:tracePt t="88616" x="10320338" y="2532063"/>
          <p14:tracePt t="88629" x="10326688" y="2532063"/>
          <p14:tracePt t="88646" x="10334625" y="2532063"/>
          <p14:tracePt t="88663" x="10348913" y="2532063"/>
          <p14:tracePt t="88696" x="10363200" y="2532063"/>
          <p14:tracePt t="88729" x="10377488" y="2532063"/>
          <p14:tracePt t="88746" x="10385425" y="2532063"/>
          <p14:tracePt t="88833" x="10391775" y="2532063"/>
          <p14:tracePt t="88849" x="10391775" y="2547938"/>
          <p14:tracePt t="88856" x="10385425" y="2568575"/>
          <p14:tracePt t="88864" x="10348913" y="2605088"/>
          <p14:tracePt t="88879" x="10188575" y="2706688"/>
          <p14:tracePt t="88896" x="10007600" y="2808288"/>
          <p14:tracePt t="88913" x="9731375" y="2932113"/>
          <p14:tracePt t="88929" x="9440863" y="3048000"/>
          <p14:tracePt t="88946" x="9107488" y="3121025"/>
          <p14:tracePt t="88963" x="8751888" y="3171825"/>
          <p14:tracePt t="88979" x="8389938" y="3228975"/>
          <p14:tracePt t="88996" x="8113713" y="3265488"/>
          <p14:tracePt t="89013" x="7859713" y="3324225"/>
          <p14:tracePt t="89029" x="7605713" y="3403600"/>
          <p14:tracePt t="89046" x="7329488" y="3468688"/>
          <p14:tracePt t="89063" x="7089775" y="3541713"/>
          <p14:tracePt t="89079" x="6742113" y="3643313"/>
          <p14:tracePt t="89096" x="6581775" y="3686175"/>
          <p14:tracePt t="89113" x="6408738" y="3744913"/>
          <p14:tracePt t="89129" x="6234113" y="3759200"/>
          <p14:tracePt t="89146" x="6030913" y="3795713"/>
          <p14:tracePt t="89163" x="5827713" y="3832225"/>
          <p14:tracePt t="89179" x="5703888" y="3852863"/>
          <p14:tracePt t="89196" x="5595938" y="3868738"/>
          <p14:tracePt t="89213" x="5522913" y="3875088"/>
          <p14:tracePt t="89229" x="5472113" y="3875088"/>
          <p14:tracePt t="89246" x="5413375" y="3875088"/>
          <p14:tracePt t="89263" x="5341938" y="3875088"/>
          <p14:tracePt t="89279" x="5291138" y="3875088"/>
          <p14:tracePt t="89296" x="5260975" y="3875088"/>
          <p14:tracePt t="89313" x="5246688" y="3875088"/>
          <p14:tracePt t="89361" x="5240338" y="3875088"/>
          <p14:tracePt t="89368" x="5232400" y="3875088"/>
          <p14:tracePt t="89379" x="5218113" y="3875088"/>
          <p14:tracePt t="89396" x="5218113" y="3868738"/>
          <p14:tracePt t="89413" x="5210175" y="3868738"/>
          <p14:tracePt t="89430" x="5195888" y="3838575"/>
          <p14:tracePt t="89446" x="5189538" y="3832225"/>
          <p14:tracePt t="89463" x="5189538" y="3824288"/>
          <p14:tracePt t="89479" x="5181600" y="3810000"/>
          <p14:tracePt t="89496" x="5181600" y="3802063"/>
          <p14:tracePt t="89513" x="5181600" y="3795713"/>
          <p14:tracePt t="89546" x="5173663" y="3787775"/>
          <p14:tracePt t="89585" x="5167313" y="3781425"/>
          <p14:tracePt t="89593" x="5159375" y="3773488"/>
          <p14:tracePt t="89601" x="5153025" y="3773488"/>
          <p14:tracePt t="89613" x="5130800" y="3773488"/>
          <p14:tracePt t="89629" x="5094288" y="3751263"/>
          <p14:tracePt t="89646" x="5057775" y="3744913"/>
          <p14:tracePt t="89663" x="5014913" y="3730625"/>
          <p14:tracePt t="89679" x="4992688" y="3716338"/>
          <p14:tracePt t="89696" x="4978400" y="3708400"/>
          <p14:tracePt t="89713" x="4970463" y="3700463"/>
          <p14:tracePt t="89730" x="4964113" y="3700463"/>
          <p14:tracePt t="89746" x="4956175" y="3694113"/>
          <p14:tracePt t="89763" x="4949825" y="3694113"/>
          <p14:tracePt t="89796" x="4941888" y="3679825"/>
          <p14:tracePt t="89813" x="4935538" y="3643313"/>
          <p14:tracePt t="89830" x="4919663" y="3629025"/>
          <p14:tracePt t="89846" x="4919663" y="3606800"/>
          <p14:tracePt t="89863" x="4919663" y="3592513"/>
          <p14:tracePt t="89880" x="4919663" y="3570288"/>
          <p14:tracePt t="89896" x="4941888" y="3527425"/>
          <p14:tracePt t="89913" x="5006975" y="3490913"/>
          <p14:tracePt t="89930" x="5102225" y="3417888"/>
          <p14:tracePt t="89946" x="5232400" y="3375025"/>
          <p14:tracePt t="89963" x="5407025" y="3338513"/>
          <p14:tracePt t="89980" x="5624513" y="3316288"/>
          <p14:tracePt t="89996" x="5849938" y="3316288"/>
          <p14:tracePt t="90013" x="6016625" y="3316288"/>
          <p14:tracePt t="90030" x="6118225" y="3324225"/>
          <p14:tracePt t="90046" x="6183313" y="3344863"/>
          <p14:tracePt t="90063" x="6219825" y="3352800"/>
          <p14:tracePt t="90080" x="6299200" y="3395663"/>
          <p14:tracePt t="90096" x="6364288" y="3417888"/>
          <p14:tracePt t="90113" x="6400800" y="3440113"/>
          <p14:tracePt t="90130" x="6437313" y="3462338"/>
          <p14:tracePt t="90146" x="6451600" y="3476625"/>
          <p14:tracePt t="90163" x="6459538" y="3490913"/>
          <p14:tracePt t="90180" x="6465888" y="3497263"/>
          <p14:tracePt t="90196" x="6488113" y="3519488"/>
          <p14:tracePt t="90213" x="6494463" y="3541713"/>
          <p14:tracePt t="90230" x="6502400" y="3548063"/>
          <p14:tracePt t="90246" x="6510338" y="3556000"/>
          <p14:tracePt t="90489" x="6502400" y="3563938"/>
          <p14:tracePt t="90496" x="6465888" y="3563938"/>
          <p14:tracePt t="90505" x="6378575" y="3578225"/>
          <p14:tracePt t="90513" x="6256338" y="3598863"/>
          <p14:tracePt t="90530" x="5864225" y="3700463"/>
          <p14:tracePt t="90547" x="5392738" y="3838575"/>
          <p14:tracePt t="90563" x="5051425" y="3903663"/>
          <p14:tracePt t="90580" x="4724400" y="3954463"/>
          <p14:tracePt t="90597" x="4346575" y="4013200"/>
          <p14:tracePt t="90613" x="3976688" y="4056063"/>
          <p14:tracePt t="90630" x="3686175" y="4086225"/>
          <p14:tracePt t="90646" x="3505200" y="4086225"/>
          <p14:tracePt t="90664" x="3243263" y="4086225"/>
          <p14:tracePt t="90680" x="3106738" y="4086225"/>
          <p14:tracePt t="90697" x="2954338" y="4086225"/>
          <p14:tracePt t="90713" x="2808288" y="4086225"/>
          <p14:tracePt t="90730" x="2678113" y="4100513"/>
          <p14:tracePt t="90747" x="2554288" y="4114800"/>
          <p14:tracePt t="90763" x="2401888" y="4137025"/>
          <p14:tracePt t="90780" x="2257425" y="4137025"/>
          <p14:tracePt t="90797" x="2105025" y="4165600"/>
          <p14:tracePt t="90813" x="1938338" y="4165600"/>
          <p14:tracePt t="90830" x="1814513" y="4179888"/>
          <p14:tracePt t="90847" x="1727200" y="4179888"/>
          <p14:tracePt t="90863" x="1625600" y="4187825"/>
          <p14:tracePt t="90880" x="1560513" y="4194175"/>
          <p14:tracePt t="90897" x="1495425" y="4194175"/>
          <p14:tracePt t="90913" x="1444625" y="4194175"/>
          <p14:tracePt t="90930" x="1422400" y="4194175"/>
          <p14:tracePt t="90947" x="1400175" y="4194175"/>
          <p14:tracePt t="90963" x="1385888" y="4194175"/>
          <p14:tracePt t="90980" x="1363663" y="4194175"/>
          <p14:tracePt t="90997" x="1320800" y="4194175"/>
          <p14:tracePt t="91013" x="1298575" y="4194175"/>
          <p14:tracePt t="91030" x="1292225" y="4194175"/>
          <p14:tracePt t="91047" x="1270000" y="4194175"/>
          <p14:tracePt t="91063" x="1247775" y="4194175"/>
          <p14:tracePt t="91080" x="1219200" y="4187825"/>
          <p14:tracePt t="91097" x="1204913" y="4179888"/>
          <p14:tracePt t="91113" x="1196975" y="4179888"/>
          <p14:tracePt t="91130" x="1190625" y="4173538"/>
          <p14:tracePt t="91147" x="1176338" y="4173538"/>
          <p14:tracePt t="91163" x="1168400" y="4165600"/>
          <p14:tracePt t="91180" x="1154113" y="4165600"/>
          <p14:tracePt t="91213" x="1139825" y="4165600"/>
          <p14:tracePt t="91230" x="1131888" y="4157663"/>
          <p14:tracePt t="91247" x="1074738" y="4151313"/>
          <p14:tracePt t="91263" x="1030288" y="4143375"/>
          <p14:tracePt t="91280" x="1023938" y="4143375"/>
          <p14:tracePt t="91361" x="1008063" y="4143375"/>
          <p14:tracePt t="91376" x="1001713" y="4137025"/>
          <p14:tracePt t="91400" x="987425" y="4129088"/>
          <p14:tracePt t="91408" x="979488" y="4129088"/>
          <p14:tracePt t="91416" x="957263" y="4129088"/>
          <p14:tracePt t="91430" x="950913" y="4129088"/>
          <p14:tracePt t="91447" x="906463" y="4106863"/>
          <p14:tracePt t="91464" x="871538" y="4100513"/>
          <p14:tracePt t="91480" x="863600" y="4100513"/>
          <p14:tracePt t="91497" x="855663" y="4092575"/>
          <p14:tracePt t="91514" x="849313" y="4086225"/>
          <p14:tracePt t="91531" x="849313" y="4071938"/>
          <p14:tracePt t="91548" x="841375" y="4041775"/>
          <p14:tracePt t="91564" x="835025" y="4035425"/>
          <p14:tracePt t="91581" x="835025" y="4021138"/>
          <p14:tracePt t="91598" x="835025" y="4013200"/>
          <p14:tracePt t="91614" x="835025" y="4005263"/>
          <p14:tracePt t="91631" x="835025" y="3998913"/>
          <p14:tracePt t="91650" x="835025" y="3984625"/>
          <p14:tracePt t="91665" x="835025" y="3970338"/>
          <p14:tracePt t="91681" x="841375" y="3948113"/>
          <p14:tracePt t="91697" x="855663" y="3925888"/>
          <p14:tracePt t="91714" x="863600" y="3911600"/>
          <p14:tracePt t="91731" x="877888" y="3897313"/>
          <p14:tracePt t="91748" x="906463" y="3875088"/>
          <p14:tracePt t="91764" x="928688" y="3846513"/>
          <p14:tracePt t="91781" x="957263" y="3824288"/>
          <p14:tracePt t="91798" x="973138" y="3817938"/>
          <p14:tracePt t="91814" x="993775" y="3810000"/>
          <p14:tracePt t="91831" x="1008063" y="3802063"/>
          <p14:tracePt t="91849" x="1030288" y="3795713"/>
          <p14:tracePt t="91864" x="1052513" y="3787775"/>
          <p14:tracePt t="91881" x="1074738" y="3787775"/>
          <p14:tracePt t="91898" x="1095375" y="3787775"/>
          <p14:tracePt t="91914" x="1117600" y="3787775"/>
          <p14:tracePt t="91932" x="1125538" y="3787775"/>
          <p14:tracePt t="91941" x="1139825" y="3787775"/>
          <p14:tracePt t="91950" x="1146175" y="3787775"/>
          <p14:tracePt t="91964" x="1168400" y="3787775"/>
          <p14:tracePt t="91981" x="1196975" y="3795713"/>
          <p14:tracePt t="92014" x="1219200" y="3802063"/>
          <p14:tracePt t="92031" x="1233488" y="3817938"/>
          <p14:tracePt t="92048" x="1241425" y="3824288"/>
          <p14:tracePt t="92064" x="1241425" y="3832225"/>
          <p14:tracePt t="92081" x="1241425" y="3838575"/>
          <p14:tracePt t="92098" x="1247775" y="3852863"/>
          <p14:tracePt t="92114" x="1247775" y="3883025"/>
          <p14:tracePt t="92131" x="1247775" y="3897313"/>
          <p14:tracePt t="92150" x="1247775" y="3911600"/>
          <p14:tracePt t="92164" x="1247775" y="3933825"/>
          <p14:tracePt t="92181" x="1247775" y="3940175"/>
          <p14:tracePt t="92198" x="1247775" y="3954463"/>
          <p14:tracePt t="92215" x="1241425" y="3962400"/>
          <p14:tracePt t="92231" x="1233488" y="3976688"/>
          <p14:tracePt t="92251" x="1233488" y="3984625"/>
          <p14:tracePt t="92518" x="1241425" y="3984625"/>
          <p14:tracePt t="92558" x="1247775" y="3984625"/>
          <p14:tracePt t="93062" x="1247775" y="3990975"/>
          <p14:tracePt t="93076" x="1247775" y="3998913"/>
          <p14:tracePt t="93094" x="1241425" y="4005263"/>
          <p14:tracePt t="93108" x="1227138" y="4005263"/>
          <p14:tracePt t="93117" x="1211263" y="4005263"/>
          <p14:tracePt t="93131" x="1190625" y="4021138"/>
          <p14:tracePt t="93151" x="1160463" y="4027488"/>
          <p14:tracePt t="93164" x="1131888" y="4027488"/>
          <p14:tracePt t="93182" x="1109663" y="4027488"/>
          <p14:tracePt t="93199" x="1074738" y="4035425"/>
          <p14:tracePt t="93215" x="1038225" y="4035425"/>
          <p14:tracePt t="93232" x="1016000" y="4035425"/>
          <p14:tracePt t="93251" x="1008063" y="4035425"/>
          <p14:tracePt t="93345" x="1030288" y="4035425"/>
          <p14:tracePt t="93353" x="1044575" y="4035425"/>
          <p14:tracePt t="93364" x="1066800" y="4035425"/>
          <p14:tracePt t="93381" x="1117600" y="4035425"/>
          <p14:tracePt t="93398" x="1168400" y="4035425"/>
          <p14:tracePt t="93414" x="1255713" y="4013200"/>
          <p14:tracePt t="93431" x="1349375" y="4013200"/>
          <p14:tracePt t="93433" x="1379538" y="4013200"/>
          <p14:tracePt t="93449" x="1450975" y="4013200"/>
          <p14:tracePt t="93464" x="1481138" y="4013200"/>
          <p14:tracePt t="93481" x="1509713" y="4013200"/>
          <p14:tracePt t="93498" x="1524000" y="4013200"/>
          <p14:tracePt t="93514" x="1552575" y="4013200"/>
          <p14:tracePt t="93531" x="1589088" y="4013200"/>
          <p14:tracePt t="93548" x="1625600" y="4013200"/>
          <p14:tracePt t="93564" x="1647825" y="4013200"/>
          <p14:tracePt t="93625" x="1654175" y="4013200"/>
          <p14:tracePt t="93642" x="1662113" y="4013200"/>
          <p14:tracePt t="93650" x="1668463" y="4013200"/>
          <p14:tracePt t="93666" x="1676400" y="4013200"/>
          <p14:tracePt t="93706" x="1684338" y="4013200"/>
          <p14:tracePt t="93714" x="1698625" y="4013200"/>
          <p14:tracePt t="93721" x="1712913" y="4013200"/>
          <p14:tracePt t="93731" x="1727200" y="4013200"/>
          <p14:tracePt t="93748" x="1778000" y="4013200"/>
          <p14:tracePt t="93764" x="1828800" y="4013200"/>
          <p14:tracePt t="93781" x="1857375" y="4013200"/>
          <p14:tracePt t="93798" x="1901825" y="4005263"/>
          <p14:tracePt t="93814" x="1938338" y="3990975"/>
          <p14:tracePt t="93831" x="1973263" y="3990975"/>
          <p14:tracePt t="93848" x="2039938" y="3976688"/>
          <p14:tracePt t="93864" x="2082800" y="3962400"/>
          <p14:tracePt t="93881" x="2133600" y="3962400"/>
          <p14:tracePt t="93899" x="2198688" y="3962400"/>
          <p14:tracePt t="93915" x="2227263" y="3954463"/>
          <p14:tracePt t="93932" x="2249488" y="3954463"/>
          <p14:tracePt t="93954" x="2257425" y="3954463"/>
          <p14:tracePt t="94020" x="2263775" y="3954463"/>
          <p14:tracePt t="94035" x="2271713" y="3954463"/>
          <p14:tracePt t="94043" x="2278063" y="3954463"/>
          <p14:tracePt t="94053" x="2286000" y="3954463"/>
          <p14:tracePt t="94065" x="2300288" y="3954463"/>
          <p14:tracePt t="94082" x="2322513" y="3954463"/>
          <p14:tracePt t="94098" x="2359025" y="3954463"/>
          <p14:tracePt t="94115" x="2395538" y="3954463"/>
          <p14:tracePt t="94132" x="2430463" y="3954463"/>
          <p14:tracePt t="94150" x="2452688" y="3954463"/>
          <p14:tracePt t="94165" x="2474913" y="3954463"/>
          <p14:tracePt t="94200" x="2481263" y="3954463"/>
          <p14:tracePt t="94236" x="2489200" y="3954463"/>
          <p14:tracePt t="94534" x="2497138" y="3954463"/>
          <p14:tracePt t="94561" x="2503488" y="3954463"/>
          <p14:tracePt t="94573" x="2517775" y="3954463"/>
          <p14:tracePt t="94597" x="2525713" y="3954463"/>
          <p14:tracePt t="94741" x="2525713" y="3962400"/>
          <p14:tracePt t="94747" x="2525713" y="3976688"/>
          <p14:tracePt t="94764" x="2511425" y="3984625"/>
          <p14:tracePt t="94779" x="2489200" y="3990975"/>
          <p14:tracePt t="94791" x="2481263" y="3990975"/>
          <p14:tracePt t="94799" x="2460625" y="3998913"/>
          <p14:tracePt t="94816" x="2446338" y="3998913"/>
          <p14:tracePt t="94832" x="2409825" y="4005263"/>
          <p14:tracePt t="94850" x="2387600" y="4013200"/>
          <p14:tracePt t="94865" x="2365375" y="4013200"/>
          <p14:tracePt t="94882" x="2351088" y="4013200"/>
          <p14:tracePt t="94900" x="2344738" y="4013200"/>
          <p14:tracePt t="94915" x="2328863" y="4027488"/>
          <p14:tracePt t="94932" x="2300288" y="4027488"/>
          <p14:tracePt t="94950" x="2293938" y="4027488"/>
          <p14:tracePt t="94965" x="2278063" y="4035425"/>
          <p14:tracePt t="94982" x="2257425" y="4035425"/>
          <p14:tracePt t="95002" x="2235200" y="4035425"/>
          <p14:tracePt t="95033" x="2206625" y="4035425"/>
          <p14:tracePt t="95049" x="2184400" y="4035425"/>
          <p14:tracePt t="95065" x="2162175" y="4035425"/>
          <p14:tracePt t="95082" x="2141538" y="4035425"/>
          <p14:tracePt t="95100" x="2133600" y="4035425"/>
          <p14:tracePt t="95115" x="2105025" y="4035425"/>
          <p14:tracePt t="95132" x="2090738" y="4035425"/>
          <p14:tracePt t="95151" x="2060575" y="4035425"/>
          <p14:tracePt t="95165" x="2032000" y="4035425"/>
          <p14:tracePt t="95181" x="2003425" y="4035425"/>
          <p14:tracePt t="95198" x="1966913" y="4027488"/>
          <p14:tracePt t="95215" x="1930400" y="4013200"/>
          <p14:tracePt t="95233" x="1879600" y="3990975"/>
          <p14:tracePt t="95251" x="1871663" y="3990975"/>
          <p14:tracePt t="95265" x="1851025" y="3990975"/>
          <p14:tracePt t="95282" x="1836738" y="3976688"/>
          <p14:tracePt t="95299" x="1828800" y="3976688"/>
          <p14:tracePt t="95332" x="1806575" y="3970338"/>
          <p14:tracePt t="95350" x="1800225" y="3962400"/>
          <p14:tracePt t="95365" x="1800225" y="3954463"/>
          <p14:tracePt t="95406" x="1800225" y="3948113"/>
          <p14:tracePt t="95421" x="1800225" y="3940175"/>
          <p14:tracePt t="95429" x="1800225" y="3933825"/>
          <p14:tracePt t="95444" x="1800225" y="3925888"/>
          <p14:tracePt t="95454" x="1800225" y="3911600"/>
          <p14:tracePt t="95468" x="1806575" y="3897313"/>
          <p14:tracePt t="95482" x="1836738" y="3883025"/>
          <p14:tracePt t="95499" x="1865313" y="3875088"/>
          <p14:tracePt t="95515" x="1887538" y="3860800"/>
          <p14:tracePt t="95533" x="1916113" y="3860800"/>
          <p14:tracePt t="95549" x="1938338" y="3852863"/>
          <p14:tracePt t="95565" x="1958975" y="3846513"/>
          <p14:tracePt t="95582" x="1973263" y="3838575"/>
          <p14:tracePt t="95601" x="2003425" y="3838575"/>
          <p14:tracePt t="95616" x="2024063" y="3832225"/>
          <p14:tracePt t="95633" x="2054225" y="3832225"/>
          <p14:tracePt t="95652" x="2074863" y="3832225"/>
          <p14:tracePt t="95665" x="2097088" y="3832225"/>
          <p14:tracePt t="95683" x="2119313" y="3832225"/>
          <p14:tracePt t="95699" x="2147888" y="3824288"/>
          <p14:tracePt t="95716" x="2176463" y="3824288"/>
          <p14:tracePt t="95732" x="2206625" y="3824288"/>
          <p14:tracePt t="95749" x="2243138" y="3824288"/>
          <p14:tracePt t="95765" x="2278063" y="3824288"/>
          <p14:tracePt t="95783" x="2300288" y="3824288"/>
          <p14:tracePt t="95801" x="2336800" y="3824288"/>
          <p14:tracePt t="95816" x="2359025" y="3832225"/>
          <p14:tracePt t="95834" x="2387600" y="3838575"/>
          <p14:tracePt t="95849" x="2409825" y="3846513"/>
          <p14:tracePt t="95866" x="2430463" y="3860800"/>
          <p14:tracePt t="95882" x="2438400" y="3868738"/>
          <p14:tracePt t="95916" x="2446338" y="3875088"/>
          <p14:tracePt t="95933" x="2452688" y="3883025"/>
          <p14:tracePt t="95949" x="2460625" y="3897313"/>
          <p14:tracePt t="95967" x="2466975" y="3911600"/>
          <p14:tracePt t="95982" x="2474913" y="3919538"/>
          <p14:tracePt t="96002" x="2474913" y="3933825"/>
          <p14:tracePt t="96015" x="2474913" y="3940175"/>
          <p14:tracePt t="96032" x="2481263" y="3948113"/>
          <p14:tracePt t="96049" x="2481263" y="3954463"/>
          <p14:tracePt t="96066" x="2481263" y="3970338"/>
          <p14:tracePt t="96082" x="2474913" y="3970338"/>
          <p14:tracePt t="96099" x="2474913" y="3976688"/>
          <p14:tracePt t="96132" x="2466975" y="3990975"/>
          <p14:tracePt t="96151" x="2460625" y="3990975"/>
          <p14:tracePt t="96166" x="2460625" y="3998913"/>
          <p14:tracePt t="96182" x="2452688" y="3998913"/>
          <p14:tracePt t="96199" x="2446338" y="4005263"/>
          <p14:tracePt t="96216" x="2438400" y="4005263"/>
          <p14:tracePt t="96238" x="2430463" y="4005263"/>
          <p14:tracePt t="96250" x="2416175" y="4005263"/>
          <p14:tracePt t="96282" x="2401888" y="4005263"/>
          <p14:tracePt t="96299" x="2395538" y="4005263"/>
          <p14:tracePt t="96316" x="2387600" y="4005263"/>
          <p14:tracePt t="96332" x="2379663" y="4005263"/>
          <p14:tracePt t="96440" x="2460625" y="3998913"/>
          <p14:tracePt t="96453" x="2511425" y="3976688"/>
          <p14:tracePt t="96465" x="2794000" y="3925888"/>
          <p14:tracePt t="96483" x="3265488" y="3868738"/>
          <p14:tracePt t="96499" x="3852863" y="3795713"/>
          <p14:tracePt t="96516" x="4535488" y="3700463"/>
          <p14:tracePt t="96532" x="5232400" y="3592513"/>
          <p14:tracePt t="96549" x="5842000" y="3513138"/>
          <p14:tracePt t="96566" x="6465888" y="3432175"/>
          <p14:tracePt t="96582" x="7038975" y="3338513"/>
          <p14:tracePt t="96598" x="7496175" y="3265488"/>
          <p14:tracePt t="96617" x="7859713" y="3208338"/>
          <p14:tracePt t="96632" x="8026400" y="3163888"/>
          <p14:tracePt t="96649" x="8243888" y="3098800"/>
          <p14:tracePt t="96665" x="8577263" y="3011488"/>
          <p14:tracePt t="96684" x="8788400" y="2946400"/>
          <p14:tracePt t="96699" x="8890000" y="2903538"/>
          <p14:tracePt t="96717" x="8948738" y="2873375"/>
          <p14:tracePt t="96732" x="8983663" y="2836863"/>
          <p14:tracePt t="96749" x="9034463" y="2816225"/>
          <p14:tracePt t="96766" x="9107488" y="2786063"/>
          <p14:tracePt t="96783" x="9180513" y="2771775"/>
          <p14:tracePt t="96801" x="9274175" y="2743200"/>
          <p14:tracePt t="96816" x="9339263" y="2720975"/>
          <p14:tracePt t="96833" x="9485313" y="2700338"/>
          <p14:tracePt t="96849" x="9717088" y="2678113"/>
          <p14:tracePt t="96866" x="10094913" y="2678113"/>
          <p14:tracePt t="96883" x="10552113" y="2678113"/>
          <p14:tracePt t="96900" x="10922000" y="2678113"/>
          <p14:tracePt t="96917" x="11168063" y="2678113"/>
          <p14:tracePt t="96933" x="11314113" y="2678113"/>
          <p14:tracePt t="96942" x="11371263" y="2670175"/>
          <p14:tracePt t="96952" x="11472863" y="2663825"/>
          <p14:tracePt t="96966" x="11523663" y="2649538"/>
          <p14:tracePt t="96983" x="11618913" y="2641600"/>
          <p14:tracePt t="96999" x="11641138" y="2641600"/>
          <p14:tracePt t="97185" x="11618913" y="2649538"/>
          <p14:tracePt t="97200" x="11568113" y="2670175"/>
          <p14:tracePt t="97216" x="11539538" y="2678113"/>
          <p14:tracePt t="97233" x="11452225" y="2706688"/>
          <p14:tracePt t="97249" x="11407775" y="2720975"/>
          <p14:tracePt t="97266" x="11350625" y="2735263"/>
          <p14:tracePt t="97283" x="11291888" y="2743200"/>
          <p14:tracePt t="97300" x="11226800" y="2751138"/>
          <p14:tracePt t="97316" x="11147425" y="2757488"/>
          <p14:tracePt t="97332" x="11074400" y="2771775"/>
          <p14:tracePt t="97349" x="11031538" y="2786063"/>
          <p14:tracePt t="97366" x="10995025" y="2786063"/>
          <p14:tracePt t="97384" x="10929938" y="2786063"/>
          <p14:tracePt t="97400" x="10856913" y="2786063"/>
          <p14:tracePt t="97416" x="10812463" y="2786063"/>
          <p14:tracePt t="97433" x="10777538" y="2771775"/>
          <p14:tracePt t="97449" x="10747375" y="2757488"/>
          <p14:tracePt t="97466" x="10733088" y="2751138"/>
          <p14:tracePt t="97483" x="10704513" y="2728913"/>
          <p14:tracePt t="97499" x="10675938" y="2706688"/>
          <p14:tracePt t="97516" x="10639425" y="2678113"/>
          <p14:tracePt t="97533" x="10625138" y="2663825"/>
          <p14:tracePt t="97549" x="10625138" y="2655888"/>
          <p14:tracePt t="97566" x="10625138" y="2641600"/>
          <p14:tracePt t="97583" x="10625138" y="2633663"/>
          <p14:tracePt t="97600" x="10617200" y="2605088"/>
          <p14:tracePt t="97616" x="10617200" y="2582863"/>
          <p14:tracePt t="97633" x="10617200" y="2547938"/>
          <p14:tracePt t="97651" x="10617200" y="2540000"/>
          <p14:tracePt t="97666" x="10617200" y="2517775"/>
          <p14:tracePt t="97683" x="10639425" y="2497138"/>
          <p14:tracePt t="97699" x="10660063" y="2474913"/>
          <p14:tracePt t="97718" x="10682288" y="2452688"/>
          <p14:tracePt t="97733" x="10704513" y="2438400"/>
          <p14:tracePt t="97749" x="10718800" y="2430463"/>
          <p14:tracePt t="97766" x="10755313" y="2416175"/>
          <p14:tracePt t="97783" x="10791825" y="2401888"/>
          <p14:tracePt t="97801" x="10842625" y="2387600"/>
          <p14:tracePt t="97815" x="10879138" y="2387600"/>
          <p14:tracePt t="97832" x="10922000" y="2379663"/>
          <p14:tracePt t="97849" x="10950575" y="2379663"/>
          <p14:tracePt t="97866" x="10995025" y="2379663"/>
          <p14:tracePt t="97883" x="11031538" y="2379663"/>
          <p14:tracePt t="97899" x="11082338" y="2373313"/>
          <p14:tracePt t="97916" x="11125200" y="2373313"/>
          <p14:tracePt t="97933" x="11153775" y="2373313"/>
          <p14:tracePt t="97942" x="11168063" y="2373313"/>
          <p14:tracePt t="97949" x="11176000" y="2373313"/>
          <p14:tracePt t="97966" x="11198225" y="2373313"/>
          <p14:tracePt t="97983" x="11218863" y="2373313"/>
          <p14:tracePt t="98000" x="11263313" y="2395538"/>
          <p14:tracePt t="98016" x="11299825" y="2401888"/>
          <p14:tracePt t="98033" x="11336338" y="2424113"/>
          <p14:tracePt t="98050" x="11350625" y="2438400"/>
          <p14:tracePt t="98066" x="11364913" y="2446338"/>
          <p14:tracePt t="98083" x="11364913" y="2452688"/>
          <p14:tracePt t="98100" x="11371263" y="2460625"/>
          <p14:tracePt t="98117" x="11387138" y="2489200"/>
          <p14:tracePt t="98133" x="11387138" y="2503488"/>
          <p14:tracePt t="98149" x="11387138" y="2511425"/>
          <p14:tracePt t="98166" x="11387138" y="2532063"/>
          <p14:tracePt t="98183" x="11387138" y="2547938"/>
          <p14:tracePt t="98200" x="11387138" y="2576513"/>
          <p14:tracePt t="98217" x="11379200" y="2590800"/>
          <p14:tracePt t="98233" x="11371263" y="2605088"/>
          <p14:tracePt t="98252" x="11364913" y="2619375"/>
          <p14:tracePt t="98266" x="11356975" y="2627313"/>
          <p14:tracePt t="98283" x="11342688" y="2633663"/>
          <p14:tracePt t="98300" x="11328400" y="2641600"/>
          <p14:tracePt t="98316" x="11320463" y="2649538"/>
          <p14:tracePt t="98333" x="11306175" y="2655888"/>
          <p14:tracePt t="98349" x="11291888" y="2663825"/>
          <p14:tracePt t="98369" x="11277600" y="2670175"/>
          <p14:tracePt t="98383" x="11263313" y="2678113"/>
          <p14:tracePt t="98402" x="11241088" y="2678113"/>
          <p14:tracePt t="98416" x="11226800" y="2692400"/>
          <p14:tracePt t="98433" x="11212513" y="2692400"/>
          <p14:tracePt t="98449" x="11204575" y="2692400"/>
          <p14:tracePt t="98466" x="11190288" y="2692400"/>
          <p14:tracePt t="98485" x="11183938" y="2692400"/>
          <p14:tracePt t="98501" x="11176000" y="2692400"/>
          <p14:tracePt t="98516" x="11161713" y="2692400"/>
          <p14:tracePt t="98533" x="11147425" y="2692400"/>
          <p14:tracePt t="98550" x="11139488" y="2692400"/>
          <p14:tracePt t="98566" x="11125200" y="2692400"/>
          <p14:tracePt t="98583" x="11117263" y="2684463"/>
          <p14:tracePt t="98600" x="11096625" y="2678113"/>
          <p14:tracePt t="98619" x="11088688" y="2670175"/>
          <p14:tracePt t="98633" x="11082338" y="2663825"/>
          <p14:tracePt t="98650" x="11074400" y="2663825"/>
          <p14:tracePt t="98683" x="11052175" y="2655888"/>
          <p14:tracePt t="98716" x="11045825" y="2641600"/>
          <p14:tracePt t="98733" x="11037888" y="2627313"/>
          <p14:tracePt t="98749" x="11031538" y="2619375"/>
          <p14:tracePt t="98767" x="11023600" y="2605088"/>
          <p14:tracePt t="98783" x="11023600" y="2598738"/>
          <p14:tracePt t="98801" x="11009313" y="2576513"/>
          <p14:tracePt t="98816" x="11009313" y="2554288"/>
          <p14:tracePt t="98833" x="11009313" y="2532063"/>
          <p14:tracePt t="98850" x="11009313" y="2503488"/>
          <p14:tracePt t="98866" x="11009313" y="2481263"/>
          <p14:tracePt t="98883" x="11009313" y="2466975"/>
          <p14:tracePt t="98900" x="11009313" y="2446338"/>
          <p14:tracePt t="98918" x="11009313" y="2430463"/>
          <p14:tracePt t="98932" x="11015663" y="2424113"/>
          <p14:tracePt t="98936" x="11031538" y="2409825"/>
          <p14:tracePt t="98966" x="11037888" y="2401888"/>
          <p14:tracePt t="98983" x="11052175" y="2387600"/>
          <p14:tracePt t="99000" x="11082338" y="2379663"/>
          <p14:tracePt t="99018" x="11088688" y="2373313"/>
          <p14:tracePt t="99033" x="11102975" y="2373313"/>
          <p14:tracePt t="99050" x="11110913" y="2373313"/>
          <p14:tracePt t="99067" x="11117263" y="2373313"/>
          <p14:tracePt t="99083" x="11125200" y="2373313"/>
          <p14:tracePt t="99100" x="11133138" y="2373313"/>
          <p14:tracePt t="99116" x="11139488" y="2373313"/>
          <p14:tracePt t="99133" x="11147425" y="2373313"/>
          <p14:tracePt t="99150" x="11153775" y="2373313"/>
          <p14:tracePt t="99167" x="11161713" y="2379663"/>
          <p14:tracePt t="99185" x="11168063" y="2387600"/>
          <p14:tracePt t="99200" x="11168063" y="2395538"/>
          <p14:tracePt t="99217" x="11168063" y="2416175"/>
          <p14:tracePt t="99233" x="11168063" y="2424113"/>
          <p14:tracePt t="99250" x="11168063" y="2438400"/>
          <p14:tracePt t="99267" x="11168063" y="2452688"/>
          <p14:tracePt t="99300" x="11168063" y="2466975"/>
          <p14:tracePt t="99317" x="11168063" y="2474913"/>
          <p14:tracePt t="99721" x="11168063" y="2511425"/>
          <p14:tracePt t="99734" x="11168063" y="2540000"/>
          <p14:tracePt t="99750" x="11176000" y="2649538"/>
          <p14:tracePt t="99767" x="11198225" y="2757488"/>
          <p14:tracePt t="99784" x="11226800" y="3011488"/>
          <p14:tracePt t="99801" x="11285538" y="3200400"/>
          <p14:tracePt t="99817" x="11328400" y="3367088"/>
          <p14:tracePt t="99833" x="11364913" y="3533775"/>
          <p14:tracePt t="99850" x="11379200" y="3671888"/>
          <p14:tracePt t="99867" x="11393488" y="3781425"/>
          <p14:tracePt t="99884" x="11393488" y="3875088"/>
          <p14:tracePt t="99900" x="11393488" y="3970338"/>
          <p14:tracePt t="99918" x="11393488" y="4035425"/>
          <p14:tracePt t="99933" x="11393488" y="4078288"/>
          <p14:tracePt t="99941" x="11393488" y="4100513"/>
          <p14:tracePt t="99950" x="11393488" y="4129088"/>
          <p14:tracePt t="99969" x="11393488" y="4230688"/>
          <p14:tracePt t="99984" x="11393488" y="4354513"/>
          <p14:tracePt t="100000" x="11393488" y="4433888"/>
          <p14:tracePt t="100017" x="11393488" y="4622800"/>
          <p14:tracePt t="100033" x="11393488" y="4724400"/>
          <p14:tracePt t="100050" x="11393488" y="4783138"/>
          <p14:tracePt t="100067" x="11393488" y="4826000"/>
          <p14:tracePt t="100083" x="11393488" y="4884738"/>
          <p14:tracePt t="100100" x="11371263" y="4941888"/>
          <p14:tracePt t="100117" x="11364913" y="4992688"/>
          <p14:tracePt t="100134" x="11356975" y="5037138"/>
          <p14:tracePt t="100151" x="11356975" y="5051425"/>
          <p14:tracePt t="100167" x="11356975" y="5072063"/>
          <p14:tracePt t="100183" x="11356975" y="5080000"/>
          <p14:tracePt t="100200" x="11336338" y="5108575"/>
          <p14:tracePt t="100216" x="11320463" y="5138738"/>
          <p14:tracePt t="100233" x="11306175" y="5159375"/>
          <p14:tracePt t="100250" x="11291888" y="5173663"/>
          <p14:tracePt t="100266" x="11285538" y="5189538"/>
          <p14:tracePt t="100283" x="11269663" y="5195888"/>
          <p14:tracePt t="100300" x="11263313" y="5203825"/>
          <p14:tracePt t="100316" x="11249025" y="5218113"/>
          <p14:tracePt t="100333" x="11241088" y="5232400"/>
          <p14:tracePt t="100350" x="11234738" y="5232400"/>
          <p14:tracePt t="100366" x="11234738" y="5240338"/>
          <p14:tracePt t="100383" x="11226800" y="5240338"/>
          <p14:tracePt t="100400" x="11212513" y="5246688"/>
          <p14:tracePt t="100416" x="11198225" y="5254625"/>
          <p14:tracePt t="100433" x="11190288" y="5254625"/>
          <p14:tracePt t="100450" x="11176000" y="5260975"/>
          <p14:tracePt t="100466" x="11161713" y="5260975"/>
          <p14:tracePt t="100483" x="11147425" y="5260975"/>
          <p14:tracePt t="100500" x="11139488" y="5260975"/>
          <p14:tracePt t="100516" x="11133138" y="5260975"/>
          <p14:tracePt t="100533" x="11125200" y="5260975"/>
          <p14:tracePt t="100550" x="11117263" y="5260975"/>
          <p14:tracePt t="100566" x="11110913" y="5260975"/>
          <p14:tracePt t="100583" x="11096625" y="5254625"/>
          <p14:tracePt t="100600" x="11088688" y="5246688"/>
          <p14:tracePt t="100616" x="11082338" y="5224463"/>
          <p14:tracePt t="100650" x="11082338" y="5218113"/>
          <p14:tracePt t="100672" x="11082338" y="5210175"/>
          <p14:tracePt t="100683" x="11082338" y="5203825"/>
          <p14:tracePt t="100700" x="11082338" y="5189538"/>
          <p14:tracePt t="100716" x="11088688" y="5167313"/>
          <p14:tracePt t="100733" x="11102975" y="5145088"/>
          <p14:tracePt t="100750" x="11125200" y="5130800"/>
          <p14:tracePt t="100766" x="11176000" y="5102225"/>
          <p14:tracePt t="100783" x="11241088" y="5072063"/>
          <p14:tracePt t="100800" x="11285538" y="5065713"/>
          <p14:tracePt t="100816" x="11320463" y="5051425"/>
          <p14:tracePt t="100833" x="11342688" y="5051425"/>
          <p14:tracePt t="100850" x="11364913" y="5051425"/>
          <p14:tracePt t="100866" x="11379200" y="5051425"/>
          <p14:tracePt t="100883" x="11407775" y="5043488"/>
          <p14:tracePt t="100900" x="11430000" y="5043488"/>
          <p14:tracePt t="100916" x="11458575" y="5043488"/>
          <p14:tracePt t="100933" x="11480800" y="5043488"/>
          <p14:tracePt t="100937" x="11488738" y="5043488"/>
          <p14:tracePt t="100950" x="11509375" y="5043488"/>
          <p14:tracePt t="100967" x="11545888" y="5043488"/>
          <p14:tracePt t="100983" x="11590338" y="5043488"/>
          <p14:tracePt t="101000" x="11625263" y="5043488"/>
          <p14:tracePt t="101016" x="11647488" y="5043488"/>
          <p14:tracePt t="101033" x="11669713" y="5043488"/>
          <p14:tracePt t="101050" x="11691938" y="5043488"/>
          <p14:tracePt t="101066" x="11712575" y="5043488"/>
          <p14:tracePt t="101083" x="11742738" y="5051425"/>
          <p14:tracePt t="101100" x="11771313" y="5051425"/>
          <p14:tracePt t="101117" x="11799888" y="5065713"/>
          <p14:tracePt t="101133" x="11822113" y="5072063"/>
          <p14:tracePt t="101150" x="11836400" y="5072063"/>
          <p14:tracePt t="101167" x="11844338" y="5080000"/>
          <p14:tracePt t="101183" x="11864975" y="5094288"/>
          <p14:tracePt t="101200" x="11895138" y="5102225"/>
          <p14:tracePt t="101217" x="11901488" y="5108575"/>
          <p14:tracePt t="101233" x="11909425" y="5108575"/>
          <p14:tracePt t="101250" x="11915775" y="5116513"/>
          <p14:tracePt t="101267" x="11923713" y="5116513"/>
          <p14:tracePt t="101300" x="11923713" y="5130800"/>
          <p14:tracePt t="101317" x="11923713" y="5138738"/>
          <p14:tracePt t="101350" x="11923713" y="5145088"/>
          <p14:tracePt t="101369" x="11923713" y="5159375"/>
          <p14:tracePt t="101384" x="11923713" y="5173663"/>
          <p14:tracePt t="101400" x="11915775" y="5181600"/>
          <p14:tracePt t="101417" x="11901488" y="5189538"/>
          <p14:tracePt t="101433" x="11879263" y="5203825"/>
          <p14:tracePt t="101450" x="11864975" y="5210175"/>
          <p14:tracePt t="101467" x="11844338" y="5210175"/>
          <p14:tracePt t="101483" x="11828463" y="5218113"/>
          <p14:tracePt t="101500" x="11822113" y="5218113"/>
          <p14:tracePt t="101517" x="11799888" y="5224463"/>
          <p14:tracePt t="101534" x="11793538" y="5224463"/>
          <p14:tracePt t="101550" x="11777663" y="5224463"/>
          <p14:tracePt t="101567" x="11763375" y="5224463"/>
          <p14:tracePt t="101584" x="11742738" y="5224463"/>
          <p14:tracePt t="101601" x="11734800" y="5224463"/>
          <p14:tracePt t="101617" x="11720513" y="5224463"/>
          <p14:tracePt t="101634" x="11712575" y="5224463"/>
          <p14:tracePt t="101650" x="11698288" y="5224463"/>
          <p14:tracePt t="101667" x="11691938" y="5224463"/>
          <p14:tracePt t="101684" x="11676063" y="5224463"/>
          <p14:tracePt t="101700" x="11655425" y="5224463"/>
          <p14:tracePt t="101717" x="11641138" y="5224463"/>
          <p14:tracePt t="101734" x="11618913" y="5224463"/>
          <p14:tracePt t="101750" x="11596688" y="5224463"/>
          <p14:tracePt t="101767" x="11574463" y="5224463"/>
          <p14:tracePt t="101784" x="11545888" y="5224463"/>
          <p14:tracePt t="101801" x="11517313" y="5224463"/>
          <p14:tracePt t="101817" x="11495088" y="5218113"/>
          <p14:tracePt t="101834" x="11472863" y="5218113"/>
          <p14:tracePt t="101851" x="11458575" y="5218113"/>
          <p14:tracePt t="101867" x="11452225" y="5210175"/>
          <p14:tracePt t="101884" x="11437938" y="5210175"/>
          <p14:tracePt t="101917" x="11430000" y="5210175"/>
          <p14:tracePt t="101938" x="11430000" y="5203825"/>
          <p14:tracePt t="102088" x="11401425" y="5203825"/>
          <p14:tracePt t="102101" x="11387138" y="5203825"/>
          <p14:tracePt t="102117" x="11285538" y="5203825"/>
          <p14:tracePt t="102135" x="11037888" y="5167313"/>
          <p14:tracePt t="102151" x="10580688" y="5094288"/>
          <p14:tracePt t="102168" x="9775825" y="4876800"/>
          <p14:tracePt t="102184" x="9166225" y="4681538"/>
          <p14:tracePt t="102201" x="8628063" y="4513263"/>
          <p14:tracePt t="102218" x="8251825" y="4397375"/>
          <p14:tracePt t="102234" x="8048625" y="4332288"/>
          <p14:tracePt t="102250" x="7932738" y="4275138"/>
          <p14:tracePt t="102267" x="7851775" y="4238625"/>
          <p14:tracePt t="102284" x="7794625" y="4202113"/>
          <p14:tracePt t="102301" x="7735888" y="4173538"/>
          <p14:tracePt t="102317" x="7685088" y="4151313"/>
          <p14:tracePt t="102334" x="7627938" y="4114800"/>
          <p14:tracePt t="102353" x="7526338" y="4071938"/>
          <p14:tracePt t="102370" x="7439025" y="4041775"/>
          <p14:tracePt t="102384" x="7373938" y="4005263"/>
          <p14:tracePt t="102401" x="7337425" y="4005263"/>
          <p14:tracePt t="102492" x="7329488" y="4005263"/>
          <p14:tracePt t="102502" x="7323138" y="3998913"/>
          <p14:tracePt t="102508" x="7315200" y="3998913"/>
          <p14:tracePt t="102517" x="7300913" y="3998913"/>
          <p14:tracePt t="102534" x="7278688" y="3998913"/>
          <p14:tracePt t="102551" x="7250113" y="3990975"/>
          <p14:tracePt t="102571" x="7154863" y="3954463"/>
          <p14:tracePt t="102584" x="7061200" y="3911600"/>
          <p14:tracePt t="102602" x="6996113" y="3897313"/>
          <p14:tracePt t="102620" x="6981825" y="3897313"/>
          <p14:tracePt t="102634" x="6973888" y="3889375"/>
          <p14:tracePt t="102845" x="6973888" y="3897313"/>
          <p14:tracePt t="102852" x="6959600" y="3911600"/>
          <p14:tracePt t="102857" x="6945313" y="3933825"/>
          <p14:tracePt t="102867" x="6945313" y="3948113"/>
          <p14:tracePt t="102884" x="6916738" y="3998913"/>
          <p14:tracePt t="102900" x="6886575" y="4035425"/>
          <p14:tracePt t="102918" x="6835775" y="4092575"/>
          <p14:tracePt t="102934" x="6821488" y="4122738"/>
          <p14:tracePt t="102942" x="6807200" y="4137025"/>
          <p14:tracePt t="102952" x="6799263" y="4151313"/>
          <p14:tracePt t="102969" x="6792913" y="4173538"/>
          <p14:tracePt t="102984" x="6778625" y="4187825"/>
          <p14:tracePt t="103001" x="6770688" y="4194175"/>
          <p14:tracePt t="103018" x="6770688" y="4208463"/>
          <p14:tracePt t="103034" x="6756400" y="4224338"/>
          <p14:tracePt t="103051" x="6742113" y="4244975"/>
          <p14:tracePt t="103069" x="6734175" y="4252913"/>
          <p14:tracePt t="103084" x="6705600" y="4275138"/>
          <p14:tracePt t="103103" x="6697663" y="4289425"/>
          <p14:tracePt t="103119" x="6691313" y="4295775"/>
          <p14:tracePt t="103134" x="6683375" y="4318000"/>
          <p14:tracePt t="103151" x="6677025" y="4318000"/>
          <p14:tracePt t="103168" x="6669088" y="4325938"/>
          <p14:tracePt t="103185" x="6662738" y="4332288"/>
          <p14:tracePt t="103201" x="6654800" y="4340225"/>
          <p14:tracePt t="103218" x="6640513" y="4354513"/>
          <p14:tracePt t="103261" x="6632575" y="4360863"/>
          <p14:tracePt t="103293" x="6626225" y="4360863"/>
          <p14:tracePt t="103310" x="6618288" y="4360863"/>
          <p14:tracePt t="103325" x="6604000" y="4368800"/>
          <p14:tracePt t="103350" x="6596063" y="4368800"/>
          <p14:tracePt t="103361" x="6553200" y="4368800"/>
          <p14:tracePt t="103372" x="6530975" y="4368800"/>
          <p14:tracePt t="103384" x="6494463" y="4383088"/>
          <p14:tracePt t="103401" x="6480175" y="4383088"/>
          <p14:tracePt t="103418" x="6465888" y="4391025"/>
          <p14:tracePt t="103434" x="6437313" y="4391025"/>
          <p14:tracePt t="103442" x="6423025" y="4391025"/>
          <p14:tracePt t="103451" x="6415088" y="4391025"/>
          <p14:tracePt t="103468" x="6357938" y="4391025"/>
          <p14:tracePt t="103485" x="6270625" y="4391025"/>
          <p14:tracePt t="103501" x="6161088" y="4391025"/>
          <p14:tracePt t="103519" x="6045200" y="4391025"/>
          <p14:tracePt t="103535" x="5900738" y="4391025"/>
          <p14:tracePt t="103552" x="5675313" y="4391025"/>
          <p14:tracePt t="103568" x="5514975" y="4391025"/>
          <p14:tracePt t="103584" x="5348288" y="4391025"/>
          <p14:tracePt t="103604" x="5195888" y="4391025"/>
          <p14:tracePt t="103620" x="5057775" y="4405313"/>
          <p14:tracePt t="103634" x="4978400" y="4419600"/>
          <p14:tracePt t="103651" x="4884738" y="4419600"/>
          <p14:tracePt t="103668" x="4803775" y="4419600"/>
          <p14:tracePt t="103685" x="4716463" y="4419600"/>
          <p14:tracePt t="103701" x="4645025" y="4419600"/>
          <p14:tracePt t="103718" x="4600575" y="4419600"/>
          <p14:tracePt t="103735" x="4594225" y="4419600"/>
          <p14:tracePt t="104630" x="4586288" y="4419600"/>
          <p14:tracePt t="104641" x="4572000" y="4419600"/>
          <p14:tracePt t="104651" x="4564063" y="4419600"/>
          <p14:tracePt t="104668" x="4513263" y="4419600"/>
          <p14:tracePt t="104685" x="4405313" y="4419600"/>
          <p14:tracePt t="104701" x="4244975" y="4419600"/>
          <p14:tracePt t="104719" x="4106863" y="4419600"/>
          <p14:tracePt t="104735" x="4013200" y="4419600"/>
          <p14:tracePt t="104752" x="3933825" y="4411663"/>
          <p14:tracePt t="104770" x="3897313" y="4405313"/>
          <p14:tracePt t="104785" x="3889375" y="4405313"/>
          <p14:tracePt t="104802" x="3875088" y="4405313"/>
          <p14:tracePt t="104821" x="3868738" y="4405313"/>
          <p14:tracePt t="104835" x="3846513" y="4405313"/>
          <p14:tracePt t="104852" x="3817938" y="4383088"/>
          <p14:tracePt t="104871" x="3751263" y="4346575"/>
          <p14:tracePt t="104885" x="3649663" y="4267200"/>
          <p14:tracePt t="104901" x="3505200" y="4143375"/>
          <p14:tracePt t="104918" x="3279775" y="3962400"/>
          <p14:tracePt t="104935" x="3048000" y="3759200"/>
          <p14:tracePt t="104942" x="2938463" y="3657600"/>
          <p14:tracePt t="104952" x="2757488" y="3497263"/>
          <p14:tracePt t="104969" x="2641600" y="3330575"/>
          <p14:tracePt t="104985" x="2554288" y="3113088"/>
          <p14:tracePt t="105002" x="2481263" y="2881313"/>
          <p14:tracePt t="105020" x="2460625" y="2728913"/>
          <p14:tracePt t="105035" x="2460625" y="2678113"/>
          <p14:tracePt t="105052" x="2474913" y="2649538"/>
          <p14:tracePt t="105135" x="2474913" y="2641600"/>
          <p14:tracePt t="105157" x="2474913" y="2633663"/>
          <p14:tracePt t="105229" x="2466975" y="2641600"/>
          <p14:tracePt t="105246" x="2460625" y="2641600"/>
          <p14:tracePt t="105256" x="2387600" y="2649538"/>
          <p14:tracePt t="105269" x="2336800" y="2663825"/>
          <p14:tracePt t="105285" x="2249488" y="2663825"/>
          <p14:tracePt t="105302" x="2170113" y="2663825"/>
          <p14:tracePt t="105318" x="2097088" y="2663825"/>
          <p14:tracePt t="105335" x="2017713" y="2663825"/>
          <p14:tracePt t="105351" x="1916113" y="2663825"/>
          <p14:tracePt t="105370" x="1770063" y="2663825"/>
          <p14:tracePt t="105385" x="1676400" y="2663825"/>
          <p14:tracePt t="105401" x="1603375" y="2663825"/>
          <p14:tracePt t="105418" x="1531938" y="2663825"/>
          <p14:tracePt t="105435" x="1465263" y="2641600"/>
          <p14:tracePt t="105451" x="1422400" y="2633663"/>
          <p14:tracePt t="105469" x="1400175" y="2633663"/>
          <p14:tracePt t="105485" x="1371600" y="2627313"/>
          <p14:tracePt t="105501" x="1320800" y="2627313"/>
          <p14:tracePt t="105518" x="1277938" y="2605088"/>
          <p14:tracePt t="105535" x="1211263" y="2590800"/>
          <p14:tracePt t="105552" x="1117600" y="2568575"/>
          <p14:tracePt t="105569" x="1074738" y="2554288"/>
          <p14:tracePt t="105585" x="1052513" y="2540000"/>
          <p14:tracePt t="105601" x="1044575" y="2540000"/>
          <p14:tracePt t="105618" x="1038225" y="2525713"/>
          <p14:tracePt t="105635" x="1023938" y="2517775"/>
          <p14:tracePt t="105651" x="1023938" y="2503488"/>
          <p14:tracePt t="105669" x="1016000" y="2474913"/>
          <p14:tracePt t="105685" x="1016000" y="2446338"/>
          <p14:tracePt t="105701" x="1008063" y="2424113"/>
          <p14:tracePt t="105718" x="1008063" y="2409825"/>
          <p14:tracePt t="105735" x="1008063" y="2401888"/>
          <p14:tracePt t="105751" x="1008063" y="2387600"/>
          <p14:tracePt t="105768" x="1016000" y="2379663"/>
          <p14:tracePt t="105785" x="1030288" y="2365375"/>
          <p14:tracePt t="105801" x="1074738" y="2351088"/>
          <p14:tracePt t="105818" x="1103313" y="2328863"/>
          <p14:tracePt t="105835" x="1160463" y="2308225"/>
          <p14:tracePt t="105851" x="1219200" y="2286000"/>
          <p14:tracePt t="105870" x="1298575" y="2263775"/>
          <p14:tracePt t="105885" x="1400175" y="2227263"/>
          <p14:tracePt t="105902" x="1516063" y="2198688"/>
          <p14:tracePt t="105918" x="1611313" y="2176463"/>
          <p14:tracePt t="105935" x="1654175" y="2170113"/>
          <p14:tracePt t="105938" x="1676400" y="2170113"/>
          <p14:tracePt t="105951" x="1690688" y="2170113"/>
          <p14:tracePt t="105969" x="1719263" y="2170113"/>
          <p14:tracePt t="105985" x="1755775" y="2170113"/>
          <p14:tracePt t="106002" x="1814513" y="2170113"/>
          <p14:tracePt t="106018" x="1908175" y="2170113"/>
          <p14:tracePt t="106035" x="2009775" y="2170113"/>
          <p14:tracePt t="106051" x="2125663" y="2170113"/>
          <p14:tracePt t="106068" x="2235200" y="2170113"/>
          <p14:tracePt t="106085" x="2351088" y="2170113"/>
          <p14:tracePt t="106102" x="2452688" y="2170113"/>
          <p14:tracePt t="106120" x="2598738" y="2170113"/>
          <p14:tracePt t="106135" x="2633663" y="2170113"/>
          <p14:tracePt t="106152" x="2714625" y="2170113"/>
          <p14:tracePt t="106168" x="2844800" y="2170113"/>
          <p14:tracePt t="106185" x="2932113" y="2170113"/>
          <p14:tracePt t="106202" x="3040063" y="2170113"/>
          <p14:tracePt t="106218" x="3163888" y="2170113"/>
          <p14:tracePt t="106235" x="3273425" y="2170113"/>
          <p14:tracePt t="106252" x="3367088" y="2176463"/>
          <p14:tracePt t="106268" x="3446463" y="2198688"/>
          <p14:tracePt t="106285" x="3490913" y="2198688"/>
          <p14:tracePt t="106302" x="3527425" y="2206625"/>
          <p14:tracePt t="106318" x="3548063" y="2212975"/>
          <p14:tracePt t="106335" x="3570288" y="2220913"/>
          <p14:tracePt t="106352" x="3598863" y="2227263"/>
          <p14:tracePt t="106370" x="3614738" y="2243138"/>
          <p14:tracePt t="106385" x="3635375" y="2257425"/>
          <p14:tracePt t="106402" x="3657600" y="2271713"/>
          <p14:tracePt t="106418" x="3665538" y="2278063"/>
          <p14:tracePt t="106435" x="3686175" y="2286000"/>
          <p14:tracePt t="106451" x="3708400" y="2300288"/>
          <p14:tracePt t="106468" x="3708400" y="2308225"/>
          <p14:tracePt t="106502" x="3722688" y="2314575"/>
          <p14:tracePt t="106537" x="3730625" y="2314575"/>
          <p14:tracePt t="107516" x="3730625" y="2322513"/>
          <p14:tracePt t="107624" x="3730625" y="2328863"/>
          <p14:tracePt t="107643" x="3730625" y="2344738"/>
          <p14:tracePt t="107670" x="3722688" y="2344738"/>
          <p14:tracePt t="107676" x="3722688" y="2359025"/>
          <p14:tracePt t="107693" x="3708400" y="2373313"/>
          <p14:tracePt t="107702" x="3700463" y="2387600"/>
          <p14:tracePt t="107719" x="3679825" y="2416175"/>
          <p14:tracePt t="107738" x="3657600" y="2452688"/>
          <p14:tracePt t="107752" x="3649663" y="2460625"/>
          <p14:tracePt t="107770" x="3635375" y="2474913"/>
          <p14:tracePt t="107786" x="3629025" y="2481263"/>
          <p14:tracePt t="107803" x="3629025" y="2489200"/>
          <p14:tracePt t="107819" x="3614738" y="2503488"/>
          <p14:tracePt t="107836" x="3606800" y="2511425"/>
          <p14:tracePt t="107884" x="3592513" y="2511425"/>
          <p14:tracePt t="107917" x="3584575" y="2511425"/>
          <p14:tracePt t="107926" x="3570288" y="2511425"/>
          <p14:tracePt t="107939" x="3541713" y="2511425"/>
          <p14:tracePt t="107952" x="3476625" y="2511425"/>
          <p14:tracePt t="107970" x="3403600" y="2511425"/>
          <p14:tracePt t="107986" x="3344863" y="2511425"/>
          <p14:tracePt t="108002" x="3287713" y="2497138"/>
          <p14:tracePt t="108019" x="3251200" y="2474913"/>
          <p14:tracePt t="108036" x="3208338" y="2438400"/>
          <p14:tracePt t="108053" x="3157538" y="2395538"/>
          <p14:tracePt t="108072" x="3084513" y="2344738"/>
          <p14:tracePt t="108085" x="3062288" y="2322513"/>
          <p14:tracePt t="108102" x="3048000" y="2314575"/>
          <p14:tracePt t="108120" x="2997200" y="2314575"/>
          <p14:tracePt t="108136" x="2954338" y="2314575"/>
          <p14:tracePt t="108152" x="2881313" y="2351088"/>
          <p14:tracePt t="108169" x="2794000" y="2401888"/>
          <p14:tracePt t="108185" x="2678113" y="2489200"/>
          <p14:tracePt t="108202" x="2605088" y="2554288"/>
          <p14:tracePt t="108219" x="2532063" y="2663825"/>
          <p14:tracePt t="108236" x="2481263" y="2794000"/>
          <p14:tracePt t="108252" x="2430463" y="2924175"/>
          <p14:tracePt t="108269" x="2379663" y="3040063"/>
          <p14:tracePt t="108286" x="2336800" y="3135313"/>
          <p14:tracePt t="108302" x="2278063" y="3208338"/>
          <p14:tracePt t="108321" x="2212975" y="3302000"/>
          <p14:tracePt t="108336" x="2155825" y="3352800"/>
          <p14:tracePt t="108353" x="2105025" y="3395663"/>
          <p14:tracePt t="108370" x="2003425" y="3476625"/>
          <p14:tracePt t="108386" x="1922463" y="3533775"/>
          <p14:tracePt t="108402" x="1820863" y="3621088"/>
          <p14:tracePt t="108419" x="1749425" y="3686175"/>
          <p14:tracePt t="108436" x="1704975" y="3722688"/>
          <p14:tracePt t="108452" x="1639888" y="3773488"/>
          <p14:tracePt t="108469" x="1566863" y="3824288"/>
          <p14:tracePt t="108486" x="1473200" y="3875088"/>
          <p14:tracePt t="108503" x="1363663" y="3919538"/>
          <p14:tracePt t="108519" x="1247775" y="3962400"/>
          <p14:tracePt t="108536" x="1095375" y="4005263"/>
          <p14:tracePt t="108552" x="993775" y="4041775"/>
          <p14:tracePt t="108570" x="892175" y="4064000"/>
          <p14:tracePt t="108586" x="827088" y="4071938"/>
          <p14:tracePt t="108603" x="790575" y="4071938"/>
          <p14:tracePt t="108619" x="776288" y="4071938"/>
          <p14:tracePt t="108652" x="769938" y="4071938"/>
          <p14:tracePt t="108669" x="747713" y="4049713"/>
          <p14:tracePt t="108686" x="725488" y="4027488"/>
          <p14:tracePt t="108702" x="725488" y="4013200"/>
          <p14:tracePt t="108719" x="725488" y="3970338"/>
          <p14:tracePt t="108736" x="725488" y="3883025"/>
          <p14:tracePt t="108752" x="725488" y="3846513"/>
          <p14:tracePt t="108769" x="754063" y="3810000"/>
          <p14:tracePt t="108786" x="820738" y="3759200"/>
          <p14:tracePt t="108802" x="900113" y="3716338"/>
          <p14:tracePt t="108819" x="1052513" y="3643313"/>
          <p14:tracePt t="108836" x="1160463" y="3598863"/>
          <p14:tracePt t="108853" x="1255713" y="3584575"/>
          <p14:tracePt t="108869" x="1335088" y="3556000"/>
          <p14:tracePt t="108886" x="1400175" y="3556000"/>
          <p14:tracePt t="108902" x="1487488" y="3541713"/>
          <p14:tracePt t="108920" x="1684338" y="3541713"/>
          <p14:tracePt t="108936" x="1828800" y="3541713"/>
          <p14:tracePt t="108952" x="1973263" y="3541713"/>
          <p14:tracePt t="108969" x="2111375" y="3570288"/>
          <p14:tracePt t="108986" x="2212975" y="3592513"/>
          <p14:tracePt t="109002" x="2322513" y="3629025"/>
          <p14:tracePt t="109020" x="2446338" y="3679825"/>
          <p14:tracePt t="109036" x="2562225" y="3736975"/>
          <p14:tracePt t="109053" x="2627313" y="3773488"/>
          <p14:tracePt t="109069" x="2663825" y="3795713"/>
          <p14:tracePt t="109086" x="2684463" y="3838575"/>
          <p14:tracePt t="109103" x="2700338" y="3868738"/>
          <p14:tracePt t="109120" x="2751138" y="3970338"/>
          <p14:tracePt t="109136" x="2765425" y="4035425"/>
          <p14:tracePt t="109153" x="2786063" y="4106863"/>
          <p14:tracePt t="109169" x="2794000" y="4157663"/>
          <p14:tracePt t="109186" x="2794000" y="4194175"/>
          <p14:tracePt t="109202" x="2786063" y="4244975"/>
          <p14:tracePt t="109219" x="2779713" y="4275138"/>
          <p14:tracePt t="109236" x="2757488" y="4318000"/>
          <p14:tracePt t="109252" x="2735263" y="4332288"/>
          <p14:tracePt t="109270" x="2706688" y="4360863"/>
          <p14:tracePt t="109286" x="2684463" y="4383088"/>
          <p14:tracePt t="109302" x="2663825" y="4391025"/>
          <p14:tracePt t="109320" x="2627313" y="4411663"/>
          <p14:tracePt t="109336" x="2576513" y="4419600"/>
          <p14:tracePt t="109352" x="2517775" y="4433888"/>
          <p14:tracePt t="109371" x="2452688" y="4441825"/>
          <p14:tracePt t="109386" x="2424113" y="4448175"/>
          <p14:tracePt t="109403" x="2409825" y="4448175"/>
          <p14:tracePt t="109419" x="2395538" y="4448175"/>
          <p14:tracePt t="109453" x="2379663" y="4448175"/>
          <p14:tracePt t="109469" x="2365375" y="4448175"/>
          <p14:tracePt t="109486" x="2344738" y="4448175"/>
          <p14:tracePt t="109503" x="2322513" y="4448175"/>
          <p14:tracePt t="109520" x="2300288" y="4441825"/>
          <p14:tracePt t="109536" x="2286000" y="4441825"/>
          <p14:tracePt t="109553" x="2278063" y="4441825"/>
          <p14:tracePt t="109569" x="2271713" y="4441825"/>
          <p14:tracePt t="109586" x="2263775" y="4441825"/>
          <p14:tracePt t="109603" x="2257425" y="4433888"/>
          <p14:tracePt t="109620" x="2249488" y="4433888"/>
          <p14:tracePt t="109636" x="2243138" y="4433888"/>
          <p14:tracePt t="109653" x="2227263" y="4419600"/>
          <p14:tracePt t="109669" x="2212975" y="4419600"/>
          <p14:tracePt t="109686" x="2192338" y="4405313"/>
          <p14:tracePt t="109702" x="2162175" y="4391025"/>
          <p14:tracePt t="109720" x="2133600" y="4360863"/>
          <p14:tracePt t="109736" x="2097088" y="4318000"/>
          <p14:tracePt t="109753" x="2082800" y="4275138"/>
          <p14:tracePt t="109769" x="2074863" y="4173538"/>
          <p14:tracePt t="109786" x="2074863" y="4071938"/>
          <p14:tracePt t="109803" x="2074863" y="3962400"/>
          <p14:tracePt t="109820" x="2097088" y="3846513"/>
          <p14:tracePt t="109836" x="2170113" y="3716338"/>
          <p14:tracePt t="109853" x="2257425" y="3598863"/>
          <p14:tracePt t="109870" x="2351088" y="3490913"/>
          <p14:tracePt t="109886" x="2430463" y="3411538"/>
          <p14:tracePt t="109903" x="2489200" y="3360738"/>
          <p14:tracePt t="109920" x="2576513" y="3294063"/>
          <p14:tracePt t="109936" x="2613025" y="3287713"/>
          <p14:tracePt t="109953" x="2633663" y="3279775"/>
          <p14:tracePt t="109970" x="2663825" y="3279775"/>
          <p14:tracePt t="109986" x="2700338" y="3279775"/>
          <p14:tracePt t="110003" x="2743200" y="3279775"/>
          <p14:tracePt t="110020" x="2808288" y="3316288"/>
          <p14:tracePt t="110036" x="2909888" y="3375025"/>
          <p14:tracePt t="110053" x="3025775" y="3440113"/>
          <p14:tracePt t="110070" x="3127375" y="3505200"/>
          <p14:tracePt t="110086" x="3243263" y="3578225"/>
          <p14:tracePt t="110103" x="3352800" y="3671888"/>
          <p14:tracePt t="110120" x="3482975" y="3832225"/>
          <p14:tracePt t="110136" x="3556000" y="3948113"/>
          <p14:tracePt t="110153" x="3621088" y="4064000"/>
          <p14:tracePt t="110170" x="3649663" y="4165600"/>
          <p14:tracePt t="110186" x="3671888" y="4244975"/>
          <p14:tracePt t="110203" x="3700463" y="4346575"/>
          <p14:tracePt t="110220" x="3730625" y="4441825"/>
          <p14:tracePt t="110237" x="3759200" y="4529138"/>
          <p14:tracePt t="110253" x="3759200" y="4572000"/>
          <p14:tracePt t="110270" x="3773488" y="4608513"/>
          <p14:tracePt t="110286" x="3773488" y="4630738"/>
          <p14:tracePt t="110303" x="3781425" y="4665663"/>
          <p14:tracePt t="110320" x="3787775" y="4710113"/>
          <p14:tracePt t="110336" x="3795713" y="4738688"/>
          <p14:tracePt t="110353" x="3795713" y="4746625"/>
          <p14:tracePt t="110369" x="3795713" y="4760913"/>
          <p14:tracePt t="110386" x="3795713" y="4783138"/>
          <p14:tracePt t="110403" x="3795713" y="4803775"/>
          <p14:tracePt t="110420" x="3795713" y="4818063"/>
          <p14:tracePt t="110436" x="3795713" y="4848225"/>
          <p14:tracePt t="110440" x="3795713" y="4854575"/>
          <p14:tracePt t="110453" x="3795713" y="4862513"/>
          <p14:tracePt t="110470" x="3795713" y="4876800"/>
          <p14:tracePt t="110486" x="3795713" y="4899025"/>
          <p14:tracePt t="110503" x="3795713" y="4927600"/>
          <p14:tracePt t="110520" x="3795713" y="4941888"/>
          <p14:tracePt t="110536" x="3795713" y="4964113"/>
          <p14:tracePt t="110553" x="3795713" y="4986338"/>
          <p14:tracePt t="110570" x="3795713" y="4992688"/>
          <p14:tracePt t="110586" x="3795713" y="5014913"/>
          <p14:tracePt t="110603" x="3795713" y="5021263"/>
          <p14:tracePt t="110620" x="3795713" y="5037138"/>
          <p14:tracePt t="110636" x="3787775" y="5057775"/>
          <p14:tracePt t="110653" x="3773488" y="5080000"/>
          <p14:tracePt t="110670" x="3759200" y="5102225"/>
          <p14:tracePt t="110687" x="3744913" y="5116513"/>
          <p14:tracePt t="110703" x="3716338" y="5138738"/>
          <p14:tracePt t="110720" x="3657600" y="5167313"/>
          <p14:tracePt t="110736" x="3621088" y="5195888"/>
          <p14:tracePt t="110753" x="3563938" y="5218113"/>
          <p14:tracePt t="110770" x="3497263" y="5254625"/>
          <p14:tracePt t="110786" x="3411538" y="5305425"/>
          <p14:tracePt t="110803" x="3352800" y="5334000"/>
          <p14:tracePt t="110821" x="3287713" y="5362575"/>
          <p14:tracePt t="110836" x="3228975" y="5384800"/>
          <p14:tracePt t="110853" x="3186113" y="5413375"/>
          <p14:tracePt t="110870" x="3135313" y="5427663"/>
          <p14:tracePt t="110887" x="3106738" y="5443538"/>
          <p14:tracePt t="110904" x="3070225" y="5464175"/>
          <p14:tracePt t="110920" x="3055938" y="5478463"/>
          <p14:tracePt t="110937" x="3033713" y="5494338"/>
          <p14:tracePt t="110953" x="3019425" y="5500688"/>
          <p14:tracePt t="110970" x="3005138" y="5514975"/>
          <p14:tracePt t="110986" x="2997200" y="5514975"/>
          <p14:tracePt t="111003" x="2974975" y="5537200"/>
          <p14:tracePt t="111020" x="2954338" y="5545138"/>
          <p14:tracePt t="111036" x="2924175" y="5565775"/>
          <p14:tracePt t="111053" x="2881313" y="5595938"/>
          <p14:tracePt t="111070" x="2852738" y="5610225"/>
          <p14:tracePt t="111086" x="2794000" y="5630863"/>
          <p14:tracePt t="111104" x="2684463" y="5667375"/>
          <p14:tracePt t="111120" x="2605088" y="5675313"/>
          <p14:tracePt t="111137" x="2517775" y="5675313"/>
          <p14:tracePt t="111153" x="2430463" y="5675313"/>
          <p14:tracePt t="111170" x="2322513" y="5675313"/>
          <p14:tracePt t="111187" x="2206625" y="5675313"/>
          <p14:tracePt t="111203" x="2111375" y="5675313"/>
          <p14:tracePt t="111220" x="2003425" y="5675313"/>
          <p14:tracePt t="111236" x="1887538" y="5675313"/>
          <p14:tracePt t="111253" x="1792288" y="5675313"/>
          <p14:tracePt t="111270" x="1684338" y="5661025"/>
          <p14:tracePt t="111287" x="1566863" y="5638800"/>
          <p14:tracePt t="111305" x="1422400" y="5616575"/>
          <p14:tracePt t="111321" x="1328738" y="5602288"/>
          <p14:tracePt t="111337" x="1233488" y="5573713"/>
          <p14:tracePt t="111353" x="1154113" y="5545138"/>
          <p14:tracePt t="111371" x="1074738" y="5522913"/>
          <p14:tracePt t="111386" x="1008063" y="5500688"/>
          <p14:tracePt t="111403" x="950913" y="5478463"/>
          <p14:tracePt t="111420" x="900113" y="5464175"/>
          <p14:tracePt t="111436" x="871538" y="5449888"/>
          <p14:tracePt t="111440" x="855663" y="5443538"/>
          <p14:tracePt t="111453" x="841375" y="5443538"/>
          <p14:tracePt t="111470" x="812800" y="5421313"/>
          <p14:tracePt t="111486" x="776288" y="5399088"/>
          <p14:tracePt t="111504" x="739775" y="5376863"/>
          <p14:tracePt t="111520" x="719138" y="5362575"/>
          <p14:tracePt t="111537" x="688975" y="5334000"/>
          <p14:tracePt t="111555" x="668338" y="5305425"/>
          <p14:tracePt t="111570" x="652463" y="5254625"/>
          <p14:tracePt t="111587" x="631825" y="5203825"/>
          <p14:tracePt t="111603" x="601663" y="5122863"/>
          <p14:tracePt t="111620" x="595313" y="5072063"/>
          <p14:tracePt t="111637" x="587375" y="5029200"/>
          <p14:tracePt t="111653" x="587375" y="4992688"/>
          <p14:tracePt t="111670" x="587375" y="4949825"/>
          <p14:tracePt t="111687" x="587375" y="4913313"/>
          <p14:tracePt t="111704" x="595313" y="4862513"/>
          <p14:tracePt t="111720" x="609600" y="4840288"/>
          <p14:tracePt t="111737" x="617538" y="4811713"/>
          <p14:tracePt t="111754" x="623888" y="4797425"/>
          <p14:tracePt t="111770" x="638175" y="4775200"/>
          <p14:tracePt t="111787" x="638175" y="4760913"/>
          <p14:tracePt t="111804" x="652463" y="4738688"/>
          <p14:tracePt t="111820" x="668338" y="4732338"/>
          <p14:tracePt t="111837" x="668338" y="4710113"/>
          <p14:tracePt t="111853" x="682625" y="4695825"/>
          <p14:tracePt t="111870" x="688975" y="4687888"/>
          <p14:tracePt t="111887" x="696913" y="4687888"/>
          <p14:tracePt t="111903" x="703263" y="4673600"/>
          <p14:tracePt t="111920" x="711200" y="4665663"/>
          <p14:tracePt t="111937" x="719138" y="4665663"/>
          <p14:tracePt t="111953" x="719138" y="4659313"/>
          <p14:tracePt t="111970" x="725488" y="4659313"/>
          <p14:tracePt t="111987" x="733425" y="4651375"/>
          <p14:tracePt t="112011" x="739775" y="4645025"/>
          <p14:tracePt t="112020" x="747713" y="4645025"/>
          <p14:tracePt t="112058" x="747713" y="4637088"/>
          <p14:tracePt t="112082" x="754063" y="4637088"/>
          <p14:tracePt t="112131" x="762000" y="4637088"/>
          <p14:tracePt t="112597" x="776288" y="4614863"/>
          <p14:tracePt t="112613" x="798513" y="4614863"/>
          <p14:tracePt t="112623" x="835025" y="4594225"/>
          <p14:tracePt t="112629" x="849313" y="4586288"/>
          <p14:tracePt t="112637" x="877888" y="4572000"/>
          <p14:tracePt t="112654" x="928688" y="4549775"/>
          <p14:tracePt t="112670" x="993775" y="4529138"/>
          <p14:tracePt t="112688" x="1058863" y="4521200"/>
          <p14:tracePt t="112705" x="1125538" y="4513263"/>
          <p14:tracePt t="112720" x="1204913" y="4498975"/>
          <p14:tracePt t="112737" x="1312863" y="4492625"/>
          <p14:tracePt t="112753" x="1422400" y="4492625"/>
          <p14:tracePt t="112770" x="1538288" y="4492625"/>
          <p14:tracePt t="112787" x="1662113" y="4492625"/>
          <p14:tracePt t="112804" x="1785938" y="4492625"/>
          <p14:tracePt t="112821" x="1930400" y="4492625"/>
          <p14:tracePt t="112837" x="2082800" y="4492625"/>
          <p14:tracePt t="112854" x="2249488" y="4492625"/>
          <p14:tracePt t="112870" x="2430463" y="4492625"/>
          <p14:tracePt t="112887" x="2613025" y="4492625"/>
          <p14:tracePt t="112904" x="2836863" y="4492625"/>
          <p14:tracePt t="112920" x="2954338" y="4492625"/>
          <p14:tracePt t="112937" x="3062288" y="4492625"/>
          <p14:tracePt t="112954" x="3157538" y="4492625"/>
          <p14:tracePt t="112970" x="3259138" y="4498975"/>
          <p14:tracePt t="112987" x="3360738" y="4513263"/>
          <p14:tracePt t="113004" x="3446463" y="4529138"/>
          <p14:tracePt t="113020" x="3541713" y="4543425"/>
          <p14:tracePt t="113037" x="3584575" y="4557713"/>
          <p14:tracePt t="113054" x="3621088" y="4572000"/>
          <p14:tracePt t="113071" x="3649663" y="4594225"/>
          <p14:tracePt t="113088" x="3722688" y="4630738"/>
          <p14:tracePt t="113104" x="3781425" y="4681538"/>
          <p14:tracePt t="113120" x="3846513" y="4724400"/>
          <p14:tracePt t="113137" x="3897313" y="4789488"/>
          <p14:tracePt t="113154" x="3919538" y="4840288"/>
          <p14:tracePt t="113171" x="3940175" y="4884738"/>
          <p14:tracePt t="113187" x="3954463" y="4935538"/>
          <p14:tracePt t="113204" x="3976688" y="5006975"/>
          <p14:tracePt t="113221" x="3976688" y="5072063"/>
          <p14:tracePt t="113237" x="3984625" y="5130800"/>
          <p14:tracePt t="113254" x="3984625" y="5189538"/>
          <p14:tracePt t="113271" x="3984625" y="5240338"/>
          <p14:tracePt t="113287" x="3948113" y="5319713"/>
          <p14:tracePt t="113304" x="3903663" y="5376863"/>
          <p14:tracePt t="113320" x="3868738" y="5421313"/>
          <p14:tracePt t="113337" x="3832225" y="5457825"/>
          <p14:tracePt t="113354" x="3787775" y="5486400"/>
          <p14:tracePt t="113370" x="3759200" y="5508625"/>
          <p14:tracePt t="113387" x="3730625" y="5522913"/>
          <p14:tracePt t="113404" x="3716338" y="5545138"/>
          <p14:tracePt t="113421" x="3686175" y="5551488"/>
          <p14:tracePt t="113438" x="3657600" y="5573713"/>
          <p14:tracePt t="113442" x="3635375" y="5580063"/>
          <p14:tracePt t="113454" x="3621088" y="5588000"/>
          <p14:tracePt t="113470" x="3606800" y="5602288"/>
          <p14:tracePt t="113488" x="3563938" y="5616575"/>
          <p14:tracePt t="113504" x="3527425" y="5630863"/>
          <p14:tracePt t="113521" x="3497263" y="5646738"/>
          <p14:tracePt t="113537" x="3482975" y="5653088"/>
          <p14:tracePt t="113554" x="3446463" y="5667375"/>
          <p14:tracePt t="113571" x="3432175" y="5675313"/>
          <p14:tracePt t="113588" x="3403600" y="5681663"/>
          <p14:tracePt t="113604" x="3360738" y="5703888"/>
          <p14:tracePt t="113621" x="3324225" y="5711825"/>
          <p14:tracePt t="113637" x="3302000" y="5726113"/>
          <p14:tracePt t="113654" x="3265488" y="5732463"/>
          <p14:tracePt t="113671" x="3222625" y="5754688"/>
          <p14:tracePt t="113688" x="3157538" y="5762625"/>
          <p14:tracePt t="113704" x="3127375" y="5776913"/>
          <p14:tracePt t="113721" x="3076575" y="5783263"/>
          <p14:tracePt t="113737" x="3033713" y="5791200"/>
          <p14:tracePt t="113754" x="2974975" y="5799138"/>
          <p14:tracePt t="113771" x="2924175" y="5813425"/>
          <p14:tracePt t="113787" x="2859088" y="5819775"/>
          <p14:tracePt t="113804" x="2801938" y="5827713"/>
          <p14:tracePt t="113821" x="2728913" y="5842000"/>
          <p14:tracePt t="113838" x="2655888" y="5842000"/>
          <p14:tracePt t="113854" x="2576513" y="5849938"/>
          <p14:tracePt t="113871" x="2511425" y="5849938"/>
          <p14:tracePt t="113888" x="2379663" y="5849938"/>
          <p14:tracePt t="113904" x="2300288" y="5849938"/>
          <p14:tracePt t="113921" x="2235200" y="5849938"/>
          <p14:tracePt t="113937" x="2125663" y="5849938"/>
          <p14:tracePt t="113954" x="2032000" y="5849938"/>
          <p14:tracePt t="113971" x="1922463" y="5849938"/>
          <p14:tracePt t="113987" x="1820863" y="5842000"/>
          <p14:tracePt t="114004" x="1741488" y="5827713"/>
          <p14:tracePt t="114021" x="1647825" y="5813425"/>
          <p14:tracePt t="114037" x="1566863" y="5799138"/>
          <p14:tracePt t="114054" x="1481138" y="5783263"/>
          <p14:tracePt t="114071" x="1393825" y="5762625"/>
          <p14:tracePt t="114089" x="1306513" y="5703888"/>
          <p14:tracePt t="114104" x="1247775" y="5675313"/>
          <p14:tracePt t="114121" x="1196975" y="5646738"/>
          <p14:tracePt t="114137" x="1146175" y="5624513"/>
          <p14:tracePt t="114154" x="1109663" y="5595938"/>
          <p14:tracePt t="114171" x="1066800" y="5565775"/>
          <p14:tracePt t="114188" x="1030288" y="5522913"/>
          <p14:tracePt t="114204" x="1008063" y="5486400"/>
          <p14:tracePt t="114221" x="987425" y="5464175"/>
          <p14:tracePt t="114238" x="973138" y="5457825"/>
          <p14:tracePt t="114254" x="950913" y="5435600"/>
          <p14:tracePt t="114271" x="936625" y="5421313"/>
          <p14:tracePt t="114289" x="914400" y="5384800"/>
          <p14:tracePt t="114305" x="900113" y="5348288"/>
          <p14:tracePt t="114321" x="871538" y="5305425"/>
          <p14:tracePt t="114338" x="849313" y="5254625"/>
          <p14:tracePt t="114354" x="812800" y="5195888"/>
          <p14:tracePt t="114371" x="784225" y="5145088"/>
          <p14:tracePt t="114387" x="776288" y="5108575"/>
          <p14:tracePt t="114404" x="762000" y="5080000"/>
          <p14:tracePt t="114421" x="754063" y="5037138"/>
          <p14:tracePt t="114438" x="754063" y="5000625"/>
          <p14:tracePt t="114441" x="754063" y="4970463"/>
          <p14:tracePt t="114454" x="754063" y="4964113"/>
          <p14:tracePt t="114471" x="754063" y="4919663"/>
          <p14:tracePt t="114488" x="754063" y="4868863"/>
          <p14:tracePt t="114504" x="754063" y="4826000"/>
          <p14:tracePt t="114521" x="762000" y="4803775"/>
          <p14:tracePt t="114538" x="784225" y="4767263"/>
          <p14:tracePt t="114556" x="790575" y="4752975"/>
          <p14:tracePt t="114571" x="798513" y="4738688"/>
          <p14:tracePt t="114587" x="804863" y="4724400"/>
          <p14:tracePt t="114604" x="812800" y="4716463"/>
          <p14:tracePt t="114621" x="820738" y="4702175"/>
          <p14:tracePt t="114638" x="835025" y="4695825"/>
          <p14:tracePt t="114654" x="841375" y="4687888"/>
          <p14:tracePt t="114671" x="849313" y="4673600"/>
          <p14:tracePt t="114688" x="863600" y="4665663"/>
          <p14:tracePt t="114704" x="877888" y="4651375"/>
          <p14:tracePt t="114721" x="892175" y="4637088"/>
          <p14:tracePt t="114738" x="900113" y="4630738"/>
          <p14:tracePt t="114754" x="914400" y="4614863"/>
          <p14:tracePt t="114771" x="922338" y="4608513"/>
          <p14:tracePt t="114788" x="928688" y="4608513"/>
          <p14:tracePt t="114821" x="942975" y="4594225"/>
          <p14:tracePt t="114876" x="950913" y="4594225"/>
          <p14:tracePt t="114910" x="957263" y="4586288"/>
          <p14:tracePt t="114940" x="973138" y="4579938"/>
          <p14:tracePt t="114964" x="987425" y="4572000"/>
          <p14:tracePt t="114982" x="993775" y="4572000"/>
          <p14:tracePt t="114988" x="1001713" y="4564063"/>
          <p14:tracePt t="114997" x="1008063" y="4564063"/>
          <p14:tracePt t="115004" x="1016000" y="4564063"/>
          <p14:tracePt t="115021" x="1038225" y="4564063"/>
          <p14:tracePt t="115038" x="1052513" y="4557713"/>
          <p14:tracePt t="115055" x="1089025" y="4543425"/>
          <p14:tracePt t="115071" x="1131888" y="4535488"/>
          <p14:tracePt t="115088" x="1211263" y="4529138"/>
          <p14:tracePt t="115105" x="1277938" y="4513263"/>
          <p14:tracePt t="115121" x="1335088" y="4513263"/>
          <p14:tracePt t="115138" x="1393825" y="4506913"/>
          <p14:tracePt t="115155" x="1450975" y="4506913"/>
          <p14:tracePt t="115171" x="1524000" y="4506913"/>
          <p14:tracePt t="115188" x="1597025" y="4498975"/>
          <p14:tracePt t="115204" x="1684338" y="4498975"/>
          <p14:tracePt t="115221" x="1778000" y="4498975"/>
          <p14:tracePt t="115238" x="1871663" y="4498975"/>
          <p14:tracePt t="115255" x="1989138" y="4498975"/>
          <p14:tracePt t="115272" x="2162175" y="4498975"/>
          <p14:tracePt t="115288" x="2227263" y="4498975"/>
          <p14:tracePt t="115305" x="2401888" y="4498975"/>
          <p14:tracePt t="115321" x="2503488" y="4498975"/>
          <p14:tracePt t="115339" x="2576513" y="4498975"/>
          <p14:tracePt t="115355" x="2678113" y="4498975"/>
          <p14:tracePt t="115371" x="2757488" y="4498975"/>
          <p14:tracePt t="115388" x="2852738" y="4498975"/>
          <p14:tracePt t="115405" x="2938463" y="4498975"/>
          <p14:tracePt t="115421" x="3011488" y="4498975"/>
          <p14:tracePt t="115438" x="3070225" y="4498975"/>
          <p14:tracePt t="115442" x="3113088" y="4498975"/>
          <p14:tracePt t="115454" x="3141663" y="4498975"/>
          <p14:tracePt t="115472" x="3273425" y="4506913"/>
          <p14:tracePt t="115488" x="3352800" y="4521200"/>
          <p14:tracePt t="115505" x="3462338" y="4529138"/>
          <p14:tracePt t="115521" x="3556000" y="4549775"/>
          <p14:tracePt t="115538" x="3621088" y="4557713"/>
          <p14:tracePt t="115555" x="3694113" y="4579938"/>
          <p14:tracePt t="115572" x="3787775" y="4600575"/>
          <p14:tracePt t="115588" x="3875088" y="4637088"/>
          <p14:tracePt t="115605" x="3962400" y="4687888"/>
          <p14:tracePt t="115621" x="4035425" y="4732338"/>
          <p14:tracePt t="115638" x="4086225" y="4797425"/>
          <p14:tracePt t="115654" x="4106863" y="4826000"/>
          <p14:tracePt t="115672" x="4137025" y="4905375"/>
          <p14:tracePt t="115688" x="4151313" y="4956175"/>
          <p14:tracePt t="115705" x="4173538" y="5043488"/>
          <p14:tracePt t="115721" x="4179888" y="5108575"/>
          <p14:tracePt t="115738" x="4179888" y="5189538"/>
          <p14:tracePt t="115755" x="4179888" y="5246688"/>
          <p14:tracePt t="115771" x="4173538" y="5311775"/>
          <p14:tracePt t="115788" x="4157663" y="5376863"/>
          <p14:tracePt t="115805" x="4122738" y="5443538"/>
          <p14:tracePt t="115823" x="4092575" y="5508625"/>
          <p14:tracePt t="115838" x="4049713" y="5559425"/>
          <p14:tracePt t="115856" x="3970338" y="5646738"/>
          <p14:tracePt t="115872" x="3933825" y="5681663"/>
          <p14:tracePt t="115888" x="3883025" y="5718175"/>
          <p14:tracePt t="115905" x="3810000" y="5762625"/>
          <p14:tracePt t="115921" x="3730625" y="5799138"/>
          <p14:tracePt t="115938" x="3621088" y="5834063"/>
          <p14:tracePt t="115954" x="3513138" y="5864225"/>
          <p14:tracePt t="115971" x="3395663" y="5884863"/>
          <p14:tracePt t="115988" x="3236913" y="5900738"/>
          <p14:tracePt t="116005" x="3090863" y="5921375"/>
          <p14:tracePt t="116022" x="2938463" y="5929313"/>
          <p14:tracePt t="116038" x="2808288" y="5929313"/>
          <p14:tracePt t="116055" x="2678113" y="5929313"/>
          <p14:tracePt t="116072" x="2416175" y="5929313"/>
          <p14:tracePt t="116089" x="2243138" y="5929313"/>
          <p14:tracePt t="116105" x="2090738" y="5929313"/>
          <p14:tracePt t="116121" x="1944688" y="5929313"/>
          <p14:tracePt t="116138" x="1778000" y="5915025"/>
          <p14:tracePt t="116155" x="1617663" y="5884863"/>
          <p14:tracePt t="116171" x="1473200" y="5842000"/>
          <p14:tracePt t="116188" x="1328738" y="5799138"/>
          <p14:tracePt t="116205" x="1211263" y="5768975"/>
          <p14:tracePt t="116222" x="1131888" y="5732463"/>
          <p14:tracePt t="116238" x="1074738" y="5703888"/>
          <p14:tracePt t="116255" x="1038225" y="5675313"/>
          <p14:tracePt t="116272" x="1016000" y="5661025"/>
          <p14:tracePt t="116288" x="973138" y="5616575"/>
          <p14:tracePt t="116305" x="936625" y="5588000"/>
          <p14:tracePt t="116322" x="914400" y="5559425"/>
          <p14:tracePt t="116339" x="892175" y="5537200"/>
          <p14:tracePt t="116355" x="871538" y="5494338"/>
          <p14:tracePt t="116371" x="841375" y="5457825"/>
          <p14:tracePt t="116388" x="820738" y="5413375"/>
          <p14:tracePt t="116405" x="790575" y="5348288"/>
          <p14:tracePt t="116422" x="784225" y="5305425"/>
          <p14:tracePt t="116438" x="776288" y="5254625"/>
          <p14:tracePt t="116442" x="769938" y="5224463"/>
          <p14:tracePt t="116455" x="769938" y="5203825"/>
          <p14:tracePt t="116472" x="747713" y="5130800"/>
          <p14:tracePt t="116489" x="733425" y="5094288"/>
          <p14:tracePt t="116505" x="725488" y="5043488"/>
          <p14:tracePt t="116521" x="725488" y="5014913"/>
          <p14:tracePt t="116539" x="725488" y="4986338"/>
          <p14:tracePt t="116555" x="725488" y="4949825"/>
          <p14:tracePt t="116572" x="725488" y="4913313"/>
          <p14:tracePt t="116588" x="733425" y="4862513"/>
          <p14:tracePt t="116605" x="747713" y="4818063"/>
          <p14:tracePt t="116621" x="769938" y="4789488"/>
          <p14:tracePt t="116639" x="784225" y="4752975"/>
          <p14:tracePt t="116655" x="798513" y="4724400"/>
          <p14:tracePt t="116673" x="827088" y="4695825"/>
          <p14:tracePt t="116688" x="849313" y="4673600"/>
          <p14:tracePt t="116705" x="877888" y="4637088"/>
          <p14:tracePt t="116722" x="914400" y="4622800"/>
          <p14:tracePt t="116738" x="950913" y="4608513"/>
          <p14:tracePt t="116755" x="1016000" y="4579938"/>
          <p14:tracePt t="116772" x="1066800" y="4572000"/>
          <p14:tracePt t="116789" x="1125538" y="4549775"/>
          <p14:tracePt t="116805" x="1168400" y="4535488"/>
          <p14:tracePt t="116822" x="1219200" y="4535488"/>
          <p14:tracePt t="116838" x="1277938" y="4521200"/>
          <p14:tracePt t="116855" x="1328738" y="4513263"/>
          <p14:tracePt t="116872" x="1430338" y="4506913"/>
          <p14:tracePt t="116888" x="1487488" y="4506913"/>
          <p14:tracePt t="116905" x="1538288" y="4506913"/>
          <p14:tracePt t="116922" x="1582738" y="4506913"/>
          <p14:tracePt t="116938" x="1639888" y="4506913"/>
          <p14:tracePt t="116955" x="1698625" y="4506913"/>
          <p14:tracePt t="116972" x="1778000" y="4506913"/>
          <p14:tracePt t="116988" x="1851025" y="4506913"/>
          <p14:tracePt t="117005" x="1916113" y="4506913"/>
          <p14:tracePt t="117022" x="1966913" y="4506913"/>
          <p14:tracePt t="117038" x="2017713" y="4506913"/>
          <p14:tracePt t="117055" x="2068513" y="4506913"/>
          <p14:tracePt t="117072" x="2147888" y="4506913"/>
          <p14:tracePt t="117088" x="2271713" y="4506913"/>
          <p14:tracePt t="117105" x="2344738" y="4506913"/>
          <p14:tracePt t="117122" x="2409825" y="4506913"/>
          <p14:tracePt t="117138" x="2474913" y="4506913"/>
          <p14:tracePt t="117155" x="2540000" y="4506913"/>
          <p14:tracePt t="117172" x="2641600" y="4513263"/>
          <p14:tracePt t="117188" x="2735263" y="4521200"/>
          <p14:tracePt t="117205" x="2859088" y="4535488"/>
          <p14:tracePt t="117222" x="2968625" y="4564063"/>
          <p14:tracePt t="117238" x="3070225" y="4564063"/>
          <p14:tracePt t="117256" x="3171825" y="4586288"/>
          <p14:tracePt t="117272" x="3251200" y="4600575"/>
          <p14:tracePt t="117288" x="3294063" y="4608513"/>
          <p14:tracePt t="117305" x="3395663" y="4622800"/>
          <p14:tracePt t="117322" x="3497263" y="4637088"/>
          <p14:tracePt t="117339" x="3584575" y="4645025"/>
          <p14:tracePt t="117355" x="3671888" y="4665663"/>
          <p14:tracePt t="117372" x="3730625" y="4673600"/>
          <p14:tracePt t="117388" x="3802063" y="4673600"/>
          <p14:tracePt t="117405" x="3875088" y="4687888"/>
          <p14:tracePt t="117422" x="3948113" y="4710113"/>
          <p14:tracePt t="117439" x="3998913" y="4724400"/>
          <p14:tracePt t="117442" x="4035425" y="4732338"/>
          <p14:tracePt t="117455" x="4056063" y="4738688"/>
          <p14:tracePt t="117472" x="4122738" y="4760913"/>
          <p14:tracePt t="117488" x="4143375" y="4767263"/>
          <p14:tracePt t="117505" x="4179888" y="4789488"/>
          <p14:tracePt t="117522" x="4216400" y="4811713"/>
          <p14:tracePt t="117539" x="4238625" y="4840288"/>
          <p14:tracePt t="117555" x="4281488" y="4862513"/>
          <p14:tracePt t="117572" x="4310063" y="4884738"/>
          <p14:tracePt t="117589" x="4332288" y="4905375"/>
          <p14:tracePt t="117605" x="4354513" y="4919663"/>
          <p14:tracePt t="117622" x="4360863" y="4935538"/>
          <p14:tracePt t="117638" x="4368800" y="4956175"/>
          <p14:tracePt t="117656" x="4383088" y="5006975"/>
          <p14:tracePt t="117672" x="4383088" y="5065713"/>
          <p14:tracePt t="117689" x="4383088" y="5130800"/>
          <p14:tracePt t="117705" x="4383088" y="5195888"/>
          <p14:tracePt t="117722" x="4368800" y="5246688"/>
          <p14:tracePt t="117739" x="4354513" y="5311775"/>
          <p14:tracePt t="117755" x="4340225" y="5362575"/>
          <p14:tracePt t="117772" x="4310063" y="5421313"/>
          <p14:tracePt t="117788" x="4289425" y="5457825"/>
          <p14:tracePt t="117805" x="4267200" y="5494338"/>
          <p14:tracePt t="117822" x="4252913" y="5522913"/>
          <p14:tracePt t="117839" x="4230688" y="5545138"/>
          <p14:tracePt t="117856" x="4179888" y="5610225"/>
          <p14:tracePt t="117872" x="4143375" y="5646738"/>
          <p14:tracePt t="117889" x="4092575" y="5675313"/>
          <p14:tracePt t="117905" x="4056063" y="5697538"/>
          <p14:tracePt t="117922" x="4027488" y="5718175"/>
          <p14:tracePt t="117940" x="3998913" y="5732463"/>
          <p14:tracePt t="117943" x="3976688" y="5740400"/>
          <p14:tracePt t="117955" x="3933825" y="5754688"/>
          <p14:tracePt t="117972" x="3889375" y="5768975"/>
          <p14:tracePt t="117988" x="3817938" y="5799138"/>
          <p14:tracePt t="118005" x="3787775" y="5819775"/>
          <p14:tracePt t="118022" x="3751263" y="5827713"/>
          <p14:tracePt t="118039" x="3730625" y="5834063"/>
          <p14:tracePt t="118057" x="3708400" y="5834063"/>
          <p14:tracePt t="118072" x="3694113" y="5834063"/>
          <p14:tracePt t="118089" x="3686175" y="5842000"/>
          <p14:tracePt t="118105" x="3671888" y="5842000"/>
          <p14:tracePt t="118122" x="3665538" y="5842000"/>
          <p14:tracePt t="118761" x="3649663" y="5842000"/>
          <p14:tracePt t="118768" x="3629025" y="5842000"/>
          <p14:tracePt t="118776" x="3592513" y="5842000"/>
          <p14:tracePt t="118788" x="3548063" y="5842000"/>
          <p14:tracePt t="118805" x="3462338" y="5842000"/>
          <p14:tracePt t="118822" x="3395663" y="5842000"/>
          <p14:tracePt t="118839" x="3316288" y="5842000"/>
          <p14:tracePt t="118855" x="3228975" y="5842000"/>
          <p14:tracePt t="118872" x="3070225" y="5842000"/>
          <p14:tracePt t="118889" x="2954338" y="5842000"/>
          <p14:tracePt t="118905" x="2867025" y="5827713"/>
          <p14:tracePt t="118922" x="2816225" y="5813425"/>
          <p14:tracePt t="118939" x="2801938" y="5813425"/>
          <p14:tracePt t="118955" x="2794000" y="5805488"/>
          <p14:tracePt t="119010" x="2786063" y="5805488"/>
          <p14:tracePt t="119033" x="2786063" y="5799138"/>
          <p14:tracePt t="119065" x="2786063" y="5791200"/>
          <p14:tracePt t="119120" x="2779713" y="5791200"/>
          <p14:tracePt t="119144" x="2771775" y="5791200"/>
          <p14:tracePt t="119160" x="2757488" y="5791200"/>
          <p14:tracePt t="119168" x="2735263" y="5791200"/>
          <p14:tracePt t="119176" x="2720975" y="5791200"/>
          <p14:tracePt t="119189" x="2700338" y="5791200"/>
          <p14:tracePt t="119206" x="2663825" y="5791200"/>
          <p14:tracePt t="119222" x="2627313" y="5791200"/>
          <p14:tracePt t="119239" x="2598738" y="5791200"/>
          <p14:tracePt t="119255" x="2554288" y="5783263"/>
          <p14:tracePt t="119272" x="2525713" y="5776913"/>
          <p14:tracePt t="119289" x="2474913" y="5768975"/>
          <p14:tracePt t="119305" x="2438400" y="5762625"/>
          <p14:tracePt t="119322" x="2409825" y="5754688"/>
          <p14:tracePt t="119339" x="2387600" y="5754688"/>
          <p14:tracePt t="119355" x="2351088" y="5740400"/>
          <p14:tracePt t="119372" x="2308225" y="5732463"/>
          <p14:tracePt t="119389" x="2278063" y="5726113"/>
          <p14:tracePt t="119405" x="2235200" y="5703888"/>
          <p14:tracePt t="119422" x="2227263" y="5697538"/>
          <p14:tracePt t="119439" x="2198688" y="5689600"/>
          <p14:tracePt t="119441" x="2198688" y="5681663"/>
          <p14:tracePt t="119455" x="2184400" y="5681663"/>
          <p14:tracePt t="119472" x="2155825" y="5667375"/>
          <p14:tracePt t="119489" x="2133600" y="5661025"/>
          <p14:tracePt t="119505" x="2105025" y="5653088"/>
          <p14:tracePt t="119522" x="2090738" y="5638800"/>
          <p14:tracePt t="119539" x="2074863" y="5638800"/>
          <p14:tracePt t="119555" x="2068513" y="5630863"/>
          <p14:tracePt t="119572" x="2054225" y="5624513"/>
          <p14:tracePt t="119589" x="2046288" y="5624513"/>
          <p14:tracePt t="119622" x="2039938" y="5624513"/>
          <p14:tracePt t="119736" x="2046288" y="5624513"/>
          <p14:tracePt t="119745" x="2060575" y="5624513"/>
          <p14:tracePt t="119752" x="2082800" y="5624513"/>
          <p14:tracePt t="119760" x="2090738" y="5624513"/>
          <p14:tracePt t="119772" x="2105025" y="5624513"/>
          <p14:tracePt t="119789" x="2133600" y="5624513"/>
          <p14:tracePt t="119806" x="2147888" y="5630863"/>
          <p14:tracePt t="119822" x="2155825" y="5638800"/>
          <p14:tracePt t="119856" x="2162175" y="5638800"/>
          <p14:tracePt t="119872" x="2170113" y="5638800"/>
          <p14:tracePt t="119905" x="2176463" y="5638800"/>
          <p14:tracePt t="119960" x="2184400" y="5638800"/>
          <p14:tracePt t="119969" x="2184400" y="5630863"/>
          <p14:tracePt t="119993" x="2192338" y="5630863"/>
          <p14:tracePt t="120000" x="2198688" y="5630863"/>
          <p14:tracePt t="120016" x="2206625" y="5616575"/>
          <p14:tracePt t="120033" x="2212975" y="5616575"/>
          <p14:tracePt t="120040" x="2220913" y="5610225"/>
          <p14:tracePt t="120057" x="2227263" y="5610225"/>
          <p14:tracePt t="120072" x="2243138" y="5595938"/>
          <p14:tracePt t="120089" x="2249488" y="5588000"/>
          <p14:tracePt t="120106" x="2257425" y="5588000"/>
          <p14:tracePt t="120122" x="2263775" y="5588000"/>
          <p14:tracePt t="120139" x="2263775" y="5580063"/>
          <p14:tracePt t="120160" x="2271713" y="5573713"/>
          <p14:tracePt t="120377" x="2286000" y="5573713"/>
          <p14:tracePt t="120417" x="2293938" y="5573713"/>
          <p14:tracePt t="120424" x="2308225" y="5573713"/>
          <p14:tracePt t="120432" x="2314575" y="5573713"/>
          <p14:tracePt t="120441" x="2328863" y="5573713"/>
          <p14:tracePt t="120456" x="2359025" y="5573713"/>
          <p14:tracePt t="120472" x="2379663" y="5573713"/>
          <p14:tracePt t="120489" x="2387600" y="5573713"/>
          <p14:tracePt t="120506" x="2401888" y="5573713"/>
          <p14:tracePt t="120609" x="2409825" y="5573713"/>
          <p14:tracePt t="120625" x="2416175" y="5573713"/>
          <p14:tracePt t="120641" x="2424113" y="5573713"/>
          <p14:tracePt t="120664" x="2438400" y="5573713"/>
          <p14:tracePt t="120689" x="2446338" y="5573713"/>
          <p14:tracePt t="120729" x="2452688" y="5573713"/>
          <p14:tracePt t="120752" x="2466975" y="5573713"/>
          <p14:tracePt t="120769" x="2474913" y="5573713"/>
          <p14:tracePt t="120785" x="2481263" y="5573713"/>
          <p14:tracePt t="120792" x="2497138" y="5573713"/>
          <p14:tracePt t="120809" x="2503488" y="5573713"/>
          <p14:tracePt t="120816" x="2511425" y="5573713"/>
          <p14:tracePt t="120833" x="2517775" y="5573713"/>
          <p14:tracePt t="120840" x="2532063" y="5573713"/>
          <p14:tracePt t="120856" x="2547938" y="5573713"/>
          <p14:tracePt t="120873" x="2568575" y="5573713"/>
          <p14:tracePt t="120889" x="2605088" y="5573713"/>
          <p14:tracePt t="120906" x="2633663" y="5565775"/>
          <p14:tracePt t="120923" x="2641600" y="5559425"/>
          <p14:tracePt t="120940" x="2655888" y="5559425"/>
          <p14:tracePt t="120962" x="2663825" y="5559425"/>
          <p14:tracePt t="121034" x="2678113" y="5559425"/>
          <p14:tracePt t="121074" x="2684463" y="5559425"/>
          <p14:tracePt t="121098" x="2700338" y="5559425"/>
          <p14:tracePt t="121170" x="2706688" y="5559425"/>
          <p14:tracePt t="121194" x="2706688" y="5565775"/>
          <p14:tracePt t="121201" x="2706688" y="5573713"/>
          <p14:tracePt t="121218" x="2706688" y="5588000"/>
          <p14:tracePt t="121225" x="2706688" y="5595938"/>
          <p14:tracePt t="121244" x="2706688" y="5602288"/>
          <p14:tracePt t="121256" x="2706688" y="5616575"/>
          <p14:tracePt t="121275" x="2706688" y="5630863"/>
          <p14:tracePt t="121290" x="2700338" y="5638800"/>
          <p14:tracePt t="121306" x="2678113" y="5653088"/>
          <p14:tracePt t="121323" x="2663825" y="5667375"/>
          <p14:tracePt t="121339" x="2649538" y="5667375"/>
          <p14:tracePt t="121357" x="2627313" y="5681663"/>
          <p14:tracePt t="121373" x="2613025" y="5681663"/>
          <p14:tracePt t="121389" x="2576513" y="5697538"/>
          <p14:tracePt t="121406" x="2540000" y="5703888"/>
          <p14:tracePt t="121424" x="2481263" y="5711825"/>
          <p14:tracePt t="121440" x="2446338" y="5718175"/>
          <p14:tracePt t="121456" x="2401888" y="5718175"/>
          <p14:tracePt t="121473" x="2365375" y="5718175"/>
          <p14:tracePt t="121490" x="2314575" y="5718175"/>
          <p14:tracePt t="121507" x="2271713" y="5718175"/>
          <p14:tracePt t="121523" x="2235200" y="5718175"/>
          <p14:tracePt t="121540" x="2198688" y="5718175"/>
          <p14:tracePt t="121557" x="2162175" y="5718175"/>
          <p14:tracePt t="121573" x="2125663" y="5718175"/>
          <p14:tracePt t="121590" x="2074863" y="5718175"/>
          <p14:tracePt t="121606" x="2046288" y="5718175"/>
          <p14:tracePt t="121623" x="1995488" y="5718175"/>
          <p14:tracePt t="121640" x="1938338" y="5718175"/>
          <p14:tracePt t="121657" x="1901825" y="5718175"/>
          <p14:tracePt t="121674" x="1865313" y="5718175"/>
          <p14:tracePt t="121690" x="1828800" y="5718175"/>
          <p14:tracePt t="121707" x="1806575" y="5718175"/>
          <p14:tracePt t="121723" x="1778000" y="5718175"/>
          <p14:tracePt t="121740" x="1749425" y="5718175"/>
          <p14:tracePt t="121757" x="1727200" y="5718175"/>
          <p14:tracePt t="121774" x="1690688" y="5718175"/>
          <p14:tracePt t="121790" x="1662113" y="5703888"/>
          <p14:tracePt t="121810" x="1617663" y="5703888"/>
          <p14:tracePt t="121824" x="1603375" y="5689600"/>
          <p14:tracePt t="121840" x="1589088" y="5675313"/>
          <p14:tracePt t="121857" x="1574800" y="5667375"/>
          <p14:tracePt t="121874" x="1560513" y="5653088"/>
          <p14:tracePt t="121890" x="1546225" y="5616575"/>
          <p14:tracePt t="121907" x="1531938" y="5588000"/>
          <p14:tracePt t="121924" x="1524000" y="5559425"/>
          <p14:tracePt t="121940" x="1524000" y="5537200"/>
          <p14:tracePt t="121944" x="1524000" y="5529263"/>
          <p14:tracePt t="121957" x="1524000" y="5522913"/>
          <p14:tracePt t="121973" x="1524000" y="5508625"/>
          <p14:tracePt t="121990" x="1524000" y="5494338"/>
          <p14:tracePt t="122007" x="1531938" y="5464175"/>
          <p14:tracePt t="122024" x="1538288" y="5427663"/>
          <p14:tracePt t="122040" x="1560513" y="5407025"/>
          <p14:tracePt t="122057" x="1582738" y="5392738"/>
          <p14:tracePt t="122073" x="1582738" y="5384800"/>
          <p14:tracePt t="122090" x="1603375" y="5376863"/>
          <p14:tracePt t="122107" x="1633538" y="5362575"/>
          <p14:tracePt t="122123" x="1690688" y="5334000"/>
          <p14:tracePt t="122140" x="1712913" y="5334000"/>
          <p14:tracePt t="122156" x="1763713" y="5319713"/>
          <p14:tracePt t="122174" x="1806575" y="5311775"/>
          <p14:tracePt t="122190" x="1857375" y="5305425"/>
          <p14:tracePt t="122207" x="1922463" y="5297488"/>
          <p14:tracePt t="122224" x="2068513" y="5275263"/>
          <p14:tracePt t="122240" x="2176463" y="5275263"/>
          <p14:tracePt t="122257" x="2293938" y="5275263"/>
          <p14:tracePt t="122273" x="2387600" y="5275263"/>
          <p14:tracePt t="122290" x="2446338" y="5275263"/>
          <p14:tracePt t="122306" x="2489200" y="5275263"/>
          <p14:tracePt t="122323" x="2525713" y="5283200"/>
          <p14:tracePt t="122340" x="2568575" y="5283200"/>
          <p14:tracePt t="122357" x="2598738" y="5305425"/>
          <p14:tracePt t="122373" x="2641600" y="5311775"/>
          <p14:tracePt t="122390" x="2706688" y="5334000"/>
          <p14:tracePt t="122407" x="2771775" y="5341938"/>
          <p14:tracePt t="122424" x="2844800" y="5362575"/>
          <p14:tracePt t="122440" x="2895600" y="5376863"/>
          <p14:tracePt t="122457" x="2946400" y="5392738"/>
          <p14:tracePt t="122474" x="2989263" y="5399088"/>
          <p14:tracePt t="122490" x="3025775" y="5421313"/>
          <p14:tracePt t="122507" x="3048000" y="5427663"/>
          <p14:tracePt t="122524" x="3055938" y="5435600"/>
          <p14:tracePt t="122540" x="3055938" y="5443538"/>
          <p14:tracePt t="122557" x="3055938" y="5464175"/>
          <p14:tracePt t="122574" x="3070225" y="5494338"/>
          <p14:tracePt t="122590" x="3076575" y="5537200"/>
          <p14:tracePt t="122607" x="3076575" y="5580063"/>
          <p14:tracePt t="122624" x="3070225" y="5630863"/>
          <p14:tracePt t="122640" x="3033713" y="5689600"/>
          <p14:tracePt t="122657" x="3019425" y="5703888"/>
          <p14:tracePt t="122674" x="2982913" y="5732463"/>
          <p14:tracePt t="122690" x="2954338" y="5748338"/>
          <p14:tracePt t="122707" x="2932113" y="5762625"/>
          <p14:tracePt t="122723" x="2873375" y="5783263"/>
          <p14:tracePt t="122740" x="2830513" y="5791200"/>
          <p14:tracePt t="122757" x="2786063" y="5805488"/>
          <p14:tracePt t="122774" x="2720975" y="5819775"/>
          <p14:tracePt t="122790" x="2663825" y="5827713"/>
          <p14:tracePt t="122807" x="2613025" y="5827713"/>
          <p14:tracePt t="122824" x="2562225" y="5827713"/>
          <p14:tracePt t="122840" x="2540000" y="5827713"/>
          <p14:tracePt t="122857" x="2525713" y="5827713"/>
          <p14:tracePt t="122874" x="2511425" y="5827713"/>
          <p14:tracePt t="122890" x="2489200" y="5827713"/>
          <p14:tracePt t="122907" x="2460625" y="5827713"/>
          <p14:tracePt t="122924" x="2416175" y="5827713"/>
          <p14:tracePt t="122940" x="2379663" y="5827713"/>
          <p14:tracePt t="122944" x="2351088" y="5827713"/>
          <p14:tracePt t="122957" x="2328863" y="5827713"/>
          <p14:tracePt t="122973" x="2293938" y="5827713"/>
          <p14:tracePt t="122990" x="2249488" y="5827713"/>
          <p14:tracePt t="123007" x="2206625" y="5827713"/>
          <p14:tracePt t="123024" x="2141538" y="5827713"/>
          <p14:tracePt t="123040" x="2111375" y="5827713"/>
          <p14:tracePt t="123059" x="2082800" y="5827713"/>
          <p14:tracePt t="123073" x="2060575" y="5827713"/>
          <p14:tracePt t="123090" x="2024063" y="5827713"/>
          <p14:tracePt t="123107" x="2003425" y="5827713"/>
          <p14:tracePt t="123124" x="1966913" y="5827713"/>
          <p14:tracePt t="123140" x="1922463" y="5834063"/>
          <p14:tracePt t="123157" x="1901825" y="5834063"/>
          <p14:tracePt t="123174" x="1879600" y="5834063"/>
          <p14:tracePt t="123190" x="1843088" y="5849938"/>
          <p14:tracePt t="123207" x="1828800" y="5849938"/>
          <p14:tracePt t="123223" x="1806575" y="5849938"/>
          <p14:tracePt t="123240" x="1800225" y="5849938"/>
          <p14:tracePt t="123440" x="1792288" y="5856288"/>
          <p14:tracePt t="123462" x="1800225" y="5864225"/>
          <p14:tracePt t="123469" x="1806575" y="5864225"/>
          <p14:tracePt t="123478" x="1820863" y="5864225"/>
          <p14:tracePt t="123491" x="1851025" y="5864225"/>
          <p14:tracePt t="123508" x="1865313" y="5870575"/>
          <p14:tracePt t="123527" x="1871663" y="5870575"/>
          <p14:tracePt t="123541" x="1893888" y="5878513"/>
          <p14:tracePt t="123574" x="1901825" y="5878513"/>
          <p14:tracePt t="123591" x="1908175" y="5878513"/>
          <p14:tracePt t="123607" x="1916113" y="5878513"/>
          <p14:tracePt t="123636" x="1930400" y="5878513"/>
          <p14:tracePt t="123686" x="1938338" y="5878513"/>
          <p14:tracePt t="123724" x="1944688" y="5878513"/>
          <p14:tracePt t="123756" x="1952625" y="5884863"/>
          <p14:tracePt t="123796" x="1958975" y="5884863"/>
          <p14:tracePt t="123854" x="1966913" y="5884863"/>
          <p14:tracePt t="123877" x="1973263" y="5884863"/>
          <p14:tracePt t="123935" x="1981200" y="5884863"/>
          <p14:tracePt t="123973" x="1989138" y="5892800"/>
          <p14:tracePt t="124044" x="1995488" y="5892800"/>
          <p14:tracePt t="124077" x="2003425" y="5892800"/>
          <p14:tracePt t="124126" x="2003425" y="5900738"/>
          <p14:tracePt t="124204" x="2009775" y="5900738"/>
          <p14:tracePt t="124262" x="2017713" y="5900738"/>
          <p14:tracePt t="124316" x="2024063" y="5900738"/>
          <p14:tracePt t="124403" x="2032000" y="5900738"/>
          <p14:tracePt t="124445" x="2039938" y="5900738"/>
          <p14:tracePt t="124482" x="2046288" y="5900738"/>
          <p14:tracePt t="124489" x="2054225" y="5900738"/>
          <p14:tracePt t="124497" x="2060575" y="5900738"/>
          <p14:tracePt t="124507" x="2068513" y="5900738"/>
          <p14:tracePt t="124524" x="2082800" y="5900738"/>
          <p14:tracePt t="124541" x="2090738" y="5900738"/>
          <p14:tracePt t="124561" x="2097088" y="5892800"/>
          <p14:tracePt t="124580" x="2105025" y="5892800"/>
          <p14:tracePt t="124662" x="2111375" y="5892800"/>
          <p14:tracePt t="124844" x="2125663" y="5892800"/>
          <p14:tracePt t="124894" x="2133600" y="5892800"/>
          <p14:tracePt t="124907" x="2133600" y="5884863"/>
          <p14:tracePt t="124925" x="2141538" y="5884863"/>
          <p14:tracePt t="124943" x="2147888" y="5884863"/>
          <p14:tracePt t="124973" x="2155825" y="5884863"/>
          <p14:tracePt t="124989" x="2162175" y="5878513"/>
          <p14:tracePt t="125014" x="2176463" y="5870575"/>
          <p14:tracePt t="125036" x="2184400" y="5870575"/>
          <p14:tracePt t="125045" x="2198688" y="5870575"/>
          <p14:tracePt t="125052" x="2206625" y="5870575"/>
          <p14:tracePt t="125068" x="2212975" y="5864225"/>
          <p14:tracePt t="125075" x="2220913" y="5864225"/>
          <p14:tracePt t="125100" x="2227263" y="5864225"/>
          <p14:tracePt t="125108" x="2235200" y="5864225"/>
          <p14:tracePt t="125141" x="2235200" y="5856288"/>
          <p14:tracePt t="125165" x="2243138" y="5856288"/>
        </p14:tracePtLst>
      </p14:laserTraceLst>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Manual Implementation</a:t>
            </a:r>
          </a:p>
        </p:txBody>
      </p:sp>
      <p:sp>
        <p:nvSpPr>
          <p:cNvPr id="5" name="Rectangle 4"/>
          <p:cNvSpPr/>
          <p:nvPr/>
        </p:nvSpPr>
        <p:spPr>
          <a:xfrm>
            <a:off x="838199" y="2860392"/>
            <a:ext cx="1693985"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2800" dirty="0" smtClean="0"/>
              <a:t>Feature B</a:t>
            </a:r>
          </a:p>
        </p:txBody>
      </p:sp>
      <mc:AlternateContent xmlns:mc="http://schemas.openxmlformats.org/markup-compatibility/2006" xmlns:a14="http://schemas.microsoft.com/office/drawing/2010/main">
        <mc:Choice Requires="a14">
          <p:sp>
            <p:nvSpPr>
              <p:cNvPr id="9" name="TextBox 8"/>
              <p:cNvSpPr txBox="1"/>
              <p:nvPr/>
            </p:nvSpPr>
            <p:spPr>
              <a:xfrm>
                <a:off x="838199" y="3371404"/>
                <a:ext cx="5685149" cy="321178"/>
              </a:xfrm>
              <a:prstGeom prst="rect">
                <a:avLst/>
              </a:prstGeom>
              <a:noFill/>
              <a:ln>
                <a:solidFill>
                  <a:schemeClr val="accent1"/>
                </a:solidFill>
              </a:ln>
            </p:spPr>
            <p:txBody>
              <a:bodyPr wrap="square" lIns="0" tIns="0" rIns="0" bIns="0" rtlCol="0">
                <a:spAutoFit/>
              </a:bodyPr>
              <a:lstStyle/>
              <a:p>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1,</m:t>
                        </m:r>
                        <m:r>
                          <a:rPr lang="en-US" sz="2000" b="0" i="1" smtClean="0">
                            <a:solidFill>
                              <a:schemeClr val="accent5"/>
                            </a:solidFill>
                            <a:latin typeface="Cambria Math" panose="02040503050406030204" pitchFamily="18" charset="0"/>
                          </a:rPr>
                          <m:t>2</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𝑠𝑣</m:t>
                        </m:r>
                        <m:r>
                          <a:rPr lang="en-US" sz="2000" i="1">
                            <a:latin typeface="Cambria Math" panose="02040503050406030204" pitchFamily="18" charset="0"/>
                          </a:rPr>
                          <m:t>_</m:t>
                        </m:r>
                        <m:r>
                          <a:rPr lang="en-US" sz="2000" i="1">
                            <a:latin typeface="Cambria Math" panose="02040503050406030204" pitchFamily="18" charset="0"/>
                          </a:rPr>
                          <m:t>𝑐𝑜𝑒𝑓</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𝑆𝑉</m:t>
                        </m:r>
                      </m:e>
                      <m:sub>
                        <m:r>
                          <a:rPr lang="en-US" sz="2000" i="1">
                            <a:latin typeface="Cambria Math" panose="02040503050406030204" pitchFamily="18" charset="0"/>
                          </a:rPr>
                          <m:t>1,</m:t>
                        </m:r>
                        <m:r>
                          <a:rPr lang="en-US" sz="2000" b="0" i="1" smtClean="0">
                            <a:solidFill>
                              <a:schemeClr val="accent5"/>
                            </a:solidFill>
                            <a:latin typeface="Cambria Math" panose="02040503050406030204" pitchFamily="18" charset="0"/>
                          </a:rPr>
                          <m:t>2</m:t>
                        </m:r>
                      </m:sub>
                    </m:sSub>
                    <m:r>
                      <a:rPr lang="en-US" sz="2000" i="1">
                        <a:latin typeface="Cambria Math" panose="02040503050406030204" pitchFamily="18" charset="0"/>
                      </a:rPr>
                      <m:t>=20.</m:t>
                    </m:r>
                    <m:r>
                      <a:rPr lang="en-US" sz="2000" b="0" i="1" smtClean="0">
                        <a:latin typeface="Cambria Math" panose="02040503050406030204" pitchFamily="18" charset="0"/>
                      </a:rPr>
                      <m:t>3224</m:t>
                    </m:r>
                    <m:r>
                      <a:rPr lang="en-US" sz="2000" i="1">
                        <a:latin typeface="Cambria Math" panose="02040503050406030204" pitchFamily="18" charset="0"/>
                      </a:rPr>
                      <m:t>∗0.1434</m:t>
                    </m:r>
                    <m:r>
                      <a:rPr lang="en-US" sz="2000" b="0" i="0" smtClean="0">
                        <a:latin typeface="Cambria Math" panose="02040503050406030204" pitchFamily="18" charset="0"/>
                      </a:rPr>
                      <m:t>=2.9</m:t>
                    </m:r>
                  </m:oMath>
                </a14:m>
                <a:r>
                  <a:rPr lang="en-US" sz="2000" b="0" dirty="0" smtClean="0"/>
                  <a:t>14</a:t>
                </a:r>
              </a:p>
            </p:txBody>
          </p:sp>
        </mc:Choice>
        <mc:Fallback xmlns="">
          <p:sp>
            <p:nvSpPr>
              <p:cNvPr id="9" name="TextBox 8"/>
              <p:cNvSpPr txBox="1">
                <a:spLocks noRot="1" noChangeAspect="1" noMove="1" noResize="1" noEditPoints="1" noAdjustHandles="1" noChangeArrowheads="1" noChangeShapeType="1" noTextEdit="1"/>
              </p:cNvSpPr>
              <p:nvPr/>
            </p:nvSpPr>
            <p:spPr>
              <a:xfrm>
                <a:off x="838199" y="3371404"/>
                <a:ext cx="5685149" cy="321178"/>
              </a:xfrm>
              <a:prstGeom prst="rect">
                <a:avLst/>
              </a:prstGeom>
              <a:blipFill>
                <a:blip r:embed="rId4"/>
                <a:stretch>
                  <a:fillRect l="-963" t="-21818" r="-2246" b="-40000"/>
                </a:stretch>
              </a:blipFill>
              <a:ln>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838198" y="4669827"/>
                <a:ext cx="2990819" cy="936731"/>
              </a:xfrm>
              <a:prstGeom prst="rect">
                <a:avLst/>
              </a:prstGeom>
              <a:noFill/>
              <a:ln>
                <a:solidFill>
                  <a:schemeClr val="accent1"/>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𝐹𝑊</m:t>
                          </m:r>
                        </m:e>
                        <m:sub>
                          <m:r>
                            <a:rPr lang="en-US" sz="2000" i="1" smtClean="0">
                              <a:solidFill>
                                <a:schemeClr val="accent5"/>
                              </a:solidFill>
                              <a:latin typeface="Cambria Math" panose="02040503050406030204" pitchFamily="18" charset="0"/>
                            </a:rPr>
                            <m:t>2</m:t>
                          </m:r>
                        </m:sub>
                      </m:sSub>
                      <m:r>
                        <a:rPr lang="en-US" sz="2000" b="0" i="1" smtClean="0">
                          <a:latin typeface="Cambria Math" panose="02040503050406030204" pitchFamily="18" charset="0"/>
                        </a:rPr>
                        <m:t>=</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b="0" i="1" smtClean="0">
                              <a:latin typeface="Cambria Math" panose="02040503050406030204" pitchFamily="18" charset="0"/>
                            </a:rPr>
                            <m:t>1,</m:t>
                          </m:r>
                          <m:r>
                            <a:rPr lang="en-US" sz="2000" i="1">
                              <a:solidFill>
                                <a:schemeClr val="accent5"/>
                              </a:solidFill>
                              <a:latin typeface="Cambria Math" panose="02040503050406030204" pitchFamily="18" charset="0"/>
                            </a:rPr>
                            <m:t>2</m:t>
                          </m:r>
                        </m:sub>
                      </m:sSub>
                      <m:r>
                        <a:rPr lang="en-US" sz="200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b="0" i="1" smtClean="0">
                              <a:latin typeface="Cambria Math" panose="02040503050406030204" pitchFamily="18" charset="0"/>
                            </a:rPr>
                            <m:t>2,</m:t>
                          </m:r>
                          <m:r>
                            <a:rPr lang="en-US" sz="2000" i="1">
                              <a:solidFill>
                                <a:schemeClr val="accent5"/>
                              </a:solidFill>
                              <a:latin typeface="Cambria Math" panose="02040503050406030204" pitchFamily="18" charset="0"/>
                            </a:rPr>
                            <m:t>2</m:t>
                          </m:r>
                        </m:sub>
                      </m:sSub>
                      <m:r>
                        <a:rPr lang="en-US" sz="200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b="0" i="1" smtClean="0">
                              <a:latin typeface="Cambria Math" panose="02040503050406030204" pitchFamily="18" charset="0"/>
                            </a:rPr>
                            <m:t>3,</m:t>
                          </m:r>
                          <m:r>
                            <a:rPr lang="en-US" sz="2000" i="1">
                              <a:solidFill>
                                <a:schemeClr val="accent5"/>
                              </a:solidFill>
                              <a:latin typeface="Cambria Math" panose="02040503050406030204" pitchFamily="18" charset="0"/>
                            </a:rPr>
                            <m:t>2</m:t>
                          </m:r>
                        </m:sub>
                      </m:sSub>
                      <m:r>
                        <a:rPr lang="en-US" sz="2000" i="1">
                          <a:latin typeface="Cambria Math" panose="02040503050406030204" pitchFamily="18" charset="0"/>
                        </a:rPr>
                        <m:t>|</m:t>
                      </m:r>
                    </m:oMath>
                  </m:oMathPara>
                </a14:m>
                <a:endParaRPr lang="en-US" sz="2000" b="0" i="1" dirty="0" smtClean="0">
                  <a:latin typeface="Cambria Math" panose="02040503050406030204" pitchFamily="18" charset="0"/>
                </a:endParaRPr>
              </a:p>
              <a:p>
                <a:pPr marL="341313" indent="-341313"/>
                <a14:m>
                  <m:oMathPara xmlns:m="http://schemas.openxmlformats.org/officeDocument/2006/math">
                    <m:oMathParaPr>
                      <m:jc m:val="centerGroup"/>
                    </m:oMathParaPr>
                    <m:oMath xmlns:m="http://schemas.openxmlformats.org/officeDocument/2006/math">
                      <m:r>
                        <a:rPr lang="en-US" sz="2000" b="0" i="0" smtClean="0">
                          <a:latin typeface="Cambria Math" panose="02040503050406030204" pitchFamily="18" charset="0"/>
                        </a:rPr>
                        <m:t>=|</m:t>
                      </m:r>
                      <m:r>
                        <a:rPr lang="en-US" sz="2000">
                          <a:latin typeface="Cambria Math" panose="02040503050406030204" pitchFamily="18" charset="0"/>
                        </a:rPr>
                        <m:t>−0.</m:t>
                      </m:r>
                      <m:r>
                        <a:rPr lang="en-US" sz="2000" b="0" i="0" smtClean="0">
                          <a:latin typeface="Cambria Math" panose="02040503050406030204" pitchFamily="18" charset="0"/>
                        </a:rPr>
                        <m:t>535|</m:t>
                      </m:r>
                    </m:oMath>
                  </m:oMathPara>
                </a14:m>
                <a:endParaRPr lang="en-US" sz="2000" i="1" dirty="0" smtClean="0">
                  <a:latin typeface="Cambria Math" panose="02040503050406030204" pitchFamily="18" charset="0"/>
                </a:endParaRPr>
              </a:p>
              <a:p>
                <a:pPr marL="341313" indent="-341313"/>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=0.</m:t>
                      </m:r>
                      <m:r>
                        <a:rPr lang="en-US" sz="2000" b="0" i="1" smtClean="0">
                          <a:latin typeface="Cambria Math" panose="02040503050406030204" pitchFamily="18" charset="0"/>
                        </a:rPr>
                        <m:t>535</m:t>
                      </m:r>
                    </m:oMath>
                  </m:oMathPara>
                </a14:m>
                <a:endParaRPr lang="en-US" sz="2000" b="0" dirty="0" smtClean="0"/>
              </a:p>
            </p:txBody>
          </p:sp>
        </mc:Choice>
        <mc:Fallback xmlns="">
          <p:sp>
            <p:nvSpPr>
              <p:cNvPr id="18" name="TextBox 17"/>
              <p:cNvSpPr txBox="1">
                <a:spLocks noRot="1" noChangeAspect="1" noMove="1" noResize="1" noEditPoints="1" noAdjustHandles="1" noChangeArrowheads="1" noChangeShapeType="1" noTextEdit="1"/>
              </p:cNvSpPr>
              <p:nvPr/>
            </p:nvSpPr>
            <p:spPr>
              <a:xfrm>
                <a:off x="838198" y="4669827"/>
                <a:ext cx="2990819" cy="936731"/>
              </a:xfrm>
              <a:prstGeom prst="rect">
                <a:avLst/>
              </a:prstGeom>
              <a:blipFill>
                <a:blip r:embed="rId5"/>
                <a:stretch>
                  <a:fillRect l="-1217" r="-2434" b="-1923"/>
                </a:stretch>
              </a:blipFill>
              <a:ln>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838199" y="3702786"/>
                <a:ext cx="6401587" cy="331437"/>
              </a:xfrm>
              <a:prstGeom prst="rect">
                <a:avLst/>
              </a:prstGeom>
              <a:noFill/>
              <a:ln>
                <a:solidFill>
                  <a:schemeClr val="accent1"/>
                </a:solidFill>
              </a:ln>
            </p:spPr>
            <p:txBody>
              <a:bodyPr wrap="square" lIns="0" tIns="0" rIns="0" bIns="0" rtlCol="0">
                <a:spAutoFit/>
              </a:bodyPr>
              <a:lstStyle/>
              <a:p>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2,</m:t>
                        </m:r>
                        <m:r>
                          <a:rPr lang="en-US" sz="2000" b="0" i="1" smtClean="0">
                            <a:solidFill>
                              <a:schemeClr val="accent5"/>
                            </a:solidFill>
                            <a:latin typeface="Cambria Math" panose="02040503050406030204" pitchFamily="18" charset="0"/>
                          </a:rPr>
                          <m:t>2</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𝑠𝑣</m:t>
                        </m:r>
                        <m:r>
                          <a:rPr lang="en-US" sz="2000" i="1">
                            <a:latin typeface="Cambria Math" panose="02040503050406030204" pitchFamily="18" charset="0"/>
                          </a:rPr>
                          <m:t>_</m:t>
                        </m:r>
                        <m:r>
                          <a:rPr lang="en-US" sz="2000" i="1">
                            <a:latin typeface="Cambria Math" panose="02040503050406030204" pitchFamily="18" charset="0"/>
                          </a:rPr>
                          <m:t>𝑐𝑜𝑒𝑓</m:t>
                        </m:r>
                      </m:e>
                      <m:sub>
                        <m:r>
                          <a:rPr lang="en-US" sz="2000" i="1">
                            <a:latin typeface="Cambria Math" panose="02040503050406030204" pitchFamily="18" charset="0"/>
                          </a:rPr>
                          <m:t>2</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𝑆𝑉</m:t>
                        </m:r>
                      </m:e>
                      <m:sub>
                        <m:r>
                          <a:rPr lang="en-US" sz="2000" i="1">
                            <a:latin typeface="Cambria Math" panose="02040503050406030204" pitchFamily="18" charset="0"/>
                          </a:rPr>
                          <m:t>2,</m:t>
                        </m:r>
                        <m:r>
                          <a:rPr lang="en-US" sz="2000" b="0" i="1" smtClean="0">
                            <a:solidFill>
                              <a:schemeClr val="accent5"/>
                            </a:solidFill>
                            <a:latin typeface="Cambria Math" panose="02040503050406030204" pitchFamily="18" charset="0"/>
                          </a:rPr>
                          <m:t>2</m:t>
                        </m:r>
                      </m:sub>
                    </m:sSub>
                    <m:r>
                      <a:rPr lang="en-US" sz="2000" i="1">
                        <a:latin typeface="Cambria Math" panose="02040503050406030204" pitchFamily="18" charset="0"/>
                      </a:rPr>
                      <m:t>=24.1382∗</m:t>
                    </m:r>
                    <m:d>
                      <m:dPr>
                        <m:ctrlPr>
                          <a:rPr lang="en-US" sz="2000" i="1">
                            <a:latin typeface="Cambria Math" panose="02040503050406030204" pitchFamily="18" charset="0"/>
                          </a:rPr>
                        </m:ctrlPr>
                      </m:dPr>
                      <m:e>
                        <m:r>
                          <a:rPr lang="en-US" sz="2000" i="1">
                            <a:latin typeface="Cambria Math" panose="02040503050406030204" pitchFamily="18" charset="0"/>
                          </a:rPr>
                          <m:t>−0.0847</m:t>
                        </m:r>
                      </m:e>
                    </m:d>
                    <m:r>
                      <a:rPr lang="en-US" sz="2000" b="0" i="0" smtClean="0">
                        <a:latin typeface="Cambria Math" panose="02040503050406030204" pitchFamily="18" charset="0"/>
                      </a:rPr>
                      <m:t>=−2.044</m:t>
                    </m:r>
                  </m:oMath>
                </a14:m>
                <a:r>
                  <a:rPr lang="en-US" sz="2000" b="0" dirty="0" smtClean="0"/>
                  <a:t> </a:t>
                </a:r>
              </a:p>
            </p:txBody>
          </p:sp>
        </mc:Choice>
        <mc:Fallback xmlns="">
          <p:sp>
            <p:nvSpPr>
              <p:cNvPr id="20" name="TextBox 19"/>
              <p:cNvSpPr txBox="1">
                <a:spLocks noRot="1" noChangeAspect="1" noMove="1" noResize="1" noEditPoints="1" noAdjustHandles="1" noChangeArrowheads="1" noChangeShapeType="1" noTextEdit="1"/>
              </p:cNvSpPr>
              <p:nvPr/>
            </p:nvSpPr>
            <p:spPr>
              <a:xfrm>
                <a:off x="838199" y="3702786"/>
                <a:ext cx="6401587" cy="331437"/>
              </a:xfrm>
              <a:prstGeom prst="rect">
                <a:avLst/>
              </a:prstGeom>
              <a:blipFill>
                <a:blip r:embed="rId6"/>
                <a:stretch>
                  <a:fillRect l="-855" b="-22807"/>
                </a:stretch>
              </a:blipFill>
              <a:ln>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838198" y="4032661"/>
                <a:ext cx="6321539" cy="321178"/>
              </a:xfrm>
              <a:prstGeom prst="rect">
                <a:avLst/>
              </a:prstGeom>
              <a:noFill/>
              <a:ln>
                <a:solidFill>
                  <a:schemeClr val="accent1"/>
                </a:solidFill>
              </a:ln>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3,</m:t>
                          </m:r>
                          <m:r>
                            <a:rPr lang="en-US" sz="2000" b="0" i="1" smtClean="0">
                              <a:solidFill>
                                <a:schemeClr val="accent5"/>
                              </a:solidFill>
                              <a:latin typeface="Cambria Math" panose="02040503050406030204" pitchFamily="18" charset="0"/>
                            </a:rPr>
                            <m:t>2</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𝑠𝑣</m:t>
                          </m:r>
                          <m:r>
                            <a:rPr lang="en-US" sz="2000" i="1">
                              <a:latin typeface="Cambria Math" panose="02040503050406030204" pitchFamily="18" charset="0"/>
                            </a:rPr>
                            <m:t>_</m:t>
                          </m:r>
                          <m:r>
                            <a:rPr lang="en-US" sz="2000" i="1">
                              <a:latin typeface="Cambria Math" panose="02040503050406030204" pitchFamily="18" charset="0"/>
                            </a:rPr>
                            <m:t>𝑐𝑜𝑒𝑓</m:t>
                          </m:r>
                        </m:e>
                        <m:sub>
                          <m:r>
                            <a:rPr lang="en-US" sz="2000" i="1">
                              <a:latin typeface="Cambria Math" panose="02040503050406030204" pitchFamily="18" charset="0"/>
                            </a:rPr>
                            <m:t>3</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𝑆𝑉</m:t>
                          </m:r>
                        </m:e>
                        <m:sub>
                          <m:r>
                            <a:rPr lang="en-US" sz="2000" i="1">
                              <a:latin typeface="Cambria Math" panose="02040503050406030204" pitchFamily="18" charset="0"/>
                            </a:rPr>
                            <m:t>3,</m:t>
                          </m:r>
                          <m:r>
                            <a:rPr lang="en-US" sz="2000" b="0" i="1" smtClean="0">
                              <a:solidFill>
                                <a:schemeClr val="accent5"/>
                              </a:solidFill>
                              <a:latin typeface="Cambria Math" panose="02040503050406030204" pitchFamily="18" charset="0"/>
                            </a:rPr>
                            <m:t>2</m:t>
                          </m:r>
                        </m:sub>
                      </m:sSub>
                      <m:r>
                        <a:rPr lang="en-US" sz="2000" i="1">
                          <a:latin typeface="Cambria Math" panose="02040503050406030204" pitchFamily="18" charset="0"/>
                        </a:rPr>
                        <m:t>=23.9366∗</m:t>
                      </m:r>
                      <m:d>
                        <m:dPr>
                          <m:ctrlPr>
                            <a:rPr lang="en-US" sz="2000" i="1">
                              <a:latin typeface="Cambria Math" panose="02040503050406030204" pitchFamily="18" charset="0"/>
                            </a:rPr>
                          </m:ctrlPr>
                        </m:dPr>
                        <m:e>
                          <m:r>
                            <a:rPr lang="en-US" sz="2000" i="1">
                              <a:latin typeface="Cambria Math" panose="02040503050406030204" pitchFamily="18" charset="0"/>
                            </a:rPr>
                            <m:t>−0.0587</m:t>
                          </m:r>
                        </m:e>
                      </m:d>
                      <m:r>
                        <a:rPr lang="en-US" sz="2000" b="0" i="0" smtClean="0">
                          <a:latin typeface="Cambria Math" panose="02040503050406030204" pitchFamily="18" charset="0"/>
                        </a:rPr>
                        <m:t>=−1.405</m:t>
                      </m:r>
                    </m:oMath>
                  </m:oMathPara>
                </a14:m>
                <a:endParaRPr lang="en-US" sz="2000" b="0" dirty="0" smtClean="0"/>
              </a:p>
            </p:txBody>
          </p:sp>
        </mc:Choice>
        <mc:Fallback xmlns="">
          <p:sp>
            <p:nvSpPr>
              <p:cNvPr id="21" name="TextBox 20"/>
              <p:cNvSpPr txBox="1">
                <a:spLocks noRot="1" noChangeAspect="1" noMove="1" noResize="1" noEditPoints="1" noAdjustHandles="1" noChangeArrowheads="1" noChangeShapeType="1" noTextEdit="1"/>
              </p:cNvSpPr>
              <p:nvPr/>
            </p:nvSpPr>
            <p:spPr>
              <a:xfrm>
                <a:off x="838198" y="4032661"/>
                <a:ext cx="6321539" cy="321178"/>
              </a:xfrm>
              <a:prstGeom prst="rect">
                <a:avLst/>
              </a:prstGeom>
              <a:blipFill>
                <a:blip r:embed="rId14"/>
                <a:stretch>
                  <a:fillRect l="-866" r="-289" b="-27778"/>
                </a:stretch>
              </a:blipFill>
              <a:ln>
                <a:solidFill>
                  <a:schemeClr val="accent1"/>
                </a:solidFill>
              </a:ln>
            </p:spPr>
            <p:txBody>
              <a:bodyPr/>
              <a:lstStyle/>
              <a:p>
                <a:r>
                  <a:rPr lang="en-US">
                    <a:noFill/>
                  </a:rPr>
                  <a:t> </a:t>
                </a:r>
              </a:p>
            </p:txBody>
          </p:sp>
        </mc:Fallback>
      </mc:AlternateContent>
      <p:sp>
        <p:nvSpPr>
          <p:cNvPr id="35" name="TextBox 34"/>
          <p:cNvSpPr txBox="1"/>
          <p:nvPr/>
        </p:nvSpPr>
        <p:spPr>
          <a:xfrm>
            <a:off x="7740110" y="4042786"/>
            <a:ext cx="769191" cy="1231106"/>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lIns="0" tIns="0" rIns="0" bIns="0" rtlCol="0">
            <a:spAutoFit/>
          </a:bodyPr>
          <a:lstStyle/>
          <a:p>
            <a:r>
              <a:rPr lang="en-US" sz="2000" b="0" dirty="0" smtClean="0"/>
              <a:t>…(1)</a:t>
            </a:r>
          </a:p>
          <a:p>
            <a:endParaRPr lang="en-US" sz="2000" b="0" dirty="0" smtClean="0"/>
          </a:p>
          <a:p>
            <a:endParaRPr lang="en-US" sz="2000" b="0" dirty="0" smtClean="0"/>
          </a:p>
          <a:p>
            <a:r>
              <a:rPr lang="en-US" sz="2000" dirty="0" smtClean="0"/>
              <a:t>…(2)</a:t>
            </a:r>
          </a:p>
        </p:txBody>
      </p:sp>
      <mc:AlternateContent xmlns:mc="http://schemas.openxmlformats.org/markup-compatibility/2006" xmlns:a14="http://schemas.microsoft.com/office/drawing/2010/main">
        <mc:Choice Requires="a14">
          <p:sp>
            <p:nvSpPr>
              <p:cNvPr id="19" name="TextBox 18"/>
              <p:cNvSpPr txBox="1"/>
              <p:nvPr/>
            </p:nvSpPr>
            <p:spPr>
              <a:xfrm>
                <a:off x="6668708" y="1449134"/>
                <a:ext cx="2887673" cy="61555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𝑖</m:t>
                      </m:r>
                      <m:r>
                        <a:rPr lang="en-US" sz="2000" b="0" i="1" smtClean="0">
                          <a:latin typeface="Cambria Math" panose="02040503050406030204" pitchFamily="18" charset="0"/>
                        </a:rPr>
                        <m:t>=</m:t>
                      </m:r>
                      <m:r>
                        <a:rPr lang="en-US" sz="2000" i="1">
                          <a:latin typeface="Cambria Math" panose="02040503050406030204" pitchFamily="18" charset="0"/>
                        </a:rPr>
                        <m:t>𝑠𝑢𝑝𝑝𝑜𝑟</m:t>
                      </m:r>
                      <m:r>
                        <a:rPr lang="en-US" sz="2000" i="1">
                          <a:latin typeface="Cambria Math" panose="02040503050406030204" pitchFamily="18" charset="0"/>
                        </a:rPr>
                        <m:t> </m:t>
                      </m:r>
                      <m:r>
                        <a:rPr lang="en-US" sz="2000" i="1">
                          <a:latin typeface="Cambria Math" panose="02040503050406030204" pitchFamily="18" charset="0"/>
                        </a:rPr>
                        <m:t>𝑣𝑒𝑐𝑡𝑜𝑟</m:t>
                      </m:r>
                      <m:r>
                        <a:rPr lang="en-US" sz="2000" i="1">
                          <a:latin typeface="Cambria Math" panose="02040503050406030204" pitchFamily="18" charset="0"/>
                        </a:rPr>
                        <m:t> [1,2,3]</m:t>
                      </m:r>
                    </m:oMath>
                  </m:oMathPara>
                </a14:m>
                <a:endParaRPr lang="en-US" sz="2000" b="0" i="1" dirty="0" smtClean="0">
                  <a:latin typeface="Cambria Math" panose="02040503050406030204" pitchFamily="18" charset="0"/>
                </a:endParaRPr>
              </a:p>
              <a:p>
                <a14:m>
                  <m:oMath xmlns:m="http://schemas.openxmlformats.org/officeDocument/2006/math">
                    <m:r>
                      <a:rPr lang="en-US" sz="2000" b="0" i="1" smtClean="0">
                        <a:latin typeface="Cambria Math" panose="02040503050406030204" pitchFamily="18" charset="0"/>
                      </a:rPr>
                      <m:t>𝑗</m:t>
                    </m:r>
                    <m:r>
                      <a:rPr lang="en-US" sz="2000" b="0" i="1" smtClean="0">
                        <a:latin typeface="Cambria Math" panose="02040503050406030204" pitchFamily="18" charset="0"/>
                      </a:rPr>
                      <m:t>=</m:t>
                    </m:r>
                  </m:oMath>
                </a14:m>
                <a:r>
                  <a:rPr lang="en-US" sz="2000" dirty="0"/>
                  <a:t> </a:t>
                </a:r>
                <a14:m>
                  <m:oMath xmlns:m="http://schemas.openxmlformats.org/officeDocument/2006/math">
                    <m:r>
                      <a:rPr lang="en-US" sz="2000" i="1">
                        <a:latin typeface="Cambria Math" panose="02040503050406030204" pitchFamily="18" charset="0"/>
                      </a:rPr>
                      <m:t>𝑓𝑒𝑎𝑡𝑢𝑟𝑒</m:t>
                    </m:r>
                    <m:r>
                      <a:rPr lang="en-US" sz="2000" i="1">
                        <a:latin typeface="Cambria Math" panose="02040503050406030204" pitchFamily="18" charset="0"/>
                      </a:rPr>
                      <m:t> </m:t>
                    </m:r>
                    <m:d>
                      <m:dPr>
                        <m:begChr m:val="["/>
                        <m:endChr m:val="]"/>
                        <m:ctrlPr>
                          <a:rPr lang="en-US" sz="2000" i="1">
                            <a:latin typeface="Cambria Math" panose="02040503050406030204" pitchFamily="18" charset="0"/>
                          </a:rPr>
                        </m:ctrlPr>
                      </m:dPr>
                      <m:e>
                        <m:r>
                          <a:rPr lang="en-US" sz="2000" i="1">
                            <a:latin typeface="Cambria Math" panose="02040503050406030204" pitchFamily="18" charset="0"/>
                          </a:rPr>
                          <m:t>1,2</m:t>
                        </m:r>
                      </m:e>
                    </m:d>
                  </m:oMath>
                </a14:m>
                <a:r>
                  <a:rPr lang="en-US" sz="2000" i="1" dirty="0">
                    <a:latin typeface="Cambria Math" panose="02040503050406030204" pitchFamily="18" charset="0"/>
                  </a:rPr>
                  <a:t> </a:t>
                </a:r>
                <a:endParaRPr lang="en-US" sz="2000" b="0" dirty="0" smtClean="0"/>
              </a:p>
            </p:txBody>
          </p:sp>
        </mc:Choice>
        <mc:Fallback xmlns="">
          <p:sp>
            <p:nvSpPr>
              <p:cNvPr id="19" name="TextBox 18"/>
              <p:cNvSpPr txBox="1">
                <a:spLocks noRot="1" noChangeAspect="1" noMove="1" noResize="1" noEditPoints="1" noAdjustHandles="1" noChangeArrowheads="1" noChangeShapeType="1" noTextEdit="1"/>
              </p:cNvSpPr>
              <p:nvPr/>
            </p:nvSpPr>
            <p:spPr>
              <a:xfrm>
                <a:off x="6668708" y="1449134"/>
                <a:ext cx="2887673" cy="615553"/>
              </a:xfrm>
              <a:prstGeom prst="rect">
                <a:avLst/>
              </a:prstGeom>
              <a:blipFill>
                <a:blip r:embed="rId16"/>
                <a:stretch>
                  <a:fillRect l="-3782" r="-2311" b="-15534"/>
                </a:stretch>
              </a:blipFill>
              <a:ln w="9525" cap="flat" cmpd="sng" algn="ctr">
                <a:solidFill>
                  <a:schemeClr val="dk1"/>
                </a:solidFill>
                <a:prstDash val="solid"/>
                <a:round/>
                <a:headEnd type="none" w="med" len="med"/>
                <a:tailEnd type="none" w="med" len="me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1390072" y="1742297"/>
                <a:ext cx="2766291" cy="332399"/>
              </a:xfrm>
              <a:prstGeom prst="rect">
                <a:avLst/>
              </a:prstGeom>
              <a:noFill/>
              <a:ln w="317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𝑖</m:t>
                          </m:r>
                          <m:r>
                            <a:rPr lang="en-US" sz="2000" b="0" i="1" smtClean="0">
                              <a:latin typeface="Cambria Math" panose="02040503050406030204" pitchFamily="18" charset="0"/>
                            </a:rPr>
                            <m:t>,</m:t>
                          </m:r>
                          <m:r>
                            <a:rPr lang="en-US" sz="2000" b="0" i="1" smtClean="0">
                              <a:latin typeface="Cambria Math" panose="02040503050406030204" pitchFamily="18" charset="0"/>
                            </a:rPr>
                            <m:t>𝑗</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𝑠𝑣</m:t>
                          </m:r>
                          <m:r>
                            <a:rPr lang="en-US" sz="2000" i="1">
                              <a:latin typeface="Cambria Math" panose="02040503050406030204" pitchFamily="18" charset="0"/>
                            </a:rPr>
                            <m:t>_</m:t>
                          </m:r>
                          <m:r>
                            <a:rPr lang="en-US" sz="2000" i="1">
                              <a:latin typeface="Cambria Math" panose="02040503050406030204" pitchFamily="18" charset="0"/>
                            </a:rPr>
                            <m:t>𝑐𝑜𝑒𝑓</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𝑆𝑉</m:t>
                          </m:r>
                        </m:e>
                        <m:sub>
                          <m:r>
                            <a:rPr lang="en-US" sz="2000" b="0" i="1" smtClean="0">
                              <a:latin typeface="Cambria Math" panose="02040503050406030204" pitchFamily="18" charset="0"/>
                            </a:rPr>
                            <m:t>𝑖</m:t>
                          </m:r>
                          <m:r>
                            <a:rPr lang="en-US" sz="2000" b="0" i="1" smtClean="0">
                              <a:latin typeface="Cambria Math" panose="02040503050406030204" pitchFamily="18" charset="0"/>
                            </a:rPr>
                            <m:t>,</m:t>
                          </m:r>
                          <m:r>
                            <a:rPr lang="en-US" sz="2000" b="0" i="1" smtClean="0">
                              <a:latin typeface="Cambria Math" panose="02040503050406030204" pitchFamily="18" charset="0"/>
                            </a:rPr>
                            <m:t>𝑗</m:t>
                          </m:r>
                        </m:sub>
                      </m:sSub>
                    </m:oMath>
                  </m:oMathPara>
                </a14:m>
                <a:endParaRPr lang="en-US" sz="2000" dirty="0"/>
              </a:p>
            </p:txBody>
          </p:sp>
        </mc:Choice>
        <mc:Fallback xmlns="">
          <p:sp>
            <p:nvSpPr>
              <p:cNvPr id="22" name="TextBox 21"/>
              <p:cNvSpPr txBox="1">
                <a:spLocks noRot="1" noChangeAspect="1" noMove="1" noResize="1" noEditPoints="1" noAdjustHandles="1" noChangeArrowheads="1" noChangeShapeType="1" noTextEdit="1"/>
              </p:cNvSpPr>
              <p:nvPr/>
            </p:nvSpPr>
            <p:spPr>
              <a:xfrm>
                <a:off x="1390072" y="1742297"/>
                <a:ext cx="2766291" cy="332399"/>
              </a:xfrm>
              <a:prstGeom prst="rect">
                <a:avLst/>
              </a:prstGeom>
              <a:blipFill>
                <a:blip r:embed="rId17"/>
                <a:stretch>
                  <a:fillRect l="-2203" b="-27778"/>
                </a:stretch>
              </a:blipFill>
              <a:ln w="3175" cap="flat" cmpd="sng" algn="ctr">
                <a:noFill/>
                <a:prstDash val="solid"/>
                <a:round/>
                <a:headEnd type="none" w="med" len="med"/>
                <a:tailEnd type="none" w="med" len="me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1382881" y="2064687"/>
                <a:ext cx="3079803" cy="354584"/>
              </a:xfrm>
              <a:prstGeom prst="rect">
                <a:avLst/>
              </a:prstGeom>
              <a:noFill/>
              <a:ln w="317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wrap="square" lIns="0" tIns="0" rIns="0" bIns="0" rtlCol="0">
                <a:spAutoFit/>
              </a:bodyPr>
              <a:lstStyle/>
              <a:p>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𝐹𝑊</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nary>
                          <m:naryPr>
                            <m:chr m:val="∑"/>
                            <m:ctrlPr>
                              <a:rPr lang="en-US" sz="2000" i="1">
                                <a:latin typeface="Cambria Math" panose="02040503050406030204" pitchFamily="18" charset="0"/>
                              </a:rPr>
                            </m:ctrlPr>
                          </m:naryPr>
                          <m:sub>
                            <m:r>
                              <a:rPr lang="en-US" sz="2000" b="0" i="1" smtClean="0">
                                <a:latin typeface="Cambria Math" panose="02040503050406030204" pitchFamily="18" charset="0"/>
                              </a:rPr>
                              <m:t>𝑖</m:t>
                            </m:r>
                            <m:r>
                              <a:rPr lang="en-US" sz="2000" i="1">
                                <a:latin typeface="Cambria Math" panose="02040503050406030204" pitchFamily="18" charset="0"/>
                              </a:rPr>
                              <m:t>=1</m:t>
                            </m:r>
                          </m:sub>
                          <m:sup>
                            <m:r>
                              <a:rPr lang="en-US" sz="2000" b="0" i="1" smtClean="0">
                                <a:latin typeface="Cambria Math" panose="02040503050406030204" pitchFamily="18" charset="0"/>
                              </a:rPr>
                              <m:t>𝑁</m:t>
                            </m:r>
                          </m:sup>
                          <m:e>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𝑖</m:t>
                                </m:r>
                                <m:r>
                                  <a:rPr lang="en-US" sz="2000" i="1">
                                    <a:latin typeface="Cambria Math" panose="02040503050406030204" pitchFamily="18" charset="0"/>
                                  </a:rPr>
                                  <m:t>,</m:t>
                                </m:r>
                                <m:r>
                                  <a:rPr lang="en-US" sz="2000" i="1">
                                    <a:latin typeface="Cambria Math" panose="02040503050406030204" pitchFamily="18" charset="0"/>
                                  </a:rPr>
                                  <m:t>𝑗</m:t>
                                </m:r>
                              </m:sub>
                            </m:sSub>
                            <m:r>
                              <a:rPr lang="en-US" sz="2000" i="1">
                                <a:latin typeface="Cambria Math" panose="02040503050406030204" pitchFamily="18" charset="0"/>
                              </a:rPr>
                              <m:t>)</m:t>
                            </m:r>
                          </m:e>
                        </m:nary>
                      </m:e>
                    </m:d>
                  </m:oMath>
                </a14:m>
                <a:r>
                  <a:rPr lang="en-US" sz="2000" dirty="0" smtClean="0"/>
                  <a:t> </a:t>
                </a:r>
                <a:endParaRPr lang="en-US" sz="2000" dirty="0"/>
              </a:p>
            </p:txBody>
          </p:sp>
        </mc:Choice>
        <mc:Fallback xmlns="">
          <p:sp>
            <p:nvSpPr>
              <p:cNvPr id="23" name="TextBox 22"/>
              <p:cNvSpPr txBox="1">
                <a:spLocks noRot="1" noChangeAspect="1" noMove="1" noResize="1" noEditPoints="1" noAdjustHandles="1" noChangeArrowheads="1" noChangeShapeType="1" noTextEdit="1"/>
              </p:cNvSpPr>
              <p:nvPr/>
            </p:nvSpPr>
            <p:spPr>
              <a:xfrm>
                <a:off x="1382881" y="2064687"/>
                <a:ext cx="3079803" cy="354584"/>
              </a:xfrm>
              <a:prstGeom prst="rect">
                <a:avLst/>
              </a:prstGeom>
              <a:blipFill>
                <a:blip r:embed="rId18"/>
                <a:stretch>
                  <a:fillRect l="-2970" t="-146552" b="-213793"/>
                </a:stretch>
              </a:blipFill>
              <a:ln w="3175" cap="flat" cmpd="sng" algn="ctr">
                <a:noFill/>
                <a:prstDash val="solid"/>
                <a:round/>
                <a:headEnd type="none" w="med" len="med"/>
                <a:tailEnd type="none" w="med" len="med"/>
              </a:ln>
            </p:spPr>
            <p:txBody>
              <a:bodyPr/>
              <a:lstStyle/>
              <a:p>
                <a:r>
                  <a:rPr lang="en-US">
                    <a:noFill/>
                  </a:rPr>
                  <a:t> </a:t>
                </a:r>
              </a:p>
            </p:txBody>
          </p:sp>
        </mc:Fallback>
      </mc:AlternateContent>
      <p:sp>
        <p:nvSpPr>
          <p:cNvPr id="24" name="TextBox 23"/>
          <p:cNvSpPr txBox="1"/>
          <p:nvPr/>
        </p:nvSpPr>
        <p:spPr>
          <a:xfrm>
            <a:off x="4582035" y="1776467"/>
            <a:ext cx="769191" cy="615553"/>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lIns="0" tIns="0" rIns="0" bIns="0" rtlCol="0">
            <a:spAutoFit/>
          </a:bodyPr>
          <a:lstStyle/>
          <a:p>
            <a:r>
              <a:rPr lang="en-US" sz="2000" b="0" dirty="0" smtClean="0"/>
              <a:t>…(1)</a:t>
            </a:r>
          </a:p>
          <a:p>
            <a:r>
              <a:rPr lang="en-US" sz="2000" dirty="0" smtClean="0"/>
              <a:t>…(2)</a:t>
            </a:r>
          </a:p>
        </p:txBody>
      </p:sp>
      <p:pic>
        <p:nvPicPr>
          <p:cNvPr id="25" name="Picture 24"/>
          <p:cNvPicPr>
            <a:picLocks noChangeAspect="1"/>
          </p:cNvPicPr>
          <p:nvPr/>
        </p:nvPicPr>
        <p:blipFill>
          <a:blip r:embed="rId19"/>
          <a:stretch>
            <a:fillRect/>
          </a:stretch>
        </p:blipFill>
        <p:spPr>
          <a:xfrm>
            <a:off x="9537856" y="1400255"/>
            <a:ext cx="2609850" cy="1238250"/>
          </a:xfrm>
          <a:prstGeom prst="rect">
            <a:avLst/>
          </a:prstGeom>
        </p:spPr>
      </p:pic>
      <p:pic>
        <p:nvPicPr>
          <p:cNvPr id="26" name="Picture 25"/>
          <p:cNvPicPr>
            <a:picLocks noChangeAspect="1"/>
          </p:cNvPicPr>
          <p:nvPr/>
        </p:nvPicPr>
        <p:blipFill>
          <a:blip r:embed="rId20"/>
          <a:stretch>
            <a:fillRect/>
          </a:stretch>
        </p:blipFill>
        <p:spPr>
          <a:xfrm>
            <a:off x="9736092" y="3401839"/>
            <a:ext cx="2332533" cy="2893360"/>
          </a:xfrm>
          <a:prstGeom prst="rect">
            <a:avLst/>
          </a:prstGeom>
        </p:spPr>
      </p:pic>
      <p:sp>
        <p:nvSpPr>
          <p:cNvPr id="27" name="TextBox 26"/>
          <p:cNvSpPr txBox="1"/>
          <p:nvPr/>
        </p:nvSpPr>
        <p:spPr>
          <a:xfrm>
            <a:off x="8608667" y="5606558"/>
            <a:ext cx="1127425" cy="369332"/>
          </a:xfrm>
          <a:prstGeom prst="rect">
            <a:avLst/>
          </a:prstGeom>
          <a:noFill/>
        </p:spPr>
        <p:txBody>
          <a:bodyPr wrap="none" rtlCol="0">
            <a:spAutoFit/>
          </a:bodyPr>
          <a:lstStyle/>
          <a:p>
            <a:r>
              <a:rPr lang="en-US" dirty="0" smtClean="0"/>
              <a:t>Feature B</a:t>
            </a:r>
            <a:endParaRPr lang="en-US" dirty="0"/>
          </a:p>
        </p:txBody>
      </p:sp>
      <p:sp>
        <p:nvSpPr>
          <p:cNvPr id="28" name="Left Brace 27"/>
          <p:cNvSpPr/>
          <p:nvPr/>
        </p:nvSpPr>
        <p:spPr>
          <a:xfrm>
            <a:off x="9761574" y="5470659"/>
            <a:ext cx="199697" cy="641131"/>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388156787"/>
      </p:ext>
    </p:extLst>
  </p:cSld>
  <p:clrMapOvr>
    <a:masterClrMapping/>
  </p:clrMapOvr>
  <mc:AlternateContent xmlns:mc="http://schemas.openxmlformats.org/markup-compatibility/2006" xmlns:p14="http://schemas.microsoft.com/office/powerpoint/2010/main">
    <mc:Choice Requires="p14">
      <p:transition spd="slow" p14:dur="2000" advTm="60380">
        <p:cut/>
      </p:transition>
    </mc:Choice>
    <mc:Fallback xmlns="">
      <p:transition spd="slow" advTm="60380">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animBg="1"/>
    </p:bldLst>
  </p:timing>
  <p:extLst mod="1">
    <p:ext uri="{3A86A75C-4F4B-4683-9AE1-C65F6400EC91}">
      <p14:laserTraceLst xmlns:p14="http://schemas.microsoft.com/office/powerpoint/2010/main">
        <p14:tracePtLst>
          <p14:tracePt t="3609" x="762000" y="5305425"/>
          <p14:tracePt t="3746" x="776288" y="5297488"/>
          <p14:tracePt t="3754" x="776288" y="5291138"/>
          <p14:tracePt t="3764" x="790575" y="5283200"/>
          <p14:tracePt t="3781" x="812800" y="5246688"/>
          <p14:tracePt t="3798" x="871538" y="5218113"/>
          <p14:tracePt t="3814" x="950913" y="5159375"/>
          <p14:tracePt t="3831" x="1023938" y="5116513"/>
          <p14:tracePt t="3848" x="1066800" y="5080000"/>
          <p14:tracePt t="3864" x="1109663" y="5057775"/>
          <p14:tracePt t="3866" x="1125538" y="5051425"/>
          <p14:tracePt t="3881" x="1190625" y="5014913"/>
          <p14:tracePt t="3898" x="1255713" y="4992688"/>
          <p14:tracePt t="3914" x="1328738" y="4956175"/>
          <p14:tracePt t="3931" x="1357313" y="4949825"/>
          <p14:tracePt t="3948" x="1385888" y="4949825"/>
          <p14:tracePt t="3964" x="1400175" y="4927600"/>
          <p14:tracePt t="3981" x="1408113" y="4927600"/>
          <p14:tracePt t="3998" x="1422400" y="4919663"/>
          <p14:tracePt t="4015" x="1430338" y="4913313"/>
          <p14:tracePt t="4031" x="1436688" y="4905375"/>
          <p14:tracePt t="4048" x="1450975" y="4905375"/>
          <p14:tracePt t="4065" x="1458913" y="4899025"/>
          <p14:tracePt t="4081" x="1473200" y="4891088"/>
          <p14:tracePt t="4098" x="1473200" y="4884738"/>
          <p14:tracePt t="4115" x="1487488" y="4876800"/>
          <p14:tracePt t="4148" x="1495425" y="4868863"/>
          <p14:tracePt t="4466" x="1495425" y="4862513"/>
          <p14:tracePt t="4538" x="1495425" y="4854575"/>
          <p14:tracePt t="4554" x="1495425" y="4848225"/>
          <p14:tracePt t="4562" x="1495425" y="4840288"/>
          <p14:tracePt t="4570" x="1501775" y="4826000"/>
          <p14:tracePt t="4581" x="1524000" y="4789488"/>
          <p14:tracePt t="4598" x="1531938" y="4752975"/>
          <p14:tracePt t="4615" x="1560513" y="4695825"/>
          <p14:tracePt t="4632" x="1566863" y="4651375"/>
          <p14:tracePt t="4648" x="1582738" y="4622800"/>
          <p14:tracePt t="4665" x="1603375" y="4579938"/>
          <p14:tracePt t="4681" x="1647825" y="4484688"/>
          <p14:tracePt t="4698" x="1704975" y="4397375"/>
          <p14:tracePt t="4715" x="1755775" y="4318000"/>
          <p14:tracePt t="4731" x="1820863" y="4230688"/>
          <p14:tracePt t="4748" x="1887538" y="4157663"/>
          <p14:tracePt t="4765" x="1966913" y="4078288"/>
          <p14:tracePt t="4781" x="2074863" y="3976688"/>
          <p14:tracePt t="4798" x="2192338" y="3868738"/>
          <p14:tracePt t="4815" x="2278063" y="3730625"/>
          <p14:tracePt t="4831" x="2365375" y="3592513"/>
          <p14:tracePt t="4848" x="2430463" y="3446463"/>
          <p14:tracePt t="4865" x="2497138" y="3324225"/>
          <p14:tracePt t="4867" x="2517775" y="3265488"/>
          <p14:tracePt t="4882" x="2547938" y="3149600"/>
          <p14:tracePt t="4898" x="2582863" y="3019425"/>
          <p14:tracePt t="4915" x="2619375" y="2932113"/>
          <p14:tracePt t="4931" x="2641600" y="2836863"/>
          <p14:tracePt t="4948" x="2655888" y="2786063"/>
          <p14:tracePt t="4965" x="2655888" y="2765425"/>
          <p14:tracePt t="4981" x="2655888" y="2728913"/>
          <p14:tracePt t="4998" x="2663825" y="2684463"/>
          <p14:tracePt t="5015" x="2663825" y="2627313"/>
          <p14:tracePt t="5031" x="2663825" y="2562225"/>
          <p14:tracePt t="5048" x="2663825" y="2517775"/>
          <p14:tracePt t="5065" x="2655888" y="2481263"/>
          <p14:tracePt t="5082" x="2641600" y="2409825"/>
          <p14:tracePt t="5098" x="2619375" y="2344738"/>
          <p14:tracePt t="5115" x="2590800" y="2293938"/>
          <p14:tracePt t="5132" x="2582863" y="2271713"/>
          <p14:tracePt t="5148" x="2568575" y="2249488"/>
          <p14:tracePt t="5165" x="2562225" y="2235200"/>
          <p14:tracePt t="5182" x="2540000" y="2212975"/>
          <p14:tracePt t="5198" x="2525713" y="2184400"/>
          <p14:tracePt t="5215" x="2511425" y="2147888"/>
          <p14:tracePt t="5232" x="2497138" y="2119313"/>
          <p14:tracePt t="5248" x="2489200" y="2090738"/>
          <p14:tracePt t="5265" x="2489200" y="2074863"/>
          <p14:tracePt t="5282" x="2489200" y="2060575"/>
          <p14:tracePt t="5315" x="2489200" y="2054225"/>
          <p14:tracePt t="5603" x="2497138" y="2054225"/>
          <p14:tracePt t="5609" x="2503488" y="2054225"/>
          <p14:tracePt t="5618" x="2517775" y="2054225"/>
          <p14:tracePt t="5632" x="2540000" y="2054225"/>
          <p14:tracePt t="5648" x="2576513" y="2054225"/>
          <p14:tracePt t="5665" x="2627313" y="2054225"/>
          <p14:tracePt t="5682" x="2633663" y="2054225"/>
          <p14:tracePt t="5699" x="2663825" y="2054225"/>
          <p14:tracePt t="5715" x="2684463" y="2060575"/>
          <p14:tracePt t="5732" x="2714625" y="2060575"/>
          <p14:tracePt t="5749" x="2720975" y="2060575"/>
          <p14:tracePt t="5765" x="2735263" y="2060575"/>
          <p14:tracePt t="6058" x="2728913" y="2068513"/>
          <p14:tracePt t="6065" x="2720975" y="2068513"/>
          <p14:tracePt t="6074" x="2700338" y="2068513"/>
          <p14:tracePt t="6082" x="2684463" y="2068513"/>
          <p14:tracePt t="6099" x="2641600" y="2068513"/>
          <p14:tracePt t="6115" x="2605088" y="2068513"/>
          <p14:tracePt t="6132" x="2562225" y="2068513"/>
          <p14:tracePt t="6148" x="2525713" y="2068513"/>
          <p14:tracePt t="6165" x="2497138" y="2068513"/>
          <p14:tracePt t="6182" x="2460625" y="2068513"/>
          <p14:tracePt t="6198" x="2438400" y="2068513"/>
          <p14:tracePt t="6215" x="2395538" y="2068513"/>
          <p14:tracePt t="6232" x="2373313" y="2068513"/>
          <p14:tracePt t="6248" x="2328863" y="2068513"/>
          <p14:tracePt t="6265" x="2263775" y="2068513"/>
          <p14:tracePt t="6282" x="2220913" y="2068513"/>
          <p14:tracePt t="6299" x="2192338" y="2068513"/>
          <p14:tracePt t="6315" x="2147888" y="2060575"/>
          <p14:tracePt t="6332" x="2111375" y="2054225"/>
          <p14:tracePt t="6348" x="2074863" y="2054225"/>
          <p14:tracePt t="6365" x="2046288" y="2039938"/>
          <p14:tracePt t="6382" x="2024063" y="2032000"/>
          <p14:tracePt t="6399" x="2009775" y="2024063"/>
          <p14:tracePt t="6415" x="1989138" y="2017713"/>
          <p14:tracePt t="6432" x="1981200" y="2003425"/>
          <p14:tracePt t="6465" x="1973263" y="1981200"/>
          <p14:tracePt t="6482" x="1973263" y="1958975"/>
          <p14:tracePt t="6498" x="1973263" y="1944688"/>
          <p14:tracePt t="6515" x="1973263" y="1916113"/>
          <p14:tracePt t="6532" x="1981200" y="1887538"/>
          <p14:tracePt t="6549" x="2009775" y="1865313"/>
          <p14:tracePt t="6565" x="2032000" y="1836738"/>
          <p14:tracePt t="6582" x="2046288" y="1820863"/>
          <p14:tracePt t="6599" x="2068513" y="1800225"/>
          <p14:tracePt t="6615" x="2097088" y="1778000"/>
          <p14:tracePt t="6632" x="2133600" y="1755775"/>
          <p14:tracePt t="6649" x="2176463" y="1735138"/>
          <p14:tracePt t="6665" x="2198688" y="1719263"/>
          <p14:tracePt t="6682" x="2235200" y="1698625"/>
          <p14:tracePt t="6699" x="2263775" y="1690688"/>
          <p14:tracePt t="6715" x="2314575" y="1668463"/>
          <p14:tracePt t="6732" x="2373313" y="1654175"/>
          <p14:tracePt t="6749" x="2424113" y="1639888"/>
          <p14:tracePt t="6765" x="2460625" y="1633538"/>
          <p14:tracePt t="6782" x="2481263" y="1633538"/>
          <p14:tracePt t="6799" x="2511425" y="1617663"/>
          <p14:tracePt t="6816" x="2532063" y="1617663"/>
          <p14:tracePt t="6832" x="2562225" y="1617663"/>
          <p14:tracePt t="6851" x="2619375" y="1617663"/>
          <p14:tracePt t="6866" x="2633663" y="1617663"/>
          <p14:tracePt t="6883" x="2649538" y="1617663"/>
          <p14:tracePt t="6899" x="2663825" y="1617663"/>
          <p14:tracePt t="6916" x="2670175" y="1617663"/>
          <p14:tracePt t="6932" x="2678113" y="1617663"/>
          <p14:tracePt t="6949" x="2692400" y="1617663"/>
          <p14:tracePt t="6966" x="2714625" y="1617663"/>
          <p14:tracePt t="6999" x="2735263" y="1617663"/>
          <p14:tracePt t="7016" x="2743200" y="1617663"/>
          <p14:tracePt t="7032" x="2757488" y="1617663"/>
          <p14:tracePt t="7049" x="2779713" y="1625600"/>
          <p14:tracePt t="7066" x="2808288" y="1625600"/>
          <p14:tracePt t="7082" x="2822575" y="1633538"/>
          <p14:tracePt t="7099" x="2836863" y="1639888"/>
          <p14:tracePt t="7117" x="2852738" y="1647825"/>
          <p14:tracePt t="7134" x="2867025" y="1647825"/>
          <p14:tracePt t="7149" x="2881313" y="1654175"/>
          <p14:tracePt t="7166" x="2895600" y="1662113"/>
          <p14:tracePt t="7182" x="2909888" y="1668463"/>
          <p14:tracePt t="7199" x="2917825" y="1676400"/>
          <p14:tracePt t="7216" x="2932113" y="1684338"/>
          <p14:tracePt t="7249" x="2954338" y="1698625"/>
          <p14:tracePt t="7265" x="2960688" y="1704975"/>
          <p14:tracePt t="7282" x="2974975" y="1719263"/>
          <p14:tracePt t="7299" x="2982913" y="1727200"/>
          <p14:tracePt t="7316" x="2997200" y="1741488"/>
          <p14:tracePt t="7332" x="3005138" y="1763713"/>
          <p14:tracePt t="7349" x="3011488" y="1778000"/>
          <p14:tracePt t="7366" x="3025775" y="1778000"/>
          <p14:tracePt t="7383" x="3025775" y="1792288"/>
          <p14:tracePt t="7399" x="3040063" y="1800225"/>
          <p14:tracePt t="7415" x="3055938" y="1800225"/>
          <p14:tracePt t="7432" x="3062288" y="1800225"/>
          <p14:tracePt t="7449" x="3070225" y="1814513"/>
          <p14:tracePt t="7466" x="3070225" y="1820863"/>
          <p14:tracePt t="7482" x="3076575" y="1820863"/>
          <p14:tracePt t="7499" x="3084513" y="1836738"/>
          <p14:tracePt t="7516" x="3090863" y="1836738"/>
          <p14:tracePt t="7532" x="3090863" y="1843088"/>
          <p14:tracePt t="7549" x="3090863" y="1851025"/>
          <p14:tracePt t="7566" x="3098800" y="1857375"/>
          <p14:tracePt t="7582" x="3106738" y="1871663"/>
          <p14:tracePt t="7616" x="3106738" y="1879600"/>
          <p14:tracePt t="7633" x="3106738" y="1893888"/>
          <p14:tracePt t="7649" x="3106738" y="1901825"/>
          <p14:tracePt t="7666" x="3106738" y="1908175"/>
          <p14:tracePt t="7682" x="3106738" y="1916113"/>
          <p14:tracePt t="7699" x="3106738" y="1922463"/>
          <p14:tracePt t="7716" x="3106738" y="1930400"/>
          <p14:tracePt t="7732" x="3106738" y="1938338"/>
          <p14:tracePt t="7766" x="3106738" y="1944688"/>
          <p14:tracePt t="7783" x="3098800" y="1952625"/>
          <p14:tracePt t="7799" x="3098800" y="1958975"/>
          <p14:tracePt t="7816" x="3084513" y="1966913"/>
          <p14:tracePt t="7832" x="3084513" y="1973263"/>
          <p14:tracePt t="7849" x="3076575" y="1981200"/>
          <p14:tracePt t="7867" x="3070225" y="1989138"/>
          <p14:tracePt t="7882" x="3062288" y="1995488"/>
          <p14:tracePt t="7916" x="3048000" y="2009775"/>
          <p14:tracePt t="7933" x="3033713" y="2017713"/>
          <p14:tracePt t="7949" x="3011488" y="2017713"/>
          <p14:tracePt t="7966" x="2997200" y="2032000"/>
          <p14:tracePt t="7982" x="2968625" y="2032000"/>
          <p14:tracePt t="7999" x="2960688" y="2039938"/>
          <p14:tracePt t="8016" x="2938463" y="2039938"/>
          <p14:tracePt t="8032" x="2932113" y="2039938"/>
          <p14:tracePt t="8049" x="2917825" y="2039938"/>
          <p14:tracePt t="8066" x="2903538" y="2039938"/>
          <p14:tracePt t="8083" x="2895600" y="2039938"/>
          <p14:tracePt t="8099" x="2873375" y="2039938"/>
          <p14:tracePt t="8116" x="2859088" y="2039938"/>
          <p14:tracePt t="8133" x="2852738" y="2039938"/>
          <p14:tracePt t="8149" x="2830513" y="2032000"/>
          <p14:tracePt t="8166" x="2822575" y="2032000"/>
          <p14:tracePt t="8183" x="2816225" y="2032000"/>
          <p14:tracePt t="8199" x="2801938" y="2032000"/>
          <p14:tracePt t="8216" x="2786063" y="2032000"/>
          <p14:tracePt t="8249" x="2779713" y="2032000"/>
          <p14:tracePt t="8266" x="2771775" y="2032000"/>
          <p14:tracePt t="8819" x="2757488" y="2032000"/>
          <p14:tracePt t="8826" x="2714625" y="2032000"/>
          <p14:tracePt t="8835" x="2641600" y="2032000"/>
          <p14:tracePt t="8849" x="2344738" y="2032000"/>
          <p14:tracePt t="8866" x="1735138" y="2111375"/>
          <p14:tracePt t="8893" x="682625" y="2271713"/>
          <p14:tracePt t="10331" x="28575" y="4064000"/>
          <p14:tracePt t="10338" x="101600" y="4005263"/>
          <p14:tracePt t="10347" x="174625" y="3962400"/>
          <p14:tracePt t="10354" x="246063" y="3925888"/>
          <p14:tracePt t="10368" x="319088" y="3883025"/>
          <p14:tracePt t="10383" x="434975" y="3810000"/>
          <p14:tracePt t="10400" x="536575" y="3759200"/>
          <p14:tracePt t="10418" x="812800" y="3679825"/>
          <p14:tracePt t="10434" x="1233488" y="3621088"/>
          <p14:tracePt t="10464" x="2046288" y="3440113"/>
          <p14:tracePt t="10479" x="2359025" y="3259138"/>
          <p14:tracePt t="10493" x="2562225" y="3113088"/>
          <p14:tracePt t="10500" x="2633663" y="3040063"/>
          <p14:tracePt t="10517" x="2757488" y="2924175"/>
          <p14:tracePt t="10533" x="2852738" y="2836863"/>
          <p14:tracePt t="10550" x="2938463" y="2751138"/>
          <p14:tracePt t="10566" x="3011488" y="2663825"/>
          <p14:tracePt t="10583" x="3048000" y="2598738"/>
          <p14:tracePt t="10603" x="3113088" y="2503488"/>
          <p14:tracePt t="10624" x="3171825" y="2446338"/>
          <p14:tracePt t="10643" x="3259138" y="2314575"/>
          <p14:tracePt t="10652" x="3287713" y="2257425"/>
          <p14:tracePt t="10667" x="3344863" y="2155825"/>
          <p14:tracePt t="10683" x="3389313" y="2074863"/>
          <p14:tracePt t="10700" x="3425825" y="2009775"/>
          <p14:tracePt t="10717" x="3432175" y="1973263"/>
          <p14:tracePt t="10733" x="3432175" y="1922463"/>
          <p14:tracePt t="10750" x="3432175" y="1871663"/>
          <p14:tracePt t="10767" x="3417888" y="1828800"/>
          <p14:tracePt t="10784" x="3395663" y="1770063"/>
          <p14:tracePt t="10800" x="3389313" y="1749425"/>
          <p14:tracePt t="10817" x="3381375" y="1735138"/>
          <p14:tracePt t="10834" x="3381375" y="1719263"/>
          <p14:tracePt t="10867" x="3381375" y="1704975"/>
          <p14:tracePt t="10883" x="3381375" y="1690688"/>
          <p14:tracePt t="10900" x="3381375" y="1676400"/>
          <p14:tracePt t="10917" x="3381375" y="1662113"/>
          <p14:tracePt t="10934" x="3381375" y="1654175"/>
          <p14:tracePt t="10950" x="3389313" y="1639888"/>
          <p14:tracePt t="10987" x="3395663" y="1633538"/>
          <p14:tracePt t="11000" x="3411538" y="1633538"/>
          <p14:tracePt t="11017" x="3440113" y="1625600"/>
          <p14:tracePt t="11033" x="3482975" y="1625600"/>
          <p14:tracePt t="11050" x="3548063" y="1625600"/>
          <p14:tracePt t="11067" x="3665538" y="1647825"/>
          <p14:tracePt t="11084" x="3817938" y="1704975"/>
          <p14:tracePt t="11100" x="3925888" y="1778000"/>
          <p14:tracePt t="11117" x="4013200" y="1828800"/>
          <p14:tracePt t="11134" x="4041775" y="1857375"/>
          <p14:tracePt t="11150" x="4071938" y="1879600"/>
          <p14:tracePt t="11167" x="4092575" y="1901825"/>
          <p14:tracePt t="11184" x="4100513" y="1916113"/>
          <p14:tracePt t="11200" x="4106863" y="1938338"/>
          <p14:tracePt t="11218" x="4106863" y="2009775"/>
          <p14:tracePt t="11234" x="4106863" y="2046288"/>
          <p14:tracePt t="11250" x="4106863" y="2074863"/>
          <p14:tracePt t="11267" x="4106863" y="2097088"/>
          <p14:tracePt t="11284" x="4106863" y="2119313"/>
          <p14:tracePt t="11300" x="4106863" y="2141538"/>
          <p14:tracePt t="11334" x="4106863" y="2155825"/>
          <p14:tracePt t="11478" x="4100513" y="2155825"/>
          <p14:tracePt t="11487" x="4092575" y="2162175"/>
          <p14:tracePt t="11494" x="4086225" y="2162175"/>
          <p14:tracePt t="11501" x="4071938" y="2170113"/>
          <p14:tracePt t="11518" x="4049713" y="2170113"/>
          <p14:tracePt t="11534" x="4021138" y="2176463"/>
          <p14:tracePt t="11551" x="3990975" y="2184400"/>
          <p14:tracePt t="11568" x="3954463" y="2192338"/>
          <p14:tracePt t="11586" x="3911600" y="2192338"/>
          <p14:tracePt t="11602" x="3883025" y="2192338"/>
          <p14:tracePt t="11618" x="3846513" y="2192338"/>
          <p14:tracePt t="11635" x="3832225" y="2192338"/>
          <p14:tracePt t="11651" x="3810000" y="2192338"/>
          <p14:tracePt t="11667" x="3795713" y="2192338"/>
          <p14:tracePt t="11684" x="3773488" y="2192338"/>
          <p14:tracePt t="11701" x="3767138" y="2192338"/>
          <p14:tracePt t="11734" x="3759200" y="2192338"/>
          <p14:tracePt t="11751" x="3751263" y="2192338"/>
          <p14:tracePt t="11826" x="3744913" y="2192338"/>
          <p14:tracePt t="11846" x="3736975" y="2184400"/>
          <p14:tracePt t="11863" x="3730625" y="2184400"/>
          <p14:tracePt t="11887" x="3722688" y="2176463"/>
          <p14:tracePt t="11919" x="3708400" y="2176463"/>
          <p14:tracePt t="11940" x="3700463" y="2176463"/>
          <p14:tracePt t="11956" x="3694113" y="2176463"/>
          <p14:tracePt t="11967" x="3694113" y="2170113"/>
          <p14:tracePt t="11984" x="3679825" y="2170113"/>
          <p14:tracePt t="12001" x="3665538" y="2170113"/>
          <p14:tracePt t="12017" x="3657600" y="2170113"/>
          <p14:tracePt t="12034" x="3643313" y="2162175"/>
          <p14:tracePt t="12050" x="3635375" y="2162175"/>
          <p14:tracePt t="12067" x="3621088" y="2162175"/>
          <p14:tracePt t="12084" x="3614738" y="2162175"/>
          <p14:tracePt t="12101" x="3606800" y="2162175"/>
          <p14:tracePt t="12118" x="3592513" y="2155825"/>
          <p14:tracePt t="12134" x="3584575" y="2147888"/>
          <p14:tracePt t="12151" x="3556000" y="2141538"/>
          <p14:tracePt t="12167" x="3541713" y="2141538"/>
          <p14:tracePt t="12184" x="3533775" y="2141538"/>
          <p14:tracePt t="12201" x="3519488" y="2141538"/>
          <p14:tracePt t="12217" x="3513138" y="2141538"/>
          <p14:tracePt t="12234" x="3505200" y="2141538"/>
          <p14:tracePt t="12253" x="3497263" y="2133600"/>
          <p14:tracePt t="12267" x="3490913" y="2125663"/>
          <p14:tracePt t="12284" x="3482975" y="2125663"/>
          <p14:tracePt t="12301" x="3482975" y="2119313"/>
          <p14:tracePt t="12318" x="3468688" y="2119313"/>
          <p14:tracePt t="12335" x="3454400" y="2111375"/>
          <p14:tracePt t="12351" x="3440113" y="2105025"/>
          <p14:tracePt t="12355" x="3440113" y="2097088"/>
          <p14:tracePt t="12367" x="3425825" y="2097088"/>
          <p14:tracePt t="12384" x="3395663" y="2074863"/>
          <p14:tracePt t="12401" x="3381375" y="2060575"/>
          <p14:tracePt t="12417" x="3360738" y="2032000"/>
          <p14:tracePt t="12434" x="3344863" y="2017713"/>
          <p14:tracePt t="12451" x="3330575" y="1995488"/>
          <p14:tracePt t="12467" x="3324225" y="1973263"/>
          <p14:tracePt t="12484" x="3316288" y="1952625"/>
          <p14:tracePt t="12501" x="3309938" y="1916113"/>
          <p14:tracePt t="12517" x="3309938" y="1887538"/>
          <p14:tracePt t="12534" x="3309938" y="1865313"/>
          <p14:tracePt t="12551" x="3309938" y="1843088"/>
          <p14:tracePt t="12567" x="3309938" y="1828800"/>
          <p14:tracePt t="12584" x="3309938" y="1800225"/>
          <p14:tracePt t="12602" x="3309938" y="1770063"/>
          <p14:tracePt t="12617" x="3316288" y="1749425"/>
          <p14:tracePt t="12634" x="3324225" y="1741488"/>
          <p14:tracePt t="12651" x="3338513" y="1727200"/>
          <p14:tracePt t="12684" x="3344863" y="1719263"/>
          <p14:tracePt t="12701" x="3360738" y="1704975"/>
          <p14:tracePt t="12717" x="3375025" y="1698625"/>
          <p14:tracePt t="12734" x="3389313" y="1690688"/>
          <p14:tracePt t="12751" x="3395663" y="1684338"/>
          <p14:tracePt t="12767" x="3411538" y="1684338"/>
          <p14:tracePt t="12784" x="3432175" y="1668463"/>
          <p14:tracePt t="12801" x="3446463" y="1668463"/>
          <p14:tracePt t="12817" x="3454400" y="1662113"/>
          <p14:tracePt t="12834" x="3468688" y="1662113"/>
          <p14:tracePt t="12867" x="3476625" y="1662113"/>
          <p14:tracePt t="12884" x="3490913" y="1654175"/>
          <p14:tracePt t="12917" x="3497263" y="1654175"/>
          <p14:tracePt t="12934" x="3513138" y="1654175"/>
          <p14:tracePt t="12951" x="3519488" y="1654175"/>
          <p14:tracePt t="12967" x="3541713" y="1654175"/>
          <p14:tracePt t="12984" x="3563938" y="1654175"/>
          <p14:tracePt t="13001" x="3598863" y="1654175"/>
          <p14:tracePt t="13017" x="3649663" y="1676400"/>
          <p14:tracePt t="13034" x="3694113" y="1698625"/>
          <p14:tracePt t="13051" x="3736975" y="1719263"/>
          <p14:tracePt t="13067" x="3773488" y="1735138"/>
          <p14:tracePt t="13084" x="3810000" y="1755775"/>
          <p14:tracePt t="13101" x="3832225" y="1763713"/>
          <p14:tracePt t="13117" x="3846513" y="1785938"/>
          <p14:tracePt t="13134" x="3860800" y="1792288"/>
          <p14:tracePt t="13151" x="3875088" y="1806575"/>
          <p14:tracePt t="13167" x="3897313" y="1820863"/>
          <p14:tracePt t="13184" x="3911600" y="1843088"/>
          <p14:tracePt t="13201" x="3925888" y="1857375"/>
          <p14:tracePt t="13217" x="3940175" y="1865313"/>
          <p14:tracePt t="13234" x="3940175" y="1871663"/>
          <p14:tracePt t="13251" x="3948113" y="1871663"/>
          <p14:tracePt t="13267" x="3954463" y="1879600"/>
          <p14:tracePt t="13301" x="3954463" y="1887538"/>
          <p14:tracePt t="13646" x="3976688" y="1887538"/>
          <p14:tracePt t="13654" x="4021138" y="1879600"/>
          <p14:tracePt t="13661" x="4056063" y="1865313"/>
          <p14:tracePt t="13668" x="4064000" y="1865313"/>
          <p14:tracePt t="14168" x="4071938" y="1865313"/>
          <p14:tracePt t="14207" x="4078288" y="1865313"/>
          <p14:tracePt t="14214" x="4100513" y="1865313"/>
          <p14:tracePt t="14221" x="4151313" y="1879600"/>
          <p14:tracePt t="14235" x="4433888" y="2046288"/>
          <p14:tracePt t="14252" x="4884738" y="2328863"/>
          <p14:tracePt t="14268" x="5399088" y="2619375"/>
          <p14:tracePt t="14285" x="5980113" y="2954338"/>
          <p14:tracePt t="14301" x="6626225" y="3324225"/>
          <p14:tracePt t="14318" x="7351713" y="3686175"/>
          <p14:tracePt t="14335" x="8150225" y="4137025"/>
          <p14:tracePt t="14352" x="8875713" y="4470400"/>
          <p14:tracePt t="14360" x="9180513" y="4608513"/>
          <p14:tracePt t="14368" x="9426575" y="4724400"/>
          <p14:tracePt t="14386" x="9847263" y="4905375"/>
          <p14:tracePt t="14402" x="10015538" y="4978400"/>
          <p14:tracePt t="14418" x="10131425" y="5021263"/>
          <p14:tracePt t="14435" x="10167938" y="5021263"/>
          <p14:tracePt t="14453" x="10188575" y="5037138"/>
          <p14:tracePt t="14469" x="10196513" y="5043488"/>
          <p14:tracePt t="14485" x="10233025" y="5051425"/>
          <p14:tracePt t="14502" x="10298113" y="5080000"/>
          <p14:tracePt t="14518" x="10399713" y="5116513"/>
          <p14:tracePt t="14535" x="10493375" y="5145088"/>
          <p14:tracePt t="14552" x="10544175" y="5173663"/>
          <p14:tracePt t="14568" x="10588625" y="5189538"/>
          <p14:tracePt t="14586" x="10594975" y="5195888"/>
          <p14:tracePt t="14619" x="10609263" y="5203825"/>
          <p14:tracePt t="14635" x="10609263" y="5218113"/>
          <p14:tracePt t="14668" x="10625138" y="5232400"/>
          <p14:tracePt t="14685" x="10645775" y="5275263"/>
          <p14:tracePt t="14703" x="10668000" y="5326063"/>
          <p14:tracePt t="14718" x="10696575" y="5392738"/>
          <p14:tracePt t="14735" x="10710863" y="5427663"/>
          <p14:tracePt t="14752" x="10726738" y="5478463"/>
          <p14:tracePt t="14768" x="10726738" y="5508625"/>
          <p14:tracePt t="14785" x="10741025" y="5602288"/>
          <p14:tracePt t="14801" x="10741025" y="5661025"/>
          <p14:tracePt t="14819" x="10741025" y="5711825"/>
          <p14:tracePt t="14835" x="10741025" y="5748338"/>
          <p14:tracePt t="14852" x="10741025" y="5791200"/>
          <p14:tracePt t="14868" x="10741025" y="5819775"/>
          <p14:tracePt t="14885" x="10741025" y="5892800"/>
          <p14:tracePt t="14902" x="10741025" y="5980113"/>
          <p14:tracePt t="14918" x="10741025" y="6037263"/>
          <p14:tracePt t="14935" x="10733088" y="6081713"/>
          <p14:tracePt t="14952" x="10718800" y="6124575"/>
          <p14:tracePt t="14968" x="10710863" y="6154738"/>
          <p14:tracePt t="14985" x="10682288" y="6226175"/>
          <p14:tracePt t="15002" x="10653713" y="6276975"/>
          <p14:tracePt t="15018" x="10639425" y="6307138"/>
          <p14:tracePt t="15035" x="10617200" y="6327775"/>
          <p14:tracePt t="15052" x="10594975" y="6342063"/>
          <p14:tracePt t="15068" x="10574338" y="6364288"/>
          <p14:tracePt t="15085" x="10523538" y="6392863"/>
          <p14:tracePt t="15102" x="10493375" y="6408738"/>
          <p14:tracePt t="15118" x="10456863" y="6423025"/>
          <p14:tracePt t="15135" x="10421938" y="6423025"/>
          <p14:tracePt t="15151" x="10348913" y="6443663"/>
          <p14:tracePt t="15168" x="10298113" y="6451600"/>
          <p14:tracePt t="15185" x="10239375" y="6459538"/>
          <p14:tracePt t="15202" x="10202863" y="6465888"/>
          <p14:tracePt t="15218" x="10152063" y="6465888"/>
          <p14:tracePt t="15235" x="10072688" y="6465888"/>
          <p14:tracePt t="15252" x="9979025" y="6465888"/>
          <p14:tracePt t="15268" x="9906000" y="6465888"/>
          <p14:tracePt t="15285" x="9847263" y="6465888"/>
          <p14:tracePt t="15302" x="9804400" y="6465888"/>
          <p14:tracePt t="15319" x="9753600" y="6465888"/>
          <p14:tracePt t="15335" x="9680575" y="6465888"/>
          <p14:tracePt t="15354" x="9586913" y="6459538"/>
          <p14:tracePt t="15368" x="9558338" y="6459538"/>
          <p14:tracePt t="15385" x="9491663" y="6443663"/>
          <p14:tracePt t="15402" x="9440863" y="6437313"/>
          <p14:tracePt t="15418" x="9375775" y="6429375"/>
          <p14:tracePt t="15435" x="9282113" y="6423025"/>
          <p14:tracePt t="15452" x="9223375" y="6400800"/>
          <p14:tracePt t="15468" x="9158288" y="6400800"/>
          <p14:tracePt t="15485" x="9121775" y="6392863"/>
          <p14:tracePt t="15502" x="9078913" y="6378575"/>
          <p14:tracePt t="15518" x="9042400" y="6372225"/>
          <p14:tracePt t="15535" x="8977313" y="6342063"/>
          <p14:tracePt t="15553" x="8796338" y="6270625"/>
          <p14:tracePt t="15570" x="8709025" y="6240463"/>
          <p14:tracePt t="15585" x="8672513" y="6226175"/>
          <p14:tracePt t="15602" x="8621713" y="6205538"/>
          <p14:tracePt t="15618" x="8577263" y="6175375"/>
          <p14:tracePt t="15635" x="8526463" y="6138863"/>
          <p14:tracePt t="15652" x="8418513" y="6053138"/>
          <p14:tracePt t="15668" x="8339138" y="5972175"/>
          <p14:tracePt t="15685" x="8308975" y="5951538"/>
          <p14:tracePt t="15702" x="8302625" y="5921375"/>
          <p14:tracePt t="15718" x="8288338" y="5884863"/>
          <p14:tracePt t="15735" x="8288338" y="5827713"/>
          <p14:tracePt t="15752" x="8288338" y="5768975"/>
          <p14:tracePt t="15768" x="8288338" y="5703888"/>
          <p14:tracePt t="15785" x="8308975" y="5616575"/>
          <p14:tracePt t="15803" x="8345488" y="5565775"/>
          <p14:tracePt t="15819" x="8389938" y="5514975"/>
          <p14:tracePt t="15835" x="8447088" y="5472113"/>
          <p14:tracePt t="15852" x="8520113" y="5421313"/>
          <p14:tracePt t="15868" x="8562975" y="5407025"/>
          <p14:tracePt t="15885" x="8628063" y="5376863"/>
          <p14:tracePt t="15902" x="8678863" y="5370513"/>
          <p14:tracePt t="15918" x="8774113" y="5356225"/>
          <p14:tracePt t="15935" x="8853488" y="5348288"/>
          <p14:tracePt t="15952" x="8963025" y="5348288"/>
          <p14:tracePt t="15969" x="9064625" y="5348288"/>
          <p14:tracePt t="15986" x="9259888" y="5348288"/>
          <p14:tracePt t="16002" x="9405938" y="5348288"/>
          <p14:tracePt t="16018" x="9550400" y="5348288"/>
          <p14:tracePt t="16035" x="9680575" y="5356225"/>
          <p14:tracePt t="16052" x="9790113" y="5370513"/>
          <p14:tracePt t="16069" x="9877425" y="5392738"/>
          <p14:tracePt t="16085" x="9971088" y="5407025"/>
          <p14:tracePt t="16104" x="10058400" y="5427663"/>
          <p14:tracePt t="16121" x="10152063" y="5457825"/>
          <p14:tracePt t="16135" x="10233025" y="5472113"/>
          <p14:tracePt t="16155" x="10326688" y="5500688"/>
          <p14:tracePt t="16170" x="10385425" y="5508625"/>
          <p14:tracePt t="16186" x="10421938" y="5508625"/>
          <p14:tracePt t="16202" x="10515600" y="5522913"/>
          <p14:tracePt t="16219" x="10588625" y="5537200"/>
          <p14:tracePt t="16235" x="10653713" y="5559425"/>
          <p14:tracePt t="16252" x="10696575" y="5559425"/>
          <p14:tracePt t="16269" x="10710863" y="5559425"/>
          <p14:tracePt t="16285" x="10726738" y="5559425"/>
          <p14:tracePt t="16305" x="10747375" y="5565775"/>
          <p14:tracePt t="16319" x="10761663" y="5565775"/>
          <p14:tracePt t="16336" x="10791825" y="5565775"/>
          <p14:tracePt t="16354" x="10848975" y="5565775"/>
          <p14:tracePt t="16370" x="10893425" y="5565775"/>
          <p14:tracePt t="16385" x="10944225" y="5559425"/>
          <p14:tracePt t="16403" x="10987088" y="5551488"/>
          <p14:tracePt t="16419" x="11045825" y="5551488"/>
          <p14:tracePt t="16436" x="11088688" y="5529263"/>
          <p14:tracePt t="16452" x="11117263" y="5522913"/>
          <p14:tracePt t="16469" x="11153775" y="5522913"/>
          <p14:tracePt t="16485" x="11198225" y="5514975"/>
          <p14:tracePt t="16503" x="11234738" y="5514975"/>
          <p14:tracePt t="16519" x="11291888" y="5500688"/>
          <p14:tracePt t="16536" x="11336338" y="5494338"/>
          <p14:tracePt t="16554" x="11407775" y="5486400"/>
          <p14:tracePt t="16570" x="11444288" y="5486400"/>
          <p14:tracePt t="16586" x="11466513" y="5486400"/>
          <p14:tracePt t="16603" x="11560175" y="5472113"/>
          <p14:tracePt t="16619" x="11610975" y="5464175"/>
          <p14:tracePt t="16636" x="11661775" y="5457825"/>
          <p14:tracePt t="16652" x="11698288" y="5449888"/>
          <p14:tracePt t="16669" x="11734800" y="5443538"/>
          <p14:tracePt t="16685" x="11785600" y="5435600"/>
          <p14:tracePt t="16702" x="11828463" y="5435600"/>
          <p14:tracePt t="16719" x="11864975" y="5435600"/>
          <p14:tracePt t="16735" x="11901488" y="5435600"/>
          <p14:tracePt t="16752" x="11915775" y="5427663"/>
          <p14:tracePt t="16768" x="11938000" y="5427663"/>
          <p14:tracePt t="16785" x="11980863" y="5427663"/>
          <p14:tracePt t="16802" x="12017375" y="5427663"/>
          <p14:tracePt t="16819" x="12061825" y="5427663"/>
          <p14:tracePt t="16835" x="12098338" y="5435600"/>
          <p14:tracePt t="16852" x="12118975" y="5449888"/>
          <p14:tracePt t="16869" x="12141200" y="5457825"/>
          <p14:tracePt t="16885" x="12155488" y="5472113"/>
          <p14:tracePt t="16902" x="12155488" y="5494338"/>
          <p14:tracePt t="16919" x="12163425" y="5514975"/>
          <p14:tracePt t="16935" x="12169775" y="5551488"/>
          <p14:tracePt t="16952" x="12177713" y="5588000"/>
          <p14:tracePt t="16969" x="12184063" y="5667375"/>
          <p14:tracePt t="16985" x="12184063" y="5718175"/>
          <p14:tracePt t="17002" x="12184063" y="5762625"/>
          <p14:tracePt t="17019" x="12184063" y="5799138"/>
          <p14:tracePt t="17035" x="12184063" y="5834063"/>
          <p14:tracePt t="17052" x="12184063" y="5878513"/>
          <p14:tracePt t="17069" x="12184063" y="5921375"/>
          <p14:tracePt t="17086" x="12184063" y="5951538"/>
          <p14:tracePt t="17102" x="12169775" y="5972175"/>
          <p14:tracePt t="17119" x="12149138" y="5994400"/>
          <p14:tracePt t="17135" x="12112625" y="6022975"/>
          <p14:tracePt t="17152" x="12053888" y="6045200"/>
          <p14:tracePt t="17170" x="11988800" y="6096000"/>
          <p14:tracePt t="17186" x="11879263" y="6132513"/>
          <p14:tracePt t="17203" x="11828463" y="6146800"/>
          <p14:tracePt t="17219" x="11749088" y="6161088"/>
          <p14:tracePt t="17236" x="11610975" y="6169025"/>
          <p14:tracePt t="17253" x="11553825" y="6169025"/>
          <p14:tracePt t="17269" x="11509375" y="6169025"/>
          <p14:tracePt t="17286" x="11480800" y="6175375"/>
          <p14:tracePt t="17303" x="11458575" y="6175375"/>
          <p14:tracePt t="17319" x="11437938" y="6183313"/>
          <p14:tracePt t="17336" x="11407775" y="6183313"/>
          <p14:tracePt t="17353" x="11371263" y="6183313"/>
          <p14:tracePt t="17359" x="11356975" y="6183313"/>
          <p14:tracePt t="17370" x="11306175" y="6183313"/>
          <p14:tracePt t="17386" x="11263313" y="6183313"/>
          <p14:tracePt t="17403" x="11234738" y="6183313"/>
          <p14:tracePt t="17419" x="11190288" y="6183313"/>
          <p14:tracePt t="17436" x="11147425" y="6183313"/>
          <p14:tracePt t="17452" x="11102975" y="6183313"/>
          <p14:tracePt t="17469" x="11037888" y="6197600"/>
          <p14:tracePt t="17486" x="10958513" y="6211888"/>
          <p14:tracePt t="17502" x="10879138" y="6234113"/>
          <p14:tracePt t="17519" x="10791825" y="6262688"/>
          <p14:tracePt t="17536" x="10741025" y="6270625"/>
          <p14:tracePt t="17552" x="10668000" y="6284913"/>
          <p14:tracePt t="17570" x="10566400" y="6299200"/>
          <p14:tracePt t="17586" x="10456863" y="6299200"/>
          <p14:tracePt t="17604" x="10340975" y="6299200"/>
          <p14:tracePt t="17619" x="10247313" y="6299200"/>
          <p14:tracePt t="17635" x="10145713" y="6299200"/>
          <p14:tracePt t="17652" x="10044113" y="6299200"/>
          <p14:tracePt t="17669" x="9898063" y="6299200"/>
          <p14:tracePt t="17685" x="9717088" y="6299200"/>
          <p14:tracePt t="17702" x="9558338" y="6299200"/>
          <p14:tracePt t="17719" x="9426575" y="6299200"/>
          <p14:tracePt t="17735" x="9324975" y="6299200"/>
          <p14:tracePt t="17752" x="9237663" y="6299200"/>
          <p14:tracePt t="17769" x="9144000" y="6299200"/>
          <p14:tracePt t="17785" x="9013825" y="6291263"/>
          <p14:tracePt t="17802" x="8948738" y="6270625"/>
          <p14:tracePt t="17820" x="8912225" y="6262688"/>
          <p14:tracePt t="17836" x="8875713" y="6240463"/>
          <p14:tracePt t="17852" x="8839200" y="6211888"/>
          <p14:tracePt t="17869" x="8766175" y="6175375"/>
          <p14:tracePt t="17886" x="8664575" y="6124575"/>
          <p14:tracePt t="17902" x="8577263" y="6067425"/>
          <p14:tracePt t="17919" x="8520113" y="6030913"/>
          <p14:tracePt t="17935" x="8491538" y="6002338"/>
          <p14:tracePt t="17952" x="8475663" y="5986463"/>
          <p14:tracePt t="17969" x="8455025" y="5915025"/>
          <p14:tracePt t="17986" x="8432800" y="5849938"/>
          <p14:tracePt t="18002" x="8432800" y="5805488"/>
          <p14:tracePt t="18019" x="8432800" y="5776913"/>
          <p14:tracePt t="18036" x="8432800" y="5762625"/>
          <p14:tracePt t="18052" x="8432800" y="5748338"/>
          <p14:tracePt t="18069" x="8455025" y="5718175"/>
          <p14:tracePt t="18086" x="8483600" y="5689600"/>
          <p14:tracePt t="18102" x="8505825" y="5661025"/>
          <p14:tracePt t="18119" x="8534400" y="5616575"/>
          <p14:tracePt t="18136" x="8562975" y="5588000"/>
          <p14:tracePt t="18152" x="8593138" y="5573713"/>
          <p14:tracePt t="18169" x="8678863" y="5529263"/>
          <p14:tracePt t="18186" x="8759825" y="5508625"/>
          <p14:tracePt t="18202" x="8861425" y="5486400"/>
          <p14:tracePt t="18221" x="8963025" y="5464175"/>
          <p14:tracePt t="18236" x="9093200" y="5457825"/>
          <p14:tracePt t="18253" x="9296400" y="5457825"/>
          <p14:tracePt t="18270" x="9521825" y="5457825"/>
          <p14:tracePt t="18286" x="9702800" y="5457825"/>
          <p14:tracePt t="18303" x="9877425" y="5457825"/>
          <p14:tracePt t="18319" x="9956800" y="5457825"/>
          <p14:tracePt t="18336" x="9999663" y="5449888"/>
          <p14:tracePt t="18354" x="10044113" y="5435600"/>
          <p14:tracePt t="18370" x="10066338" y="5435600"/>
          <p14:tracePt t="18386" x="10123488" y="5435600"/>
          <p14:tracePt t="18403" x="10145713" y="5435600"/>
          <p14:tracePt t="18420" x="10160000" y="5435600"/>
          <p14:tracePt t="18516" x="10167938" y="5435600"/>
          <p14:tracePt t="18686" x="10182225" y="5435600"/>
          <p14:tracePt t="18695" x="10188575" y="5435600"/>
          <p14:tracePt t="18704" x="10188575" y="5443538"/>
          <p14:tracePt t="18720" x="10225088" y="5457825"/>
          <p14:tracePt t="18737" x="10261600" y="5464175"/>
          <p14:tracePt t="18754" x="10320338" y="5472113"/>
          <p14:tracePt t="18770" x="10363200" y="5478463"/>
          <p14:tracePt t="18788" x="10399713" y="5478463"/>
          <p14:tracePt t="18803" x="10428288" y="5478463"/>
          <p14:tracePt t="18820" x="10472738" y="5478463"/>
          <p14:tracePt t="18837" x="10493375" y="5486400"/>
          <p14:tracePt t="18853" x="10507663" y="5486400"/>
          <p14:tracePt t="18860" x="10523538" y="5486400"/>
          <p14:tracePt t="18869" x="10529888" y="5486400"/>
          <p14:tracePt t="18886" x="10552113" y="5486400"/>
          <p14:tracePt t="18903" x="10580688" y="5486400"/>
          <p14:tracePt t="18919" x="10602913" y="5486400"/>
          <p14:tracePt t="18936" x="10639425" y="5486400"/>
          <p14:tracePt t="18954" x="10675938" y="5486400"/>
          <p14:tracePt t="18971" x="10704513" y="5486400"/>
          <p14:tracePt t="18986" x="10733088" y="5486400"/>
          <p14:tracePt t="19003" x="10791825" y="5486400"/>
          <p14:tracePt t="19020" x="10842625" y="5486400"/>
          <p14:tracePt t="19036" x="10899775" y="5478463"/>
          <p14:tracePt t="19053" x="10944225" y="5478463"/>
          <p14:tracePt t="19070" x="10987088" y="5478463"/>
          <p14:tracePt t="19086" x="11037888" y="5478463"/>
          <p14:tracePt t="19104" x="11088688" y="5478463"/>
          <p14:tracePt t="19120" x="11139488" y="5478463"/>
          <p14:tracePt t="19137" x="11190288" y="5478463"/>
          <p14:tracePt t="19154" x="11263313" y="5478463"/>
          <p14:tracePt t="19171" x="11299825" y="5478463"/>
          <p14:tracePt t="19186" x="11328400" y="5478463"/>
          <p14:tracePt t="19203" x="11371263" y="5472113"/>
          <p14:tracePt t="19220" x="11430000" y="5472113"/>
          <p14:tracePt t="19236" x="11503025" y="5472113"/>
          <p14:tracePt t="19253" x="11590338" y="5472113"/>
          <p14:tracePt t="19271" x="11655425" y="5472113"/>
          <p14:tracePt t="19287" x="11712575" y="5472113"/>
          <p14:tracePt t="19303" x="11734800" y="5472113"/>
          <p14:tracePt t="19320" x="11757025" y="5464175"/>
          <p14:tracePt t="19336" x="11777663" y="5457825"/>
          <p14:tracePt t="19355" x="11814175" y="5457825"/>
          <p14:tracePt t="19370" x="11836400" y="5457825"/>
          <p14:tracePt t="19387" x="11858625" y="5457825"/>
          <p14:tracePt t="19404" x="11872913" y="5457825"/>
          <p14:tracePt t="19420" x="11887200" y="5457825"/>
          <p14:tracePt t="19437" x="11909425" y="5457825"/>
          <p14:tracePt t="19453" x="11930063" y="5457825"/>
          <p14:tracePt t="19470" x="11945938" y="5457825"/>
          <p14:tracePt t="19486" x="11952288" y="5457825"/>
          <p14:tracePt t="19503" x="11966575" y="5457825"/>
          <p14:tracePt t="19520" x="11974513" y="5464175"/>
          <p14:tracePt t="19539" x="12003088" y="5494338"/>
          <p14:tracePt t="19554" x="12025313" y="5508625"/>
          <p14:tracePt t="19570" x="12039600" y="5522913"/>
          <p14:tracePt t="19587" x="12047538" y="5529263"/>
          <p14:tracePt t="19603" x="12053888" y="5545138"/>
          <p14:tracePt t="19622" x="12068175" y="5580063"/>
          <p14:tracePt t="19637" x="12090400" y="5638800"/>
          <p14:tracePt t="19653" x="12104688" y="5667375"/>
          <p14:tracePt t="19670" x="12118975" y="5718175"/>
          <p14:tracePt t="19687" x="12126913" y="5740400"/>
          <p14:tracePt t="19703" x="12126913" y="5754688"/>
          <p14:tracePt t="19720" x="12133263" y="5791200"/>
          <p14:tracePt t="19737" x="12133263" y="5819775"/>
          <p14:tracePt t="19756" x="12149138" y="5870575"/>
          <p14:tracePt t="19770" x="12149138" y="5900738"/>
          <p14:tracePt t="19789" x="12149138" y="5921375"/>
          <p14:tracePt t="19804" x="12149138" y="5951538"/>
          <p14:tracePt t="19820" x="12149138" y="5965825"/>
          <p14:tracePt t="19837" x="12141200" y="5986463"/>
          <p14:tracePt t="19854" x="12118975" y="6022975"/>
          <p14:tracePt t="19873" x="12098338" y="6045200"/>
          <p14:tracePt t="19887" x="12076113" y="6073775"/>
          <p14:tracePt t="19903" x="12031663" y="6110288"/>
          <p14:tracePt t="19923" x="11960225" y="6161088"/>
          <p14:tracePt t="19937" x="11915775" y="6183313"/>
          <p14:tracePt t="19955" x="11793538" y="6240463"/>
          <p14:tracePt t="19970" x="11684000" y="6276975"/>
          <p14:tracePt t="19987" x="11574463" y="6284913"/>
          <p14:tracePt t="20003" x="11452225" y="6291263"/>
          <p14:tracePt t="20020" x="11263313" y="6291263"/>
          <p14:tracePt t="20039" x="11096625" y="6291263"/>
          <p14:tracePt t="20054" x="10922000" y="6291263"/>
          <p14:tracePt t="20070" x="10791825" y="6291263"/>
          <p14:tracePt t="20087" x="10704513" y="6291263"/>
          <p14:tracePt t="20104" x="10617200" y="6291263"/>
          <p14:tracePt t="20120" x="10552113" y="6291263"/>
          <p14:tracePt t="20137" x="10450513" y="6291263"/>
          <p14:tracePt t="20155" x="10340975" y="6291263"/>
          <p14:tracePt t="20170" x="10283825" y="6291263"/>
          <p14:tracePt t="20188" x="10225088" y="6291263"/>
          <p14:tracePt t="20204" x="10167938" y="6291263"/>
          <p14:tracePt t="20220" x="10094913" y="6291263"/>
          <p14:tracePt t="20237" x="10036175" y="6291263"/>
          <p14:tracePt t="20253" x="9948863" y="6291263"/>
          <p14:tracePt t="20270" x="9891713" y="6291263"/>
          <p14:tracePt t="20287" x="9826625" y="6291263"/>
          <p14:tracePt t="20303" x="9745663" y="6291263"/>
          <p14:tracePt t="20320" x="9688513" y="6291263"/>
          <p14:tracePt t="20338" x="9578975" y="6291263"/>
          <p14:tracePt t="20356" x="9521825" y="6291263"/>
          <p14:tracePt t="20361" x="9491663" y="6291263"/>
          <p14:tracePt t="20370" x="9448800" y="6291263"/>
          <p14:tracePt t="20387" x="9375775" y="6291263"/>
          <p14:tracePt t="20403" x="9274175" y="6291263"/>
          <p14:tracePt t="20420" x="9209088" y="6291263"/>
          <p14:tracePt t="20437" x="9158288" y="6291263"/>
          <p14:tracePt t="20453" x="9121775" y="6291263"/>
          <p14:tracePt t="20470" x="9101138" y="6291263"/>
          <p14:tracePt t="20487" x="9064625" y="6291263"/>
          <p14:tracePt t="20504" x="9013825" y="6276975"/>
          <p14:tracePt t="20520" x="8948738" y="6248400"/>
          <p14:tracePt t="20537" x="8882063" y="6219825"/>
          <p14:tracePt t="20554" x="8816975" y="6197600"/>
          <p14:tracePt t="20572" x="8780463" y="6169025"/>
          <p14:tracePt t="20587" x="8737600" y="6146800"/>
          <p14:tracePt t="20604" x="8709025" y="6118225"/>
          <p14:tracePt t="20620" x="8686800" y="6103938"/>
          <p14:tracePt t="20638" x="8664575" y="6081713"/>
          <p14:tracePt t="20654" x="8650288" y="6045200"/>
          <p14:tracePt t="20671" x="8643938" y="6022975"/>
          <p14:tracePt t="20687" x="8636000" y="6002338"/>
          <p14:tracePt t="20704" x="8613775" y="5972175"/>
          <p14:tracePt t="20720" x="8599488" y="5943600"/>
          <p14:tracePt t="20738" x="8577263" y="5921375"/>
          <p14:tracePt t="20754" x="8577263" y="5907088"/>
          <p14:tracePt t="20770" x="8577263" y="5884863"/>
          <p14:tracePt t="20787" x="8577263" y="5856288"/>
          <p14:tracePt t="20803" x="8577263" y="5834063"/>
          <p14:tracePt t="20821" x="8593138" y="5799138"/>
          <p14:tracePt t="20838" x="8613775" y="5762625"/>
          <p14:tracePt t="20855" x="8636000" y="5732463"/>
          <p14:tracePt t="20861" x="8643938" y="5732463"/>
          <p14:tracePt t="20871" x="8650288" y="5718175"/>
          <p14:tracePt t="20887" x="8678863" y="5711825"/>
          <p14:tracePt t="20904" x="8723313" y="5697538"/>
          <p14:tracePt t="20921" x="8780463" y="5675313"/>
          <p14:tracePt t="20938" x="8875713" y="5646738"/>
          <p14:tracePt t="20954" x="8977313" y="5616575"/>
          <p14:tracePt t="20970" x="9056688" y="5588000"/>
          <p14:tracePt t="20987" x="9115425" y="5580063"/>
          <p14:tracePt t="21004" x="9186863" y="5573713"/>
          <p14:tracePt t="21020" x="9253538" y="5559425"/>
          <p14:tracePt t="21037" x="9310688" y="5559425"/>
          <p14:tracePt t="21056" x="9405938" y="5559425"/>
          <p14:tracePt t="21070" x="9485313" y="5559425"/>
          <p14:tracePt t="21087" x="9572625" y="5551488"/>
          <p14:tracePt t="21104" x="9652000" y="5551488"/>
          <p14:tracePt t="21122" x="9782175" y="5551488"/>
          <p14:tracePt t="21138" x="9869488" y="5551488"/>
          <p14:tracePt t="21154" x="9934575" y="5551488"/>
          <p14:tracePt t="21171" x="9971088" y="5545138"/>
          <p14:tracePt t="21187" x="9993313" y="5545138"/>
          <p14:tracePt t="21203" x="10007600" y="5545138"/>
          <p14:tracePt t="21220" x="10029825" y="5545138"/>
          <p14:tracePt t="21237" x="10066338" y="5545138"/>
          <p14:tracePt t="21253" x="10094913" y="5545138"/>
          <p14:tracePt t="21270" x="10117138" y="5545138"/>
          <p14:tracePt t="21287" x="10137775" y="5545138"/>
          <p14:tracePt t="21304" x="10145713" y="5545138"/>
          <p14:tracePt t="21321" x="10160000" y="5545138"/>
          <p14:tracePt t="21338" x="10182225" y="5529263"/>
          <p14:tracePt t="21355" x="10202863" y="5529263"/>
          <p14:tracePt t="21375" x="10210800" y="5529263"/>
          <p14:tracePt t="21387" x="10233025" y="5529263"/>
          <p14:tracePt t="21404" x="10247313" y="5529263"/>
          <p14:tracePt t="21420" x="10253663" y="5529263"/>
          <p14:tracePt t="21437" x="10269538" y="5529263"/>
          <p14:tracePt t="21454" x="10298113" y="5529263"/>
          <p14:tracePt t="21470" x="10312400" y="5529263"/>
          <p14:tracePt t="21487" x="10334625" y="5529263"/>
          <p14:tracePt t="21504" x="10355263" y="5529263"/>
          <p14:tracePt t="21521" x="10377488" y="5529263"/>
          <p14:tracePt t="21540" x="10406063" y="5529263"/>
          <p14:tracePt t="21554" x="10421938" y="5529263"/>
          <p14:tracePt t="21573" x="10472738" y="5529263"/>
          <p14:tracePt t="21588" x="10515600" y="5529263"/>
          <p14:tracePt t="21604" x="10544175" y="5529263"/>
          <p14:tracePt t="21621" x="10594975" y="5529263"/>
          <p14:tracePt t="21637" x="10645775" y="5529263"/>
          <p14:tracePt t="21654" x="10733088" y="5529263"/>
          <p14:tracePt t="21670" x="10828338" y="5529263"/>
          <p14:tracePt t="21687" x="10914063" y="5529263"/>
          <p14:tracePt t="21704" x="10987088" y="5529263"/>
          <p14:tracePt t="21721" x="11060113" y="5529263"/>
          <p14:tracePt t="21738" x="11153775" y="5529263"/>
          <p14:tracePt t="21754" x="11212513" y="5529263"/>
          <p14:tracePt t="21771" x="11249025" y="5529263"/>
          <p14:tracePt t="21788" x="11285538" y="5529263"/>
          <p14:tracePt t="21804" x="11314113" y="5529263"/>
          <p14:tracePt t="21821" x="11342688" y="5529263"/>
          <p14:tracePt t="21837" x="11379200" y="5529263"/>
          <p14:tracePt t="21854" x="11415713" y="5529263"/>
          <p14:tracePt t="21860" x="11422063" y="5529263"/>
          <p14:tracePt t="21870" x="11437938" y="5529263"/>
          <p14:tracePt t="21887" x="11466513" y="5529263"/>
          <p14:tracePt t="21904" x="11480800" y="5529263"/>
          <p14:tracePt t="21920" x="11503025" y="5529263"/>
          <p14:tracePt t="21938" x="11531600" y="5529263"/>
          <p14:tracePt t="21954" x="11545888" y="5529263"/>
          <p14:tracePt t="21970" x="11560175" y="5529263"/>
          <p14:tracePt t="21987" x="11582400" y="5529263"/>
          <p14:tracePt t="22004" x="11604625" y="5529263"/>
          <p14:tracePt t="22021" x="11647488" y="5529263"/>
          <p14:tracePt t="22038" x="11691938" y="5529263"/>
          <p14:tracePt t="22054" x="11726863" y="5529263"/>
          <p14:tracePt t="22071" x="11763375" y="5529263"/>
          <p14:tracePt t="22088" x="11771313" y="5529263"/>
          <p14:tracePt t="22107" x="11793538" y="5529263"/>
          <p14:tracePt t="22121" x="11799888" y="5529263"/>
          <p14:tracePt t="22138" x="11828463" y="5529263"/>
          <p14:tracePt t="22154" x="11844338" y="5529263"/>
          <p14:tracePt t="22171" x="11858625" y="5529263"/>
          <p14:tracePt t="22187" x="11864975" y="5529263"/>
          <p14:tracePt t="22204" x="11879263" y="5529263"/>
          <p14:tracePt t="22221" x="11901488" y="5529263"/>
          <p14:tracePt t="22238" x="11930063" y="5529263"/>
          <p14:tracePt t="22255" x="11938000" y="5529263"/>
          <p14:tracePt t="22271" x="11945938" y="5529263"/>
          <p14:tracePt t="22288" x="11952288" y="5529263"/>
          <p14:tracePt t="22305" x="11960225" y="5529263"/>
          <p14:tracePt t="22322" x="11980863" y="5545138"/>
          <p14:tracePt t="22338" x="11996738" y="5559425"/>
          <p14:tracePt t="22354" x="12003088" y="5573713"/>
          <p14:tracePt t="22371" x="12011025" y="5610225"/>
          <p14:tracePt t="22387" x="12031663" y="5675313"/>
          <p14:tracePt t="22404" x="12039600" y="5740400"/>
          <p14:tracePt t="22420" x="12047538" y="5813425"/>
          <p14:tracePt t="22437" x="12047538" y="5864225"/>
          <p14:tracePt t="22454" x="12047538" y="5900738"/>
          <p14:tracePt t="22470" x="12047538" y="5929313"/>
          <p14:tracePt t="22487" x="12047538" y="5957888"/>
          <p14:tracePt t="22504" x="12047538" y="5986463"/>
          <p14:tracePt t="22520" x="12047538" y="6008688"/>
          <p14:tracePt t="22539" x="12047538" y="6053138"/>
          <p14:tracePt t="22555" x="12031663" y="6073775"/>
          <p14:tracePt t="22571" x="12003088" y="6124575"/>
          <p14:tracePt t="22588" x="11974513" y="6154738"/>
          <p14:tracePt t="22604" x="11960225" y="6169025"/>
          <p14:tracePt t="22622" x="11945938" y="6189663"/>
          <p14:tracePt t="22637" x="11923713" y="6211888"/>
          <p14:tracePt t="22654" x="11887200" y="6219825"/>
          <p14:tracePt t="22671" x="11807825" y="6240463"/>
          <p14:tracePt t="22688" x="11726863" y="6256338"/>
          <p14:tracePt t="22704" x="11633200" y="6262688"/>
          <p14:tracePt t="22722" x="11495088" y="6299200"/>
          <p14:tracePt t="22738" x="11371263" y="6313488"/>
          <p14:tracePt t="22754" x="11218863" y="6313488"/>
          <p14:tracePt t="22772" x="11066463" y="6313488"/>
          <p14:tracePt t="22789" x="10929938" y="6313488"/>
          <p14:tracePt t="22805" x="10812463" y="6313488"/>
          <p14:tracePt t="22821" x="10696575" y="6313488"/>
          <p14:tracePt t="22838" x="10588625" y="6313488"/>
          <p14:tracePt t="22854" x="10501313" y="6313488"/>
          <p14:tracePt t="22862" x="10472738" y="6313488"/>
          <p14:tracePt t="22871" x="10442575" y="6313488"/>
          <p14:tracePt t="22887" x="10399713" y="6313488"/>
          <p14:tracePt t="22904" x="10355263" y="6313488"/>
          <p14:tracePt t="22922" x="10326688" y="6313488"/>
          <p14:tracePt t="22938" x="10304463" y="6313488"/>
          <p14:tracePt t="22955" x="10298113" y="6313488"/>
          <p14:tracePt t="22971" x="10283825" y="6313488"/>
          <p14:tracePt t="22988" x="10275888" y="6313488"/>
          <p14:tracePt t="23004" x="10269538" y="6313488"/>
          <p14:tracePt t="23271" x="10247313" y="6313488"/>
          <p14:tracePt t="23277" x="10202863" y="6313488"/>
          <p14:tracePt t="23287" x="10131425" y="6313488"/>
          <p14:tracePt t="23307" x="9891713" y="6299200"/>
          <p14:tracePt t="23322" x="9725025" y="6299200"/>
          <p14:tracePt t="23339" x="9542463" y="6299200"/>
          <p14:tracePt t="23355" x="9369425" y="6270625"/>
          <p14:tracePt t="23371" x="9151938" y="6240463"/>
          <p14:tracePt t="23388" x="8969375" y="6197600"/>
          <p14:tracePt t="23404" x="8839200" y="6189663"/>
          <p14:tracePt t="23422" x="8751888" y="6175375"/>
          <p14:tracePt t="23438" x="8658225" y="6154738"/>
          <p14:tracePt t="23455" x="8556625" y="6118225"/>
          <p14:tracePt t="23471" x="8404225" y="6067425"/>
          <p14:tracePt t="23488" x="8142288" y="5980113"/>
          <p14:tracePt t="23504" x="7866063" y="5892800"/>
          <p14:tracePt t="23524" x="7642225" y="5805488"/>
          <p14:tracePt t="23539" x="7526338" y="5754688"/>
          <p14:tracePt t="23554" x="7380288" y="5681663"/>
          <p14:tracePt t="23571" x="7221538" y="5580063"/>
          <p14:tracePt t="23588" x="6931025" y="5407025"/>
          <p14:tracePt t="23604" x="6626225" y="5246688"/>
          <p14:tracePt t="23621" x="6459538" y="5145088"/>
          <p14:tracePt t="23637" x="6335713" y="5102225"/>
          <p14:tracePt t="23654" x="6276975" y="5065713"/>
          <p14:tracePt t="23671" x="6226175" y="5037138"/>
          <p14:tracePt t="23688" x="6175375" y="4992688"/>
          <p14:tracePt t="23704" x="6124575" y="4949825"/>
          <p14:tracePt t="23722" x="6022975" y="4868863"/>
          <p14:tracePt t="23737" x="5986463" y="4848225"/>
          <p14:tracePt t="23754" x="5957888" y="4833938"/>
          <p14:tracePt t="23771" x="5921375" y="4811713"/>
          <p14:tracePt t="23788" x="5884863" y="4789488"/>
          <p14:tracePt t="23805" x="5813425" y="4760913"/>
          <p14:tracePt t="23821" x="5732463" y="4716463"/>
          <p14:tracePt t="23838" x="5630863" y="4659313"/>
          <p14:tracePt t="23855" x="5559425" y="4614863"/>
          <p14:tracePt t="23858" x="5522913" y="4594225"/>
          <p14:tracePt t="23871" x="5494338" y="4579938"/>
          <p14:tracePt t="23888" x="5413375" y="4549775"/>
          <p14:tracePt t="23904" x="5362575" y="4521200"/>
          <p14:tracePt t="23921" x="5291138" y="4484688"/>
          <p14:tracePt t="23938" x="5240338" y="4462463"/>
          <p14:tracePt t="23954" x="5145088" y="4427538"/>
          <p14:tracePt t="23971" x="5021263" y="4397375"/>
          <p14:tracePt t="23988" x="4862513" y="4346575"/>
          <p14:tracePt t="24004" x="4702175" y="4303713"/>
          <p14:tracePt t="24021" x="4506913" y="4275138"/>
          <p14:tracePt t="24039" x="4295775" y="4252913"/>
          <p14:tracePt t="24054" x="4092575" y="4216400"/>
          <p14:tracePt t="24071" x="3883025" y="4187825"/>
          <p14:tracePt t="24088" x="3686175" y="4151313"/>
          <p14:tracePt t="24104" x="3527425" y="4143375"/>
          <p14:tracePt t="24122" x="3395663" y="4129088"/>
          <p14:tracePt t="24138" x="3344863" y="4114800"/>
          <p14:tracePt t="24154" x="3302000" y="4114800"/>
          <p14:tracePt t="24171" x="3236913" y="4100513"/>
          <p14:tracePt t="24188" x="3157538" y="4086225"/>
          <p14:tracePt t="24204" x="3098800" y="4078288"/>
          <p14:tracePt t="24221" x="3048000" y="4071938"/>
          <p14:tracePt t="24238" x="2997200" y="4071938"/>
          <p14:tracePt t="24254" x="2924175" y="4056063"/>
          <p14:tracePt t="24271" x="2859088" y="4049713"/>
          <p14:tracePt t="24288" x="2786063" y="4041775"/>
          <p14:tracePt t="24304" x="2700338" y="4021138"/>
          <p14:tracePt t="24321" x="2582863" y="4005263"/>
          <p14:tracePt t="24338" x="2481263" y="3990975"/>
          <p14:tracePt t="24354" x="2365375" y="3970338"/>
          <p14:tracePt t="24371" x="2220913" y="3940175"/>
          <p14:tracePt t="24388" x="2097088" y="3911600"/>
          <p14:tracePt t="24404" x="2017713" y="3903663"/>
          <p14:tracePt t="24421" x="1922463" y="3875088"/>
          <p14:tracePt t="24438" x="1843088" y="3860800"/>
          <p14:tracePt t="24454" x="1755775" y="3832225"/>
          <p14:tracePt t="24471" x="1712913" y="3824288"/>
          <p14:tracePt t="24488" x="1676400" y="3802063"/>
          <p14:tracePt t="24505" x="1633538" y="3802063"/>
          <p14:tracePt t="24521" x="1611313" y="3795713"/>
          <p14:tracePt t="24538" x="1582738" y="3787775"/>
          <p14:tracePt t="24554" x="1546225" y="3773488"/>
          <p14:tracePt t="24571" x="1516063" y="3767138"/>
          <p14:tracePt t="24588" x="1487488" y="3759200"/>
          <p14:tracePt t="24605" x="1465263" y="3751263"/>
          <p14:tracePt t="24621" x="1444625" y="3751263"/>
          <p14:tracePt t="24638" x="1422400" y="3751263"/>
          <p14:tracePt t="24654" x="1385888" y="3751263"/>
          <p14:tracePt t="24671" x="1349375" y="3751263"/>
          <p14:tracePt t="24688" x="1312863" y="3751263"/>
          <p14:tracePt t="24704" x="1270000" y="3751263"/>
          <p14:tracePt t="24722" x="1233488" y="3751263"/>
          <p14:tracePt t="24738" x="1190625" y="3751263"/>
          <p14:tracePt t="24755" x="1176338" y="3744913"/>
          <p14:tracePt t="24771" x="1168400" y="3744913"/>
          <p14:tracePt t="24788" x="1160463" y="3744913"/>
          <p14:tracePt t="24805" x="1154113" y="3744913"/>
          <p14:tracePt t="24821" x="1146175" y="3744913"/>
          <p14:tracePt t="25336" x="1154113" y="3744913"/>
          <p14:tracePt t="25358" x="1182688" y="3744913"/>
          <p14:tracePt t="25362" x="1219200" y="3759200"/>
          <p14:tracePt t="25379" x="1292225" y="3773488"/>
          <p14:tracePt t="25391" x="1363663" y="3787775"/>
          <p14:tracePt t="25405" x="1487488" y="3802063"/>
          <p14:tracePt t="25421" x="1582738" y="3810000"/>
          <p14:tracePt t="25438" x="1676400" y="3832225"/>
          <p14:tracePt t="25454" x="1749425" y="3832225"/>
          <p14:tracePt t="25471" x="1820863" y="3832225"/>
          <p14:tracePt t="25488" x="1916113" y="3832225"/>
          <p14:tracePt t="25505" x="2024063" y="3832225"/>
          <p14:tracePt t="25521" x="2119313" y="3832225"/>
          <p14:tracePt t="25538" x="2206625" y="3832225"/>
          <p14:tracePt t="25555" x="2286000" y="3832225"/>
          <p14:tracePt t="25571" x="2359025" y="3832225"/>
          <p14:tracePt t="25588" x="2424113" y="3832225"/>
          <p14:tracePt t="25604" x="2481263" y="3832225"/>
          <p14:tracePt t="25621" x="2532063" y="3817938"/>
          <p14:tracePt t="25638" x="2562225" y="3802063"/>
          <p14:tracePt t="25654" x="2576513" y="3795713"/>
          <p14:tracePt t="25671" x="2590800" y="3795713"/>
          <p14:tracePt t="25688" x="2598738" y="3787775"/>
          <p14:tracePt t="25747" x="2590800" y="3787775"/>
          <p14:tracePt t="25754" x="2562225" y="3787775"/>
          <p14:tracePt t="25762" x="2517775" y="3787775"/>
          <p14:tracePt t="25771" x="2452688" y="3787775"/>
          <p14:tracePt t="25788" x="2278063" y="3787775"/>
          <p14:tracePt t="25805" x="2054225" y="3787775"/>
          <p14:tracePt t="25821" x="1806575" y="3787775"/>
          <p14:tracePt t="25838" x="1597025" y="3787775"/>
          <p14:tracePt t="25855" x="1422400" y="3787775"/>
          <p14:tracePt t="25857" x="1385888" y="3787775"/>
          <p14:tracePt t="25871" x="1343025" y="3787775"/>
          <p14:tracePt t="25888" x="1284288" y="3787775"/>
          <p14:tracePt t="25905" x="1211263" y="3787775"/>
          <p14:tracePt t="25921" x="1176338" y="3787775"/>
          <p14:tracePt t="25938" x="1139825" y="3787775"/>
          <p14:tracePt t="25955" x="1103313" y="3787775"/>
          <p14:tracePt t="25971" x="1058863" y="3787775"/>
          <p14:tracePt t="25988" x="1001713" y="3787775"/>
          <p14:tracePt t="26005" x="942975" y="3781425"/>
          <p14:tracePt t="26022" x="877888" y="3773488"/>
          <p14:tracePt t="26038" x="849313" y="3773488"/>
          <p14:tracePt t="26055" x="841375" y="3773488"/>
          <p14:tracePt t="26071" x="835025" y="3773488"/>
          <p14:tracePt t="26088" x="835025" y="3767138"/>
          <p14:tracePt t="26105" x="827088" y="3767138"/>
          <p14:tracePt t="26121" x="812800" y="3767138"/>
          <p14:tracePt t="26138" x="804863" y="3759200"/>
          <p14:tracePt t="26391" x="798513" y="3759200"/>
          <p14:tracePt t="26544" x="798513" y="3751263"/>
          <p14:tracePt t="26797" x="798513" y="3744913"/>
          <p14:tracePt t="26808" x="804863" y="3744913"/>
          <p14:tracePt t="26824" x="827088" y="3744913"/>
          <p14:tracePt t="26839" x="849313" y="3744913"/>
          <p14:tracePt t="26855" x="885825" y="3744913"/>
          <p14:tracePt t="26863" x="892175" y="3744913"/>
          <p14:tracePt t="26879" x="906463" y="3744913"/>
          <p14:tracePt t="26894" x="928688" y="3744913"/>
          <p14:tracePt t="26908" x="942975" y="3744913"/>
          <p14:tracePt t="26923" x="965200" y="3744913"/>
          <p14:tracePt t="26938" x="987425" y="3744913"/>
          <p14:tracePt t="26955" x="1023938" y="3744913"/>
          <p14:tracePt t="26973" x="1052513" y="3744913"/>
          <p14:tracePt t="26989" x="1066800" y="3744913"/>
          <p14:tracePt t="27007" x="1074738" y="3744913"/>
          <p14:tracePt t="27022" x="1103313" y="3744913"/>
          <p14:tracePt t="27039" x="1131888" y="3736975"/>
          <p14:tracePt t="27055" x="1160463" y="3730625"/>
          <p14:tracePt t="27074" x="1204913" y="3722688"/>
          <p14:tracePt t="27089" x="1211263" y="3722688"/>
          <p14:tracePt t="27105" x="1233488" y="3722688"/>
          <p14:tracePt t="27122" x="1255713" y="3708400"/>
          <p14:tracePt t="27139" x="1277938" y="3708400"/>
          <p14:tracePt t="27155" x="1292225" y="3700463"/>
          <p14:tracePt t="27172" x="1298575" y="3700463"/>
          <p14:tracePt t="27189" x="1306513" y="3694113"/>
          <p14:tracePt t="27205" x="1320800" y="3679825"/>
          <p14:tracePt t="27222" x="1328738" y="3679825"/>
          <p14:tracePt t="27239" x="1343025" y="3657600"/>
          <p14:tracePt t="27272" x="1349375" y="3643313"/>
          <p14:tracePt t="27288" x="1349375" y="3635375"/>
          <p14:tracePt t="27305" x="1349375" y="3614738"/>
          <p14:tracePt t="27322" x="1349375" y="3584575"/>
          <p14:tracePt t="27339" x="1343025" y="3563938"/>
          <p14:tracePt t="27355" x="1320800" y="3527425"/>
          <p14:tracePt t="27372" x="1277938" y="3490913"/>
          <p14:tracePt t="27389" x="1247775" y="3468688"/>
          <p14:tracePt t="27405" x="1227138" y="3454400"/>
          <p14:tracePt t="27422" x="1196975" y="3432175"/>
          <p14:tracePt t="27439" x="1176338" y="3425825"/>
          <p14:tracePt t="27455" x="1154113" y="3417888"/>
          <p14:tracePt t="27472" x="1131888" y="3411538"/>
          <p14:tracePt t="27489" x="1095375" y="3403600"/>
          <p14:tracePt t="27505" x="1074738" y="3403600"/>
          <p14:tracePt t="27524" x="1052513" y="3403600"/>
          <p14:tracePt t="27539" x="1023938" y="3403600"/>
          <p14:tracePt t="27555" x="973138" y="3403600"/>
          <p14:tracePt t="27572" x="928688" y="3403600"/>
          <p14:tracePt t="27589" x="900113" y="3403600"/>
          <p14:tracePt t="27605" x="871538" y="3403600"/>
          <p14:tracePt t="27622" x="855663" y="3411538"/>
          <p14:tracePt t="27639" x="841375" y="3411538"/>
          <p14:tracePt t="27655" x="820738" y="3425825"/>
          <p14:tracePt t="27672" x="804863" y="3432175"/>
          <p14:tracePt t="27689" x="790575" y="3462338"/>
          <p14:tracePt t="27705" x="776288" y="3482975"/>
          <p14:tracePt t="27722" x="776288" y="3513138"/>
          <p14:tracePt t="27739" x="776288" y="3527425"/>
          <p14:tracePt t="27756" x="776288" y="3548063"/>
          <p14:tracePt t="27773" x="776288" y="3563938"/>
          <p14:tracePt t="27789" x="776288" y="3578225"/>
          <p14:tracePt t="27806" x="776288" y="3598863"/>
          <p14:tracePt t="27822" x="784225" y="3606800"/>
          <p14:tracePt t="27839" x="812800" y="3621088"/>
          <p14:tracePt t="27855" x="827088" y="3629025"/>
          <p14:tracePt t="27860" x="841375" y="3635375"/>
          <p14:tracePt t="27872" x="849313" y="3643313"/>
          <p14:tracePt t="27889" x="892175" y="3657600"/>
          <p14:tracePt t="27905" x="928688" y="3679825"/>
          <p14:tracePt t="27922" x="950913" y="3679825"/>
          <p14:tracePt t="27939" x="973138" y="3686175"/>
          <p14:tracePt t="27955" x="993775" y="3686175"/>
          <p14:tracePt t="27972" x="1016000" y="3694113"/>
          <p14:tracePt t="27989" x="1038225" y="3694113"/>
          <p14:tracePt t="28006" x="1052513" y="3694113"/>
          <p14:tracePt t="28022" x="1081088" y="3694113"/>
          <p14:tracePt t="28039" x="1103313" y="3694113"/>
          <p14:tracePt t="28055" x="1117600" y="3694113"/>
          <p14:tracePt t="28072" x="1146175" y="3694113"/>
          <p14:tracePt t="28089" x="1176338" y="3679825"/>
          <p14:tracePt t="28106" x="1219200" y="3665538"/>
          <p14:tracePt t="28122" x="1233488" y="3665538"/>
          <p14:tracePt t="28139" x="1241425" y="3657600"/>
          <p14:tracePt t="28156" x="1255713" y="3649663"/>
          <p14:tracePt t="28172" x="1270000" y="3649663"/>
          <p14:tracePt t="28189" x="1292225" y="3643313"/>
          <p14:tracePt t="28206" x="1349375" y="3621088"/>
          <p14:tracePt t="28222" x="1444625" y="3606800"/>
          <p14:tracePt t="28239" x="1574800" y="3584575"/>
          <p14:tracePt t="28255" x="1735138" y="3570288"/>
          <p14:tracePt t="28272" x="1995488" y="3563938"/>
          <p14:tracePt t="28289" x="2278063" y="3563938"/>
          <p14:tracePt t="28305" x="2801938" y="3533775"/>
          <p14:tracePt t="28322" x="3062288" y="3533775"/>
          <p14:tracePt t="28339" x="3228975" y="3533775"/>
          <p14:tracePt t="28355" x="3360738" y="3519488"/>
          <p14:tracePt t="28372" x="3468688" y="3519488"/>
          <p14:tracePt t="28389" x="3541713" y="3519488"/>
          <p14:tracePt t="28405" x="3563938" y="3519488"/>
          <p14:tracePt t="28422" x="3570288" y="3519488"/>
          <p14:tracePt t="28455" x="3578225" y="3519488"/>
          <p14:tracePt t="28472" x="3606800" y="3519488"/>
          <p14:tracePt t="28489" x="3635375" y="3527425"/>
          <p14:tracePt t="28505" x="3665538" y="3533775"/>
          <p14:tracePt t="28539" x="3671888" y="3541713"/>
          <p14:tracePt t="28555" x="3686175" y="3556000"/>
          <p14:tracePt t="28578" x="3694113" y="3563938"/>
          <p14:tracePt t="28589" x="3700463" y="3570288"/>
          <p14:tracePt t="28605" x="3708400" y="3578225"/>
          <p14:tracePt t="28622" x="3722688" y="3584575"/>
          <p14:tracePt t="28639" x="3730625" y="3584575"/>
          <p14:tracePt t="28655" x="3751263" y="3598863"/>
          <p14:tracePt t="28672" x="3781425" y="3598863"/>
          <p14:tracePt t="28689" x="3832225" y="3606800"/>
          <p14:tracePt t="28705" x="3860800" y="3606800"/>
          <p14:tracePt t="28722" x="3868738" y="3614738"/>
          <p14:tracePt t="28802" x="3868738" y="3621088"/>
          <p14:tracePt t="28834" x="3868738" y="3629025"/>
          <p14:tracePt t="28842" x="3868738" y="3635375"/>
          <p14:tracePt t="28850" x="3868738" y="3643313"/>
          <p14:tracePt t="28858" x="3868738" y="3657600"/>
          <p14:tracePt t="28874" x="3860800" y="3671888"/>
          <p14:tracePt t="28889" x="3852863" y="3694113"/>
          <p14:tracePt t="28906" x="3838575" y="3716338"/>
          <p14:tracePt t="28922" x="3832225" y="3722688"/>
          <p14:tracePt t="28939" x="3824288" y="3722688"/>
          <p14:tracePt t="28955" x="3810000" y="3730625"/>
          <p14:tracePt t="28989" x="3795713" y="3730625"/>
          <p14:tracePt t="29034" x="3787775" y="3730625"/>
          <p14:tracePt t="29065" x="3773488" y="3730625"/>
          <p14:tracePt t="29097" x="3767138" y="3730625"/>
          <p14:tracePt t="29114" x="3767138" y="3722688"/>
          <p14:tracePt t="29130" x="3767138" y="3716338"/>
          <p14:tracePt t="29138" x="3767138" y="3700463"/>
          <p14:tracePt t="29145" x="3767138" y="3694113"/>
          <p14:tracePt t="29156" x="3773488" y="3679825"/>
          <p14:tracePt t="29172" x="3802063" y="3657600"/>
          <p14:tracePt t="29189" x="3846513" y="3649663"/>
          <p14:tracePt t="29206" x="3911600" y="3643313"/>
          <p14:tracePt t="29222" x="4071938" y="3643313"/>
          <p14:tracePt t="29239" x="4289425" y="3649663"/>
          <p14:tracePt t="29256" x="4665663" y="3708400"/>
          <p14:tracePt t="29273" x="5602288" y="3838575"/>
          <p14:tracePt t="29289" x="6488113" y="4005263"/>
          <p14:tracePt t="29306" x="7642225" y="4303713"/>
          <p14:tracePt t="29322" x="8831263" y="4586288"/>
          <p14:tracePt t="29339" x="9710738" y="4826000"/>
          <p14:tracePt t="29356" x="10275888" y="4970463"/>
          <p14:tracePt t="29372" x="10544175" y="5057775"/>
          <p14:tracePt t="29389" x="10718800" y="5108575"/>
          <p14:tracePt t="29406" x="10834688" y="5173663"/>
          <p14:tracePt t="29423" x="10899775" y="5210175"/>
          <p14:tracePt t="29439" x="10936288" y="5240338"/>
          <p14:tracePt t="29456" x="10958513" y="5246688"/>
          <p14:tracePt t="29472" x="10964863" y="5254625"/>
          <p14:tracePt t="29506" x="10980738" y="5268913"/>
          <p14:tracePt t="29523" x="11060113" y="5326063"/>
          <p14:tracePt t="29539" x="11183938" y="5399088"/>
          <p14:tracePt t="29556" x="11314113" y="5457825"/>
          <p14:tracePt t="29572" x="11393488" y="5478463"/>
          <p14:tracePt t="29589" x="11430000" y="5486400"/>
          <p14:tracePt t="29606" x="11437938" y="5486400"/>
          <p14:tracePt t="29649" x="11444288" y="5486400"/>
          <p14:tracePt t="29666" x="11444288" y="5494338"/>
          <p14:tracePt t="29681" x="11444288" y="5500688"/>
          <p14:tracePt t="29714" x="11444288" y="5514975"/>
          <p14:tracePt t="29722" x="11444288" y="5522913"/>
          <p14:tracePt t="29730" x="11444288" y="5529263"/>
          <p14:tracePt t="29739" x="11444288" y="5537200"/>
          <p14:tracePt t="29756" x="11444288" y="5559425"/>
          <p14:tracePt t="29772" x="11437938" y="5573713"/>
          <p14:tracePt t="29789" x="11430000" y="5595938"/>
          <p14:tracePt t="29823" x="11422063" y="5595938"/>
          <p14:tracePt t="29866" x="11415713" y="5602288"/>
          <p14:tracePt t="29882" x="11407775" y="5602288"/>
          <p14:tracePt t="29914" x="11401425" y="5602288"/>
          <p14:tracePt t="29930" x="11387138" y="5602288"/>
          <p14:tracePt t="29946" x="11379200" y="5602288"/>
          <p14:tracePt t="29954" x="11364913" y="5602288"/>
          <p14:tracePt t="29986" x="11356975" y="5602288"/>
          <p14:tracePt t="30002" x="11350625" y="5610225"/>
          <p14:tracePt t="30009" x="11342688" y="5610225"/>
          <p14:tracePt t="30026" x="11336338" y="5610225"/>
          <p14:tracePt t="30041" x="11320463" y="5610225"/>
          <p14:tracePt t="30058" x="11314113" y="5610225"/>
          <p14:tracePt t="30090" x="11299825" y="5610225"/>
          <p14:tracePt t="30114" x="11291888" y="5610225"/>
          <p14:tracePt t="30138" x="11285538" y="5610225"/>
          <p14:tracePt t="30154" x="11277600" y="5610225"/>
          <p14:tracePt t="30178" x="11277600" y="5602288"/>
          <p14:tracePt t="30186" x="11277600" y="5595938"/>
          <p14:tracePt t="30202" x="11277600" y="5588000"/>
          <p14:tracePt t="30218" x="11277600" y="5565775"/>
          <p14:tracePt t="30234" x="11285538" y="5565775"/>
          <p14:tracePt t="30243" x="11291888" y="5565775"/>
          <p14:tracePt t="30258" x="11291888" y="5559425"/>
          <p14:tracePt t="30273" x="11299825" y="5559425"/>
          <p14:tracePt t="30289" x="11336338" y="5551488"/>
          <p14:tracePt t="30306" x="11350625" y="5551488"/>
          <p14:tracePt t="30323" x="11364913" y="5551488"/>
          <p14:tracePt t="30410" x="11371263" y="5551488"/>
          <p14:tracePt t="30442" x="11371263" y="5559425"/>
          <p14:tracePt t="30554" x="11371263" y="5545138"/>
          <p14:tracePt t="30570" x="11371263" y="5522913"/>
          <p14:tracePt t="30577" x="11350625" y="5486400"/>
          <p14:tracePt t="30585" x="11320463" y="5443538"/>
          <p14:tracePt t="30594" x="11291888" y="5384800"/>
          <p14:tracePt t="30606" x="11255375" y="5326063"/>
          <p14:tracePt t="30623" x="11161713" y="5210175"/>
          <p14:tracePt t="30639" x="11015663" y="5021263"/>
          <p14:tracePt t="30656" x="10820400" y="4775200"/>
          <p14:tracePt t="30673" x="10726738" y="4557713"/>
          <p14:tracePt t="30689" x="10609263" y="4303713"/>
          <p14:tracePt t="30706" x="10580688" y="4187825"/>
          <p14:tracePt t="30723" x="10544175" y="4064000"/>
          <p14:tracePt t="30739" x="10507663" y="3954463"/>
          <p14:tracePt t="30756" x="10493375" y="3846513"/>
          <p14:tracePt t="30773" x="10472738" y="3716338"/>
          <p14:tracePt t="30789" x="10456863" y="3598863"/>
          <p14:tracePt t="30806" x="10436225" y="3476625"/>
          <p14:tracePt t="30823" x="10436225" y="3389313"/>
          <p14:tracePt t="30839" x="10436225" y="3316288"/>
          <p14:tracePt t="30856" x="10436225" y="3251200"/>
          <p14:tracePt t="30858" x="10428288" y="3222625"/>
          <p14:tracePt t="30873" x="10428288" y="3200400"/>
          <p14:tracePt t="30890" x="10421938" y="3127375"/>
          <p14:tracePt t="30906" x="10406063" y="3090863"/>
          <p14:tracePt t="30923" x="10399713" y="3070225"/>
          <p14:tracePt t="30940" x="10399713" y="3048000"/>
          <p14:tracePt t="30956" x="10399713" y="3025775"/>
          <p14:tracePt t="30973" x="10391775" y="3005138"/>
          <p14:tracePt t="30989" x="10377488" y="2960688"/>
          <p14:tracePt t="31006" x="10371138" y="2909888"/>
          <p14:tracePt t="31023" x="10355263" y="2844800"/>
          <p14:tracePt t="31040" x="10348913" y="2808288"/>
          <p14:tracePt t="31056" x="10340975" y="2786063"/>
          <p14:tracePt t="31073" x="10334625" y="2757488"/>
          <p14:tracePt t="31089" x="10326688" y="2720975"/>
          <p14:tracePt t="31106" x="10320338" y="2706688"/>
          <p14:tracePt t="31123" x="10320338" y="2692400"/>
          <p14:tracePt t="31140" x="10320338" y="2684463"/>
          <p14:tracePt t="31173" x="10320338" y="2678113"/>
          <p14:tracePt t="31514" x="10312400" y="2670175"/>
          <p14:tracePt t="31530" x="10304463" y="2663825"/>
          <p14:tracePt t="31538" x="10290175" y="2649538"/>
          <p14:tracePt t="31546" x="10275888" y="2641600"/>
          <p14:tracePt t="31556" x="10269538" y="2627313"/>
          <p14:tracePt t="31573" x="10239375" y="2605088"/>
          <p14:tracePt t="31590" x="10202863" y="2576513"/>
          <p14:tracePt t="31606" x="10182225" y="2554288"/>
          <p14:tracePt t="31623" x="10167938" y="2540000"/>
          <p14:tracePt t="31640" x="10152063" y="2532063"/>
          <p14:tracePt t="31656" x="10137775" y="2517775"/>
          <p14:tracePt t="31673" x="10123488" y="2511425"/>
          <p14:tracePt t="31690" x="10117138" y="2503488"/>
          <p14:tracePt t="31706" x="10109200" y="2503488"/>
          <p14:tracePt t="31723" x="10094913" y="2497138"/>
          <p14:tracePt t="31740" x="10080625" y="2489200"/>
          <p14:tracePt t="31756" x="10072688" y="2489200"/>
          <p14:tracePt t="31773" x="10058400" y="2481263"/>
          <p14:tracePt t="31790" x="10036175" y="2481263"/>
          <p14:tracePt t="31806" x="10029825" y="2474913"/>
          <p14:tracePt t="31823" x="10029825" y="2466975"/>
          <p14:tracePt t="31840" x="10015538" y="2466975"/>
          <p14:tracePt t="31856" x="10007600" y="2466975"/>
          <p14:tracePt t="31858" x="9999663" y="2460625"/>
          <p14:tracePt t="31873" x="9985375" y="2446338"/>
          <p14:tracePt t="31890" x="9985375" y="2430463"/>
          <p14:tracePt t="31907" x="9985375" y="2424113"/>
          <p14:tracePt t="31923" x="9985375" y="2401888"/>
          <p14:tracePt t="31940" x="9985375" y="2387600"/>
          <p14:tracePt t="31956" x="9985375" y="2379663"/>
          <p14:tracePt t="31973" x="9999663" y="2359025"/>
          <p14:tracePt t="31990" x="10044113" y="2336800"/>
          <p14:tracePt t="32007" x="10072688" y="2314575"/>
          <p14:tracePt t="32023" x="10117138" y="2300288"/>
          <p14:tracePt t="32040" x="10145713" y="2293938"/>
          <p14:tracePt t="32057" x="10167938" y="2293938"/>
          <p14:tracePt t="32074" x="10218738" y="2278063"/>
          <p14:tracePt t="32090" x="10253663" y="2271713"/>
          <p14:tracePt t="32107" x="10298113" y="2271713"/>
          <p14:tracePt t="32124" x="10334625" y="2271713"/>
          <p14:tracePt t="32140" x="10377488" y="2271713"/>
          <p14:tracePt t="32157" x="10436225" y="2271713"/>
          <p14:tracePt t="32174" x="10507663" y="2278063"/>
          <p14:tracePt t="32190" x="10566400" y="2293938"/>
          <p14:tracePt t="32207" x="10602913" y="2308225"/>
          <p14:tracePt t="32223" x="10639425" y="2322513"/>
          <p14:tracePt t="32240" x="10645775" y="2322513"/>
          <p14:tracePt t="32258" x="10660063" y="2344738"/>
          <p14:tracePt t="32274" x="10682288" y="2365375"/>
          <p14:tracePt t="32290" x="10690225" y="2401888"/>
          <p14:tracePt t="32307" x="10704513" y="2430463"/>
          <p14:tracePt t="32324" x="10710863" y="2460625"/>
          <p14:tracePt t="32340" x="10718800" y="2481263"/>
          <p14:tracePt t="32357" x="10718800" y="2503488"/>
          <p14:tracePt t="32374" x="10718800" y="2532063"/>
          <p14:tracePt t="32390" x="10704513" y="2568575"/>
          <p14:tracePt t="32407" x="10704513" y="2598738"/>
          <p14:tracePt t="32424" x="10682288" y="2627313"/>
          <p14:tracePt t="32440" x="10668000" y="2641600"/>
          <p14:tracePt t="32457" x="10639425" y="2670175"/>
          <p14:tracePt t="32474" x="10602913" y="2692400"/>
          <p14:tracePt t="32491" x="10552113" y="2720975"/>
          <p14:tracePt t="32507" x="10501313" y="2728913"/>
          <p14:tracePt t="32524" x="10442575" y="2751138"/>
          <p14:tracePt t="32540" x="10355263" y="2751138"/>
          <p14:tracePt t="32557" x="10290175" y="2751138"/>
          <p14:tracePt t="32574" x="10218738" y="2751138"/>
          <p14:tracePt t="32590" x="10167938" y="2751138"/>
          <p14:tracePt t="32607" x="10123488" y="2743200"/>
          <p14:tracePt t="32624" x="10086975" y="2728913"/>
          <p14:tracePt t="32640" x="10050463" y="2714625"/>
          <p14:tracePt t="32657" x="9985375" y="2663825"/>
          <p14:tracePt t="32674" x="9942513" y="2641600"/>
          <p14:tracePt t="32690" x="9920288" y="2627313"/>
          <p14:tracePt t="32707" x="9898063" y="2613025"/>
          <p14:tracePt t="32724" x="9883775" y="2590800"/>
          <p14:tracePt t="32741" x="9877425" y="2568575"/>
          <p14:tracePt t="32758" x="9869488" y="2540000"/>
          <p14:tracePt t="32774" x="9863138" y="2532063"/>
          <p14:tracePt t="32790" x="9863138" y="2503488"/>
          <p14:tracePt t="32807" x="9863138" y="2489200"/>
          <p14:tracePt t="32824" x="9869488" y="2466975"/>
          <p14:tracePt t="32841" x="9883775" y="2452688"/>
          <p14:tracePt t="32857" x="9920288" y="2424113"/>
          <p14:tracePt t="32861" x="9948863" y="2416175"/>
          <p14:tracePt t="32874" x="9993313" y="2395538"/>
          <p14:tracePt t="32891" x="10029825" y="2387600"/>
          <p14:tracePt t="32907" x="10080625" y="2373313"/>
          <p14:tracePt t="32924" x="10137775" y="2365375"/>
          <p14:tracePt t="32940" x="10182225" y="2365375"/>
          <p14:tracePt t="32957" x="10225088" y="2365375"/>
          <p14:tracePt t="32975" x="10261600" y="2365375"/>
          <p14:tracePt t="32991" x="10304463" y="2365375"/>
          <p14:tracePt t="33008" x="10355263" y="2387600"/>
          <p14:tracePt t="33024" x="10428288" y="2424113"/>
          <p14:tracePt t="33041" x="10472738" y="2460625"/>
          <p14:tracePt t="33057" x="10515600" y="2489200"/>
          <p14:tracePt t="33074" x="10537825" y="2532063"/>
          <p14:tracePt t="33090" x="10552113" y="2554288"/>
          <p14:tracePt t="33107" x="10552113" y="2582863"/>
          <p14:tracePt t="33124" x="10552113" y="2605088"/>
          <p14:tracePt t="33140" x="10552113" y="2613025"/>
          <p14:tracePt t="33157" x="10552113" y="2627313"/>
          <p14:tracePt t="33191" x="10552113" y="2633663"/>
          <p14:tracePt t="33390" x="10544175" y="2641600"/>
          <p14:tracePt t="33398" x="10529888" y="2641600"/>
          <p14:tracePt t="33408" x="10501313" y="2641600"/>
          <p14:tracePt t="33426" x="10247313" y="2678113"/>
          <p14:tracePt t="33443" x="9964738" y="2706688"/>
          <p14:tracePt t="33458" x="9818688" y="2728913"/>
          <p14:tracePt t="33474" x="9375775" y="2859088"/>
          <p14:tracePt t="33491" x="9121775" y="2924175"/>
          <p14:tracePt t="33507" x="8709025" y="3025775"/>
          <p14:tracePt t="33524" x="8316913" y="3141663"/>
          <p14:tracePt t="33541" x="7939088" y="3243263"/>
          <p14:tracePt t="33558" x="7656513" y="3338513"/>
          <p14:tracePt t="33574" x="7242175" y="3454400"/>
          <p14:tracePt t="33591" x="6829425" y="3578225"/>
          <p14:tracePt t="33608" x="6392863" y="3635375"/>
          <p14:tracePt t="33628" x="5732463" y="3716338"/>
          <p14:tracePt t="33654" x="5376863" y="3773488"/>
          <p14:tracePt t="33683" x="5014913" y="3824288"/>
          <p14:tracePt t="33695" x="4941888" y="3832225"/>
          <p14:tracePt t="33707" x="4789488" y="3852863"/>
          <p14:tracePt t="33725" x="4665663" y="3868738"/>
          <p14:tracePt t="33740" x="4557713" y="3868738"/>
          <p14:tracePt t="33757" x="4441825" y="3868738"/>
          <p14:tracePt t="33774" x="4332288" y="3868738"/>
          <p14:tracePt t="33790" x="4208463" y="3868738"/>
          <p14:tracePt t="33807" x="4092575" y="3868738"/>
          <p14:tracePt t="33824" x="3976688" y="3875088"/>
          <p14:tracePt t="33841" x="3795713" y="3903663"/>
          <p14:tracePt t="33857" x="3686175" y="3919538"/>
          <p14:tracePt t="33874" x="3606800" y="3925888"/>
          <p14:tracePt t="33891" x="3570288" y="3933825"/>
          <p14:tracePt t="33908" x="3563938" y="3933825"/>
          <p14:tracePt t="33979" x="3556000" y="3940175"/>
          <p14:tracePt t="34093" x="3556000" y="3948113"/>
          <p14:tracePt t="34099" x="3563938" y="3948113"/>
          <p14:tracePt t="34107" x="3578225" y="3962400"/>
          <p14:tracePt t="34124" x="3606800" y="3962400"/>
          <p14:tracePt t="34141" x="3643313" y="3962400"/>
          <p14:tracePt t="34157" x="3694113" y="3970338"/>
          <p14:tracePt t="34174" x="3722688" y="3976688"/>
          <p14:tracePt t="34191" x="3744913" y="3976688"/>
          <p14:tracePt t="34207" x="3759200" y="3984625"/>
          <p14:tracePt t="34224" x="3767138" y="3984625"/>
          <p14:tracePt t="34241" x="3773488" y="3984625"/>
          <p14:tracePt t="34260" x="3781425" y="3984625"/>
          <p14:tracePt t="34276" x="3787775" y="3990975"/>
          <p14:tracePt t="34294" x="3795713" y="3990975"/>
          <p14:tracePt t="34429" x="3802063" y="3990975"/>
          <p14:tracePt t="34453" x="3802063" y="4005263"/>
          <p14:tracePt t="34470" x="3781425" y="4005263"/>
          <p14:tracePt t="34486" x="3759200" y="4013200"/>
          <p14:tracePt t="34500" x="3736975" y="4013200"/>
          <p14:tracePt t="34509" x="3722688" y="4013200"/>
          <p14:tracePt t="34524" x="3708400" y="4005263"/>
          <p14:tracePt t="34542" x="3694113" y="3998913"/>
          <p14:tracePt t="34557" x="3694113" y="3990975"/>
          <p14:tracePt t="34574" x="3694113" y="3976688"/>
          <p14:tracePt t="34591" x="3694113" y="3948113"/>
          <p14:tracePt t="34608" x="3694113" y="3911600"/>
          <p14:tracePt t="34624" x="3716338" y="3883025"/>
          <p14:tracePt t="34641" x="3773488" y="3846513"/>
          <p14:tracePt t="34657" x="3817938" y="3832225"/>
          <p14:tracePt t="34674" x="3889375" y="3824288"/>
          <p14:tracePt t="34691" x="3976688" y="3824288"/>
          <p14:tracePt t="34708" x="4106863" y="3832225"/>
          <p14:tracePt t="34724" x="4252913" y="3875088"/>
          <p14:tracePt t="34741" x="4579938" y="4027488"/>
          <p14:tracePt t="34758" x="5057775" y="4244975"/>
          <p14:tracePt t="34774" x="5638800" y="4506913"/>
          <p14:tracePt t="34791" x="6161088" y="4789488"/>
          <p14:tracePt t="34808" x="6778625" y="5122863"/>
          <p14:tracePt t="34824" x="7445375" y="5421313"/>
          <p14:tracePt t="34842" x="8520113" y="5834063"/>
          <p14:tracePt t="34858" x="9231313" y="6053138"/>
          <p14:tracePt t="34874" x="9796463" y="6211888"/>
          <p14:tracePt t="34891" x="10117138" y="6321425"/>
          <p14:tracePt t="34908" x="10363200" y="6392863"/>
          <p14:tracePt t="34924" x="10529888" y="6429375"/>
          <p14:tracePt t="34941" x="10660063" y="6473825"/>
          <p14:tracePt t="34958" x="10761663" y="6480175"/>
          <p14:tracePt t="34975" x="10806113" y="6488113"/>
          <p14:tracePt t="34991" x="10812463" y="6488113"/>
          <p14:tracePt t="35076" x="10828338" y="6488113"/>
          <p14:tracePt t="35083" x="10834688" y="6488113"/>
          <p14:tracePt t="35092" x="10848975" y="6480175"/>
          <p14:tracePt t="35108" x="10871200" y="6473825"/>
          <p14:tracePt t="35124" x="10907713" y="6451600"/>
          <p14:tracePt t="35141" x="10929938" y="6423025"/>
          <p14:tracePt t="35158" x="10944225" y="6400800"/>
          <p14:tracePt t="35174" x="10972800" y="6327775"/>
          <p14:tracePt t="35191" x="11001375" y="6248400"/>
          <p14:tracePt t="35208" x="11045825" y="6146800"/>
          <p14:tracePt t="35225" x="11074400" y="6045200"/>
          <p14:tracePt t="35242" x="11110913" y="5980113"/>
          <p14:tracePt t="35258" x="11125200" y="5951538"/>
          <p14:tracePt t="35274" x="11133138" y="5935663"/>
          <p14:tracePt t="35291" x="11153775" y="5915025"/>
          <p14:tracePt t="35308" x="11161713" y="5915025"/>
          <p14:tracePt t="35325" x="11176000" y="5892800"/>
          <p14:tracePt t="35341" x="11176000" y="5884863"/>
          <p14:tracePt t="35358" x="11176000" y="5870575"/>
          <p14:tracePt t="35375" x="11183938" y="5864225"/>
          <p14:tracePt t="35391" x="11198225" y="5849938"/>
          <p14:tracePt t="35408" x="11198225" y="5842000"/>
          <p14:tracePt t="35425" x="11204575" y="5834063"/>
          <p14:tracePt t="35441" x="11212513" y="5834063"/>
          <p14:tracePt t="35459" x="11218863" y="5834063"/>
          <p14:tracePt t="35477" x="11234738" y="5834063"/>
          <p14:tracePt t="35491" x="11241088" y="5834063"/>
          <p14:tracePt t="35508" x="11255375" y="5834063"/>
          <p14:tracePt t="35525" x="11263313" y="5834063"/>
          <p14:tracePt t="35541" x="11277600" y="5834063"/>
          <p14:tracePt t="35563" x="11285538" y="5849938"/>
          <p14:tracePt t="35574" x="11285538" y="5864225"/>
          <p14:tracePt t="35591" x="11314113" y="5900738"/>
          <p14:tracePt t="35608" x="11320463" y="5921375"/>
          <p14:tracePt t="35624" x="11328400" y="5943600"/>
          <p14:tracePt t="35641" x="11328400" y="5951538"/>
          <p14:tracePt t="35739" x="11328400" y="5957888"/>
          <p14:tracePt t="35747" x="11320463" y="5965825"/>
          <p14:tracePt t="35758" x="11314113" y="5965825"/>
          <p14:tracePt t="35774" x="11291888" y="5965825"/>
          <p14:tracePt t="35791" x="11263313" y="5965825"/>
          <p14:tracePt t="35808" x="11234738" y="5965825"/>
          <p14:tracePt t="35825" x="11218863" y="5965825"/>
          <p14:tracePt t="35842" x="11190288" y="5965825"/>
          <p14:tracePt t="35858" x="11183938" y="5965825"/>
          <p14:tracePt t="35875" x="11168063" y="5957888"/>
          <p14:tracePt t="35891" x="11168063" y="5951538"/>
          <p14:tracePt t="35925" x="11161713" y="5943600"/>
          <p14:tracePt t="35941" x="11147425" y="5935663"/>
          <p14:tracePt t="35975" x="11147425" y="5929313"/>
          <p14:tracePt t="35995" x="11147425" y="5921375"/>
          <p14:tracePt t="36008" x="11147425" y="5915025"/>
          <p14:tracePt t="36025" x="11147425" y="5900738"/>
          <p14:tracePt t="36044" x="11147425" y="5878513"/>
          <p14:tracePt t="36058" x="11176000" y="5849938"/>
          <p14:tracePt t="36075" x="11198225" y="5834063"/>
          <p14:tracePt t="36091" x="11226800" y="5819775"/>
          <p14:tracePt t="36108" x="11263313" y="5799138"/>
          <p14:tracePt t="36125" x="11299825" y="5791200"/>
          <p14:tracePt t="36141" x="11336338" y="5776913"/>
          <p14:tracePt t="36158" x="11371263" y="5776913"/>
          <p14:tracePt t="36175" x="11415713" y="5762625"/>
          <p14:tracePt t="36191" x="11452225" y="5748338"/>
          <p14:tracePt t="36208" x="11495088" y="5748338"/>
          <p14:tracePt t="36225" x="11574463" y="5748338"/>
          <p14:tracePt t="36242" x="11618913" y="5748338"/>
          <p14:tracePt t="36258" x="11676063" y="5748338"/>
          <p14:tracePt t="36275" x="11726863" y="5748338"/>
          <p14:tracePt t="36291" x="11763375" y="5748338"/>
          <p14:tracePt t="36308" x="11799888" y="5748338"/>
          <p14:tracePt t="36325" x="11836400" y="5748338"/>
          <p14:tracePt t="36342" x="11879263" y="5748338"/>
          <p14:tracePt t="36359" x="11923713" y="5754688"/>
          <p14:tracePt t="36366" x="11945938" y="5754688"/>
          <p14:tracePt t="36375" x="11952288" y="5754688"/>
          <p14:tracePt t="36394" x="12003088" y="5776913"/>
          <p14:tracePt t="36408" x="12011025" y="5776913"/>
          <p14:tracePt t="36426" x="12031663" y="5783263"/>
          <p14:tracePt t="36442" x="12053888" y="5791200"/>
          <p14:tracePt t="36458" x="12053888" y="5799138"/>
          <p14:tracePt t="36493" x="12061825" y="5799138"/>
          <p14:tracePt t="36509" x="12068175" y="5799138"/>
          <p14:tracePt t="36528" x="12068175" y="5813425"/>
          <p14:tracePt t="36545" x="12068175" y="5819775"/>
          <p14:tracePt t="36559" x="12068175" y="5827713"/>
          <p14:tracePt t="36576" x="12061825" y="5834063"/>
          <p14:tracePt t="36592" x="12047538" y="5849938"/>
          <p14:tracePt t="36609" x="12025313" y="5864225"/>
          <p14:tracePt t="36626" x="12003088" y="5870575"/>
          <p14:tracePt t="36642" x="11974513" y="5884863"/>
          <p14:tracePt t="36658" x="11960225" y="5892800"/>
          <p14:tracePt t="36675" x="11930063" y="5900738"/>
          <p14:tracePt t="36692" x="11915775" y="5900738"/>
          <p14:tracePt t="36708" x="11895138" y="5907088"/>
          <p14:tracePt t="36725" x="11872913" y="5915025"/>
          <p14:tracePt t="36741" x="11858625" y="5915025"/>
          <p14:tracePt t="36758" x="11836400" y="5921375"/>
          <p14:tracePt t="36775" x="11799888" y="5921375"/>
          <p14:tracePt t="36791" x="11777663" y="5921375"/>
          <p14:tracePt t="36808" x="11757025" y="5921375"/>
          <p14:tracePt t="36825" x="11698288" y="5921375"/>
          <p14:tracePt t="36842" x="11676063" y="5921375"/>
          <p14:tracePt t="36858" x="11661775" y="5921375"/>
          <p14:tracePt t="36875" x="11641138" y="5921375"/>
          <p14:tracePt t="36891" x="11625263" y="5921375"/>
          <p14:tracePt t="36908" x="11604625" y="5921375"/>
          <p14:tracePt t="36925" x="11582400" y="5921375"/>
          <p14:tracePt t="36941" x="11568113" y="5921375"/>
          <p14:tracePt t="36958" x="11560175" y="5921375"/>
          <p14:tracePt t="36975" x="11539538" y="5921375"/>
          <p14:tracePt t="36992" x="11523663" y="5921375"/>
          <p14:tracePt t="37008" x="11503025" y="5921375"/>
          <p14:tracePt t="37026" x="11466513" y="5921375"/>
          <p14:tracePt t="37046" x="11422063" y="5921375"/>
          <p14:tracePt t="37058" x="11415713" y="5921375"/>
          <p14:tracePt t="37075" x="11393488" y="5921375"/>
          <p14:tracePt t="37093" x="11379200" y="5921375"/>
          <p14:tracePt t="37109" x="11364913" y="5921375"/>
          <p14:tracePt t="37125" x="11342688" y="5921375"/>
          <p14:tracePt t="37143" x="11314113" y="5915025"/>
          <p14:tracePt t="37159" x="11299825" y="5915025"/>
          <p14:tracePt t="37175" x="11291888" y="5915025"/>
          <p14:tracePt t="37193" x="11285538" y="5915025"/>
          <p14:tracePt t="37209" x="11277600" y="5915025"/>
          <p14:tracePt t="37226" x="11263313" y="5915025"/>
          <p14:tracePt t="37244" x="11249025" y="5915025"/>
          <p14:tracePt t="37259" x="11241088" y="5907088"/>
          <p14:tracePt t="37276" x="11234738" y="5907088"/>
          <p14:tracePt t="37309" x="11226800" y="5900738"/>
          <p14:tracePt t="37325" x="11212513" y="5900738"/>
          <p14:tracePt t="37342" x="11204575" y="5892800"/>
          <p14:tracePt t="37359" x="11198225" y="5884863"/>
          <p14:tracePt t="37366" x="11190288" y="5884863"/>
          <p14:tracePt t="37375" x="11183938" y="5884863"/>
          <p14:tracePt t="37392" x="11168063" y="5878513"/>
          <p14:tracePt t="37416" x="11168063" y="5870575"/>
          <p14:tracePt t="37447" x="11168063" y="5864225"/>
          <p14:tracePt t="37464" x="11168063" y="5856288"/>
          <p14:tracePt t="37470" x="11168063" y="5849938"/>
          <p14:tracePt t="37501" x="11168063" y="5842000"/>
          <p14:tracePt t="37516" x="11168063" y="5834063"/>
          <p14:tracePt t="37532" x="11168063" y="5827713"/>
          <p14:tracePt t="37557" x="11168063" y="5819775"/>
          <p14:tracePt t="37575" x="11168063" y="5805488"/>
          <p14:tracePt t="37590" x="11176000" y="5805488"/>
          <p14:tracePt t="37606" x="11176000" y="5799138"/>
          <p14:tracePt t="37614" x="11183938" y="5799138"/>
          <p14:tracePt t="37631" x="11190288" y="5783263"/>
          <p14:tracePt t="37642" x="11198225" y="5783263"/>
          <p14:tracePt t="37659" x="11212513" y="5776913"/>
          <p14:tracePt t="37696" x="11218863" y="5768975"/>
          <p14:tracePt t="37709" x="11226800" y="5762625"/>
          <p14:tracePt t="37728" x="11234738" y="5754688"/>
          <p14:tracePt t="37745" x="11249025" y="5754688"/>
          <p14:tracePt t="37759" x="11255375" y="5754688"/>
          <p14:tracePt t="37776" x="11269663" y="5754688"/>
          <p14:tracePt t="37793" x="11291888" y="5748338"/>
          <p14:tracePt t="37811" x="11328400" y="5740400"/>
          <p14:tracePt t="37826" x="11350625" y="5732463"/>
          <p14:tracePt t="37845" x="11379200" y="5732463"/>
          <p14:tracePt t="37859" x="11407775" y="5732463"/>
          <p14:tracePt t="37875" x="11430000" y="5732463"/>
          <p14:tracePt t="37892" x="11466513" y="5732463"/>
          <p14:tracePt t="37909" x="11480800" y="5732463"/>
          <p14:tracePt t="37925" x="11517313" y="5732463"/>
          <p14:tracePt t="37944" x="11539538" y="5732463"/>
          <p14:tracePt t="37959" x="11560175" y="5732463"/>
          <p14:tracePt t="37978" x="11610975" y="5732463"/>
          <p14:tracePt t="37994" x="11641138" y="5732463"/>
          <p14:tracePt t="38011" x="11676063" y="5726113"/>
          <p14:tracePt t="38026" x="11706225" y="5726113"/>
          <p14:tracePt t="38046" x="11726863" y="5726113"/>
          <p14:tracePt t="38059" x="11742738" y="5726113"/>
          <p14:tracePt t="38076" x="11763375" y="5726113"/>
          <p14:tracePt t="38092" x="11777663" y="5726113"/>
          <p14:tracePt t="38109" x="11799888" y="5726113"/>
          <p14:tracePt t="38125" x="11814175" y="5726113"/>
          <p14:tracePt t="38143" x="11836400" y="5726113"/>
          <p14:tracePt t="38159" x="11850688" y="5726113"/>
          <p14:tracePt t="38176" x="11864975" y="5726113"/>
          <p14:tracePt t="38192" x="11895138" y="5726113"/>
          <p14:tracePt t="38211" x="11915775" y="5732463"/>
          <p14:tracePt t="38225" x="11923713" y="5740400"/>
          <p14:tracePt t="38243" x="11952288" y="5748338"/>
          <p14:tracePt t="38259" x="11960225" y="5754688"/>
          <p14:tracePt t="38275" x="11980863" y="5768975"/>
          <p14:tracePt t="38292" x="12003088" y="5776913"/>
          <p14:tracePt t="38309" x="12011025" y="5783263"/>
          <p14:tracePt t="38325" x="12025313" y="5799138"/>
          <p14:tracePt t="38343" x="12025313" y="5805488"/>
          <p14:tracePt t="38359" x="12025313" y="5827713"/>
          <p14:tracePt t="38362" x="12025313" y="5834063"/>
          <p14:tracePt t="38375" x="12025313" y="5842000"/>
          <p14:tracePt t="38392" x="12025313" y="5856288"/>
          <p14:tracePt t="38409" x="12017375" y="5884863"/>
          <p14:tracePt t="38425" x="11996738" y="5900738"/>
          <p14:tracePt t="38442" x="11960225" y="5921375"/>
          <p14:tracePt t="38460" x="11909425" y="5943600"/>
          <p14:tracePt t="38476" x="11879263" y="5957888"/>
          <p14:tracePt t="38492" x="11836400" y="5965825"/>
          <p14:tracePt t="38509" x="11807825" y="5965825"/>
          <p14:tracePt t="38525" x="11771313" y="5965825"/>
          <p14:tracePt t="38542" x="11749088" y="5965825"/>
          <p14:tracePt t="38559" x="11726863" y="5965825"/>
          <p14:tracePt t="38576" x="11712575" y="5965825"/>
          <p14:tracePt t="38592" x="11706225" y="5965825"/>
          <p14:tracePt t="38859" x="11698288" y="5965825"/>
          <p14:tracePt t="38868" x="11691938" y="5965825"/>
          <p14:tracePt t="38884" x="11684000" y="5965825"/>
          <p14:tracePt t="38964" x="11676063" y="5965825"/>
          <p14:tracePt t="39059" x="11661775" y="5965825"/>
          <p14:tracePt t="39083" x="11647488" y="5957888"/>
          <p14:tracePt t="39100" x="11633200" y="5957888"/>
          <p14:tracePt t="39107" x="11618913" y="5951538"/>
          <p14:tracePt t="39115" x="11610975" y="5951538"/>
          <p14:tracePt t="39125" x="11582400" y="5929313"/>
          <p14:tracePt t="39142" x="11480800" y="5870575"/>
          <p14:tracePt t="39159" x="11379200" y="5748338"/>
          <p14:tracePt t="39176" x="11218863" y="5529263"/>
          <p14:tracePt t="39192" x="11066463" y="5232400"/>
          <p14:tracePt t="39209" x="10929938" y="4752975"/>
          <p14:tracePt t="39226" x="10879138" y="4411663"/>
          <p14:tracePt t="39243" x="10848975" y="4157663"/>
          <p14:tracePt t="39259" x="10842625" y="3976688"/>
          <p14:tracePt t="39276" x="10842625" y="3817938"/>
          <p14:tracePt t="39292" x="10842625" y="3671888"/>
          <p14:tracePt t="39309" x="10842625" y="3541713"/>
          <p14:tracePt t="39326" x="10856913" y="3417888"/>
          <p14:tracePt t="39342" x="10863263" y="3309938"/>
          <p14:tracePt t="39359" x="10863263" y="3214688"/>
          <p14:tracePt t="39363" x="10863263" y="3178175"/>
          <p14:tracePt t="39376" x="10863263" y="3157538"/>
          <p14:tracePt t="39393" x="10863263" y="3113088"/>
          <p14:tracePt t="39409" x="10863263" y="3062288"/>
          <p14:tracePt t="39426" x="10863263" y="2946400"/>
          <p14:tracePt t="39442" x="10848975" y="2873375"/>
          <p14:tracePt t="39459" x="10842625" y="2844800"/>
          <p14:tracePt t="39476" x="10834688" y="2808288"/>
          <p14:tracePt t="39493" x="10820400" y="2765425"/>
          <p14:tracePt t="39509" x="10812463" y="2700338"/>
          <p14:tracePt t="39526" x="10798175" y="2568575"/>
          <p14:tracePt t="39543" x="10783888" y="2452688"/>
          <p14:tracePt t="39559" x="10783888" y="2373313"/>
          <p14:tracePt t="39576" x="10783888" y="2328863"/>
          <p14:tracePt t="39592" x="10777538" y="2300288"/>
          <p14:tracePt t="39728" x="10777538" y="2293938"/>
          <p14:tracePt t="39735" x="10769600" y="2293938"/>
          <p14:tracePt t="39749" x="10755313" y="2308225"/>
          <p14:tracePt t="39760" x="10733088" y="2322513"/>
          <p14:tracePt t="39776" x="10710863" y="2351088"/>
          <p14:tracePt t="39794" x="10653713" y="2387600"/>
          <p14:tracePt t="39810" x="10639425" y="2401888"/>
          <p14:tracePt t="39826" x="10617200" y="2424113"/>
          <p14:tracePt t="39843" x="10609263" y="2430463"/>
          <p14:tracePt t="39860" x="10602913" y="2438400"/>
          <p14:tracePt t="39965" x="10594975" y="2438400"/>
          <p14:tracePt t="39974" x="10594975" y="2430463"/>
          <p14:tracePt t="39981" x="10594975" y="2424113"/>
          <p14:tracePt t="39995" x="10602913" y="2373313"/>
          <p14:tracePt t="40010" x="10631488" y="2336800"/>
          <p14:tracePt t="40026" x="10653713" y="2314575"/>
          <p14:tracePt t="40045" x="10682288" y="2308225"/>
          <p14:tracePt t="40060" x="10718800" y="2286000"/>
          <p14:tracePt t="40077" x="10755313" y="2278063"/>
          <p14:tracePt t="40093" x="10798175" y="2278063"/>
          <p14:tracePt t="40109" x="10885488" y="2278063"/>
          <p14:tracePt t="40126" x="10964863" y="2278063"/>
          <p14:tracePt t="40143" x="11074400" y="2278063"/>
          <p14:tracePt t="40160" x="11161713" y="2308225"/>
          <p14:tracePt t="40176" x="11234738" y="2336800"/>
          <p14:tracePt t="40192" x="11263313" y="2351088"/>
          <p14:tracePt t="40209" x="11314113" y="2395538"/>
          <p14:tracePt t="40227" x="11356975" y="2424113"/>
          <p14:tracePt t="40243" x="11407775" y="2460625"/>
          <p14:tracePt t="40259" x="11452225" y="2503488"/>
          <p14:tracePt t="40276" x="11472863" y="2517775"/>
          <p14:tracePt t="40293" x="11488738" y="2532063"/>
          <p14:tracePt t="40309" x="11495088" y="2554288"/>
          <p14:tracePt t="40326" x="11495088" y="2568575"/>
          <p14:tracePt t="40343" x="11503025" y="2598738"/>
          <p14:tracePt t="40359" x="11503025" y="2605088"/>
          <p14:tracePt t="40376" x="11503025" y="2627313"/>
          <p14:tracePt t="40395" x="11503025" y="2649538"/>
          <p14:tracePt t="40410" x="11495088" y="2670175"/>
          <p14:tracePt t="40426" x="11466513" y="2692400"/>
          <p14:tracePt t="40444" x="11452225" y="2706688"/>
          <p14:tracePt t="40460" x="11422063" y="2735263"/>
          <p14:tracePt t="40478" x="11393488" y="2751138"/>
          <p14:tracePt t="40494" x="11356975" y="2765425"/>
          <p14:tracePt t="40513" x="11314113" y="2771775"/>
          <p14:tracePt t="40526" x="11269663" y="2779713"/>
          <p14:tracePt t="40547" x="11190288" y="2779713"/>
          <p14:tracePt t="40560" x="11168063" y="2779713"/>
          <p14:tracePt t="40576" x="11125200" y="2779713"/>
          <p14:tracePt t="40594" x="11052175" y="2779713"/>
          <p14:tracePt t="40610" x="11001375" y="2779713"/>
          <p14:tracePt t="40627" x="10958513" y="2779713"/>
          <p14:tracePt t="40643" x="10922000" y="2779713"/>
          <p14:tracePt t="40660" x="10893425" y="2771775"/>
          <p14:tracePt t="40676" x="10856913" y="2757488"/>
          <p14:tracePt t="40696" x="10828338" y="2743200"/>
          <p14:tracePt t="40710" x="10798175" y="2720975"/>
          <p14:tracePt t="40729" x="10769600" y="2700338"/>
          <p14:tracePt t="40744" x="10747375" y="2684463"/>
          <p14:tracePt t="40760" x="10747375" y="2670175"/>
          <p14:tracePt t="40776" x="10733088" y="2649538"/>
          <p14:tracePt t="40794" x="10718800" y="2605088"/>
          <p14:tracePt t="40810" x="10710863" y="2568575"/>
          <p14:tracePt t="40827" x="10704513" y="2547938"/>
          <p14:tracePt t="40843" x="10704513" y="2540000"/>
          <p14:tracePt t="40860" x="10704513" y="2532063"/>
          <p14:tracePt t="40877" x="10704513" y="2525713"/>
          <p14:tracePt t="40895" x="10704513" y="2517775"/>
          <p14:tracePt t="40910" x="10704513" y="2503488"/>
          <p14:tracePt t="40926" x="10710863" y="2497138"/>
          <p14:tracePt t="40946" x="10726738" y="2481263"/>
          <p14:tracePt t="40979" x="10733088" y="2481263"/>
          <p14:tracePt t="40993" x="10747375" y="2474913"/>
          <p14:tracePt t="41302" x="10755313" y="2481263"/>
          <p14:tracePt t="41317" x="10755313" y="2497138"/>
          <p14:tracePt t="41325" x="10755313" y="2503488"/>
          <p14:tracePt t="41335" x="10755313" y="2511425"/>
          <p14:tracePt t="41344" x="10755313" y="2525713"/>
          <p14:tracePt t="41360" x="10755313" y="2547938"/>
          <p14:tracePt t="41378" x="10741025" y="2590800"/>
          <p14:tracePt t="41394" x="10741025" y="2627313"/>
          <p14:tracePt t="41410" x="10710863" y="2670175"/>
          <p14:tracePt t="41427" x="10696575" y="2728913"/>
          <p14:tracePt t="41446" x="10668000" y="2779713"/>
          <p14:tracePt t="41460" x="10625138" y="2830513"/>
          <p14:tracePt t="41479" x="10594975" y="2859088"/>
          <p14:tracePt t="41494" x="10552113" y="2903538"/>
          <p14:tracePt t="41510" x="10464800" y="2960688"/>
          <p14:tracePt t="41527" x="10355263" y="3033713"/>
          <p14:tracePt t="41543" x="10233025" y="3090863"/>
          <p14:tracePt t="41560" x="10094913" y="3157538"/>
          <p14:tracePt t="41577" x="9942513" y="3192463"/>
          <p14:tracePt t="41596" x="9694863" y="3273425"/>
          <p14:tracePt t="41610" x="9491663" y="3302000"/>
          <p14:tracePt t="41627" x="9217025" y="3344863"/>
          <p14:tracePt t="41643" x="8991600" y="3389313"/>
          <p14:tracePt t="41660" x="8715375" y="3468688"/>
          <p14:tracePt t="41677" x="8512175" y="3527425"/>
          <p14:tracePt t="41694" x="8331200" y="3584575"/>
          <p14:tracePt t="41710" x="8113713" y="3657600"/>
          <p14:tracePt t="41727" x="7924800" y="3700463"/>
          <p14:tracePt t="41743" x="7729538" y="3759200"/>
          <p14:tracePt t="41760" x="7554913" y="3817938"/>
          <p14:tracePt t="41777" x="7351713" y="3897313"/>
          <p14:tracePt t="41793" x="7307263" y="3911600"/>
          <p14:tracePt t="41810" x="7126288" y="3990975"/>
          <p14:tracePt t="41826" x="7046913" y="4021138"/>
          <p14:tracePt t="41843" x="6951663" y="4064000"/>
          <p14:tracePt t="41860" x="6894513" y="4086225"/>
          <p14:tracePt t="41876" x="6850063" y="4106863"/>
          <p14:tracePt t="41894" x="6821488" y="4122738"/>
          <p14:tracePt t="41910" x="6764338" y="4143375"/>
          <p14:tracePt t="41927" x="6719888" y="4173538"/>
          <p14:tracePt t="41944" x="6669088" y="4194175"/>
          <p14:tracePt t="41960" x="6654800" y="4202113"/>
          <p14:tracePt t="41977" x="6654800" y="4208463"/>
          <p14:tracePt t="42728" x="6640513" y="4216400"/>
          <p14:tracePt t="42742" x="6626225" y="4267200"/>
          <p14:tracePt t="42758" x="6604000" y="4354513"/>
          <p14:tracePt t="42773" x="6561138" y="4419600"/>
          <p14:tracePt t="42786" x="6524625" y="4470400"/>
          <p14:tracePt t="42801" x="6502400" y="4492625"/>
          <p14:tracePt t="42816" x="6429375" y="4564063"/>
          <p14:tracePt t="42828" x="6307138" y="4645025"/>
          <p14:tracePt t="42844" x="6138863" y="4746625"/>
          <p14:tracePt t="42860" x="5972175" y="4811713"/>
          <p14:tracePt t="42869" x="5900738" y="4848225"/>
          <p14:tracePt t="42877" x="5791200" y="4913313"/>
          <p14:tracePt t="42894" x="5616575" y="4978400"/>
          <p14:tracePt t="42910" x="5435600" y="5043488"/>
          <p14:tracePt t="42927" x="5283200" y="5087938"/>
          <p14:tracePt t="42946" x="5087938" y="5153025"/>
          <p14:tracePt t="42962" x="4986338" y="5173663"/>
          <p14:tracePt t="42977" x="4949825" y="5189538"/>
          <p14:tracePt t="42994" x="4862513" y="5203825"/>
          <p14:tracePt t="43011" x="4833938" y="5224463"/>
          <p14:tracePt t="43027" x="4803775" y="5224463"/>
          <p14:tracePt t="43044" x="4760913" y="5246688"/>
          <p14:tracePt t="43061" x="4732338" y="5246688"/>
          <p14:tracePt t="43077" x="4710113" y="5254625"/>
          <p14:tracePt t="43094" x="4673600" y="5275263"/>
          <p14:tracePt t="43111" x="4637088" y="5297488"/>
          <p14:tracePt t="43127" x="4586288" y="5334000"/>
          <p14:tracePt t="43144" x="4521200" y="5370513"/>
          <p14:tracePt t="43162" x="4419600" y="5413375"/>
          <p14:tracePt t="43179" x="4376738" y="5443538"/>
          <p14:tracePt t="43196" x="4332288" y="5472113"/>
          <p14:tracePt t="43211" x="4295775" y="5494338"/>
          <p14:tracePt t="43228" x="4252913" y="5514975"/>
          <p14:tracePt t="43244" x="4179888" y="5559425"/>
          <p14:tracePt t="43261" x="4114800" y="5588000"/>
          <p14:tracePt t="43277" x="4041775" y="5624513"/>
          <p14:tracePt t="43294" x="3948113" y="5667375"/>
          <p14:tracePt t="43311" x="3838575" y="5711825"/>
          <p14:tracePt t="43327" x="3700463" y="5748338"/>
          <p14:tracePt t="43344" x="3556000" y="5791200"/>
          <p14:tracePt t="43363" x="3338513" y="5813425"/>
          <p14:tracePt t="43370" x="3273425" y="5819775"/>
          <p14:tracePt t="43378" x="3192463" y="5827713"/>
          <p14:tracePt t="43394" x="3055938" y="5849938"/>
          <p14:tracePt t="43410" x="2938463" y="5864225"/>
          <p14:tracePt t="43428" x="2801938" y="5884863"/>
          <p14:tracePt t="43444" x="2663825" y="5892800"/>
          <p14:tracePt t="43460" x="2517775" y="5892800"/>
          <p14:tracePt t="43477" x="2409825" y="5892800"/>
          <p14:tracePt t="43494" x="2293938" y="5892800"/>
          <p14:tracePt t="43510" x="2176463" y="5892800"/>
          <p14:tracePt t="43527" x="2054225" y="5892800"/>
          <p14:tracePt t="43544" x="1901825" y="5892800"/>
          <p14:tracePt t="43560" x="1763713" y="5892800"/>
          <p14:tracePt t="43577" x="1589088" y="5892800"/>
          <p14:tracePt t="43594" x="1487488" y="5892800"/>
          <p14:tracePt t="43610" x="1379538" y="5878513"/>
          <p14:tracePt t="43627" x="1255713" y="5856288"/>
          <p14:tracePt t="43644" x="1109663" y="5813425"/>
          <p14:tracePt t="43663" x="993775" y="5776913"/>
          <p14:tracePt t="43678" x="900113" y="5754688"/>
          <p14:tracePt t="43694" x="835025" y="5726113"/>
          <p14:tracePt t="43711" x="754063" y="5689600"/>
          <p14:tracePt t="43728" x="688975" y="5646738"/>
          <p14:tracePt t="43744" x="638175" y="5610225"/>
          <p14:tracePt t="43761" x="595313" y="5565775"/>
          <p14:tracePt t="43778" x="550863" y="5508625"/>
          <p14:tracePt t="43794" x="530225" y="5457825"/>
          <p14:tracePt t="43811" x="508000" y="5407025"/>
          <p14:tracePt t="43827" x="485775" y="5348288"/>
          <p14:tracePt t="43844" x="457200" y="5305425"/>
          <p14:tracePt t="43861" x="442913" y="5268913"/>
          <p14:tracePt t="43870" x="442913" y="5246688"/>
          <p14:tracePt t="43877" x="442913" y="5224463"/>
          <p14:tracePt t="43894" x="434975" y="5189538"/>
          <p14:tracePt t="43911" x="434975" y="5138738"/>
          <p14:tracePt t="43927" x="434975" y="5087938"/>
          <p14:tracePt t="43947" x="434975" y="5021263"/>
          <p14:tracePt t="43961" x="434975" y="4970463"/>
          <p14:tracePt t="43978" x="442913" y="4941888"/>
          <p14:tracePt t="43996" x="485775" y="4862513"/>
          <p14:tracePt t="44011" x="530225" y="4803775"/>
          <p14:tracePt t="44028" x="587375" y="4738688"/>
          <p14:tracePt t="44044" x="617538" y="4702175"/>
          <p14:tracePt t="44061" x="652463" y="4659313"/>
          <p14:tracePt t="44078" x="696913" y="4630738"/>
          <p14:tracePt t="44094" x="719138" y="4614863"/>
          <p14:tracePt t="44111" x="784225" y="4594225"/>
          <p14:tracePt t="44128" x="841375" y="4557713"/>
          <p14:tracePt t="44144" x="885825" y="4543425"/>
          <p14:tracePt t="44162" x="922338" y="4535488"/>
          <p14:tracePt t="44196" x="950913" y="4529138"/>
          <p14:tracePt t="44211" x="1016000" y="4521200"/>
          <p14:tracePt t="44227" x="1089025" y="4513263"/>
          <p14:tracePt t="44244" x="1146175" y="4513263"/>
          <p14:tracePt t="44261" x="1168400" y="4513263"/>
          <p14:tracePt t="44278" x="1196975" y="4513263"/>
          <p14:tracePt t="44294" x="1233488" y="4513263"/>
          <p14:tracePt t="44311" x="1247775" y="4513263"/>
          <p14:tracePt t="44328" x="1284288" y="4513263"/>
          <p14:tracePt t="44344" x="1320800" y="4513263"/>
          <p14:tracePt t="44361" x="1363663" y="4513263"/>
          <p14:tracePt t="44383" x="1371600" y="4513263"/>
          <p14:tracePt t="44397" x="1385888" y="4513263"/>
          <p14:tracePt t="44413" x="1400175" y="4513263"/>
          <p14:tracePt t="44428" x="1414463" y="4513263"/>
          <p14:tracePt t="44445" x="1436688" y="4513263"/>
          <p14:tracePt t="44461" x="1458913" y="4513263"/>
          <p14:tracePt t="44478" x="1487488" y="4513263"/>
          <p14:tracePt t="44494" x="1516063" y="4513263"/>
          <p14:tracePt t="44511" x="1552575" y="4513263"/>
          <p14:tracePt t="44527" x="1597025" y="4513263"/>
          <p14:tracePt t="44544" x="1647825" y="4513263"/>
          <p14:tracePt t="44562" x="1735138" y="4513263"/>
          <p14:tracePt t="44578" x="1806575" y="4513263"/>
          <p14:tracePt t="44594" x="1879600" y="4513263"/>
          <p14:tracePt t="44611" x="1952625" y="4513263"/>
          <p14:tracePt t="44627" x="2009775" y="4513263"/>
          <p14:tracePt t="44644" x="2082800" y="4513263"/>
          <p14:tracePt t="44661" x="2147888" y="4513263"/>
          <p14:tracePt t="44677" x="2249488" y="4513263"/>
          <p14:tracePt t="44694" x="2344738" y="4513263"/>
          <p14:tracePt t="44711" x="2416175" y="4513263"/>
          <p14:tracePt t="44727" x="2481263" y="4513263"/>
          <p14:tracePt t="44744" x="2562225" y="4513263"/>
          <p14:tracePt t="44761" x="2728913" y="4513263"/>
          <p14:tracePt t="44777" x="2873375" y="4513263"/>
          <p14:tracePt t="44794" x="3019425" y="4513263"/>
          <p14:tracePt t="44811" x="3149600" y="4513263"/>
          <p14:tracePt t="44827" x="3251200" y="4513263"/>
          <p14:tracePt t="44844" x="3330575" y="4513263"/>
          <p14:tracePt t="44861" x="3389313" y="4513263"/>
          <p14:tracePt t="44877" x="3425825" y="4513263"/>
          <p14:tracePt t="44894" x="3462338" y="4513263"/>
          <p14:tracePt t="44911" x="3505200" y="4513263"/>
          <p14:tracePt t="44927" x="3563938" y="4513263"/>
          <p14:tracePt t="44946" x="3657600" y="4513263"/>
          <p14:tracePt t="44961" x="3744913" y="4513263"/>
          <p14:tracePt t="44977" x="3824288" y="4513263"/>
          <p14:tracePt t="44994" x="3889375" y="4513263"/>
          <p14:tracePt t="45011" x="3948113" y="4513263"/>
          <p14:tracePt t="45027" x="3976688" y="4521200"/>
          <p14:tracePt t="45044" x="4005263" y="4535488"/>
          <p14:tracePt t="45061" x="4035425" y="4543425"/>
          <p14:tracePt t="45077" x="4086225" y="4572000"/>
          <p14:tracePt t="45094" x="4137025" y="4594225"/>
          <p14:tracePt t="45111" x="4187825" y="4622800"/>
          <p14:tracePt t="45128" x="4208463" y="4651375"/>
          <p14:tracePt t="45144" x="4238625" y="4681538"/>
          <p14:tracePt t="45161" x="4267200" y="4760913"/>
          <p14:tracePt t="45177" x="4303713" y="4840288"/>
          <p14:tracePt t="45195" x="4332288" y="4941888"/>
          <p14:tracePt t="45211" x="4360863" y="5014913"/>
          <p14:tracePt t="45227" x="4368800" y="5080000"/>
          <p14:tracePt t="45245" x="4368800" y="5138738"/>
          <p14:tracePt t="45264" x="4368800" y="5195888"/>
          <p14:tracePt t="45278" x="4368800" y="5260975"/>
          <p14:tracePt t="45295" x="4368800" y="5326063"/>
          <p14:tracePt t="45311" x="4354513" y="5399088"/>
          <p14:tracePt t="45328" x="4325938" y="5486400"/>
          <p14:tracePt t="45345" x="4275138" y="5565775"/>
          <p14:tracePt t="45362" x="4187825" y="5653088"/>
          <p14:tracePt t="45370" x="4173538" y="5661025"/>
          <p14:tracePt t="45378" x="4151313" y="5689600"/>
          <p14:tracePt t="45395" x="4122738" y="5711825"/>
          <p14:tracePt t="45411" x="4078288" y="5740400"/>
          <p14:tracePt t="45428" x="4021138" y="5754688"/>
          <p14:tracePt t="45445" x="3948113" y="5783263"/>
          <p14:tracePt t="45461" x="3875088" y="5805488"/>
          <p14:tracePt t="45482" x="3795713" y="5819775"/>
          <p14:tracePt t="45494" x="3730625" y="5827713"/>
          <p14:tracePt t="45511" x="3657600" y="5834063"/>
          <p14:tracePt t="45528" x="3584575" y="5834063"/>
          <p14:tracePt t="45545" x="3462338" y="5842000"/>
          <p14:tracePt t="45562" x="3395663" y="5842000"/>
          <p14:tracePt t="45578" x="3344863" y="5842000"/>
          <p14:tracePt t="45595" x="3316288" y="5842000"/>
          <p14:tracePt t="45611" x="3287713" y="5842000"/>
          <p14:tracePt t="45628" x="3251200" y="5842000"/>
          <p14:tracePt t="45645" x="3192463" y="5842000"/>
          <p14:tracePt t="45662" x="3113088" y="5842000"/>
          <p14:tracePt t="45679" x="3033713" y="5842000"/>
          <p14:tracePt t="45695" x="2932113" y="5842000"/>
          <p14:tracePt t="45712" x="2859088" y="5819775"/>
          <p14:tracePt t="45730" x="2728913" y="5805488"/>
          <p14:tracePt t="45746" x="2655888" y="5791200"/>
          <p14:tracePt t="45763" x="2633663" y="5791200"/>
          <p14:tracePt t="45778" x="2613025" y="5791200"/>
          <p14:tracePt t="45797" x="2605088" y="5791200"/>
          <p14:tracePt t="45812" x="2598738" y="5791200"/>
          <p14:tracePt t="45828" x="2590800" y="5783263"/>
          <p14:tracePt t="45861" x="2582863" y="5783263"/>
          <p14:tracePt t="45878" x="2576513" y="5783263"/>
          <p14:tracePt t="46069" x="2568575" y="5783263"/>
          <p14:tracePt t="46077" x="2562225" y="5776913"/>
          <p14:tracePt t="46086" x="2554288" y="5776913"/>
          <p14:tracePt t="46100" x="2547938" y="5776913"/>
          <p14:tracePt t="46112" x="2525713" y="5776913"/>
          <p14:tracePt t="46128" x="2503488" y="5768975"/>
          <p14:tracePt t="46146" x="2446338" y="5762625"/>
          <p14:tracePt t="46164" x="2409825" y="5754688"/>
          <p14:tracePt t="46178" x="2373313" y="5754688"/>
          <p14:tracePt t="46197" x="2344738" y="5754688"/>
          <p14:tracePt t="46211" x="2314575" y="5740400"/>
          <p14:tracePt t="46228" x="2286000" y="5740400"/>
          <p14:tracePt t="46245" x="2249488" y="5732463"/>
          <p14:tracePt t="46262" x="2212975" y="5726113"/>
          <p14:tracePt t="46278" x="2184400" y="5718175"/>
          <p14:tracePt t="46295" x="2162175" y="5711825"/>
          <p14:tracePt t="46311" x="2141538" y="5711825"/>
          <p14:tracePt t="46328" x="2125663" y="5703888"/>
          <p14:tracePt t="46345" x="2105025" y="5697538"/>
          <p14:tracePt t="46362" x="2074863" y="5681663"/>
          <p14:tracePt t="46378" x="2032000" y="5681663"/>
          <p14:tracePt t="46395" x="1995488" y="5667375"/>
          <p14:tracePt t="46412" x="1973263" y="5661025"/>
          <p14:tracePt t="46430" x="1952625" y="5653088"/>
          <p14:tracePt t="46445" x="1930400" y="5646738"/>
          <p14:tracePt t="46461" x="1893888" y="5638800"/>
          <p14:tracePt t="46478" x="1871663" y="5630863"/>
          <p14:tracePt t="46495" x="1843088" y="5624513"/>
          <p14:tracePt t="46511" x="1820863" y="5624513"/>
          <p14:tracePt t="46528" x="1800225" y="5624513"/>
          <p14:tracePt t="46545" x="1770063" y="5624513"/>
          <p14:tracePt t="46562" x="1741488" y="5610225"/>
          <p14:tracePt t="46578" x="1704975" y="5610225"/>
          <p14:tracePt t="46595" x="1662113" y="5610225"/>
          <p14:tracePt t="46611" x="1603375" y="5595938"/>
          <p14:tracePt t="46628" x="1552575" y="5588000"/>
          <p14:tracePt t="46645" x="1524000" y="5580063"/>
          <p14:tracePt t="46663" x="1481138" y="5580063"/>
          <p14:tracePt t="46679" x="1450975" y="5573713"/>
          <p14:tracePt t="46696" x="1408113" y="5565775"/>
          <p14:tracePt t="46712" x="1385888" y="5565775"/>
          <p14:tracePt t="46728" x="1357313" y="5559425"/>
          <p14:tracePt t="46746" x="1335088" y="5559425"/>
          <p14:tracePt t="46764" x="1312863" y="5551488"/>
          <p14:tracePt t="46778" x="1292225" y="5551488"/>
          <p14:tracePt t="46795" x="1270000" y="5545138"/>
          <p14:tracePt t="46812" x="1247775" y="5545138"/>
          <p14:tracePt t="46829" x="1219200" y="5545138"/>
          <p14:tracePt t="46845" x="1190625" y="5529263"/>
          <p14:tracePt t="46862" x="1168400" y="5529263"/>
          <p14:tracePt t="46871" x="1154113" y="5529263"/>
          <p14:tracePt t="46878" x="1146175" y="5529263"/>
          <p14:tracePt t="46895" x="1139825" y="5529263"/>
          <p14:tracePt t="46916" x="1103313" y="5529263"/>
          <p14:tracePt t="46929" x="1095375" y="5522913"/>
          <p14:tracePt t="46948" x="1052513" y="5522913"/>
          <p14:tracePt t="46962" x="1030288" y="5522913"/>
          <p14:tracePt t="46978" x="1001713" y="5514975"/>
          <p14:tracePt t="46995" x="987425" y="5514975"/>
          <p14:tracePt t="47012" x="965200" y="5508625"/>
          <p14:tracePt t="47029" x="942975" y="5500688"/>
          <p14:tracePt t="47045" x="922338" y="5494338"/>
          <p14:tracePt t="47062" x="900113" y="5478463"/>
          <p14:tracePt t="47078" x="877888" y="5472113"/>
          <p14:tracePt t="47095" x="849313" y="5443538"/>
          <p14:tracePt t="47112" x="804863" y="5399088"/>
          <p14:tracePt t="47128" x="776288" y="5370513"/>
          <p14:tracePt t="47146" x="754063" y="5326063"/>
          <p14:tracePt t="47162" x="733425" y="5297488"/>
          <p14:tracePt t="47178" x="733425" y="5283200"/>
          <p14:tracePt t="47196" x="725488" y="5260975"/>
          <p14:tracePt t="47215" x="711200" y="5240338"/>
          <p14:tracePt t="47228" x="703263" y="5218113"/>
          <p14:tracePt t="47246" x="703263" y="5203825"/>
          <p14:tracePt t="47263" x="696913" y="5181600"/>
          <p14:tracePt t="47278" x="688975" y="5173663"/>
          <p14:tracePt t="47295" x="688975" y="5153025"/>
          <p14:tracePt t="47313" x="682625" y="5145088"/>
          <p14:tracePt t="47329" x="682625" y="5130800"/>
          <p14:tracePt t="47346" x="682625" y="5116513"/>
          <p14:tracePt t="47362" x="682625" y="5108575"/>
          <p14:tracePt t="47369" x="668338" y="5094288"/>
          <p14:tracePt t="47378" x="668338" y="5080000"/>
          <p14:tracePt t="47395" x="668338" y="5057775"/>
          <p14:tracePt t="47412" x="668338" y="5037138"/>
          <p14:tracePt t="47430" x="668338" y="5014913"/>
          <p14:tracePt t="47445" x="668338" y="4992688"/>
          <p14:tracePt t="47462" x="674688" y="4978400"/>
          <p14:tracePt t="47479" x="674688" y="4956175"/>
          <p14:tracePt t="47495" x="688975" y="4941888"/>
          <p14:tracePt t="47512" x="696913" y="4913313"/>
          <p14:tracePt t="47529" x="703263" y="4899025"/>
          <p14:tracePt t="47546" x="719138" y="4891088"/>
          <p14:tracePt t="47563" x="719138" y="4884738"/>
          <p14:tracePt t="47579" x="733425" y="4876800"/>
          <p14:tracePt t="47595" x="733425" y="4868863"/>
          <p14:tracePt t="47611" x="739775" y="4868863"/>
          <p14:tracePt t="47628" x="754063" y="4862513"/>
          <p14:tracePt t="47645" x="754063" y="4848225"/>
          <p14:tracePt t="47665" x="762000" y="4848225"/>
          <p14:tracePt t="47679" x="762000" y="4840288"/>
          <p14:tracePt t="47695" x="776288" y="4833938"/>
          <p14:tracePt t="47729" x="784225" y="4826000"/>
          <p14:tracePt t="47781" x="790575" y="4826000"/>
          <p14:tracePt t="47845" x="790575" y="4818063"/>
          <p14:tracePt t="47861" x="798513" y="4818063"/>
          <p14:tracePt t="47872" x="804863" y="4818063"/>
          <p14:tracePt t="47879" x="812800" y="4818063"/>
          <p14:tracePt t="47895" x="827088" y="4803775"/>
          <p14:tracePt t="47916" x="841375" y="4797425"/>
          <p14:tracePt t="47948" x="855663" y="4789488"/>
          <p14:tracePt t="47962" x="863600" y="4789488"/>
          <p14:tracePt t="47998" x="863600" y="4783138"/>
          <p14:tracePt t="48087" x="871538" y="4783138"/>
          <p14:tracePt t="48110" x="877888" y="4783138"/>
          <p14:tracePt t="48124" x="885825" y="4775200"/>
          <p14:tracePt t="48150" x="892175" y="4775200"/>
          <p14:tracePt t="48159" x="892175" y="4767263"/>
          <p14:tracePt t="48171" x="906463" y="4767263"/>
          <p14:tracePt t="48198" x="914400" y="4760913"/>
          <p14:tracePt t="48214" x="928688" y="4760913"/>
          <p14:tracePt t="48245" x="942975" y="4752975"/>
          <p14:tracePt t="48262" x="950913" y="4746625"/>
          <p14:tracePt t="48279" x="965200" y="4738688"/>
          <p14:tracePt t="48295" x="973138" y="4732338"/>
          <p14:tracePt t="48313" x="987425" y="4732338"/>
          <p14:tracePt t="48330" x="1001713" y="4724400"/>
          <p14:tracePt t="48345" x="1008063" y="4724400"/>
          <p14:tracePt t="48362" x="1023938" y="4716463"/>
          <p14:tracePt t="48370" x="1030288" y="4716463"/>
          <p14:tracePt t="48379" x="1038225" y="4716463"/>
          <p14:tracePt t="48395" x="1044575" y="4710113"/>
          <p14:tracePt t="48415" x="1058863" y="4710113"/>
          <p14:tracePt t="48429" x="1081088" y="4710113"/>
          <p14:tracePt t="48445" x="1095375" y="4702175"/>
          <p14:tracePt t="48465" x="1109663" y="4695825"/>
          <p14:tracePt t="48479" x="1139825" y="4687888"/>
          <p14:tracePt t="48496" x="1160463" y="4681538"/>
          <p14:tracePt t="48512" x="1190625" y="4681538"/>
          <p14:tracePt t="48530" x="1227138" y="4659313"/>
          <p14:tracePt t="48546" x="1247775" y="4659313"/>
          <p14:tracePt t="48562" x="1277938" y="4659313"/>
          <p14:tracePt t="48579" x="1298575" y="4651375"/>
          <p14:tracePt t="48596" x="1335088" y="4645025"/>
          <p14:tracePt t="48612" x="1371600" y="4637088"/>
          <p14:tracePt t="48629" x="1414463" y="4630738"/>
          <p14:tracePt t="48646" x="1465263" y="4622800"/>
          <p14:tracePt t="48662" x="1509713" y="4622800"/>
          <p14:tracePt t="48679" x="1560513" y="4614863"/>
          <p14:tracePt t="48696" x="1611313" y="4608513"/>
          <p14:tracePt t="48713" x="1654175" y="4608513"/>
          <p14:tracePt t="48733" x="1749425" y="4600575"/>
          <p14:tracePt t="48746" x="1820863" y="4594225"/>
          <p14:tracePt t="48762" x="1865313" y="4594225"/>
          <p14:tracePt t="48779" x="1916113" y="4594225"/>
          <p14:tracePt t="48796" x="1966913" y="4594225"/>
          <p14:tracePt t="48813" x="2003425" y="4594225"/>
          <p14:tracePt t="48829" x="2054225" y="4594225"/>
          <p14:tracePt t="48846" x="2097088" y="4594225"/>
          <p14:tracePt t="48863" x="2125663" y="4594225"/>
          <p14:tracePt t="48871" x="2147888" y="4594225"/>
          <p14:tracePt t="48880" x="2162175" y="4594225"/>
          <p14:tracePt t="48896" x="2212975" y="4594225"/>
          <p14:tracePt t="48913" x="2300288" y="4594225"/>
          <p14:tracePt t="48929" x="2446338" y="4594225"/>
          <p14:tracePt t="48948" x="2525713" y="4594225"/>
          <p14:tracePt t="48963" x="2582863" y="4594225"/>
          <p14:tracePt t="48980" x="2641600" y="4594225"/>
          <p14:tracePt t="48996" x="2684463" y="4594225"/>
          <p14:tracePt t="49013" x="2743200" y="4600575"/>
          <p14:tracePt t="49029" x="2779713" y="4600575"/>
          <p14:tracePt t="49045" x="2830513" y="4600575"/>
          <p14:tracePt t="49062" x="2859088" y="4600575"/>
          <p14:tracePt t="49079" x="2903538" y="4600575"/>
          <p14:tracePt t="49096" x="2938463" y="4600575"/>
          <p14:tracePt t="49112" x="2989263" y="4600575"/>
          <p14:tracePt t="49132" x="3084513" y="4614863"/>
          <p14:tracePt t="49146" x="3141663" y="4622800"/>
          <p14:tracePt t="49165" x="3186113" y="4637088"/>
          <p14:tracePt t="49179" x="3236913" y="4637088"/>
          <p14:tracePt t="49196" x="3294063" y="4645025"/>
          <p14:tracePt t="49212" x="3344863" y="4645025"/>
          <p14:tracePt t="49229" x="3395663" y="4651375"/>
          <p14:tracePt t="49246" x="3462338" y="4673600"/>
          <p14:tracePt t="49262" x="3505200" y="4673600"/>
          <p14:tracePt t="49279" x="3556000" y="4681538"/>
          <p14:tracePt t="49296" x="3606800" y="4687888"/>
          <p14:tracePt t="49313" x="3665538" y="4702175"/>
          <p14:tracePt t="49329" x="3751263" y="4702175"/>
          <p14:tracePt t="49345" x="3810000" y="4716463"/>
          <p14:tracePt t="49362" x="3852863" y="4732338"/>
          <p14:tracePt t="49379" x="3883025" y="4738688"/>
          <p14:tracePt t="49395" x="3925888" y="4760913"/>
          <p14:tracePt t="49414" x="3962400" y="4775200"/>
          <p14:tracePt t="49429" x="4005263" y="4789488"/>
          <p14:tracePt t="49446" x="4041775" y="4797425"/>
          <p14:tracePt t="49462" x="4056063" y="4811713"/>
          <p14:tracePt t="49479" x="4064000" y="4818063"/>
          <p14:tracePt t="49496" x="4071938" y="4826000"/>
          <p14:tracePt t="49529" x="4071938" y="4833938"/>
          <p14:tracePt t="49546" x="4071938" y="4848225"/>
          <p14:tracePt t="49563" x="4071938" y="4854575"/>
          <p14:tracePt t="49579" x="4071938" y="4868863"/>
          <p14:tracePt t="49596" x="4071938" y="4884738"/>
          <p14:tracePt t="49613" x="4035425" y="4899025"/>
          <p14:tracePt t="49629" x="4021138" y="4899025"/>
          <p14:tracePt t="49646" x="3990975" y="4913313"/>
          <p14:tracePt t="49666" x="3925888" y="4919663"/>
          <p14:tracePt t="49680" x="3911600" y="4927600"/>
          <p14:tracePt t="49696" x="3868738" y="4927600"/>
          <p14:tracePt t="49715" x="3810000" y="4935538"/>
          <p14:tracePt t="49730" x="3781425" y="4941888"/>
          <p14:tracePt t="49746" x="3744913" y="4941888"/>
          <p14:tracePt t="49765" x="3686175" y="4941888"/>
          <p14:tracePt t="49779" x="3621088" y="4941888"/>
          <p14:tracePt t="49796" x="3563938" y="4941888"/>
          <p14:tracePt t="49813" x="3513138" y="4941888"/>
          <p14:tracePt t="49829" x="3468688" y="4941888"/>
          <p14:tracePt t="49846" x="3432175" y="4941888"/>
          <p14:tracePt t="49863" x="3375025" y="4941888"/>
          <p14:tracePt t="49867" x="3338513" y="4927600"/>
          <p14:tracePt t="49879" x="3302000" y="4919663"/>
          <p14:tracePt t="49896" x="3214688" y="4913313"/>
          <p14:tracePt t="49915" x="3141663" y="4891088"/>
          <p14:tracePt t="49931" x="3076575" y="4876800"/>
          <p14:tracePt t="49946" x="3011488" y="4862513"/>
          <p14:tracePt t="49963" x="2954338" y="4848225"/>
          <p14:tracePt t="49979" x="2867025" y="4826000"/>
          <p14:tracePt t="49996" x="2786063" y="4797425"/>
          <p14:tracePt t="50013" x="2735263" y="4789488"/>
          <p14:tracePt t="50029" x="2684463" y="4775200"/>
          <p14:tracePt t="50046" x="2641600" y="4760913"/>
          <p14:tracePt t="50063" x="2598738" y="4752975"/>
          <p14:tracePt t="50079" x="2525713" y="4738688"/>
          <p14:tracePt t="50096" x="2452688" y="4724400"/>
          <p14:tracePt t="50112" x="2359025" y="4687888"/>
          <p14:tracePt t="50129" x="2271713" y="4665663"/>
          <p14:tracePt t="50146" x="2176463" y="4651375"/>
          <p14:tracePt t="50163" x="2119313" y="4630738"/>
          <p14:tracePt t="50179" x="2060575" y="4622800"/>
          <p14:tracePt t="50196" x="2009775" y="4622800"/>
          <p14:tracePt t="50213" x="1981200" y="4622800"/>
          <p14:tracePt t="50229" x="1952625" y="4608513"/>
          <p14:tracePt t="50246" x="1922463" y="4608513"/>
          <p14:tracePt t="50263" x="1887538" y="4608513"/>
          <p14:tracePt t="50279" x="1843088" y="4608513"/>
          <p14:tracePt t="50296" x="1792288" y="4608513"/>
          <p14:tracePt t="50314" x="1712913" y="4608513"/>
          <p14:tracePt t="50329" x="1690688" y="4608513"/>
          <p14:tracePt t="50346" x="1647825" y="4608513"/>
          <p14:tracePt t="50363" x="1617663" y="4608513"/>
          <p14:tracePt t="50379" x="1566863" y="4608513"/>
          <p14:tracePt t="50396" x="1501775" y="4614863"/>
          <p14:tracePt t="50413" x="1444625" y="4614863"/>
          <p14:tracePt t="50430" x="1379538" y="4614863"/>
          <p14:tracePt t="50446" x="1298575" y="4614863"/>
          <p14:tracePt t="50463" x="1227138" y="4614863"/>
          <p14:tracePt t="50479" x="1160463" y="4614863"/>
          <p14:tracePt t="50496" x="1095375" y="4614863"/>
          <p14:tracePt t="50512" x="1044575" y="4614863"/>
          <p14:tracePt t="50530" x="993775" y="4614863"/>
          <p14:tracePt t="50546" x="973138" y="4614863"/>
          <p14:tracePt t="50562" x="942975" y="4608513"/>
          <p14:tracePt t="50579" x="914400" y="4594225"/>
          <p14:tracePt t="50596" x="877888" y="4572000"/>
          <p14:tracePt t="50613" x="849313" y="4557713"/>
          <p14:tracePt t="50629" x="812800" y="4529138"/>
          <p14:tracePt t="50646" x="769938" y="4498975"/>
          <p14:tracePt t="50664" x="739775" y="4478338"/>
          <p14:tracePt t="50679" x="719138" y="4456113"/>
          <p14:tracePt t="50696" x="719138" y="4448175"/>
          <p14:tracePt t="50714" x="696913" y="4427538"/>
          <p14:tracePt t="50731" x="696913" y="4405313"/>
          <p14:tracePt t="50746" x="674688" y="4376738"/>
          <p14:tracePt t="50763" x="652463" y="4332288"/>
          <p14:tracePt t="50779" x="631825" y="4289425"/>
          <p14:tracePt t="50796" x="609600" y="4259263"/>
          <p14:tracePt t="50813" x="587375" y="4224338"/>
          <p14:tracePt t="50829" x="581025" y="4187825"/>
          <p14:tracePt t="50846" x="558800" y="4151313"/>
          <p14:tracePt t="50864" x="550863" y="4106863"/>
          <p14:tracePt t="50872" x="550863" y="4086225"/>
          <p14:tracePt t="50880" x="550863" y="4056063"/>
          <p14:tracePt t="50896" x="536575" y="3998913"/>
          <p14:tracePt t="50917" x="536575" y="3903663"/>
          <p14:tracePt t="50931" x="536575" y="3817938"/>
          <p14:tracePt t="50948" x="536575" y="3736975"/>
          <p14:tracePt t="50963" x="536575" y="3679825"/>
          <p14:tracePt t="50980" x="536575" y="3629025"/>
          <p14:tracePt t="50996" x="544513" y="3578225"/>
          <p14:tracePt t="51015" x="558800" y="3563938"/>
          <p14:tracePt t="51030" x="587375" y="3527425"/>
          <p14:tracePt t="51046" x="623888" y="3505200"/>
          <p14:tracePt t="51063" x="652463" y="3482975"/>
          <p14:tracePt t="51079" x="696913" y="3462338"/>
          <p14:tracePt t="51098" x="747713" y="3432175"/>
          <p14:tracePt t="51116" x="790575" y="3411538"/>
          <p14:tracePt t="51130" x="820738" y="3403600"/>
          <p14:tracePt t="51148" x="863600" y="3381375"/>
          <p14:tracePt t="51165" x="892175" y="3375025"/>
          <p14:tracePt t="51180" x="922338" y="3375025"/>
          <p14:tracePt t="51196" x="928688" y="3375025"/>
          <p14:tracePt t="51213" x="936625" y="3375025"/>
          <p14:tracePt t="51246" x="965200" y="3381375"/>
          <p14:tracePt t="51263" x="979488" y="3389313"/>
          <p14:tracePt t="51280" x="1008063" y="3417888"/>
          <p14:tracePt t="51296" x="1044575" y="3446463"/>
          <p14:tracePt t="51313" x="1074738" y="3497263"/>
          <p14:tracePt t="51330" x="1095375" y="3533775"/>
          <p14:tracePt t="51346" x="1125538" y="3556000"/>
          <p14:tracePt t="51364" x="1154113" y="3598863"/>
          <p14:tracePt t="51370" x="1160463" y="3606800"/>
          <p14:tracePt t="51386" x="1182688" y="3643313"/>
          <p14:tracePt t="51396" x="1190625" y="3649663"/>
          <p14:tracePt t="51414" x="1211263" y="3700463"/>
          <p14:tracePt t="51429" x="1233488" y="3744913"/>
          <p14:tracePt t="51446" x="1247775" y="3773488"/>
          <p14:tracePt t="51463" x="1262063" y="3817938"/>
          <p14:tracePt t="51480" x="1277938" y="3852863"/>
          <p14:tracePt t="51496" x="1298575" y="3897313"/>
          <p14:tracePt t="51513" x="1306513" y="3954463"/>
          <p14:tracePt t="51529" x="1312863" y="3990975"/>
          <p14:tracePt t="51546" x="1312863" y="4035425"/>
          <p14:tracePt t="51563" x="1320800" y="4071938"/>
          <p14:tracePt t="51579" x="1320800" y="4122738"/>
          <p14:tracePt t="51596" x="1320800" y="4157663"/>
          <p14:tracePt t="51613" x="1320800" y="4194175"/>
          <p14:tracePt t="51629" x="1320800" y="4224338"/>
          <p14:tracePt t="51664" x="1320800" y="4230688"/>
          <p14:tracePt t="51679" x="1320800" y="4238625"/>
          <p14:tracePt t="51799" x="1320800" y="4244975"/>
          <p14:tracePt t="51813" x="1349375" y="4259263"/>
          <p14:tracePt t="51828" x="1414463" y="4289425"/>
          <p14:tracePt t="51843" x="1552575" y="4354513"/>
          <p14:tracePt t="51855" x="1625600" y="4376738"/>
          <p14:tracePt t="51861" x="1712913" y="4419600"/>
          <p14:tracePt t="51877" x="1879600" y="4506913"/>
          <p14:tracePt t="51892" x="2017713" y="4608513"/>
          <p14:tracePt t="51907" x="2097088" y="4710113"/>
          <p14:tracePt t="51927" x="2147888" y="4811713"/>
          <p14:tracePt t="51949" x="2212975" y="4941888"/>
          <p14:tracePt t="51970" x="2249488" y="5021263"/>
          <p14:tracePt t="51991" x="2271713" y="5057775"/>
          <p14:tracePt t="52014" x="2271713" y="5145088"/>
          <p14:tracePt t="52029" x="2271713" y="5203825"/>
          <p14:tracePt t="52046" x="2271713" y="5260975"/>
          <p14:tracePt t="52063" x="2271713" y="5297488"/>
          <p14:tracePt t="52080" x="2271713" y="5341938"/>
          <p14:tracePt t="52096" x="2271713" y="5392738"/>
          <p14:tracePt t="52114" x="2271713" y="5486400"/>
          <p14:tracePt t="52130" x="2271713" y="5537200"/>
          <p14:tracePt t="52146" x="2271713" y="5573713"/>
          <p14:tracePt t="52165" x="2257425" y="5602288"/>
          <p14:tracePt t="52180" x="2235200" y="5624513"/>
          <p14:tracePt t="52196" x="2212975" y="5653088"/>
          <p14:tracePt t="52213" x="2192338" y="5675313"/>
          <p14:tracePt t="52230" x="2155825" y="5689600"/>
          <p14:tracePt t="52246" x="2111375" y="5711825"/>
          <p14:tracePt t="52263" x="2068513" y="5732463"/>
          <p14:tracePt t="52280" x="2017713" y="5740400"/>
          <p14:tracePt t="52296" x="1958975" y="5762625"/>
          <p14:tracePt t="52313" x="1857375" y="5768975"/>
          <p14:tracePt t="52330" x="1806575" y="5776913"/>
          <p14:tracePt t="52346" x="1763713" y="5776913"/>
          <p14:tracePt t="52363" x="1712913" y="5791200"/>
          <p14:tracePt t="52380" x="1676400" y="5799138"/>
          <p14:tracePt t="52396" x="1654175" y="5799138"/>
          <p14:tracePt t="52413" x="1611313" y="5799138"/>
          <p14:tracePt t="52430" x="1560513" y="5799138"/>
          <p14:tracePt t="52446" x="1531938" y="5799138"/>
          <p14:tracePt t="52463" x="1501775" y="5791200"/>
          <p14:tracePt t="52480" x="1465263" y="5768975"/>
          <p14:tracePt t="52496" x="1444625" y="5748338"/>
          <p14:tracePt t="52514" x="1408113" y="5689600"/>
          <p14:tracePt t="52530" x="1385888" y="5667375"/>
          <p14:tracePt t="52546" x="1363663" y="5638800"/>
          <p14:tracePt t="52563" x="1357313" y="5624513"/>
          <p14:tracePt t="52580" x="1357313" y="5602288"/>
          <p14:tracePt t="52596" x="1357313" y="5580063"/>
          <p14:tracePt t="52614" x="1357313" y="5551488"/>
          <p14:tracePt t="52630" x="1357313" y="5537200"/>
          <p14:tracePt t="52647" x="1357313" y="5522913"/>
          <p14:tracePt t="52663" x="1357313" y="5508625"/>
          <p14:tracePt t="52680" x="1357313" y="5500688"/>
          <p14:tracePt t="52696" x="1357313" y="5494338"/>
          <p14:tracePt t="52920" x="1357313" y="5486400"/>
          <p14:tracePt t="52926" x="1357313" y="5478463"/>
          <p14:tracePt t="52940" x="1357313" y="5472113"/>
          <p14:tracePt t="52950" x="1363663" y="5472113"/>
          <p14:tracePt t="52963" x="1371600" y="5457825"/>
          <p14:tracePt t="52981" x="1379538" y="5449888"/>
          <p14:tracePt t="52997" x="1393825" y="5443538"/>
          <p14:tracePt t="53014" x="1408113" y="5427663"/>
          <p14:tracePt t="53030" x="1436688" y="5421313"/>
          <p14:tracePt t="53047" x="1444625" y="5413375"/>
          <p14:tracePt t="53064" x="1473200" y="5399088"/>
          <p14:tracePt t="53080" x="1473200" y="5392738"/>
          <p14:tracePt t="53097" x="1501775" y="5376863"/>
          <p14:tracePt t="53114" x="1524000" y="5370513"/>
          <p14:tracePt t="53130" x="1546225" y="5370513"/>
          <p14:tracePt t="53147" x="1560513" y="5356225"/>
          <p14:tracePt t="53166" x="1589088" y="5356225"/>
          <p14:tracePt t="53181" x="1603375" y="5348288"/>
          <p14:tracePt t="53197" x="1617663" y="5341938"/>
          <p14:tracePt t="53214" x="1647825" y="5334000"/>
          <p14:tracePt t="53230" x="1668463" y="5326063"/>
          <p14:tracePt t="53247" x="1712913" y="5319713"/>
          <p14:tracePt t="53264" x="1755775" y="5311775"/>
          <p14:tracePt t="53280" x="1814513" y="5305425"/>
          <p14:tracePt t="53298" x="1887538" y="5297488"/>
          <p14:tracePt t="53314" x="1944688" y="5283200"/>
          <p14:tracePt t="53330" x="1981200" y="5283200"/>
          <p14:tracePt t="53347" x="2003425" y="5283200"/>
          <p14:tracePt t="53368" x="2032000" y="5283200"/>
          <p14:tracePt t="53373" x="2054225" y="5283200"/>
          <p14:tracePt t="53393" x="2105025" y="5283200"/>
          <p14:tracePt t="53405" x="2125663" y="5283200"/>
          <p14:tracePt t="53415" x="2141538" y="5283200"/>
          <p14:tracePt t="53430" x="2170113" y="5283200"/>
          <p14:tracePt t="53447" x="2206625" y="5283200"/>
          <p14:tracePt t="53463" x="2235200" y="5283200"/>
          <p14:tracePt t="53480" x="2263775" y="5283200"/>
          <p14:tracePt t="53497" x="2308225" y="5283200"/>
          <p14:tracePt t="53513" x="2336800" y="5283200"/>
          <p14:tracePt t="53530" x="2365375" y="5283200"/>
          <p14:tracePt t="53547" x="2387600" y="5283200"/>
          <p14:tracePt t="53563" x="2416175" y="5283200"/>
          <p14:tracePt t="53580" x="2438400" y="5283200"/>
          <p14:tracePt t="53597" x="2460625" y="5283200"/>
          <p14:tracePt t="53613" x="2481263" y="5283200"/>
          <p14:tracePt t="53630" x="2489200" y="5283200"/>
          <p14:tracePt t="53647" x="2511425" y="5283200"/>
          <p14:tracePt t="53663" x="2525713" y="5283200"/>
          <p14:tracePt t="53680" x="2547938" y="5283200"/>
          <p14:tracePt t="53697" x="2568575" y="5283200"/>
          <p14:tracePt t="53713" x="2576513" y="5291138"/>
          <p14:tracePt t="53730" x="2582863" y="5291138"/>
          <p14:tracePt t="53747" x="2590800" y="5291138"/>
          <p14:tracePt t="53763" x="2598738" y="5291138"/>
          <p14:tracePt t="53780" x="2605088" y="5297488"/>
          <p14:tracePt t="53797" x="2613025" y="5297488"/>
          <p14:tracePt t="53851" x="2619375" y="5297488"/>
          <p14:tracePt t="53899" x="2627313" y="5297488"/>
          <p14:tracePt t="53923" x="2633663" y="5297488"/>
          <p14:tracePt t="53972" x="2641600" y="5297488"/>
          <p14:tracePt t="53984" x="2641600" y="5305425"/>
          <p14:tracePt t="54005" x="2655888" y="5305425"/>
          <p14:tracePt t="54029" x="2663825" y="5311775"/>
          <p14:tracePt t="54061" x="2670175" y="5319713"/>
          <p14:tracePt t="54076" x="2678113" y="5319713"/>
          <p14:tracePt t="54088" x="2678113" y="5326063"/>
          <p14:tracePt t="54109" x="2684463" y="5326063"/>
          <p14:tracePt t="54118" x="2684463" y="5334000"/>
          <p14:tracePt t="54133" x="2692400" y="5334000"/>
          <p14:tracePt t="54155" x="2700338" y="5341938"/>
          <p14:tracePt t="54179" x="2706688" y="5348288"/>
          <p14:tracePt t="54203" x="2714625" y="5348288"/>
          <p14:tracePt t="54211" x="2714625" y="5356225"/>
          <p14:tracePt t="54220" x="2720975" y="5356225"/>
          <p14:tracePt t="54243" x="2720975" y="5362575"/>
          <p14:tracePt t="54260" x="2728913" y="5362575"/>
          <p14:tracePt t="54291" x="2735263" y="5370513"/>
          <p14:tracePt t="54308" x="2735263" y="5376863"/>
          <p14:tracePt t="54324" x="2735263" y="5384800"/>
          <p14:tracePt t="54348" x="2743200" y="5384800"/>
          <p14:tracePt t="54379" x="2751138" y="5392738"/>
          <p14:tracePt t="54404" x="2757488" y="5399088"/>
          <p14:tracePt t="54455" x="2757488" y="5407025"/>
          <p14:tracePt t="54549" x="2765425" y="5407025"/>
          <p14:tracePt t="54702" x="2765425" y="5413375"/>
          <p14:tracePt t="54749" x="2771775" y="5421313"/>
          <p14:tracePt t="54773" x="2771775" y="5427663"/>
          <p14:tracePt t="54787" x="2771775" y="5435600"/>
          <p14:tracePt t="54806" x="2771775" y="5443538"/>
          <p14:tracePt t="54819" x="2771775" y="5457825"/>
          <p14:tracePt t="54831" x="2771775" y="5472113"/>
          <p14:tracePt t="54847" x="2771775" y="5478463"/>
          <p14:tracePt t="54864" x="2786063" y="5494338"/>
          <p14:tracePt t="54883" x="2786063" y="5508625"/>
          <p14:tracePt t="54917" x="2786063" y="5514975"/>
          <p14:tracePt t="54931" x="2786063" y="5522913"/>
          <p14:tracePt t="54948" x="2786063" y="5529263"/>
          <p14:tracePt t="54964" x="2786063" y="5537200"/>
          <p14:tracePt t="54981" x="2786063" y="5545138"/>
          <p14:tracePt t="54998" x="2771775" y="5565775"/>
          <p14:tracePt t="55014" x="2751138" y="5602288"/>
          <p14:tracePt t="55031" x="2728913" y="5616575"/>
          <p14:tracePt t="55048" x="2706688" y="5638800"/>
          <p14:tracePt t="55064" x="2670175" y="5661025"/>
          <p14:tracePt t="55082" x="2590800" y="5689600"/>
          <p14:tracePt t="55097" x="2517775" y="5697538"/>
          <p14:tracePt t="55114" x="2466975" y="5711825"/>
          <p14:tracePt t="55131" x="2416175" y="5711825"/>
          <p14:tracePt t="55148" x="2387600" y="5711825"/>
          <p14:tracePt t="55166" x="2336800" y="5711825"/>
          <p14:tracePt t="55181" x="2263775" y="5711825"/>
          <p14:tracePt t="55198" x="2192338" y="5689600"/>
          <p14:tracePt t="55215" x="2125663" y="5675313"/>
          <p14:tracePt t="55231" x="2090738" y="5667375"/>
          <p14:tracePt t="55247" x="2060575" y="5653088"/>
          <p14:tracePt t="55264" x="2054225" y="5646738"/>
          <p14:tracePt t="55282" x="2024063" y="5638800"/>
          <p14:tracePt t="55297" x="2009775" y="5624513"/>
          <p14:tracePt t="55314" x="1995488" y="5616575"/>
          <p14:tracePt t="55331" x="1989138" y="5610225"/>
          <p14:tracePt t="55366" x="1981200" y="5602288"/>
          <p14:tracePt t="55388" x="1973263" y="5595938"/>
          <p14:tracePt t="55406" x="1966913" y="5595938"/>
          <p14:tracePt t="55543" x="1966913" y="5588000"/>
          <p14:tracePt t="55560" x="1973263" y="5588000"/>
          <p14:tracePt t="55576" x="1989138" y="5588000"/>
          <p14:tracePt t="55587" x="2009775" y="5595938"/>
          <p14:tracePt t="55597" x="2017713" y="5602288"/>
          <p14:tracePt t="55614" x="2039938" y="5610225"/>
          <p14:tracePt t="55631" x="2060575" y="5616575"/>
          <p14:tracePt t="55647" x="2074863" y="5616575"/>
          <p14:tracePt t="55665" x="2090738" y="5616575"/>
          <p14:tracePt t="55681" x="2097088" y="5616575"/>
          <p14:tracePt t="55697" x="2105025" y="5616575"/>
          <p14:tracePt t="55724" x="2111375" y="5616575"/>
          <p14:tracePt t="55811" x="2119313" y="5616575"/>
          <p14:tracePt t="55820" x="2125663" y="5616575"/>
          <p14:tracePt t="55836" x="2133600" y="5616575"/>
          <p14:tracePt t="55847" x="2141538" y="5616575"/>
          <p14:tracePt t="55864" x="2162175" y="5610225"/>
          <p14:tracePt t="55881" x="2176463" y="5595938"/>
          <p14:tracePt t="55897" x="2198688" y="5580063"/>
          <p14:tracePt t="55932" x="2206625" y="5580063"/>
          <p14:tracePt t="55963" x="2206625" y="5573713"/>
          <p14:tracePt t="55987" x="2220913" y="5573713"/>
          <p14:tracePt t="56059" x="2227263" y="5565775"/>
          <p14:tracePt t="56237" x="2235200" y="5565775"/>
          <p14:tracePt t="56252" x="2243138" y="5565775"/>
          <p14:tracePt t="56269" x="2249488" y="5565775"/>
          <p14:tracePt t="56286" x="2257425" y="5565775"/>
          <p14:tracePt t="56302" x="2271713" y="5565775"/>
          <p14:tracePt t="56317" x="2278063" y="5573713"/>
          <p14:tracePt t="56340" x="2286000" y="5573713"/>
          <p14:tracePt t="56365" x="2293938" y="5573713"/>
          <p14:tracePt t="56388" x="2300288" y="5580063"/>
          <p14:tracePt t="56420" x="2308225" y="5580063"/>
          <p14:tracePt t="56461" x="2314575" y="5580063"/>
          <p14:tracePt t="56549" x="2322513" y="5580063"/>
          <p14:tracePt t="56574" x="2328863" y="5580063"/>
          <p14:tracePt t="56595" x="2336800" y="5580063"/>
          <p14:tracePt t="56620" x="2351088" y="5580063"/>
          <p14:tracePt t="56652" x="2359025" y="5580063"/>
          <p14:tracePt t="56667" x="2373313" y="5580063"/>
          <p14:tracePt t="56716" x="2379663" y="5580063"/>
          <p14:tracePt t="56765" x="2395538" y="5588000"/>
          <p14:tracePt t="56940" x="2401888" y="5588000"/>
          <p14:tracePt t="56965" x="2416175" y="5588000"/>
          <p14:tracePt t="56984" x="2424113" y="5588000"/>
          <p14:tracePt t="56998" x="2438400" y="5588000"/>
          <p14:tracePt t="57010" x="2460625" y="5588000"/>
          <p14:tracePt t="57018" x="2466975" y="5588000"/>
          <p14:tracePt t="57031" x="2474913" y="5595938"/>
          <p14:tracePt t="57048" x="2489200" y="5595938"/>
          <p14:tracePt t="57066" x="2517775" y="5602288"/>
          <p14:tracePt t="57081" x="2532063" y="5610225"/>
          <p14:tracePt t="57098" x="2554288" y="5630863"/>
          <p14:tracePt t="57115" x="2590800" y="5638800"/>
          <p14:tracePt t="57131" x="2598738" y="5646738"/>
          <p14:tracePt t="57148" x="2613025" y="5661025"/>
          <p14:tracePt t="57165" x="2627313" y="5667375"/>
          <p14:tracePt t="57421" x="2633663" y="5667375"/>
          <p14:tracePt t="57430" x="2633663" y="5675313"/>
          <p14:tracePt t="57446" x="2627313" y="5681663"/>
          <p14:tracePt t="57455" x="2613025" y="5689600"/>
          <p14:tracePt t="57465" x="2576513" y="5703888"/>
          <p14:tracePt t="57482" x="2517775" y="5718175"/>
          <p14:tracePt t="57498" x="2489200" y="5718175"/>
          <p14:tracePt t="57515" x="2452688" y="5726113"/>
          <p14:tracePt t="57532" x="2409825" y="5726113"/>
          <p14:tracePt t="57548" x="2359025" y="5726113"/>
          <p14:tracePt t="57565" x="2308225" y="5726113"/>
          <p14:tracePt t="57581" x="2271713" y="5726113"/>
          <p14:tracePt t="57598" x="2243138" y="5726113"/>
          <p14:tracePt t="57615" x="2206625" y="5726113"/>
          <p14:tracePt t="57634" x="2155825" y="5726113"/>
          <p14:tracePt t="57649" x="2141538" y="5726113"/>
          <p14:tracePt t="57668" x="2060575" y="5726113"/>
          <p14:tracePt t="57682" x="2009775" y="5726113"/>
          <p14:tracePt t="57698" x="1973263" y="5726113"/>
          <p14:tracePt t="57717" x="1952625" y="5718175"/>
          <p14:tracePt t="57732" x="1901825" y="5711825"/>
          <p14:tracePt t="57748" x="1857375" y="5697538"/>
          <p14:tracePt t="57765" x="1814513" y="5681663"/>
          <p14:tracePt t="57782" x="1770063" y="5667375"/>
          <p14:tracePt t="57799" x="1727200" y="5653088"/>
          <p14:tracePt t="57815" x="1698625" y="5638800"/>
          <p14:tracePt t="57832" x="1668463" y="5624513"/>
          <p14:tracePt t="57848" x="1654175" y="5616575"/>
          <p14:tracePt t="57868" x="1633538" y="5602288"/>
          <p14:tracePt t="57875" x="1617663" y="5595938"/>
          <p14:tracePt t="57887" x="1611313" y="5588000"/>
          <p14:tracePt t="57898" x="1597025" y="5573713"/>
          <p14:tracePt t="57915" x="1589088" y="5573713"/>
          <p14:tracePt t="57932" x="1582738" y="5559425"/>
          <p14:tracePt t="57949" x="1582738" y="5551488"/>
          <p14:tracePt t="57965" x="1582738" y="5522913"/>
          <p14:tracePt t="57982" x="1582738" y="5500688"/>
          <p14:tracePt t="57999" x="1582738" y="5478463"/>
          <p14:tracePt t="58015" x="1582738" y="5464175"/>
          <p14:tracePt t="58032" x="1582738" y="5449888"/>
          <p14:tracePt t="58048" x="1589088" y="5443538"/>
          <p14:tracePt t="58065" x="1597025" y="5427663"/>
          <p14:tracePt t="58082" x="1633538" y="5413375"/>
          <p14:tracePt t="58099" x="1676400" y="5399088"/>
          <p14:tracePt t="58115" x="1712913" y="5384800"/>
          <p14:tracePt t="58132" x="1763713" y="5376863"/>
          <p14:tracePt t="58151" x="1814513" y="5370513"/>
          <p14:tracePt t="58165" x="1879600" y="5356225"/>
          <p14:tracePt t="58181" x="1930400" y="5356225"/>
          <p14:tracePt t="58198" x="1973263" y="5356225"/>
          <p14:tracePt t="58215" x="2017713" y="5356225"/>
          <p14:tracePt t="58232" x="2054225" y="5356225"/>
          <p14:tracePt t="58248" x="2082800" y="5356225"/>
          <p14:tracePt t="58265" x="2119313" y="5356225"/>
          <p14:tracePt t="58282" x="2176463" y="5356225"/>
          <p14:tracePt t="58298" x="2243138" y="5362575"/>
          <p14:tracePt t="58315" x="2271713" y="5370513"/>
          <p14:tracePt t="58331" x="2322513" y="5384800"/>
          <p14:tracePt t="58348" x="2351088" y="5399088"/>
          <p14:tracePt t="58365" x="2379663" y="5407025"/>
          <p14:tracePt t="58383" x="2416175" y="5421313"/>
          <p14:tracePt t="58398" x="2438400" y="5421313"/>
          <p14:tracePt t="58415" x="2460625" y="5443538"/>
          <p14:tracePt t="58432" x="2481263" y="5443538"/>
          <p14:tracePt t="58448" x="2481263" y="5449888"/>
          <p14:tracePt t="58465" x="2503488" y="5464175"/>
          <p14:tracePt t="58482" x="2525713" y="5472113"/>
          <p14:tracePt t="58498" x="2540000" y="5486400"/>
          <p14:tracePt t="58515" x="2554288" y="5500688"/>
          <p14:tracePt t="58532" x="2576513" y="5514975"/>
          <p14:tracePt t="58565" x="2582863" y="5537200"/>
          <p14:tracePt t="58582" x="2582863" y="5551488"/>
          <p14:tracePt t="58599" x="2582863" y="5573713"/>
          <p14:tracePt t="58615" x="2582863" y="5588000"/>
          <p14:tracePt t="58632" x="2582863" y="5610225"/>
          <p14:tracePt t="58648" x="2562225" y="5638800"/>
          <p14:tracePt t="58665" x="2497138" y="5675313"/>
          <p14:tracePt t="58682" x="2460625" y="5697538"/>
          <p14:tracePt t="58698" x="2416175" y="5711825"/>
          <p14:tracePt t="58715" x="2351088" y="5718175"/>
          <p14:tracePt t="58732" x="2278063" y="5726113"/>
          <p14:tracePt t="58748" x="2176463" y="5726113"/>
          <p14:tracePt t="58765" x="2060575" y="5726113"/>
          <p14:tracePt t="58782" x="1944688" y="5718175"/>
          <p14:tracePt t="58798" x="1857375" y="5681663"/>
          <p14:tracePt t="58815" x="1785938" y="5661025"/>
          <p14:tracePt t="58832" x="1727200" y="5616575"/>
          <p14:tracePt t="58849" x="1662113" y="5559425"/>
          <p14:tracePt t="58852" x="1625600" y="5522913"/>
          <p14:tracePt t="58865" x="1597025" y="5478463"/>
          <p14:tracePt t="58882" x="1509713" y="5348288"/>
          <p14:tracePt t="58898" x="1473200" y="5246688"/>
          <p14:tracePt t="58915" x="1450975" y="5138738"/>
          <p14:tracePt t="58932" x="1408113" y="5014913"/>
          <p14:tracePt t="58948" x="1371600" y="4862513"/>
          <p14:tracePt t="58965" x="1343025" y="4681538"/>
          <p14:tracePt t="58982" x="1312863" y="4529138"/>
          <p14:tracePt t="58998" x="1306513" y="4448175"/>
          <p14:tracePt t="59015" x="1306513" y="4376738"/>
          <p14:tracePt t="59032" x="1312863" y="4295775"/>
          <p14:tracePt t="59048" x="1343025" y="4194175"/>
          <p14:tracePt t="59066" x="1400175" y="4005263"/>
          <p14:tracePt t="59082" x="1436688" y="3911600"/>
          <p14:tracePt t="59098" x="1473200" y="3846513"/>
          <p14:tracePt t="59116" x="1487488" y="3787775"/>
          <p14:tracePt t="59132" x="1509713" y="3751263"/>
          <p14:tracePt t="59148" x="1516063" y="3708400"/>
          <p14:tracePt t="59165" x="1531938" y="3665538"/>
          <p14:tracePt t="59182" x="1538288" y="3629025"/>
          <p14:tracePt t="59198" x="1538288" y="3598863"/>
          <p14:tracePt t="59215" x="1546225" y="3578225"/>
          <p14:tracePt t="59232" x="1546225" y="3570288"/>
          <p14:tracePt t="59249" x="1552575" y="3563938"/>
          <p14:tracePt t="59289" x="1552575" y="3548063"/>
          <p14:tracePt t="59501" x="1552575" y="3541713"/>
          <p14:tracePt t="59515" x="1552575" y="3527425"/>
          <p14:tracePt t="59528" x="1582738" y="3519488"/>
          <p14:tracePt t="59542" x="1611313" y="3513138"/>
          <p14:tracePt t="59555" x="1625600" y="3513138"/>
          <p14:tracePt t="59569" x="1633538" y="3513138"/>
          <p14:tracePt t="59583" x="1654175" y="3513138"/>
          <p14:tracePt t="59600" x="1698625" y="3519488"/>
          <p14:tracePt t="59618" x="1763713" y="3533775"/>
          <p14:tracePt t="59636" x="1800225" y="3541713"/>
          <p14:tracePt t="59650" x="1820863" y="3548063"/>
          <p14:tracePt t="59665" x="1836738" y="3556000"/>
          <p14:tracePt t="59682" x="1843088" y="3556000"/>
          <p14:tracePt t="59699" x="1851025" y="3556000"/>
          <p14:tracePt t="59715" x="1857375" y="3556000"/>
          <p14:tracePt t="59749" x="1871663" y="3570288"/>
          <p14:tracePt t="59779" x="1879600" y="3570288"/>
          <p14:tracePt t="59803" x="1887538" y="3578225"/>
          <p14:tracePt t="59836" x="1893888" y="3578225"/>
          <p14:tracePt t="59859" x="1901825" y="3578225"/>
          <p14:tracePt t="59916" x="1908175" y="3578225"/>
          <p14:tracePt t="59947" x="1916113" y="3592513"/>
          <p14:tracePt t="59980" x="1930400" y="3592513"/>
          <p14:tracePt t="60072" x="1938338" y="3598863"/>
          <p14:tracePt t="60126" x="1944688" y="3598863"/>
          <p14:tracePt t="60173" x="1952625" y="3598863"/>
          <p14:tracePt t="60200" x="1958975" y="3598863"/>
          <p14:tracePt t="60254" x="1966913" y="3598863"/>
          <p14:tracePt t="60319" x="1973263" y="3606800"/>
          <p14:tracePt t="60349" x="1973263" y="3614738"/>
        </p14:tracePtLst>
      </p14:laserTraceLst>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Manual Implementation</a:t>
            </a:r>
          </a:p>
        </p:txBody>
      </p:sp>
      <p:sp>
        <p:nvSpPr>
          <p:cNvPr id="5" name="Rectangle 4"/>
          <p:cNvSpPr/>
          <p:nvPr/>
        </p:nvSpPr>
        <p:spPr>
          <a:xfrm>
            <a:off x="3237270" y="1807526"/>
            <a:ext cx="1693985"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2800" dirty="0" smtClean="0"/>
              <a:t>Feature A</a:t>
            </a:r>
          </a:p>
        </p:txBody>
      </p:sp>
      <mc:AlternateContent xmlns:mc="http://schemas.openxmlformats.org/markup-compatibility/2006" xmlns:a14="http://schemas.microsoft.com/office/drawing/2010/main">
        <mc:Choice Requires="a14">
          <p:sp>
            <p:nvSpPr>
              <p:cNvPr id="9" name="TextBox 8"/>
              <p:cNvSpPr txBox="1"/>
              <p:nvPr/>
            </p:nvSpPr>
            <p:spPr>
              <a:xfrm>
                <a:off x="3237270" y="2328370"/>
                <a:ext cx="1502911" cy="307777"/>
              </a:xfrm>
              <a:prstGeom prst="rect">
                <a:avLst/>
              </a:prstGeom>
              <a:noFill/>
              <a:ln>
                <a:solidFill>
                  <a:schemeClr val="accent1"/>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𝐹𝑊</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=0.005</m:t>
                      </m:r>
                    </m:oMath>
                  </m:oMathPara>
                </a14:m>
                <a:endParaRPr lang="en-US" sz="2000" b="0" dirty="0" smtClean="0"/>
              </a:p>
            </p:txBody>
          </p:sp>
        </mc:Choice>
        <mc:Fallback xmlns="">
          <p:sp>
            <p:nvSpPr>
              <p:cNvPr id="9" name="TextBox 8"/>
              <p:cNvSpPr txBox="1">
                <a:spLocks noRot="1" noChangeAspect="1" noMove="1" noResize="1" noEditPoints="1" noAdjustHandles="1" noChangeArrowheads="1" noChangeShapeType="1" noTextEdit="1"/>
              </p:cNvSpPr>
              <p:nvPr/>
            </p:nvSpPr>
            <p:spPr>
              <a:xfrm>
                <a:off x="3237270" y="2328370"/>
                <a:ext cx="1502911" cy="307777"/>
              </a:xfrm>
              <a:prstGeom prst="rect">
                <a:avLst/>
              </a:prstGeom>
              <a:blipFill>
                <a:blip r:embed="rId5"/>
                <a:stretch>
                  <a:fillRect l="-2811" r="-2811" b="-15385"/>
                </a:stretch>
              </a:blipFill>
              <a:ln>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5879700" y="2330746"/>
                <a:ext cx="2122248" cy="307777"/>
              </a:xfrm>
              <a:prstGeom prst="rect">
                <a:avLst/>
              </a:prstGeom>
              <a:noFill/>
              <a:ln>
                <a:solidFill>
                  <a:schemeClr val="accent1"/>
                </a:solidFill>
              </a:ln>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𝐹𝑊</m:t>
                          </m:r>
                        </m:e>
                        <m:sub>
                          <m:r>
                            <a:rPr lang="en-US" sz="2000" i="1">
                              <a:latin typeface="Cambria Math" panose="02040503050406030204" pitchFamily="18" charset="0"/>
                            </a:rPr>
                            <m:t>2</m:t>
                          </m:r>
                        </m:sub>
                      </m:sSub>
                      <m:r>
                        <a:rPr lang="en-US" sz="2000" b="0" i="1" smtClean="0">
                          <a:latin typeface="Cambria Math" panose="02040503050406030204" pitchFamily="18" charset="0"/>
                        </a:rPr>
                        <m:t>=0.535</m:t>
                      </m:r>
                    </m:oMath>
                  </m:oMathPara>
                </a14:m>
                <a:endParaRPr lang="en-US" sz="2000" b="0" dirty="0" smtClean="0"/>
              </a:p>
            </p:txBody>
          </p:sp>
        </mc:Choice>
        <mc:Fallback xmlns="">
          <p:sp>
            <p:nvSpPr>
              <p:cNvPr id="10" name="TextBox 9"/>
              <p:cNvSpPr txBox="1">
                <a:spLocks noRot="1" noChangeAspect="1" noMove="1" noResize="1" noEditPoints="1" noAdjustHandles="1" noChangeArrowheads="1" noChangeShapeType="1" noTextEdit="1"/>
              </p:cNvSpPr>
              <p:nvPr/>
            </p:nvSpPr>
            <p:spPr>
              <a:xfrm>
                <a:off x="5879700" y="2330746"/>
                <a:ext cx="2122248" cy="307777"/>
              </a:xfrm>
              <a:prstGeom prst="rect">
                <a:avLst/>
              </a:prstGeom>
              <a:blipFill>
                <a:blip r:embed="rId6"/>
                <a:stretch>
                  <a:fillRect l="-4000" b="-15094"/>
                </a:stretch>
              </a:blipFill>
              <a:ln>
                <a:solidFill>
                  <a:schemeClr val="accent1"/>
                </a:solidFill>
              </a:ln>
            </p:spPr>
            <p:txBody>
              <a:bodyPr/>
              <a:lstStyle/>
              <a:p>
                <a:r>
                  <a:rPr lang="en-US">
                    <a:noFill/>
                  </a:rPr>
                  <a:t> </a:t>
                </a:r>
              </a:p>
            </p:txBody>
          </p:sp>
        </mc:Fallback>
      </mc:AlternateContent>
      <p:sp>
        <p:nvSpPr>
          <p:cNvPr id="12" name="Rectangle 11"/>
          <p:cNvSpPr/>
          <p:nvPr/>
        </p:nvSpPr>
        <p:spPr>
          <a:xfrm>
            <a:off x="5879700" y="1807526"/>
            <a:ext cx="1693985"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2800" dirty="0" smtClean="0"/>
              <a:t>Feature B</a:t>
            </a:r>
          </a:p>
        </p:txBody>
      </p:sp>
      <p:sp>
        <p:nvSpPr>
          <p:cNvPr id="15" name="6-Point Star 14"/>
          <p:cNvSpPr/>
          <p:nvPr/>
        </p:nvSpPr>
        <p:spPr>
          <a:xfrm>
            <a:off x="5641163" y="2150085"/>
            <a:ext cx="1932521" cy="674051"/>
          </a:xfrm>
          <a:prstGeom prst="star6">
            <a:avLst>
              <a:gd name="adj" fmla="val 35861"/>
              <a:gd name="hf" fmla="val 115470"/>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graphicFrame>
        <p:nvGraphicFramePr>
          <p:cNvPr id="18" name="Content Placeholder 4"/>
          <p:cNvGraphicFramePr>
            <a:graphicFrameLocks noGrp="1"/>
          </p:cNvGraphicFramePr>
          <p:nvPr>
            <p:ph idx="1"/>
            <p:extLst>
              <p:ext uri="{D42A27DB-BD31-4B8C-83A1-F6EECF244321}">
                <p14:modId xmlns:p14="http://schemas.microsoft.com/office/powerpoint/2010/main" val="544288248"/>
              </p:ext>
            </p:extLst>
          </p:nvPr>
        </p:nvGraphicFramePr>
        <p:xfrm>
          <a:off x="1870212" y="3618720"/>
          <a:ext cx="3030416" cy="1112520"/>
        </p:xfrm>
        <a:graphic>
          <a:graphicData uri="http://schemas.openxmlformats.org/drawingml/2006/table">
            <a:tbl>
              <a:tblPr firstRow="1" bandRow="1">
                <a:tableStyleId>{5C22544A-7EE6-4342-B048-85BDC9FD1C3A}</a:tableStyleId>
              </a:tblPr>
              <a:tblGrid>
                <a:gridCol w="1215685">
                  <a:extLst>
                    <a:ext uri="{9D8B030D-6E8A-4147-A177-3AD203B41FA5}">
                      <a16:colId xmlns:a16="http://schemas.microsoft.com/office/drawing/2014/main" val="2370972815"/>
                    </a:ext>
                  </a:extLst>
                </a:gridCol>
                <a:gridCol w="1814731">
                  <a:extLst>
                    <a:ext uri="{9D8B030D-6E8A-4147-A177-3AD203B41FA5}">
                      <a16:colId xmlns:a16="http://schemas.microsoft.com/office/drawing/2014/main" val="2858500467"/>
                    </a:ext>
                  </a:extLst>
                </a:gridCol>
              </a:tblGrid>
              <a:tr h="370840">
                <a:tc>
                  <a:txBody>
                    <a:bodyPr/>
                    <a:lstStyle/>
                    <a:p>
                      <a:pPr algn="ctr"/>
                      <a:r>
                        <a:rPr lang="en-US" dirty="0" smtClean="0"/>
                        <a:t>Name</a:t>
                      </a:r>
                      <a:endParaRPr lang="en-US" dirty="0"/>
                    </a:p>
                  </a:txBody>
                  <a:tcPr/>
                </a:tc>
                <a:tc>
                  <a:txBody>
                    <a:bodyPr/>
                    <a:lstStyle/>
                    <a:p>
                      <a:pPr algn="ctr"/>
                      <a:r>
                        <a:rPr lang="en-US" dirty="0" smtClean="0"/>
                        <a:t>Feature Weight</a:t>
                      </a:r>
                      <a:endParaRPr lang="en-US" dirty="0"/>
                    </a:p>
                  </a:txBody>
                  <a:tcPr/>
                </a:tc>
                <a:extLst>
                  <a:ext uri="{0D108BD9-81ED-4DB2-BD59-A6C34878D82A}">
                    <a16:rowId xmlns:a16="http://schemas.microsoft.com/office/drawing/2014/main" val="3180705212"/>
                  </a:ext>
                </a:extLst>
              </a:tr>
              <a:tr h="370840">
                <a:tc>
                  <a:txBody>
                    <a:bodyPr/>
                    <a:lstStyle/>
                    <a:p>
                      <a:r>
                        <a:rPr lang="en-US" dirty="0" smtClean="0"/>
                        <a:t>Feature B</a:t>
                      </a:r>
                      <a:endParaRPr lang="en-US" dirty="0"/>
                    </a:p>
                  </a:txBody>
                  <a:tcPr/>
                </a:tc>
                <a:tc>
                  <a:txBody>
                    <a:bodyPr/>
                    <a:lstStyle/>
                    <a:p>
                      <a:r>
                        <a:rPr lang="en-US" dirty="0" smtClean="0"/>
                        <a:t>0.535</a:t>
                      </a:r>
                      <a:endParaRPr lang="en-US" dirty="0"/>
                    </a:p>
                  </a:txBody>
                  <a:tcPr/>
                </a:tc>
                <a:extLst>
                  <a:ext uri="{0D108BD9-81ED-4DB2-BD59-A6C34878D82A}">
                    <a16:rowId xmlns:a16="http://schemas.microsoft.com/office/drawing/2014/main" val="1360406773"/>
                  </a:ext>
                </a:extLst>
              </a:tr>
              <a:tr h="370840">
                <a:tc>
                  <a:txBody>
                    <a:bodyPr/>
                    <a:lstStyle/>
                    <a:p>
                      <a:r>
                        <a:rPr lang="en-US" dirty="0" smtClean="0"/>
                        <a:t>Feature A</a:t>
                      </a:r>
                      <a:endParaRPr lang="en-US" dirty="0"/>
                    </a:p>
                  </a:txBody>
                  <a:tcPr/>
                </a:tc>
                <a:tc>
                  <a:txBody>
                    <a:bodyPr/>
                    <a:lstStyle/>
                    <a:p>
                      <a:r>
                        <a:rPr lang="en-US" dirty="0" smtClean="0"/>
                        <a:t>0.005</a:t>
                      </a:r>
                      <a:endParaRPr lang="en-US" dirty="0"/>
                    </a:p>
                  </a:txBody>
                  <a:tcPr/>
                </a:tc>
                <a:extLst>
                  <a:ext uri="{0D108BD9-81ED-4DB2-BD59-A6C34878D82A}">
                    <a16:rowId xmlns:a16="http://schemas.microsoft.com/office/drawing/2014/main" val="2424442397"/>
                  </a:ext>
                </a:extLst>
              </a:tr>
            </a:tbl>
          </a:graphicData>
        </a:graphic>
      </p:graphicFrame>
      <p:sp>
        <p:nvSpPr>
          <p:cNvPr id="19" name="TextBox 18"/>
          <p:cNvSpPr txBox="1"/>
          <p:nvPr/>
        </p:nvSpPr>
        <p:spPr>
          <a:xfrm>
            <a:off x="1870212" y="4988373"/>
            <a:ext cx="3030416" cy="646331"/>
          </a:xfrm>
          <a:prstGeom prst="rect">
            <a:avLst/>
          </a:prstGeom>
          <a:ln/>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US" b="1" dirty="0" smtClean="0"/>
              <a:t>Feature B</a:t>
            </a:r>
            <a:r>
              <a:rPr lang="en-US" dirty="0" smtClean="0"/>
              <a:t> is selected as the most important variable</a:t>
            </a:r>
            <a:endParaRPr lang="en-US" dirty="0"/>
          </a:p>
        </p:txBody>
      </p:sp>
      <p:graphicFrame>
        <p:nvGraphicFramePr>
          <p:cNvPr id="20" name="Chart 19"/>
          <p:cNvGraphicFramePr>
            <a:graphicFrameLocks/>
          </p:cNvGraphicFramePr>
          <p:nvPr>
            <p:extLst>
              <p:ext uri="{D42A27DB-BD31-4B8C-83A1-F6EECF244321}">
                <p14:modId xmlns:p14="http://schemas.microsoft.com/office/powerpoint/2010/main" val="1940751109"/>
              </p:ext>
            </p:extLst>
          </p:nvPr>
        </p:nvGraphicFramePr>
        <p:xfrm>
          <a:off x="6223819" y="3290959"/>
          <a:ext cx="4572000" cy="2743200"/>
        </p:xfrm>
        <a:graphic>
          <a:graphicData uri="http://schemas.openxmlformats.org/drawingml/2006/chart">
            <c:chart xmlns:c="http://schemas.openxmlformats.org/drawingml/2006/chart" xmlns:r="http://schemas.openxmlformats.org/officeDocument/2006/relationships" r:id="rId7"/>
          </a:graphicData>
        </a:graphic>
      </p:graphicFrame>
      <p:sp>
        <p:nvSpPr>
          <p:cNvPr id="11" name="TextBox 10"/>
          <p:cNvSpPr txBox="1"/>
          <p:nvPr/>
        </p:nvSpPr>
        <p:spPr>
          <a:xfrm>
            <a:off x="1870212" y="3040036"/>
            <a:ext cx="3030416" cy="615553"/>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lIns="0" tIns="0" rIns="0" bIns="0" rtlCol="0">
            <a:spAutoFit/>
          </a:bodyPr>
          <a:lstStyle/>
          <a:p>
            <a:r>
              <a:rPr lang="en-US" sz="2000" b="0" dirty="0" smtClean="0"/>
              <a:t>Sorted of feature weight (feature importance)</a:t>
            </a:r>
          </a:p>
        </p:txBody>
      </p:sp>
      <p:pic>
        <p:nvPicPr>
          <p:cNvPr id="7" name="Picture 6"/>
          <p:cNvPicPr>
            <a:picLocks noChangeAspect="1"/>
          </p:cNvPicPr>
          <p:nvPr/>
        </p:nvPicPr>
        <p:blipFill>
          <a:blip r:embed="rId8"/>
          <a:stretch>
            <a:fillRect/>
          </a:stretch>
        </p:blipFill>
        <p:spPr>
          <a:xfrm>
            <a:off x="8746479" y="1709711"/>
            <a:ext cx="2581275" cy="1114425"/>
          </a:xfrm>
          <a:prstGeom prst="rect">
            <a:avLst/>
          </a:prstGeom>
        </p:spPr>
      </p:pic>
    </p:spTree>
    <p:custDataLst>
      <p:tags r:id="rId1"/>
    </p:custDataLst>
    <p:extLst>
      <p:ext uri="{BB962C8B-B14F-4D97-AF65-F5344CB8AC3E}">
        <p14:creationId xmlns:p14="http://schemas.microsoft.com/office/powerpoint/2010/main" val="831166586"/>
      </p:ext>
    </p:extLst>
  </p:cSld>
  <p:clrMapOvr>
    <a:masterClrMapping/>
  </p:clrMapOvr>
  <mc:AlternateContent xmlns:mc="http://schemas.openxmlformats.org/markup-compatibility/2006" xmlns:p14="http://schemas.microsoft.com/office/powerpoint/2010/main">
    <mc:Choice Requires="p14">
      <p:transition spd="slow" p14:dur="2000" advTm="60490">
        <p:cut/>
      </p:transition>
    </mc:Choice>
    <mc:Fallback xmlns="">
      <p:transition spd="slow" advTm="60490">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9" grpId="0" animBg="1"/>
      <p:bldGraphic spid="20" grpId="0">
        <p:bldAsOne/>
      </p:bldGraphic>
    </p:bldLst>
  </p:timing>
  <p:extLst mod="1">
    <p:ext uri="{3A86A75C-4F4B-4683-9AE1-C65F6400EC91}">
      <p14:laserTraceLst xmlns:p14="http://schemas.microsoft.com/office/powerpoint/2010/main">
        <p14:tracePtLst>
          <p14:tracePt t="2484" x="696913" y="5326063"/>
          <p14:tracePt t="2549" x="711200" y="5311775"/>
          <p14:tracePt t="2565" x="747713" y="5297488"/>
          <p14:tracePt t="2572" x="790575" y="5275263"/>
          <p14:tracePt t="2583" x="841375" y="5240338"/>
          <p14:tracePt t="2600" x="1023938" y="5159375"/>
          <p14:tracePt t="2617" x="1211263" y="5080000"/>
          <p14:tracePt t="2633" x="1393825" y="4986338"/>
          <p14:tracePt t="2650" x="1552575" y="4899025"/>
          <p14:tracePt t="2667" x="1698625" y="4811713"/>
          <p14:tracePt t="2683" x="1958975" y="4614863"/>
          <p14:tracePt t="2700" x="2206625" y="4419600"/>
          <p14:tracePt t="2717" x="2395538" y="4252913"/>
          <p14:tracePt t="2733" x="2517775" y="4100513"/>
          <p14:tracePt t="2750" x="2590800" y="3954463"/>
          <p14:tracePt t="2767" x="2641600" y="3832225"/>
          <p14:tracePt t="2783" x="2706688" y="3679825"/>
          <p14:tracePt t="2800" x="2771775" y="3527425"/>
          <p14:tracePt t="2817" x="2836863" y="3417888"/>
          <p14:tracePt t="2833" x="2881313" y="3338513"/>
          <p14:tracePt t="2850" x="2917825" y="3273425"/>
          <p14:tracePt t="2867" x="2954338" y="3208338"/>
          <p14:tracePt t="2883" x="3019425" y="3113088"/>
          <p14:tracePt t="2900" x="3062288" y="3070225"/>
          <p14:tracePt t="2917" x="3127375" y="3019425"/>
          <p14:tracePt t="2933" x="3192463" y="2954338"/>
          <p14:tracePt t="2950" x="3259138" y="2895600"/>
          <p14:tracePt t="2967" x="3309938" y="2859088"/>
          <p14:tracePt t="2983" x="3330575" y="2859088"/>
          <p14:tracePt t="3000" x="3338513" y="2859088"/>
          <p14:tracePt t="3017" x="3360738" y="2859088"/>
          <p14:tracePt t="3034" x="3417888" y="2836863"/>
          <p14:tracePt t="3035" x="3462338" y="2830513"/>
          <p14:tracePt t="3050" x="3497263" y="2830513"/>
          <p14:tracePt t="3067" x="3635375" y="2816225"/>
          <p14:tracePt t="3083" x="3832225" y="2801938"/>
          <p14:tracePt t="3100" x="3911600" y="2801938"/>
          <p14:tracePt t="3117" x="3940175" y="2808288"/>
          <p14:tracePt t="3237" x="3925888" y="2808288"/>
          <p14:tracePt t="3244" x="3897313" y="2808288"/>
          <p14:tracePt t="3253" x="3860800" y="2808288"/>
          <p14:tracePt t="3267" x="3810000" y="2808288"/>
          <p14:tracePt t="3284" x="3578225" y="2743200"/>
          <p14:tracePt t="3300" x="3417888" y="2670175"/>
          <p14:tracePt t="3317" x="3287713" y="2613025"/>
          <p14:tracePt t="3334" x="3200400" y="2540000"/>
          <p14:tracePt t="3350" x="3121025" y="2466975"/>
          <p14:tracePt t="3367" x="3076575" y="2379663"/>
          <p14:tracePt t="3383" x="3048000" y="2271713"/>
          <p14:tracePt t="3400" x="3025775" y="2162175"/>
          <p14:tracePt t="3417" x="3019425" y="2068513"/>
          <p14:tracePt t="3434" x="3019425" y="1995488"/>
          <p14:tracePt t="3450" x="3033713" y="1922463"/>
          <p14:tracePt t="3467" x="3113088" y="1836738"/>
          <p14:tracePt t="3484" x="3214688" y="1727200"/>
          <p14:tracePt t="3500" x="3294063" y="1654175"/>
          <p14:tracePt t="3517" x="3360738" y="1603375"/>
          <p14:tracePt t="3534" x="3425825" y="1560513"/>
          <p14:tracePt t="3551" x="3497263" y="1538288"/>
          <p14:tracePt t="3568" x="3578225" y="1501775"/>
          <p14:tracePt t="3585" x="3657600" y="1481138"/>
          <p14:tracePt t="3601" x="3736975" y="1465263"/>
          <p14:tracePt t="3618" x="3817938" y="1458913"/>
          <p14:tracePt t="3634" x="3933825" y="1458913"/>
          <p14:tracePt t="3651" x="4100513" y="1458913"/>
          <p14:tracePt t="3668" x="4310063" y="1458913"/>
          <p14:tracePt t="3685" x="4419600" y="1458913"/>
          <p14:tracePt t="3701" x="4513263" y="1458913"/>
          <p14:tracePt t="3718" x="4600575" y="1465263"/>
          <p14:tracePt t="3735" x="4651375" y="1481138"/>
          <p14:tracePt t="3751" x="4716463" y="1509713"/>
          <p14:tracePt t="3768" x="4775200" y="1538288"/>
          <p14:tracePt t="3787" x="4833938" y="1574800"/>
          <p14:tracePt t="3801" x="4876800" y="1603375"/>
          <p14:tracePt t="3817" x="4941888" y="1668463"/>
          <p14:tracePt t="3837" x="5029200" y="1763713"/>
          <p14:tracePt t="3853" x="5102225" y="1843088"/>
          <p14:tracePt t="3868" x="5173663" y="1916113"/>
          <p14:tracePt t="3885" x="5203825" y="1966913"/>
          <p14:tracePt t="3901" x="5224463" y="2009775"/>
          <p14:tracePt t="3918" x="5232400" y="2060575"/>
          <p14:tracePt t="3936" x="5260975" y="2133600"/>
          <p14:tracePt t="3951" x="5268913" y="2192338"/>
          <p14:tracePt t="3968" x="5291138" y="2286000"/>
          <p14:tracePt t="3984" x="5291138" y="2359025"/>
          <p14:tracePt t="4001" x="5291138" y="2401888"/>
          <p14:tracePt t="4018" x="5291138" y="2430463"/>
          <p14:tracePt t="4037" x="5291138" y="2460625"/>
          <p14:tracePt t="4045" x="5283200" y="2460625"/>
          <p14:tracePt t="4053" x="5283200" y="2474913"/>
          <p14:tracePt t="4068" x="5260975" y="2497138"/>
          <p14:tracePt t="4085" x="5246688" y="2525713"/>
          <p14:tracePt t="4101" x="5218113" y="2554288"/>
          <p14:tracePt t="4118" x="5173663" y="2582863"/>
          <p14:tracePt t="4136" x="5145088" y="2619375"/>
          <p14:tracePt t="4151" x="5102225" y="2641600"/>
          <p14:tracePt t="4168" x="5065713" y="2655888"/>
          <p14:tracePt t="4186" x="5029200" y="2670175"/>
          <p14:tracePt t="4201" x="4970463" y="2700338"/>
          <p14:tracePt t="4218" x="4905375" y="2720975"/>
          <p14:tracePt t="4235" x="4848225" y="2743200"/>
          <p14:tracePt t="4251" x="4818063" y="2751138"/>
          <p14:tracePt t="4269" x="4767263" y="2765425"/>
          <p14:tracePt t="4288" x="4710113" y="2765425"/>
          <p14:tracePt t="4301" x="4614863" y="2765425"/>
          <p14:tracePt t="4318" x="4543425" y="2765425"/>
          <p14:tracePt t="4337" x="4470400" y="2765425"/>
          <p14:tracePt t="4351" x="4391025" y="2765425"/>
          <p14:tracePt t="4368" x="4332288" y="2765425"/>
          <p14:tracePt t="4385" x="4259263" y="2765425"/>
          <p14:tracePt t="4401" x="4194175" y="2765425"/>
          <p14:tracePt t="4418" x="4114800" y="2765425"/>
          <p14:tracePt t="4436" x="3984625" y="2765425"/>
          <p14:tracePt t="4453" x="3925888" y="2765425"/>
          <p14:tracePt t="4467" x="3903663" y="2765425"/>
          <p14:tracePt t="4484" x="3852863" y="2765425"/>
          <p14:tracePt t="4501" x="3824288" y="2765425"/>
          <p14:tracePt t="4518" x="3795713" y="2765425"/>
          <p14:tracePt t="4536" x="3751263" y="2757488"/>
          <p14:tracePt t="4539" x="3744913" y="2757488"/>
          <p14:tracePt t="4551" x="3730625" y="2757488"/>
          <p14:tracePt t="4568" x="3708400" y="2751138"/>
          <p14:tracePt t="4584" x="3694113" y="2751138"/>
          <p14:tracePt t="4601" x="3679825" y="2743200"/>
          <p14:tracePt t="4618" x="3671888" y="2743200"/>
          <p14:tracePt t="4634" x="3657600" y="2735263"/>
          <p14:tracePt t="4668" x="3649663" y="2720975"/>
          <p14:tracePt t="4686" x="3643313" y="2714625"/>
          <p14:tracePt t="4701" x="3635375" y="2706688"/>
          <p14:tracePt t="4717" x="3635375" y="2700338"/>
          <p14:tracePt t="4734" x="3635375" y="2678113"/>
          <p14:tracePt t="4752" x="3635375" y="2655888"/>
          <p14:tracePt t="4768" x="3643313" y="2633663"/>
          <p14:tracePt t="4785" x="3671888" y="2605088"/>
          <p14:tracePt t="4801" x="3686175" y="2582863"/>
          <p14:tracePt t="4818" x="3700463" y="2568575"/>
          <p14:tracePt t="4834" x="3730625" y="2547938"/>
          <p14:tracePt t="4851" x="3759200" y="2540000"/>
          <p14:tracePt t="4868" x="3787775" y="2517775"/>
          <p14:tracePt t="4884" x="3832225" y="2489200"/>
          <p14:tracePt t="4901" x="3875088" y="2474913"/>
          <p14:tracePt t="4918" x="3897313" y="2466975"/>
          <p14:tracePt t="4934" x="3919538" y="2460625"/>
          <p14:tracePt t="4951" x="3948113" y="2446338"/>
          <p14:tracePt t="4968" x="3970338" y="2438400"/>
          <p14:tracePt t="4984" x="3984625" y="2438400"/>
          <p14:tracePt t="5001" x="3998913" y="2438400"/>
          <p14:tracePt t="5018" x="4021138" y="2438400"/>
          <p14:tracePt t="5034" x="4049713" y="2438400"/>
          <p14:tracePt t="5038" x="4064000" y="2438400"/>
          <p14:tracePt t="5051" x="4071938" y="2438400"/>
          <p14:tracePt t="5067" x="4092575" y="2438400"/>
          <p14:tracePt t="5085" x="4114800" y="2452688"/>
          <p14:tracePt t="5101" x="4137025" y="2466975"/>
          <p14:tracePt t="5134" x="4143375" y="2481263"/>
          <p14:tracePt t="5151" x="4151313" y="2497138"/>
          <p14:tracePt t="5168" x="4157663" y="2511425"/>
          <p14:tracePt t="5185" x="4157663" y="2532063"/>
          <p14:tracePt t="5201" x="4165600" y="2554288"/>
          <p14:tracePt t="5218" x="4173538" y="2568575"/>
          <p14:tracePt t="5234" x="4173538" y="2576513"/>
          <p14:tracePt t="5251" x="4179888" y="2590800"/>
          <p14:tracePt t="5268" x="4179888" y="2598738"/>
          <p14:tracePt t="5285" x="4179888" y="2605088"/>
          <p14:tracePt t="5301" x="4194175" y="2619375"/>
          <p14:tracePt t="5318" x="4194175" y="2627313"/>
          <p14:tracePt t="5351" x="4202113" y="2633663"/>
          <p14:tracePt t="5383" x="4208463" y="2641600"/>
          <p14:tracePt t="5406" x="4216400" y="2641600"/>
          <p14:tracePt t="5415" x="4224338" y="2641600"/>
          <p14:tracePt t="5429" x="4230688" y="2641600"/>
          <p14:tracePt t="5447" x="4238625" y="2641600"/>
          <p14:tracePt t="5455" x="4244975" y="2649538"/>
          <p14:tracePt t="5470" x="4259263" y="2649538"/>
          <p14:tracePt t="5484" x="4275138" y="2649538"/>
          <p14:tracePt t="5502" x="4289425" y="2649538"/>
          <p14:tracePt t="5518" x="4303713" y="2649538"/>
          <p14:tracePt t="5535" x="4318000" y="2649538"/>
          <p14:tracePt t="5551" x="4325938" y="2649538"/>
          <p14:tracePt t="5568" x="4332288" y="2649538"/>
          <p14:tracePt t="5584" x="4340225" y="2649538"/>
          <p14:tracePt t="5601" x="4346575" y="2649538"/>
          <p14:tracePt t="5618" x="4354513" y="2649538"/>
          <p14:tracePt t="5634" x="4360863" y="2649538"/>
          <p14:tracePt t="5670" x="4368800" y="2641600"/>
          <p14:tracePt t="5687" x="4376738" y="2641600"/>
          <p14:tracePt t="5743" x="4383088" y="2641600"/>
          <p14:tracePt t="6279" x="4405313" y="2641600"/>
          <p14:tracePt t="6294" x="4405313" y="2633663"/>
          <p14:tracePt t="6308" x="4419600" y="2633663"/>
          <p14:tracePt t="6329" x="4427538" y="2633663"/>
          <p14:tracePt t="6344" x="4441825" y="2633663"/>
          <p14:tracePt t="6358" x="4448175" y="2627313"/>
          <p14:tracePt t="6389" x="4462463" y="2627313"/>
          <p14:tracePt t="6429" x="4470400" y="2627313"/>
          <p14:tracePt t="6525" x="4484688" y="2627313"/>
          <p14:tracePt t="6557" x="4492625" y="2627313"/>
          <p14:tracePt t="6573" x="4506913" y="2627313"/>
          <p14:tracePt t="6581" x="4513263" y="2627313"/>
          <p14:tracePt t="6589" x="4529138" y="2627313"/>
          <p14:tracePt t="6606" x="4557713" y="2627313"/>
          <p14:tracePt t="6618" x="4564063" y="2627313"/>
          <p14:tracePt t="6636" x="4622800" y="2627313"/>
          <p14:tracePt t="6652" x="4645025" y="2627313"/>
          <p14:tracePt t="6669" x="4665663" y="2627313"/>
          <p14:tracePt t="6702" x="4681538" y="2627313"/>
          <p14:tracePt t="6719" x="4687888" y="2627313"/>
          <p14:tracePt t="6825" x="4695825" y="2627313"/>
          <p14:tracePt t="6889" x="4702175" y="2627313"/>
          <p14:tracePt t="7185" x="4710113" y="2619375"/>
          <p14:tracePt t="7197" x="4760913" y="2613025"/>
          <p14:tracePt t="7209" x="4803775" y="2598738"/>
          <p14:tracePt t="7221" x="4899025" y="2576513"/>
          <p14:tracePt t="7236" x="5000625" y="2554288"/>
          <p14:tracePt t="7252" x="5122863" y="2554288"/>
          <p14:tracePt t="7271" x="5275263" y="2554288"/>
          <p14:tracePt t="7286" x="5370513" y="2547938"/>
          <p14:tracePt t="7305" x="5435600" y="2532063"/>
          <p14:tracePt t="7319" x="5500688" y="2511425"/>
          <p14:tracePt t="7335" x="5573713" y="2474913"/>
          <p14:tracePt t="7352" x="5616575" y="2452688"/>
          <p14:tracePt t="7369" x="5653088" y="2430463"/>
          <p14:tracePt t="7386" x="5667375" y="2424113"/>
          <p14:tracePt t="7402" x="5681663" y="2401888"/>
          <p14:tracePt t="7419" x="5689600" y="2365375"/>
          <p14:tracePt t="7436" x="5689600" y="2293938"/>
          <p14:tracePt t="7452" x="5689600" y="2243138"/>
          <p14:tracePt t="7469" x="5697538" y="2198688"/>
          <p14:tracePt t="7485" x="5718175" y="2133600"/>
          <p14:tracePt t="7503" x="5768975" y="2046288"/>
          <p14:tracePt t="7519" x="5849938" y="1966913"/>
          <p14:tracePt t="7537" x="5935663" y="1893888"/>
          <p14:tracePt t="7545" x="5980113" y="1865313"/>
          <p14:tracePt t="7556" x="6096000" y="1820863"/>
          <p14:tracePt t="7569" x="6146800" y="1800225"/>
          <p14:tracePt t="7586" x="6262688" y="1763713"/>
          <p14:tracePt t="7602" x="6386513" y="1735138"/>
          <p14:tracePt t="7619" x="6545263" y="1684338"/>
          <p14:tracePt t="7637" x="6764338" y="1633538"/>
          <p14:tracePt t="7652" x="6880225" y="1625600"/>
          <p14:tracePt t="7669" x="6996113" y="1617663"/>
          <p14:tracePt t="7685" x="7134225" y="1617663"/>
          <p14:tracePt t="7702" x="7272338" y="1617663"/>
          <p14:tracePt t="7719" x="7424738" y="1633538"/>
          <p14:tracePt t="7735" x="7583488" y="1684338"/>
          <p14:tracePt t="7752" x="7750175" y="1735138"/>
          <p14:tracePt t="7769" x="7881938" y="1778000"/>
          <p14:tracePt t="7786" x="7975600" y="1820863"/>
          <p14:tracePt t="7802" x="8069263" y="1865313"/>
          <p14:tracePt t="7819" x="8120063" y="1893888"/>
          <p14:tracePt t="7836" x="8215313" y="1958975"/>
          <p14:tracePt t="7852" x="8288338" y="2032000"/>
          <p14:tracePt t="7869" x="8339138" y="2119313"/>
          <p14:tracePt t="7886" x="8389938" y="2212975"/>
          <p14:tracePt t="7902" x="8424863" y="2300288"/>
          <p14:tracePt t="7918" x="8447088" y="2365375"/>
          <p14:tracePt t="7935" x="8447088" y="2416175"/>
          <p14:tracePt t="7952" x="8455025" y="2474913"/>
          <p14:tracePt t="7969" x="8461375" y="2532063"/>
          <p14:tracePt t="7986" x="8461375" y="2582863"/>
          <p14:tracePt t="8002" x="8461375" y="2627313"/>
          <p14:tracePt t="8020" x="8440738" y="2700338"/>
          <p14:tracePt t="8038" x="8410575" y="2735263"/>
          <p14:tracePt t="8047" x="8389938" y="2757488"/>
          <p14:tracePt t="8058" x="8382000" y="2765425"/>
          <p14:tracePt t="8069" x="8345488" y="2801938"/>
          <p14:tracePt t="8086" x="8294688" y="2836863"/>
          <p14:tracePt t="8102" x="8272463" y="2852738"/>
          <p14:tracePt t="8119" x="8243888" y="2859088"/>
          <p14:tracePt t="8136" x="8215313" y="2873375"/>
          <p14:tracePt t="8153" x="8164513" y="2887663"/>
          <p14:tracePt t="8170" x="8113713" y="2909888"/>
          <p14:tracePt t="8185" x="8040688" y="2924175"/>
          <p14:tracePt t="8202" x="7961313" y="2946400"/>
          <p14:tracePt t="8219" x="7866063" y="2960688"/>
          <p14:tracePt t="8236" x="7764463" y="2968625"/>
          <p14:tracePt t="8254" x="7699375" y="2974975"/>
          <p14:tracePt t="8269" x="7648575" y="2974975"/>
          <p14:tracePt t="8286" x="7612063" y="2974975"/>
          <p14:tracePt t="8302" x="7561263" y="2974975"/>
          <p14:tracePt t="8320" x="7496175" y="2974975"/>
          <p14:tracePt t="8336" x="7431088" y="2974975"/>
          <p14:tracePt t="8353" x="7373938" y="2974975"/>
          <p14:tracePt t="8369" x="7323138" y="2974975"/>
          <p14:tracePt t="8386" x="7272338" y="2968625"/>
          <p14:tracePt t="8402" x="7213600" y="2946400"/>
          <p14:tracePt t="8419" x="7170738" y="2932113"/>
          <p14:tracePt t="8436" x="7083425" y="2909888"/>
          <p14:tracePt t="8452" x="7024688" y="2873375"/>
          <p14:tracePt t="8469" x="6988175" y="2859088"/>
          <p14:tracePt t="8486" x="6959600" y="2844800"/>
          <p14:tracePt t="8503" x="6937375" y="2830513"/>
          <p14:tracePt t="8519" x="6931025" y="2830513"/>
          <p14:tracePt t="8536" x="6931025" y="2822575"/>
          <p14:tracePt t="8544" x="6923088" y="2816225"/>
          <p14:tracePt t="8553" x="6916738" y="2816225"/>
          <p14:tracePt t="8569" x="6908800" y="2801938"/>
          <p14:tracePt t="8585" x="6894513" y="2779713"/>
          <p14:tracePt t="8606" x="6872288" y="2751138"/>
          <p14:tracePt t="8619" x="6865938" y="2751138"/>
          <p14:tracePt t="8636" x="6858000" y="2720975"/>
          <p14:tracePt t="8652" x="6843713" y="2714625"/>
          <p14:tracePt t="8669" x="6835775" y="2706688"/>
          <p14:tracePt t="8703" x="6829425" y="2700338"/>
          <p14:tracePt t="8753" x="6829425" y="2692400"/>
          <p14:tracePt t="8809" x="6829425" y="2684463"/>
          <p14:tracePt t="8834" x="6829425" y="2678113"/>
          <p14:tracePt t="8850" x="6829425" y="2663825"/>
          <p14:tracePt t="8864" x="6843713" y="2663825"/>
          <p14:tracePt t="8878" x="6850063" y="2655888"/>
          <p14:tracePt t="8889" x="6858000" y="2649538"/>
          <p14:tracePt t="8902" x="6865938" y="2641600"/>
          <p14:tracePt t="8919" x="6872288" y="2641600"/>
          <p14:tracePt t="8952" x="6886575" y="2633663"/>
          <p14:tracePt t="8978" x="6894513" y="2627313"/>
          <p14:tracePt t="9000" x="6900863" y="2627313"/>
          <p14:tracePt t="9044" x="6900863" y="2619375"/>
          <p14:tracePt t="9073" x="6908800" y="2619375"/>
          <p14:tracePt t="9144" x="6916738" y="2619375"/>
          <p14:tracePt t="9161" x="6916738" y="2613025"/>
          <p14:tracePt t="9177" x="6931025" y="2598738"/>
          <p14:tracePt t="9190" x="6945313" y="2598738"/>
          <p14:tracePt t="9205" x="6951663" y="2590800"/>
          <p14:tracePt t="9219" x="6959600" y="2582863"/>
          <p14:tracePt t="9236" x="6967538" y="2576513"/>
          <p14:tracePt t="9252" x="6981825" y="2568575"/>
          <p14:tracePt t="9269" x="6988175" y="2568575"/>
          <p14:tracePt t="9286" x="6996113" y="2562225"/>
          <p14:tracePt t="9303" x="7002463" y="2562225"/>
          <p14:tracePt t="9319" x="7010400" y="2554288"/>
          <p14:tracePt t="9336" x="7024688" y="2554288"/>
          <p14:tracePt t="9369" x="7032625" y="2554288"/>
          <p14:tracePt t="9385" x="7038975" y="2554288"/>
          <p14:tracePt t="9402" x="7046913" y="2554288"/>
          <p14:tracePt t="9419" x="7061200" y="2554288"/>
          <p14:tracePt t="9436" x="7069138" y="2554288"/>
          <p14:tracePt t="9452" x="7075488" y="2554288"/>
          <p14:tracePt t="9469" x="7083425" y="2554288"/>
          <p14:tracePt t="9486" x="7089775" y="2554288"/>
          <p14:tracePt t="9502" x="7112000" y="2547938"/>
          <p14:tracePt t="9519" x="7126288" y="2547938"/>
          <p14:tracePt t="9537" x="7134225" y="2547938"/>
          <p14:tracePt t="9541" x="7148513" y="2547938"/>
          <p14:tracePt t="9566" x="7154863" y="2547938"/>
          <p14:tracePt t="9573" x="7170738" y="2547938"/>
          <p14:tracePt t="9589" x="7177088" y="2547938"/>
          <p14:tracePt t="9606" x="7191375" y="2547938"/>
          <p14:tracePt t="9622" x="7199313" y="2547938"/>
          <p14:tracePt t="9638" x="7213600" y="2547938"/>
          <p14:tracePt t="9652" x="7235825" y="2547938"/>
          <p14:tracePt t="9669" x="7242175" y="2547938"/>
          <p14:tracePt t="9686" x="7272338" y="2562225"/>
          <p14:tracePt t="9702" x="7286625" y="2568575"/>
          <p14:tracePt t="9719" x="7300913" y="2568575"/>
          <p14:tracePt t="9736" x="7315200" y="2568575"/>
          <p14:tracePt t="9753" x="7329488" y="2582863"/>
          <p14:tracePt t="9769" x="7343775" y="2582863"/>
          <p14:tracePt t="9786" x="7366000" y="2582863"/>
          <p14:tracePt t="9803" x="7366000" y="2590800"/>
          <p14:tracePt t="9819" x="7388225" y="2598738"/>
          <p14:tracePt t="9836" x="7408863" y="2605088"/>
          <p14:tracePt t="9852" x="7424738" y="2605088"/>
          <p14:tracePt t="9869" x="7431088" y="2605088"/>
          <p14:tracePt t="9886" x="7445375" y="2613025"/>
          <p14:tracePt t="9902" x="7453313" y="2613025"/>
          <p14:tracePt t="9919" x="7467600" y="2613025"/>
          <p14:tracePt t="9936" x="7481888" y="2619375"/>
          <p14:tracePt t="9953" x="7504113" y="2627313"/>
          <p14:tracePt t="9969" x="7518400" y="2633663"/>
          <p14:tracePt t="9986" x="7526338" y="2633663"/>
          <p14:tracePt t="10002" x="7546975" y="2633663"/>
          <p14:tracePt t="10020" x="7561263" y="2633663"/>
          <p14:tracePt t="10036" x="7583488" y="2633663"/>
          <p14:tracePt t="10052" x="7597775" y="2641600"/>
          <p14:tracePt t="10069" x="7605713" y="2641600"/>
          <p14:tracePt t="10086" x="7627938" y="2641600"/>
          <p14:tracePt t="10102" x="7634288" y="2641600"/>
          <p14:tracePt t="10119" x="7648575" y="2641600"/>
          <p14:tracePt t="10136" x="7662863" y="2641600"/>
          <p14:tracePt t="10153" x="7670800" y="2641600"/>
          <p14:tracePt t="10169" x="7678738" y="2641600"/>
          <p14:tracePt t="10203" x="7685088" y="2641600"/>
          <p14:tracePt t="10219" x="7693025" y="2641600"/>
          <p14:tracePt t="10236" x="7699375" y="2641600"/>
          <p14:tracePt t="10279" x="7707313" y="2641600"/>
          <p14:tracePt t="10294" x="7713663" y="2641600"/>
          <p14:tracePt t="10383" x="7721600" y="2641600"/>
          <p14:tracePt t="10487" x="7729538" y="2641600"/>
          <p14:tracePt t="11293" x="7678738" y="2663825"/>
          <p14:tracePt t="11306" x="7656513" y="2670175"/>
          <p14:tracePt t="11320" x="7591425" y="2684463"/>
          <p14:tracePt t="11337" x="7496175" y="2700338"/>
          <p14:tracePt t="11354" x="7388225" y="2714625"/>
          <p14:tracePt t="11370" x="7256463" y="2728913"/>
          <p14:tracePt t="11387" x="7140575" y="2757488"/>
          <p14:tracePt t="11404" x="6886575" y="2779713"/>
          <p14:tracePt t="11420" x="6691313" y="2808288"/>
          <p14:tracePt t="11437" x="6437313" y="2859088"/>
          <p14:tracePt t="11453" x="6154738" y="2903538"/>
          <p14:tracePt t="11472" x="5870575" y="2982913"/>
          <p14:tracePt t="11487" x="5675313" y="3040063"/>
          <p14:tracePt t="11506" x="5514975" y="3084513"/>
          <p14:tracePt t="11520" x="5392738" y="3127375"/>
          <p14:tracePt t="11537" x="5297488" y="3178175"/>
          <p14:tracePt t="11546" x="5240338" y="3200400"/>
          <p14:tracePt t="11554" x="5195888" y="3228975"/>
          <p14:tracePt t="11570" x="5102225" y="3294063"/>
          <p14:tracePt t="11587" x="5006975" y="3360738"/>
          <p14:tracePt t="11606" x="4876800" y="3462338"/>
          <p14:tracePt t="11620" x="4783138" y="3519488"/>
          <p14:tracePt t="11637" x="4695825" y="3563938"/>
          <p14:tracePt t="11653" x="4608513" y="3606800"/>
          <p14:tracePt t="11670" x="4535488" y="3635375"/>
          <p14:tracePt t="11687" x="4448175" y="3671888"/>
          <p14:tracePt t="11703" x="4376738" y="3700463"/>
          <p14:tracePt t="11719" x="4275138" y="3744913"/>
          <p14:tracePt t="11736" x="4151313" y="3781425"/>
          <p14:tracePt t="11753" x="4021138" y="3824288"/>
          <p14:tracePt t="11770" x="3883025" y="3860800"/>
          <p14:tracePt t="11786" x="3730625" y="3897313"/>
          <p14:tracePt t="11803" x="3533775" y="3962400"/>
          <p14:tracePt t="11820" x="3381375" y="3998913"/>
          <p14:tracePt t="11836" x="3265488" y="4041775"/>
          <p14:tracePt t="11853" x="3141663" y="4049713"/>
          <p14:tracePt t="11870" x="3025775" y="4071938"/>
          <p14:tracePt t="11886" x="2917825" y="4086225"/>
          <p14:tracePt t="11903" x="2786063" y="4092575"/>
          <p14:tracePt t="11920" x="2684463" y="4092575"/>
          <p14:tracePt t="11936" x="2590800" y="4092575"/>
          <p14:tracePt t="11953" x="2489200" y="4078288"/>
          <p14:tracePt t="11970" x="2401888" y="4041775"/>
          <p14:tracePt t="11986" x="2351088" y="4021138"/>
          <p14:tracePt t="12003" x="2308225" y="3976688"/>
          <p14:tracePt t="12020" x="2300288" y="3954463"/>
          <p14:tracePt t="12036" x="2271713" y="3897313"/>
          <p14:tracePt t="12053" x="2243138" y="3817938"/>
          <p14:tracePt t="12070" x="2227263" y="3751263"/>
          <p14:tracePt t="12086" x="2227263" y="3694113"/>
          <p14:tracePt t="12103" x="2227263" y="3649663"/>
          <p14:tracePt t="12120" x="2227263" y="3621088"/>
          <p14:tracePt t="12136" x="2227263" y="3584575"/>
          <p14:tracePt t="12153" x="2227263" y="3541713"/>
          <p14:tracePt t="12170" x="2227263" y="3497263"/>
          <p14:tracePt t="12186" x="2243138" y="3440113"/>
          <p14:tracePt t="12203" x="2278063" y="3360738"/>
          <p14:tracePt t="12220" x="2314575" y="3273425"/>
          <p14:tracePt t="12236" x="2336800" y="3228975"/>
          <p14:tracePt t="12253" x="2373313" y="3178175"/>
          <p14:tracePt t="12270" x="2395538" y="3141663"/>
          <p14:tracePt t="12287" x="2424113" y="3098800"/>
          <p14:tracePt t="12303" x="2466975" y="3048000"/>
          <p14:tracePt t="12320" x="2511425" y="3011488"/>
          <p14:tracePt t="12336" x="2554288" y="2974975"/>
          <p14:tracePt t="12353" x="2605088" y="2946400"/>
          <p14:tracePt t="12370" x="2641600" y="2917825"/>
          <p14:tracePt t="12388" x="2684463" y="2903538"/>
          <p14:tracePt t="12405" x="2720975" y="2881313"/>
          <p14:tracePt t="12420" x="2757488" y="2867025"/>
          <p14:tracePt t="12437" x="2816225" y="2844800"/>
          <p14:tracePt t="12454" x="2867025" y="2822575"/>
          <p14:tracePt t="12473" x="2932113" y="2808288"/>
          <p14:tracePt t="12487" x="2982913" y="2794000"/>
          <p14:tracePt t="12505" x="3025775" y="2779713"/>
          <p14:tracePt t="12520" x="3090863" y="2765425"/>
          <p14:tracePt t="12537" x="3163888" y="2743200"/>
          <p14:tracePt t="12545" x="3222625" y="2743200"/>
          <p14:tracePt t="12557" x="3302000" y="2743200"/>
          <p14:tracePt t="12570" x="3360738" y="2743200"/>
          <p14:tracePt t="12587" x="3454400" y="2743200"/>
          <p14:tracePt t="12605" x="3570288" y="2743200"/>
          <p14:tracePt t="12620" x="3649663" y="2743200"/>
          <p14:tracePt t="12638" x="3730625" y="2743200"/>
          <p14:tracePt t="12654" x="3802063" y="2765425"/>
          <p14:tracePt t="12670" x="3897313" y="2794000"/>
          <p14:tracePt t="12687" x="3976688" y="2816225"/>
          <p14:tracePt t="12704" x="4056063" y="2830513"/>
          <p14:tracePt t="12723" x="4137025" y="2859088"/>
          <p14:tracePt t="12737" x="4224338" y="2895600"/>
          <p14:tracePt t="12754" x="4332288" y="2946400"/>
          <p14:tracePt t="12770" x="4441825" y="2989263"/>
          <p14:tracePt t="12789" x="4572000" y="3048000"/>
          <p14:tracePt t="12805" x="4651375" y="3076575"/>
          <p14:tracePt t="12820" x="4724400" y="3121025"/>
          <p14:tracePt t="12837" x="4811713" y="3171825"/>
          <p14:tracePt t="12855" x="4891088" y="3222625"/>
          <p14:tracePt t="12871" x="4978400" y="3287713"/>
          <p14:tracePt t="12887" x="5029200" y="3330575"/>
          <p14:tracePt t="12904" x="5080000" y="3375025"/>
          <p14:tracePt t="12920" x="5108575" y="3411538"/>
          <p14:tracePt t="12937" x="5138738" y="3454400"/>
          <p14:tracePt t="12954" x="5173663" y="3505200"/>
          <p14:tracePt t="12971" x="5203825" y="3584575"/>
          <p14:tracePt t="12987" x="5224463" y="3635375"/>
          <p14:tracePt t="13004" x="5254625" y="3716338"/>
          <p14:tracePt t="13021" x="5254625" y="3751263"/>
          <p14:tracePt t="13038" x="5254625" y="3802063"/>
          <p14:tracePt t="13045" x="5254625" y="3824288"/>
          <p14:tracePt t="13054" x="5254625" y="3860800"/>
          <p14:tracePt t="13071" x="5254625" y="3919538"/>
          <p14:tracePt t="13087" x="5254625" y="3990975"/>
          <p14:tracePt t="13104" x="5218113" y="4071938"/>
          <p14:tracePt t="13122" x="5195888" y="4114800"/>
          <p14:tracePt t="13137" x="5173663" y="4173538"/>
          <p14:tracePt t="13154" x="5145088" y="4230688"/>
          <p14:tracePt t="13171" x="5102225" y="4281488"/>
          <p14:tracePt t="13188" x="5021263" y="4368800"/>
          <p14:tracePt t="13206" x="4956175" y="4419600"/>
          <p14:tracePt t="13221" x="4884738" y="4478338"/>
          <p14:tracePt t="13237" x="4826000" y="4521200"/>
          <p14:tracePt t="13257" x="4746625" y="4572000"/>
          <p14:tracePt t="13270" x="4665663" y="4614863"/>
          <p14:tracePt t="13287" x="4600575" y="4659313"/>
          <p14:tracePt t="13306" x="4506913" y="4716463"/>
          <p14:tracePt t="13321" x="4391025" y="4752975"/>
          <p14:tracePt t="13337" x="4275138" y="4775200"/>
          <p14:tracePt t="13354" x="4137025" y="4826000"/>
          <p14:tracePt t="13371" x="3998913" y="4854575"/>
          <p14:tracePt t="13388" x="3795713" y="4884738"/>
          <p14:tracePt t="13405" x="3657600" y="4919663"/>
          <p14:tracePt t="13420" x="3505200" y="4935538"/>
          <p14:tracePt t="13437" x="3330575" y="4956175"/>
          <p14:tracePt t="13453" x="3135313" y="4956175"/>
          <p14:tracePt t="13470" x="2954338" y="4956175"/>
          <p14:tracePt t="13487" x="2801938" y="4956175"/>
          <p14:tracePt t="13504" x="2678113" y="4956175"/>
          <p14:tracePt t="13521" x="2562225" y="4956175"/>
          <p14:tracePt t="13538" x="2466975" y="4956175"/>
          <p14:tracePt t="13546" x="2424113" y="4941888"/>
          <p14:tracePt t="13557" x="2336800" y="4913313"/>
          <p14:tracePt t="13571" x="2286000" y="4905375"/>
          <p14:tracePt t="13588" x="2155825" y="4848225"/>
          <p14:tracePt t="13604" x="2111375" y="4833938"/>
          <p14:tracePt t="13621" x="2054225" y="4803775"/>
          <p14:tracePt t="13637" x="2024063" y="4783138"/>
          <p14:tracePt t="13654" x="1995488" y="4752975"/>
          <p14:tracePt t="13671" x="1966913" y="4710113"/>
          <p14:tracePt t="13687" x="1916113" y="4651375"/>
          <p14:tracePt t="13704" x="1871663" y="4586288"/>
          <p14:tracePt t="13721" x="1828800" y="4498975"/>
          <p14:tracePt t="13737" x="1806575" y="4456113"/>
          <p14:tracePt t="13754" x="1778000" y="4397375"/>
          <p14:tracePt t="13771" x="1770063" y="4340225"/>
          <p14:tracePt t="13788" x="1755775" y="4244975"/>
          <p14:tracePt t="13806" x="1755775" y="4165600"/>
          <p14:tracePt t="13821" x="1755775" y="4092575"/>
          <p14:tracePt t="13837" x="1755775" y="4041775"/>
          <p14:tracePt t="13855" x="1770063" y="3998913"/>
          <p14:tracePt t="13871" x="1778000" y="3962400"/>
          <p14:tracePt t="13887" x="1792288" y="3933825"/>
          <p14:tracePt t="13905" x="1806575" y="3919538"/>
          <p14:tracePt t="13921" x="1836738" y="3875088"/>
          <p14:tracePt t="13938" x="1865313" y="3846513"/>
          <p14:tracePt t="13954" x="1916113" y="3802063"/>
          <p14:tracePt t="13973" x="1995488" y="3773488"/>
          <p14:tracePt t="13988" x="2032000" y="3751263"/>
          <p14:tracePt t="14008" x="2054225" y="3744913"/>
          <p14:tracePt t="14021" x="2074863" y="3736975"/>
          <p14:tracePt t="14038" x="2090738" y="3736975"/>
          <p14:tracePt t="14046" x="2097088" y="3736975"/>
          <p14:tracePt t="14057" x="2105025" y="3736975"/>
          <p14:tracePt t="14070" x="2125663" y="3730625"/>
          <p14:tracePt t="14087" x="2141538" y="3730625"/>
          <p14:tracePt t="14104" x="2170113" y="3730625"/>
          <p14:tracePt t="14121" x="2176463" y="3730625"/>
          <p14:tracePt t="14137" x="2206625" y="3722688"/>
          <p14:tracePt t="14155" x="2243138" y="3722688"/>
          <p14:tracePt t="14171" x="2278063" y="3722688"/>
          <p14:tracePt t="14188" x="2359025" y="3716338"/>
          <p14:tracePt t="14204" x="2424113" y="3700463"/>
          <p14:tracePt t="14221" x="2474913" y="3694113"/>
          <p14:tracePt t="14237" x="2511425" y="3694113"/>
          <p14:tracePt t="14257" x="2562225" y="3694113"/>
          <p14:tracePt t="14271" x="2633663" y="3694113"/>
          <p14:tracePt t="14287" x="2728913" y="3694113"/>
          <p14:tracePt t="14305" x="2801938" y="3694113"/>
          <p14:tracePt t="14321" x="2852738" y="3700463"/>
          <p14:tracePt t="14337" x="2881313" y="3700463"/>
          <p14:tracePt t="14354" x="2909888" y="3722688"/>
          <p14:tracePt t="14371" x="2938463" y="3730625"/>
          <p14:tracePt t="14388" x="2982913" y="3759200"/>
          <p14:tracePt t="14404" x="3048000" y="3795713"/>
          <p14:tracePt t="14421" x="3090863" y="3824288"/>
          <p14:tracePt t="14438" x="3121025" y="3846513"/>
          <p14:tracePt t="14455" x="3135313" y="3852863"/>
          <p14:tracePt t="14471" x="3149600" y="3875088"/>
          <p14:tracePt t="14488" x="3171825" y="3911600"/>
          <p14:tracePt t="14506" x="3192463" y="3976688"/>
          <p14:tracePt t="14522" x="3222625" y="4056063"/>
          <p14:tracePt t="14537" x="3243263" y="4129088"/>
          <p14:tracePt t="14545" x="3243263" y="4151313"/>
          <p14:tracePt t="14557" x="3259138" y="4202113"/>
          <p14:tracePt t="14571" x="3259138" y="4230688"/>
          <p14:tracePt t="14588" x="3265488" y="4318000"/>
          <p14:tracePt t="14605" x="3265488" y="4376738"/>
          <p14:tracePt t="14621" x="3273425" y="4433888"/>
          <p14:tracePt t="14638" x="3273425" y="4470400"/>
          <p14:tracePt t="14655" x="3273425" y="4513263"/>
          <p14:tracePt t="14671" x="3273425" y="4543425"/>
          <p14:tracePt t="14688" x="3273425" y="4564063"/>
          <p14:tracePt t="14705" x="3259138" y="4594225"/>
          <p14:tracePt t="14721" x="3259138" y="4608513"/>
          <p14:tracePt t="14737" x="3236913" y="4637088"/>
          <p14:tracePt t="14756" x="3149600" y="4695825"/>
          <p14:tracePt t="14771" x="3121025" y="4716463"/>
          <p14:tracePt t="14788" x="3048000" y="4752975"/>
          <p14:tracePt t="14807" x="2954338" y="4797425"/>
          <p14:tracePt t="14821" x="2867025" y="4833938"/>
          <p14:tracePt t="14838" x="2757488" y="4862513"/>
          <p14:tracePt t="14856" x="2649538" y="4876800"/>
          <p14:tracePt t="14871" x="2511425" y="4899025"/>
          <p14:tracePt t="14888" x="2424113" y="4899025"/>
          <p14:tracePt t="14904" x="2344738" y="4899025"/>
          <p14:tracePt t="14921" x="2257425" y="4884738"/>
          <p14:tracePt t="14937" x="2155825" y="4848225"/>
          <p14:tracePt t="14957" x="1995488" y="4803775"/>
          <p14:tracePt t="14972" x="1952625" y="4789488"/>
          <p14:tracePt t="14988" x="1785938" y="4716463"/>
          <p14:tracePt t="15005" x="1684338" y="4665663"/>
          <p14:tracePt t="15021" x="1603375" y="4614863"/>
          <p14:tracePt t="15038" x="1566863" y="4594225"/>
          <p14:tracePt t="15045" x="1538288" y="4572000"/>
          <p14:tracePt t="15056" x="1524000" y="4564063"/>
          <p14:tracePt t="15071" x="1487488" y="4535488"/>
          <p14:tracePt t="15088" x="1458913" y="4513263"/>
          <p14:tracePt t="15105" x="1422400" y="4492625"/>
          <p14:tracePt t="15145" x="1414463" y="4492625"/>
          <p14:tracePt t="15161" x="1414463" y="4484688"/>
          <p14:tracePt t="15178" x="1400175" y="4484688"/>
          <p14:tracePt t="15188" x="1385888" y="4470400"/>
          <p14:tracePt t="15852" x="1379538" y="4411663"/>
          <p14:tracePt t="15871" x="1393825" y="4244975"/>
          <p14:tracePt t="15889" x="1408113" y="4049713"/>
          <p14:tracePt t="15905" x="1444625" y="3889375"/>
          <p14:tracePt t="15921" x="1473200" y="3773488"/>
          <p14:tracePt t="15938" x="1481138" y="3665538"/>
          <p14:tracePt t="15956" x="1501775" y="3440113"/>
          <p14:tracePt t="15972" x="1509713" y="3265488"/>
          <p14:tracePt t="15988" x="1509713" y="3113088"/>
          <p14:tracePt t="16005" x="1509713" y="3005138"/>
          <p14:tracePt t="16023" x="1509713" y="2968625"/>
          <p14:tracePt t="16038" x="1509713" y="2946400"/>
          <p14:tracePt t="16044" x="1509713" y="2938463"/>
          <p14:tracePt t="16055" x="1509713" y="2932113"/>
          <p14:tracePt t="16071" x="1509713" y="2917825"/>
          <p14:tracePt t="16088" x="1509713" y="2887663"/>
          <p14:tracePt t="16105" x="1509713" y="2844800"/>
          <p14:tracePt t="16122" x="1509713" y="2786063"/>
          <p14:tracePt t="16138" x="1509713" y="2743200"/>
          <p14:tracePt t="16155" x="1509713" y="2700338"/>
          <p14:tracePt t="16172" x="1516063" y="2641600"/>
          <p14:tracePt t="16189" x="1516063" y="2568575"/>
          <p14:tracePt t="16205" x="1516063" y="2430463"/>
          <p14:tracePt t="16222" x="1516063" y="2286000"/>
          <p14:tracePt t="16239" x="1516063" y="2155825"/>
          <p14:tracePt t="16257" x="1516063" y="2009775"/>
          <p14:tracePt t="16272" x="1516063" y="1871663"/>
          <p14:tracePt t="16288" x="1516063" y="1785938"/>
          <p14:tracePt t="16305" x="1516063" y="1698625"/>
          <p14:tracePt t="16321" x="1516063" y="1633538"/>
          <p14:tracePt t="16338" x="1516063" y="1603375"/>
          <p14:tracePt t="16355" x="1516063" y="1582738"/>
          <p14:tracePt t="16372" x="1516063" y="1574800"/>
          <p14:tracePt t="16388" x="1516063" y="1566863"/>
          <p14:tracePt t="16422" x="1516063" y="1560513"/>
          <p14:tracePt t="16940" x="1509713" y="1560513"/>
          <p14:tracePt t="16950" x="1436688" y="1603375"/>
          <p14:tracePt t="16959" x="1312863" y="1741488"/>
          <p14:tracePt t="16973" x="892175" y="2090738"/>
          <p14:tracePt t="16988" x="573088" y="2308225"/>
          <p14:tracePt t="17006" x="530225" y="2351088"/>
          <p14:tracePt t="17022" x="566738" y="2430463"/>
          <p14:tracePt t="17038" x="652463" y="2706688"/>
          <p14:tracePt t="17044" x="660400" y="2909888"/>
          <p14:tracePt t="17055" x="711200" y="3163888"/>
          <p14:tracePt t="17071" x="747713" y="3665538"/>
          <p14:tracePt t="17088" x="747713" y="3933825"/>
          <p14:tracePt t="17106" x="747713" y="4056063"/>
          <p14:tracePt t="17122" x="747713" y="4106863"/>
          <p14:tracePt t="17138" x="747713" y="4129088"/>
          <p14:tracePt t="17156" x="798513" y="4157663"/>
          <p14:tracePt t="17173" x="820738" y="4157663"/>
          <p14:tracePt t="17188" x="835025" y="4157663"/>
          <p14:tracePt t="17206" x="885825" y="4157663"/>
          <p14:tracePt t="17222" x="965200" y="4194175"/>
          <p14:tracePt t="17239" x="1117600" y="4238625"/>
          <p14:tracePt t="17255" x="1298575" y="4281488"/>
          <p14:tracePt t="17272" x="1473200" y="4289425"/>
          <p14:tracePt t="17288" x="1639888" y="4289425"/>
          <p14:tracePt t="17305" x="1785938" y="4267200"/>
          <p14:tracePt t="17321" x="1952625" y="4194175"/>
          <p14:tracePt t="17338" x="2105025" y="4106863"/>
          <p14:tracePt t="17355" x="2220913" y="4021138"/>
          <p14:tracePt t="17371" x="2401888" y="3875088"/>
          <p14:tracePt t="17388" x="2554288" y="3700463"/>
          <p14:tracePt t="17405" x="2684463" y="3563938"/>
          <p14:tracePt t="17422" x="2779713" y="3468688"/>
          <p14:tracePt t="17438" x="2881313" y="3411538"/>
          <p14:tracePt t="17456" x="2989263" y="3360738"/>
          <p14:tracePt t="17472" x="3106738" y="3316288"/>
          <p14:tracePt t="17488" x="3222625" y="3279775"/>
          <p14:tracePt t="17505" x="3367088" y="3243263"/>
          <p14:tracePt t="17522" x="3513138" y="3222625"/>
          <p14:tracePt t="17538" x="3686175" y="3186113"/>
          <p14:tracePt t="17544" x="3773488" y="3186113"/>
          <p14:tracePt t="17556" x="3940175" y="3186113"/>
          <p14:tracePt t="17572" x="3998913" y="3186113"/>
          <p14:tracePt t="17588" x="4194175" y="3208338"/>
          <p14:tracePt t="17605" x="4281488" y="3251200"/>
          <p14:tracePt t="17622" x="4368800" y="3344863"/>
          <p14:tracePt t="17638" x="4456113" y="3468688"/>
          <p14:tracePt t="17655" x="4572000" y="3629025"/>
          <p14:tracePt t="17672" x="4659313" y="3773488"/>
          <p14:tracePt t="17688" x="4716463" y="3897313"/>
          <p14:tracePt t="17705" x="4760913" y="4021138"/>
          <p14:tracePt t="17722" x="4789488" y="4157663"/>
          <p14:tracePt t="17738" x="4797425" y="4281488"/>
          <p14:tracePt t="17755" x="4797425" y="4470400"/>
          <p14:tracePt t="17772" x="4797425" y="4506913"/>
          <p14:tracePt t="17788" x="4724400" y="4645025"/>
          <p14:tracePt t="17805" x="4637088" y="4738688"/>
          <p14:tracePt t="17822" x="4535488" y="4826000"/>
          <p14:tracePt t="17838" x="4419600" y="4905375"/>
          <p14:tracePt t="17855" x="4252913" y="4992688"/>
          <p14:tracePt t="17872" x="4114800" y="5080000"/>
          <p14:tracePt t="17888" x="3962400" y="5153025"/>
          <p14:tracePt t="17905" x="3824288" y="5224463"/>
          <p14:tracePt t="17921" x="3700463" y="5246688"/>
          <p14:tracePt t="17938" x="3578225" y="5260975"/>
          <p14:tracePt t="17956" x="3375025" y="5260975"/>
          <p14:tracePt t="17973" x="3251200" y="5254625"/>
          <p14:tracePt t="17988" x="3141663" y="5246688"/>
          <p14:tracePt t="18005" x="3070225" y="5224463"/>
          <p14:tracePt t="18022" x="3005138" y="5210175"/>
          <p14:tracePt t="18038" x="2954338" y="5189538"/>
          <p14:tracePt t="18055" x="2881313" y="5167313"/>
          <p14:tracePt t="18072" x="2779713" y="5153025"/>
          <p14:tracePt t="18088" x="2700338" y="5130800"/>
          <p14:tracePt t="18105" x="2649538" y="5122863"/>
          <p14:tracePt t="18122" x="2590800" y="5122863"/>
          <p14:tracePt t="18138" x="2568575" y="5122863"/>
          <p14:tracePt t="19847" x="2562225" y="5116513"/>
          <p14:tracePt t="19854" x="2562225" y="5108575"/>
          <p14:tracePt t="19864" x="2562225" y="5102225"/>
          <p14:tracePt t="19872" x="2576513" y="5072063"/>
          <p14:tracePt t="19889" x="2619375" y="5006975"/>
          <p14:tracePt t="19906" x="2670175" y="4964113"/>
          <p14:tracePt t="19923" x="2692400" y="4941888"/>
          <p14:tracePt t="19941" x="2714625" y="4935538"/>
          <p14:tracePt t="19956" x="2735263" y="4919663"/>
          <p14:tracePt t="19976" x="2743200" y="4919663"/>
          <p14:tracePt t="19989" x="2771775" y="4905375"/>
          <p14:tracePt t="20006" x="2801938" y="4884738"/>
          <p14:tracePt t="20023" x="2859088" y="4840288"/>
          <p14:tracePt t="20039" x="2887663" y="4811713"/>
          <p14:tracePt t="20057" x="2895600" y="4803775"/>
          <p14:tracePt t="20088" x="2903538" y="4803775"/>
          <p14:tracePt t="20104" x="2903538" y="4797425"/>
          <p14:tracePt t="20114" x="2917825" y="4783138"/>
          <p14:tracePt t="20122" x="2924175" y="4783138"/>
          <p14:tracePt t="20140" x="2954338" y="4732338"/>
          <p14:tracePt t="20156" x="2960688" y="4724400"/>
          <p14:tracePt t="20172" x="2974975" y="4695825"/>
          <p14:tracePt t="20189" x="2989263" y="4687888"/>
          <p14:tracePt t="20207" x="3005138" y="4651375"/>
          <p14:tracePt t="20223" x="3005138" y="4637088"/>
          <p14:tracePt t="20239" x="3005138" y="4608513"/>
          <p14:tracePt t="20256" x="3005138" y="4579938"/>
          <p14:tracePt t="20273" x="3005138" y="4549775"/>
          <p14:tracePt t="20289" x="3011488" y="4529138"/>
          <p14:tracePt t="20306" x="3033713" y="4492625"/>
          <p14:tracePt t="20324" x="3055938" y="4427538"/>
          <p14:tracePt t="20341" x="3076575" y="4376738"/>
          <p14:tracePt t="20358" x="3098800" y="4303713"/>
          <p14:tracePt t="20373" x="3121025" y="4238625"/>
          <p14:tracePt t="20390" x="3141663" y="4194175"/>
          <p14:tracePt t="20407" x="3163888" y="4151313"/>
          <p14:tracePt t="20426" x="3192463" y="4122738"/>
          <p14:tracePt t="20439" x="3200400" y="4114800"/>
          <p14:tracePt t="20456" x="3214688" y="4100513"/>
          <p14:tracePt t="20472" x="3228975" y="4086225"/>
          <p14:tracePt t="20489" x="3251200" y="4064000"/>
          <p14:tracePt t="20506" x="3287713" y="4027488"/>
          <p14:tracePt t="20522" x="3324225" y="3998913"/>
          <p14:tracePt t="20540" x="3389313" y="3948113"/>
          <p14:tracePt t="20556" x="3432175" y="3919538"/>
          <p14:tracePt t="20572" x="3454400" y="3903663"/>
          <p14:tracePt t="20589" x="3462338" y="3903663"/>
          <p14:tracePt t="20606" x="3476625" y="3897313"/>
          <p14:tracePt t="20623" x="3482975" y="3897313"/>
          <p14:tracePt t="20639" x="3505200" y="3897313"/>
          <p14:tracePt t="20656" x="3556000" y="3897313"/>
          <p14:tracePt t="20673" x="3606800" y="3897313"/>
          <p14:tracePt t="20690" x="3649663" y="3897313"/>
          <p14:tracePt t="20706" x="3686175" y="3897313"/>
          <p14:tracePt t="20722" x="3730625" y="3897313"/>
          <p14:tracePt t="20740" x="3810000" y="3911600"/>
          <p14:tracePt t="20756" x="3889375" y="3925888"/>
          <p14:tracePt t="20772" x="3948113" y="3940175"/>
          <p14:tracePt t="20789" x="3984625" y="3954463"/>
          <p14:tracePt t="20806" x="4021138" y="3976688"/>
          <p14:tracePt t="20822" x="4056063" y="4027488"/>
          <p14:tracePt t="20839" x="4100513" y="4086225"/>
          <p14:tracePt t="20856" x="4157663" y="4137025"/>
          <p14:tracePt t="20873" x="4179888" y="4165600"/>
          <p14:tracePt t="20889" x="4202113" y="4202113"/>
          <p14:tracePt t="20906" x="4216400" y="4238625"/>
          <p14:tracePt t="20923" x="4238625" y="4303713"/>
          <p14:tracePt t="20939" x="4252913" y="4368800"/>
          <p14:tracePt t="20956" x="4267200" y="4462463"/>
          <p14:tracePt t="20973" x="4275138" y="4513263"/>
          <p14:tracePt t="20989" x="4275138" y="4564063"/>
          <p14:tracePt t="21006" x="4275138" y="4608513"/>
          <p14:tracePt t="21022" x="4259263" y="4659313"/>
          <p14:tracePt t="21039" x="4216400" y="4716463"/>
          <p14:tracePt t="21056" x="4187825" y="4746625"/>
          <p14:tracePt t="21072" x="4151313" y="4775200"/>
          <p14:tracePt t="21089" x="4078288" y="4818063"/>
          <p14:tracePt t="21106" x="4021138" y="4848225"/>
          <p14:tracePt t="21122" x="3962400" y="4884738"/>
          <p14:tracePt t="21139" x="3868738" y="4935538"/>
          <p14:tracePt t="21156" x="3824288" y="4949825"/>
          <p14:tracePt t="21172" x="3767138" y="4964113"/>
          <p14:tracePt t="21189" x="3722688" y="4970463"/>
          <p14:tracePt t="21206" x="3679825" y="4986338"/>
          <p14:tracePt t="21223" x="3635375" y="4992688"/>
          <p14:tracePt t="21239" x="3598863" y="5000625"/>
          <p14:tracePt t="21256" x="3563938" y="5000625"/>
          <p14:tracePt t="21272" x="3519488" y="5000625"/>
          <p14:tracePt t="21289" x="3476625" y="5000625"/>
          <p14:tracePt t="21306" x="3432175" y="5000625"/>
          <p14:tracePt t="21323" x="3411538" y="5000625"/>
          <p14:tracePt t="21339" x="3367088" y="5000625"/>
          <p14:tracePt t="21356" x="3344863" y="5000625"/>
          <p14:tracePt t="21389" x="3338513" y="5000625"/>
          <p14:tracePt t="21406" x="3316288" y="5000625"/>
          <p14:tracePt t="21423" x="3302000" y="4992688"/>
          <p14:tracePt t="21439" x="3294063" y="4992688"/>
          <p14:tracePt t="21456" x="3279775" y="4978400"/>
          <p14:tracePt t="21473" x="3273425" y="4978400"/>
          <p14:tracePt t="21489" x="3259138" y="4970463"/>
          <p14:tracePt t="21506" x="3251200" y="4970463"/>
          <p14:tracePt t="21539" x="3228975" y="4949825"/>
          <p14:tracePt t="21556" x="3214688" y="4935538"/>
          <p14:tracePt t="21573" x="3200400" y="4913313"/>
          <p14:tracePt t="21589" x="3178175" y="4891088"/>
          <p14:tracePt t="21606" x="3171825" y="4854575"/>
          <p14:tracePt t="21623" x="3157538" y="4848225"/>
          <p14:tracePt t="21639" x="3157538" y="4833938"/>
          <p14:tracePt t="21673" x="3157538" y="4818063"/>
          <p14:tracePt t="21689" x="3157538" y="4789488"/>
          <p14:tracePt t="21706" x="3149600" y="4746625"/>
          <p14:tracePt t="21723" x="3149600" y="4702175"/>
          <p14:tracePt t="21739" x="3141663" y="4622800"/>
          <p14:tracePt t="21756" x="3141663" y="4543425"/>
          <p14:tracePt t="21773" x="3141663" y="4456113"/>
          <p14:tracePt t="21789" x="3141663" y="4368800"/>
          <p14:tracePt t="21806" x="3141663" y="4310063"/>
          <p14:tracePt t="21823" x="3141663" y="4259263"/>
          <p14:tracePt t="21839" x="3141663" y="4224338"/>
          <p14:tracePt t="21856" x="3141663" y="4202113"/>
          <p14:tracePt t="21873" x="3141663" y="4179888"/>
          <p14:tracePt t="21889" x="3149600" y="4157663"/>
          <p14:tracePt t="21906" x="3157538" y="4137025"/>
          <p14:tracePt t="21923" x="3171825" y="4106863"/>
          <p14:tracePt t="21939" x="3178175" y="4086225"/>
          <p14:tracePt t="21956" x="3192463" y="4071938"/>
          <p14:tracePt t="21973" x="3208338" y="4056063"/>
          <p14:tracePt t="21989" x="3243263" y="4049713"/>
          <p14:tracePt t="22006" x="3259138" y="4035425"/>
          <p14:tracePt t="22023" x="3265488" y="4027488"/>
          <p14:tracePt t="22039" x="3294063" y="4013200"/>
          <p14:tracePt t="22056" x="3316288" y="4013200"/>
          <p14:tracePt t="22073" x="3338513" y="4005263"/>
          <p14:tracePt t="22089" x="3367088" y="3998913"/>
          <p14:tracePt t="22106" x="3395663" y="3990975"/>
          <p14:tracePt t="22123" x="3432175" y="3984625"/>
          <p14:tracePt t="22139" x="3468688" y="3984625"/>
          <p14:tracePt t="22156" x="3505200" y="3976688"/>
          <p14:tracePt t="22173" x="3533775" y="3976688"/>
          <p14:tracePt t="22189" x="3578225" y="3976688"/>
          <p14:tracePt t="22206" x="3614738" y="3976688"/>
          <p14:tracePt t="22223" x="3643313" y="3976688"/>
          <p14:tracePt t="22239" x="3679825" y="3976688"/>
          <p14:tracePt t="22256" x="3708400" y="3984625"/>
          <p14:tracePt t="22273" x="3751263" y="3998913"/>
          <p14:tracePt t="22289" x="3810000" y="4035425"/>
          <p14:tracePt t="22306" x="3860800" y="4078288"/>
          <p14:tracePt t="22323" x="3897313" y="4092575"/>
          <p14:tracePt t="22339" x="3940175" y="4137025"/>
          <p14:tracePt t="22356" x="3976688" y="4173538"/>
          <p14:tracePt t="22373" x="3990975" y="4194175"/>
          <p14:tracePt t="22389" x="4013200" y="4216400"/>
          <p14:tracePt t="22406" x="4027488" y="4244975"/>
          <p14:tracePt t="22423" x="4035425" y="4259263"/>
          <p14:tracePt t="22440" x="4049713" y="4295775"/>
          <p14:tracePt t="22456" x="4056063" y="4318000"/>
          <p14:tracePt t="22473" x="4071938" y="4346575"/>
          <p14:tracePt t="22490" x="4078288" y="4360863"/>
          <p14:tracePt t="22506" x="4086225" y="4397375"/>
          <p14:tracePt t="22523" x="4092575" y="4448175"/>
          <p14:tracePt t="22540" x="4100513" y="4478338"/>
          <p14:tracePt t="22556" x="4106863" y="4521200"/>
          <p14:tracePt t="22573" x="4106863" y="4557713"/>
          <p14:tracePt t="22590" x="4106863" y="4608513"/>
          <p14:tracePt t="22606" x="4100513" y="4637088"/>
          <p14:tracePt t="22623" x="4100513" y="4687888"/>
          <p14:tracePt t="22640" x="4092575" y="4724400"/>
          <p14:tracePt t="22656" x="4071938" y="4752975"/>
          <p14:tracePt t="22673" x="4049713" y="4789488"/>
          <p14:tracePt t="22690" x="4035425" y="4811713"/>
          <p14:tracePt t="22706" x="4021138" y="4826000"/>
          <p14:tracePt t="22723" x="3984625" y="4848225"/>
          <p14:tracePt t="22740" x="3970338" y="4854575"/>
          <p14:tracePt t="22756" x="3925888" y="4876800"/>
          <p14:tracePt t="22773" x="3889375" y="4884738"/>
          <p14:tracePt t="22790" x="3846513" y="4891088"/>
          <p14:tracePt t="22806" x="3802063" y="4913313"/>
          <p14:tracePt t="22823" x="3736975" y="4935538"/>
          <p14:tracePt t="22840" x="3665538" y="4949825"/>
          <p14:tracePt t="22856" x="3621088" y="4956175"/>
          <p14:tracePt t="22873" x="3584575" y="4956175"/>
          <p14:tracePt t="22890" x="3527425" y="4970463"/>
          <p14:tracePt t="22906" x="3440113" y="4970463"/>
          <p14:tracePt t="22924" x="3330575" y="4986338"/>
          <p14:tracePt t="22940" x="3287713" y="5000625"/>
          <p14:tracePt t="22957" x="3273425" y="5000625"/>
          <p14:tracePt t="22974" x="3259138" y="5000625"/>
          <p14:tracePt t="22990" x="3251200" y="5000625"/>
          <p14:tracePt t="23006" x="3243263" y="5000625"/>
          <p14:tracePt t="23040" x="3236913" y="5000625"/>
          <p14:tracePt t="26082" x="3236913" y="5006975"/>
          <p14:tracePt t="26089" x="3228975" y="5014913"/>
          <p14:tracePt t="26471" x="3228975" y="5021263"/>
          <p14:tracePt t="26482" x="3228975" y="5029200"/>
          <p14:tracePt t="26492" x="3228975" y="5043488"/>
          <p14:tracePt t="26508" x="3186113" y="5108575"/>
          <p14:tracePt t="26524" x="3163888" y="5138738"/>
          <p14:tracePt t="26541" x="3121025" y="5173663"/>
          <p14:tracePt t="26558" x="3062288" y="5203825"/>
          <p14:tracePt t="26574" x="3005138" y="5232400"/>
          <p14:tracePt t="26591" x="2924175" y="5268913"/>
          <p14:tracePt t="26608" x="2859088" y="5297488"/>
          <p14:tracePt t="26624" x="2794000" y="5311775"/>
          <p14:tracePt t="26641" x="2735263" y="5326063"/>
          <p14:tracePt t="26661" x="2684463" y="5356225"/>
          <p14:tracePt t="26675" x="2663825" y="5362575"/>
          <p14:tracePt t="26692" x="2619375" y="5370513"/>
          <p14:tracePt t="26708" x="2598738" y="5370513"/>
          <p14:tracePt t="27008" x="2590800" y="5370513"/>
          <p14:tracePt t="27017" x="2576513" y="5376863"/>
          <p14:tracePt t="27072" x="2568575" y="5384800"/>
          <p14:tracePt t="27088" x="2554288" y="5392738"/>
          <p14:tracePt t="27098" x="2532063" y="5392738"/>
          <p14:tracePt t="27108" x="2489200" y="5399088"/>
          <p14:tracePt t="27125" x="2430463" y="5407025"/>
          <p14:tracePt t="27141" x="2344738" y="5421313"/>
          <p14:tracePt t="27161" x="2271713" y="5449888"/>
          <p14:tracePt t="27176" x="2212975" y="5464175"/>
          <p14:tracePt t="27192" x="2176463" y="5472113"/>
          <p14:tracePt t="27209" x="2125663" y="5486400"/>
          <p14:tracePt t="27227" x="2068513" y="5500688"/>
          <p14:tracePt t="27241" x="2032000" y="5514975"/>
          <p14:tracePt t="27260" x="1958975" y="5529263"/>
          <p14:tracePt t="27276" x="1916113" y="5537200"/>
          <p14:tracePt t="27293" x="1871663" y="5545138"/>
          <p14:tracePt t="27308" x="1828800" y="5559425"/>
          <p14:tracePt t="27325" x="1749425" y="5559425"/>
          <p14:tracePt t="27342" x="1668463" y="5559425"/>
          <p14:tracePt t="27358" x="1582738" y="5559425"/>
          <p14:tracePt t="27375" x="1495425" y="5529263"/>
          <p14:tracePt t="27392" x="1422400" y="5486400"/>
          <p14:tracePt t="27408" x="1371600" y="5443538"/>
          <p14:tracePt t="27428" x="1328738" y="5384800"/>
          <p14:tracePt t="27442" x="1312863" y="5362575"/>
          <p14:tracePt t="27458" x="1292225" y="5311775"/>
          <p14:tracePt t="27477" x="1270000" y="5246688"/>
          <p14:tracePt t="27492" x="1270000" y="5218113"/>
          <p14:tracePt t="27508" x="1262063" y="5181600"/>
          <p14:tracePt t="27525" x="1262063" y="5159375"/>
          <p14:tracePt t="27542" x="1262063" y="5130800"/>
          <p14:tracePt t="27549" x="1262063" y="5122863"/>
          <p14:tracePt t="27562" x="1262063" y="5116513"/>
          <p14:tracePt t="27575" x="1262063" y="5094288"/>
          <p14:tracePt t="27592" x="1270000" y="5072063"/>
          <p14:tracePt t="27608" x="1284288" y="5065713"/>
          <p14:tracePt t="27625" x="1292225" y="5051425"/>
          <p14:tracePt t="27642" x="1320800" y="5029200"/>
          <p14:tracePt t="27658" x="1343025" y="5021263"/>
          <p14:tracePt t="27676" x="1393825" y="4992688"/>
          <p14:tracePt t="27692" x="1414463" y="4986338"/>
          <p14:tracePt t="27708" x="1495425" y="4956175"/>
          <p14:tracePt t="27725" x="1546225" y="4941888"/>
          <p14:tracePt t="27742" x="1603375" y="4935538"/>
          <p14:tracePt t="27759" x="1654175" y="4905375"/>
          <p14:tracePt t="27775" x="1741488" y="4899025"/>
          <p14:tracePt t="27792" x="1836738" y="4891088"/>
          <p14:tracePt t="27808" x="1938338" y="4891088"/>
          <p14:tracePt t="27825" x="2032000" y="4891088"/>
          <p14:tracePt t="27842" x="2141538" y="4891088"/>
          <p14:tracePt t="27858" x="2249488" y="4876800"/>
          <p14:tracePt t="27876" x="2359025" y="4876800"/>
          <p14:tracePt t="27892" x="2540000" y="4876800"/>
          <p14:tracePt t="27908" x="2649538" y="4868863"/>
          <p14:tracePt t="27925" x="2757488" y="4868863"/>
          <p14:tracePt t="27941" x="2852738" y="4868863"/>
          <p14:tracePt t="27958" x="2960688" y="4868863"/>
          <p14:tracePt t="27975" x="3062288" y="4868863"/>
          <p14:tracePt t="27992" x="3163888" y="4868863"/>
          <p14:tracePt t="28008" x="3279775" y="4868863"/>
          <p14:tracePt t="28025" x="3389313" y="4868863"/>
          <p14:tracePt t="28042" x="3497263" y="4868863"/>
          <p14:tracePt t="28050" x="3533775" y="4868863"/>
          <p14:tracePt t="28063" x="3614738" y="4868863"/>
          <p14:tracePt t="28075" x="3657600" y="4868863"/>
          <p14:tracePt t="28092" x="3722688" y="4868863"/>
          <p14:tracePt t="28109" x="3817938" y="4868863"/>
          <p14:tracePt t="28125" x="3875088" y="4868863"/>
          <p14:tracePt t="28142" x="3933825" y="4868863"/>
          <p14:tracePt t="28161" x="3990975" y="4868863"/>
          <p14:tracePt t="28175" x="4078288" y="4868863"/>
          <p14:tracePt t="28192" x="4157663" y="4868863"/>
          <p14:tracePt t="28209" x="4252913" y="4868863"/>
          <p14:tracePt t="28225" x="4325938" y="4868863"/>
          <p14:tracePt t="28242" x="4383088" y="4868863"/>
          <p14:tracePt t="28259" x="4433888" y="4868863"/>
          <p14:tracePt t="28277" x="4543425" y="4868863"/>
          <p14:tracePt t="28293" x="4651375" y="4868863"/>
          <p14:tracePt t="28308" x="4775200" y="4868863"/>
          <p14:tracePt t="28325" x="4891088" y="4868863"/>
          <p14:tracePt t="28342" x="5000625" y="4868863"/>
          <p14:tracePt t="28359" x="5080000" y="4868863"/>
          <p14:tracePt t="28375" x="5167313" y="4868863"/>
          <p14:tracePt t="28392" x="5224463" y="4868863"/>
          <p14:tracePt t="28410" x="5291138" y="4868863"/>
          <p14:tracePt t="28425" x="5326063" y="4868863"/>
          <p14:tracePt t="28442" x="5348288" y="4868863"/>
          <p14:tracePt t="28459" x="5370513" y="4868863"/>
          <p14:tracePt t="28476" x="5392738" y="4868863"/>
          <p14:tracePt t="28492" x="5407025" y="4876800"/>
          <p14:tracePt t="28509" x="5443538" y="4905375"/>
          <p14:tracePt t="28526" x="5464175" y="4927600"/>
          <p14:tracePt t="28542" x="5494338" y="4970463"/>
          <p14:tracePt t="28550" x="5514975" y="4992688"/>
          <p14:tracePt t="28558" x="5529263" y="5014913"/>
          <p14:tracePt t="28575" x="5551488" y="5057775"/>
          <p14:tracePt t="28592" x="5565775" y="5122863"/>
          <p14:tracePt t="28609" x="5580063" y="5189538"/>
          <p14:tracePt t="28625" x="5588000" y="5232400"/>
          <p14:tracePt t="28642" x="5595938" y="5283200"/>
          <p14:tracePt t="28659" x="5595938" y="5311775"/>
          <p14:tracePt t="28676" x="5595938" y="5362575"/>
          <p14:tracePt t="28692" x="5595938" y="5413375"/>
          <p14:tracePt t="28709" x="5595938" y="5443538"/>
          <p14:tracePt t="28725" x="5588000" y="5478463"/>
          <p14:tracePt t="28742" x="5573713" y="5500688"/>
          <p14:tracePt t="28759" x="5551488" y="5537200"/>
          <p14:tracePt t="28776" x="5522913" y="5580063"/>
          <p14:tracePt t="28792" x="5500688" y="5602288"/>
          <p14:tracePt t="28809" x="5457825" y="5638800"/>
          <p14:tracePt t="28825" x="5376863" y="5681663"/>
          <p14:tracePt t="28842" x="5305425" y="5718175"/>
          <p14:tracePt t="28859" x="5189538" y="5783263"/>
          <p14:tracePt t="28876" x="5037138" y="5834063"/>
          <p14:tracePt t="28892" x="4905375" y="5870575"/>
          <p14:tracePt t="28911" x="4767263" y="5900738"/>
          <p14:tracePt t="28927" x="4594225" y="5929313"/>
          <p14:tracePt t="28942" x="4456113" y="5935663"/>
          <p14:tracePt t="28959" x="4318000" y="5935663"/>
          <p14:tracePt t="28975" x="4238625" y="5935663"/>
          <p14:tracePt t="28992" x="4173538" y="5935663"/>
          <p14:tracePt t="29009" x="4092575" y="5935663"/>
          <p14:tracePt t="29025" x="3984625" y="5935663"/>
          <p14:tracePt t="29042" x="3860800" y="5921375"/>
          <p14:tracePt t="29045" x="3817938" y="5915025"/>
          <p14:tracePt t="29058" x="3781425" y="5915025"/>
          <p14:tracePt t="29076" x="3671888" y="5915025"/>
          <p14:tracePt t="29092" x="3614738" y="5915025"/>
          <p14:tracePt t="29109" x="3578225" y="5915025"/>
          <p14:tracePt t="29126" x="3527425" y="5900738"/>
          <p14:tracePt t="29142" x="3476625" y="5892800"/>
          <p14:tracePt t="29161" x="3440113" y="5884863"/>
          <p14:tracePt t="29176" x="3417888" y="5870575"/>
          <p14:tracePt t="29192" x="3403600" y="5870575"/>
          <p14:tracePt t="29209" x="3389313" y="5864225"/>
          <p14:tracePt t="29226" x="3375025" y="5856288"/>
          <p14:tracePt t="29242" x="3367088" y="5849938"/>
          <p14:tracePt t="29259" x="3338513" y="5834063"/>
          <p14:tracePt t="29276" x="3324225" y="5819775"/>
          <p14:tracePt t="29313" x="3324225" y="5813425"/>
          <p14:tracePt t="33434" x="3360738" y="5768975"/>
          <p14:tracePt t="33440" x="3440113" y="5711825"/>
          <p14:tracePt t="33450" x="3541713" y="5638800"/>
          <p14:tracePt t="33460" x="3802063" y="5449888"/>
          <p14:tracePt t="33477" x="4179888" y="5181600"/>
          <p14:tracePt t="33494" x="4535488" y="4927600"/>
          <p14:tracePt t="33510" x="4905375" y="4702175"/>
          <p14:tracePt t="33527" x="5311775" y="4484688"/>
          <p14:tracePt t="33544" x="5819775" y="4259263"/>
          <p14:tracePt t="33554" x="6096000" y="4173538"/>
          <p14:tracePt t="33561" x="6429375" y="4071938"/>
          <p14:tracePt t="33577" x="7097713" y="3889375"/>
          <p14:tracePt t="33594" x="7707313" y="3716338"/>
          <p14:tracePt t="33612" x="8359775" y="3570288"/>
          <p14:tracePt t="33627" x="8483600" y="3527425"/>
          <p14:tracePt t="33646" x="8585200" y="3482975"/>
          <p14:tracePt t="33696" x="8593138" y="3482975"/>
          <p14:tracePt t="33706" x="8593138" y="3476625"/>
          <p14:tracePt t="33714" x="8599488" y="3476625"/>
          <p14:tracePt t="33727" x="8613775" y="3468688"/>
          <p14:tracePt t="33743" x="8636000" y="3454400"/>
          <p14:tracePt t="33760" x="8686800" y="3425825"/>
          <p14:tracePt t="33777" x="8780463" y="3389313"/>
          <p14:tracePt t="33794" x="8882063" y="3352800"/>
          <p14:tracePt t="33810" x="9013825" y="3309938"/>
          <p14:tracePt t="33827" x="9172575" y="3251200"/>
          <p14:tracePt t="33845" x="9383713" y="3121025"/>
          <p14:tracePt t="33860" x="9463088" y="3033713"/>
          <p14:tracePt t="33879" x="9491663" y="2974975"/>
          <p14:tracePt t="33895" x="9507538" y="2924175"/>
          <p14:tracePt t="33911" x="9513888" y="2909888"/>
          <p14:tracePt t="34018" x="9507538" y="2917825"/>
          <p14:tracePt t="34031" x="9485313" y="2924175"/>
          <p14:tracePt t="34044" x="9440863" y="2938463"/>
          <p14:tracePt t="34060" x="9375775" y="2954338"/>
          <p14:tracePt t="34077" x="9304338" y="2960688"/>
          <p14:tracePt t="34094" x="9223375" y="2974975"/>
          <p14:tracePt t="34110" x="9136063" y="2974975"/>
          <p14:tracePt t="34128" x="9064625" y="2974975"/>
          <p14:tracePt t="34143" x="9005888" y="2974975"/>
          <p14:tracePt t="34160" x="8932863" y="2946400"/>
          <p14:tracePt t="34176" x="8882063" y="2932113"/>
          <p14:tracePt t="34193" x="8816975" y="2887663"/>
          <p14:tracePt t="34210" x="8729663" y="2794000"/>
          <p14:tracePt t="34227" x="8664575" y="2684463"/>
          <p14:tracePt t="34243" x="8621713" y="2598738"/>
          <p14:tracePt t="34260" x="8570913" y="2466975"/>
          <p14:tracePt t="34277" x="8542338" y="2379663"/>
          <p14:tracePt t="34293" x="8520113" y="2308225"/>
          <p14:tracePt t="34310" x="8520113" y="2249488"/>
          <p14:tracePt t="34327" x="8520113" y="2176463"/>
          <p14:tracePt t="34343" x="8520113" y="2090738"/>
          <p14:tracePt t="34360" x="8526463" y="1989138"/>
          <p14:tracePt t="34377" x="8534400" y="1908175"/>
          <p14:tracePt t="34393" x="8548688" y="1843088"/>
          <p14:tracePt t="34410" x="8585200" y="1770063"/>
          <p14:tracePt t="34427" x="8628063" y="1704975"/>
          <p14:tracePt t="34443" x="8709025" y="1589088"/>
          <p14:tracePt t="34460" x="8774113" y="1531938"/>
          <p14:tracePt t="34477" x="8831263" y="1481138"/>
          <p14:tracePt t="34493" x="8890000" y="1458913"/>
          <p14:tracePt t="34510" x="8963025" y="1430338"/>
          <p14:tracePt t="34527" x="9056688" y="1400175"/>
          <p14:tracePt t="34544" x="9158288" y="1385888"/>
          <p14:tracePt t="34554" x="9223375" y="1379538"/>
          <p14:tracePt t="34560" x="9304338" y="1363663"/>
          <p14:tracePt t="34577" x="9448800" y="1349375"/>
          <p14:tracePt t="34594" x="9578975" y="1349375"/>
          <p14:tracePt t="34610" x="9725025" y="1349375"/>
          <p14:tracePt t="34630" x="9948863" y="1349375"/>
          <p14:tracePt t="34644" x="10036175" y="1349375"/>
          <p14:tracePt t="34660" x="10233025" y="1349375"/>
          <p14:tracePt t="34677" x="10348913" y="1357313"/>
          <p14:tracePt t="34695" x="10464800" y="1393825"/>
          <p14:tracePt t="34711" x="10594975" y="1430338"/>
          <p14:tracePt t="34727" x="10733088" y="1465263"/>
          <p14:tracePt t="34745" x="10871200" y="1509713"/>
          <p14:tracePt t="34761" x="10995025" y="1546225"/>
          <p14:tracePt t="34777" x="11074400" y="1566863"/>
          <p14:tracePt t="34794" x="11153775" y="1589088"/>
          <p14:tracePt t="34811" x="11241088" y="1625600"/>
          <p14:tracePt t="34828" x="11393488" y="1712913"/>
          <p14:tracePt t="34845" x="11480800" y="1763713"/>
          <p14:tracePt t="34861" x="11539538" y="1792288"/>
          <p14:tracePt t="34877" x="11574463" y="1828800"/>
          <p14:tracePt t="34894" x="11610975" y="1879600"/>
          <p14:tracePt t="34911" x="11655425" y="1938338"/>
          <p14:tracePt t="34927" x="11706225" y="2009775"/>
          <p14:tracePt t="34944" x="11734800" y="2054225"/>
          <p14:tracePt t="34961" x="11742738" y="2090738"/>
          <p14:tracePt t="34977" x="11749088" y="2141538"/>
          <p14:tracePt t="34994" x="11757025" y="2212975"/>
          <p14:tracePt t="35011" x="11763375" y="2300288"/>
          <p14:tracePt t="35028" x="11771313" y="2409825"/>
          <p14:tracePt t="35044" x="11771313" y="2489200"/>
          <p14:tracePt t="35052" x="11749088" y="2532063"/>
          <p14:tracePt t="35060" x="11734800" y="2568575"/>
          <p14:tracePt t="35078" x="11691938" y="2655888"/>
          <p14:tracePt t="35094" x="11625263" y="2751138"/>
          <p14:tracePt t="35110" x="11560175" y="2836863"/>
          <p14:tracePt t="35128" x="11495088" y="2917825"/>
          <p14:tracePt t="35146" x="11437938" y="2974975"/>
          <p14:tracePt t="35161" x="11393488" y="3005138"/>
          <p14:tracePt t="35177" x="11336338" y="3033713"/>
          <p14:tracePt t="35194" x="11285538" y="3055938"/>
          <p14:tracePt t="35211" x="11204575" y="3076575"/>
          <p14:tracePt t="35228" x="11082338" y="3113088"/>
          <p14:tracePt t="35244" x="10995025" y="3127375"/>
          <p14:tracePt t="35261" x="10893425" y="3163888"/>
          <p14:tracePt t="35278" x="10769600" y="3171825"/>
          <p14:tracePt t="35295" x="10609263" y="3178175"/>
          <p14:tracePt t="35310" x="10428288" y="3178175"/>
          <p14:tracePt t="35327" x="10261600" y="3178175"/>
          <p14:tracePt t="35345" x="10117138" y="3178175"/>
          <p14:tracePt t="35361" x="10007600" y="3178175"/>
          <p14:tracePt t="35377" x="9920288" y="3178175"/>
          <p14:tracePt t="35394" x="9877425" y="3178175"/>
          <p14:tracePt t="35411" x="9796463" y="3163888"/>
          <p14:tracePt t="35428" x="9725025" y="3149600"/>
          <p14:tracePt t="35447" x="9609138" y="3121025"/>
          <p14:tracePt t="35461" x="9521825" y="3098800"/>
          <p14:tracePt t="35478" x="9448800" y="3090863"/>
          <p14:tracePt t="35494" x="9369425" y="3070225"/>
          <p14:tracePt t="35511" x="9267825" y="3062288"/>
          <p14:tracePt t="35527" x="9158288" y="3048000"/>
          <p14:tracePt t="35544" x="9050338" y="3025775"/>
          <p14:tracePt t="35553" x="9020175" y="3025775"/>
          <p14:tracePt t="35561" x="8955088" y="3011488"/>
          <p14:tracePt t="35578" x="8882063" y="2989263"/>
          <p14:tracePt t="35596" x="8737600" y="2946400"/>
          <p14:tracePt t="35611" x="8678863" y="2924175"/>
          <p14:tracePt t="35630" x="8577263" y="2903538"/>
          <p14:tracePt t="35644" x="8548688" y="2895600"/>
          <p14:tracePt t="35661" x="8542338" y="2887663"/>
          <p14:tracePt t="35697" x="8534400" y="2887663"/>
          <p14:tracePt t="35712" x="8526463" y="2887663"/>
          <p14:tracePt t="35808" x="8526463" y="2881313"/>
          <p14:tracePt t="35818" x="8526463" y="2873375"/>
          <p14:tracePt t="35828" x="8520113" y="2852738"/>
          <p14:tracePt t="35844" x="8520113" y="2844800"/>
          <p14:tracePt t="35861" x="8520113" y="2830513"/>
          <p14:tracePt t="35915" x="8520113" y="2822575"/>
          <p14:tracePt t="35937" x="8520113" y="2808288"/>
          <p14:tracePt t="35945" x="8520113" y="2794000"/>
          <p14:tracePt t="35953" x="8520113" y="2765425"/>
          <p14:tracePt t="35961" x="8520113" y="2735263"/>
          <p14:tracePt t="35977" x="8520113" y="2641600"/>
          <p14:tracePt t="35995" x="8520113" y="2532063"/>
          <p14:tracePt t="36012" x="8548688" y="2387600"/>
          <p14:tracePt t="36028" x="8570913" y="2314575"/>
          <p14:tracePt t="36045" x="8613775" y="2243138"/>
          <p14:tracePt t="36061" x="8643938" y="2162175"/>
          <p14:tracePt t="36078" x="8686800" y="2097088"/>
          <p14:tracePt t="36097" x="8715375" y="2046288"/>
          <p14:tracePt t="36111" x="8766175" y="1989138"/>
          <p14:tracePt t="36128" x="8802688" y="1952625"/>
          <p14:tracePt t="36145" x="8890000" y="1879600"/>
          <p14:tracePt t="36161" x="8969375" y="1820863"/>
          <p14:tracePt t="36178" x="9056688" y="1755775"/>
          <p14:tracePt t="36196" x="9158288" y="1698625"/>
          <p14:tracePt t="36212" x="9202738" y="1684338"/>
          <p14:tracePt t="36228" x="9267825" y="1668463"/>
          <p14:tracePt t="36245" x="9434513" y="1639888"/>
          <p14:tracePt t="36261" x="9550400" y="1633538"/>
          <p14:tracePt t="36278" x="9680575" y="1603375"/>
          <p14:tracePt t="36294" x="9796463" y="1597025"/>
          <p14:tracePt t="36311" x="9942513" y="1589088"/>
          <p14:tracePt t="36328" x="10109200" y="1589088"/>
          <p14:tracePt t="36345" x="10269538" y="1589088"/>
          <p14:tracePt t="36361" x="10442575" y="1589088"/>
          <p14:tracePt t="36380" x="10704513" y="1589088"/>
          <p14:tracePt t="36396" x="10820400" y="1589088"/>
          <p14:tracePt t="36415" x="10929938" y="1589088"/>
          <p14:tracePt t="36428" x="10987088" y="1589088"/>
          <p14:tracePt t="36444" x="11161713" y="1611313"/>
          <p14:tracePt t="36461" x="11269663" y="1639888"/>
          <p14:tracePt t="36477" x="11342688" y="1654175"/>
          <p14:tracePt t="36494" x="11393488" y="1690688"/>
          <p14:tracePt t="36511" x="11472863" y="1735138"/>
          <p14:tracePt t="36528" x="11553825" y="1792288"/>
          <p14:tracePt t="36544" x="11641138" y="1865313"/>
          <p14:tracePt t="36548" x="11669713" y="1901825"/>
          <p14:tracePt t="36561" x="11706225" y="1938338"/>
          <p14:tracePt t="36577" x="11734800" y="1995488"/>
          <p14:tracePt t="36594" x="11757025" y="2060575"/>
          <p14:tracePt t="36611" x="11777663" y="2176463"/>
          <p14:tracePt t="36627" x="11799888" y="2206625"/>
          <p14:tracePt t="36645" x="11822113" y="2314575"/>
          <p14:tracePt t="36661" x="11836400" y="2379663"/>
          <p14:tracePt t="36678" x="11844338" y="2446338"/>
          <p14:tracePt t="36694" x="11844338" y="2497138"/>
          <p14:tracePt t="36711" x="11844338" y="2532063"/>
          <p14:tracePt t="36727" x="11822113" y="2590800"/>
          <p14:tracePt t="36744" x="11799888" y="2627313"/>
          <p14:tracePt t="36761" x="11771313" y="2678113"/>
          <p14:tracePt t="36777" x="11734800" y="2714625"/>
          <p14:tracePt t="36794" x="11647488" y="2779713"/>
          <p14:tracePt t="36811" x="11523663" y="2844800"/>
          <p14:tracePt t="36828" x="11320463" y="2938463"/>
          <p14:tracePt t="36844" x="11204575" y="2974975"/>
          <p14:tracePt t="36861" x="11102975" y="3011488"/>
          <p14:tracePt t="36878" x="10995025" y="3019425"/>
          <p14:tracePt t="36895" x="10863263" y="3019425"/>
          <p14:tracePt t="36911" x="10733088" y="3019425"/>
          <p14:tracePt t="36928" x="10594975" y="3019425"/>
          <p14:tracePt t="36944" x="10493375" y="3019425"/>
          <p14:tracePt t="36961" x="10428288" y="3019425"/>
          <p14:tracePt t="36978" x="10355263" y="3019425"/>
          <p14:tracePt t="36995" x="10304463" y="3019425"/>
          <p14:tracePt t="37012" x="10253663" y="3019425"/>
          <p14:tracePt t="37027" x="10225088" y="3019425"/>
          <p14:tracePt t="37044" x="10196513" y="3019425"/>
          <p14:tracePt t="37061" x="10174288" y="3019425"/>
          <p14:tracePt t="37077" x="10145713" y="3019425"/>
          <p14:tracePt t="37094" x="10123488" y="3019425"/>
          <p14:tracePt t="37111" x="10101263" y="3019425"/>
          <p14:tracePt t="37128" x="10080625" y="3019425"/>
          <p14:tracePt t="37144" x="10050463" y="3019425"/>
          <p14:tracePt t="37161" x="10036175" y="3019425"/>
          <p14:tracePt t="37178" x="10007600" y="3019425"/>
          <p14:tracePt t="37195" x="9985375" y="3019425"/>
          <p14:tracePt t="37212" x="9956800" y="3019425"/>
          <p14:tracePt t="37228" x="9928225" y="3033713"/>
          <p14:tracePt t="37244" x="9883775" y="3033713"/>
          <p14:tracePt t="37261" x="9812338" y="3033713"/>
          <p14:tracePt t="37278" x="9702800" y="3033713"/>
          <p14:tracePt t="37294" x="9637713" y="3033713"/>
          <p14:tracePt t="37311" x="9609138" y="3033713"/>
          <p14:tracePt t="37328" x="9601200" y="3033713"/>
          <p14:tracePt t="37344" x="9586913" y="3033713"/>
          <p14:tracePt t="37361" x="9572625" y="3025775"/>
          <p14:tracePt t="37378" x="9550400" y="3011488"/>
          <p14:tracePt t="37396" x="9542463" y="3005138"/>
          <p14:tracePt t="37411" x="9536113" y="3005138"/>
          <p14:tracePt t="37428" x="9528175" y="2997200"/>
          <p14:tracePt t="37461" x="9528175" y="2982913"/>
          <p14:tracePt t="37494" x="9528175" y="2974975"/>
          <p14:tracePt t="37521" x="9528175" y="2968625"/>
          <p14:tracePt t="37538" x="9528175" y="2954338"/>
          <p14:tracePt t="37552" x="9528175" y="2946400"/>
          <p14:tracePt t="37561" x="9528175" y="2938463"/>
          <p14:tracePt t="37578" x="9528175" y="2932113"/>
          <p14:tracePt t="37636" x="9528175" y="2909888"/>
          <p14:tracePt t="37656" x="9528175" y="2903538"/>
          <p14:tracePt t="37666" x="9528175" y="2887663"/>
          <p14:tracePt t="37678" x="9536113" y="2867025"/>
          <p14:tracePt t="37695" x="9542463" y="2852738"/>
          <p14:tracePt t="37711" x="9550400" y="2830513"/>
          <p14:tracePt t="37728" x="9558338" y="2808288"/>
          <p14:tracePt t="37745" x="9578975" y="2779713"/>
          <p14:tracePt t="37762" x="9593263" y="2757488"/>
          <p14:tracePt t="37778" x="9623425" y="2720975"/>
          <p14:tracePt t="37795" x="9629775" y="2706688"/>
          <p14:tracePt t="37812" x="9652000" y="2678113"/>
          <p14:tracePt t="37829" x="9659938" y="2678113"/>
          <p14:tracePt t="37845" x="9666288" y="2670175"/>
          <p14:tracePt t="37862" x="9674225" y="2655888"/>
          <p14:tracePt t="37904" x="9680575" y="2649538"/>
          <p14:tracePt t="37968" x="9694863" y="2641600"/>
          <p14:tracePt t="37984" x="9694863" y="2633663"/>
          <p14:tracePt t="37999" x="9710738" y="2633663"/>
          <p14:tracePt t="38019" x="9725025" y="2627313"/>
          <p14:tracePt t="38033" x="9731375" y="2619375"/>
          <p14:tracePt t="38043" x="9739313" y="2613025"/>
          <p14:tracePt t="38071" x="9745663" y="2605088"/>
          <p14:tracePt t="38089" x="9761538" y="2605088"/>
          <p14:tracePt t="38120" x="9767888" y="2590800"/>
          <p14:tracePt t="38360" x="9782175" y="2598738"/>
          <p14:tracePt t="38368" x="9782175" y="2613025"/>
          <p14:tracePt t="38380" x="9782175" y="2663825"/>
          <p14:tracePt t="38395" x="9782175" y="2692400"/>
          <p14:tracePt t="38414" x="9782175" y="2728913"/>
          <p14:tracePt t="38429" x="9782175" y="2771775"/>
          <p14:tracePt t="38445" x="9775825" y="2794000"/>
          <p14:tracePt t="38462" x="9745663" y="2830513"/>
          <p14:tracePt t="38479" x="9694863" y="2881313"/>
          <p14:tracePt t="38495" x="9659938" y="2909888"/>
          <p14:tracePt t="38512" x="9593263" y="2938463"/>
          <p14:tracePt t="38528" x="9513888" y="2960688"/>
          <p14:tracePt t="38545" x="9440863" y="2968625"/>
          <p14:tracePt t="38553" x="9405938" y="2968625"/>
          <p14:tracePt t="38562" x="9375775" y="2968625"/>
          <p14:tracePt t="38579" x="9310688" y="2968625"/>
          <p14:tracePt t="38596" x="9217025" y="2968625"/>
          <p14:tracePt t="38613" x="9136063" y="2968625"/>
          <p14:tracePt t="38630" x="9056688" y="2968625"/>
          <p14:tracePt t="38645" x="8977313" y="2968625"/>
          <p14:tracePt t="38662" x="8912225" y="2968625"/>
          <p14:tracePt t="38678" x="8839200" y="2968625"/>
          <p14:tracePt t="38695" x="8745538" y="2954338"/>
          <p14:tracePt t="38711" x="8658225" y="2938463"/>
          <p14:tracePt t="38728" x="8613775" y="2917825"/>
          <p14:tracePt t="38745" x="8577263" y="2895600"/>
          <p14:tracePt t="38761" x="8570913" y="2873375"/>
          <p14:tracePt t="38778" x="8548688" y="2808288"/>
          <p14:tracePt t="38795" x="8542338" y="2728913"/>
          <p14:tracePt t="38812" x="8542338" y="2633663"/>
          <p14:tracePt t="38828" x="8562975" y="2452688"/>
          <p14:tracePt t="38846" x="8607425" y="2351088"/>
          <p14:tracePt t="38862" x="8664575" y="2249488"/>
          <p14:tracePt t="38879" x="8729663" y="2141538"/>
          <p14:tracePt t="38896" x="8802688" y="2060575"/>
          <p14:tracePt t="38913" x="8918575" y="1958975"/>
          <p14:tracePt t="38929" x="9034463" y="1893888"/>
          <p14:tracePt t="38945" x="9186863" y="1828800"/>
          <p14:tracePt t="38962" x="9347200" y="1770063"/>
          <p14:tracePt t="38979" x="9564688" y="1712913"/>
          <p14:tracePt t="38996" x="9863138" y="1676400"/>
          <p14:tracePt t="39012" x="10086975" y="1633538"/>
          <p14:tracePt t="39028" x="10355263" y="1633538"/>
          <p14:tracePt t="39045" x="10602913" y="1633538"/>
          <p14:tracePt t="39053" x="10704513" y="1633538"/>
          <p14:tracePt t="39062" x="10812463" y="1633538"/>
          <p14:tracePt t="39079" x="10980738" y="1654175"/>
          <p14:tracePt t="39095" x="11125200" y="1676400"/>
          <p14:tracePt t="39112" x="11241088" y="1704975"/>
          <p14:tracePt t="39129" x="11350625" y="1741488"/>
          <p14:tracePt t="39145" x="11444288" y="1792288"/>
          <p14:tracePt t="39162" x="11517313" y="1836738"/>
          <p14:tracePt t="39179" x="11582400" y="1879600"/>
          <p14:tracePt t="39196" x="11647488" y="1958975"/>
          <p14:tracePt t="39211" x="11691938" y="2039938"/>
          <p14:tracePt t="39228" x="11706225" y="2125663"/>
          <p14:tracePt t="39245" x="11734800" y="2206625"/>
          <p14:tracePt t="39262" x="11742738" y="2300288"/>
          <p14:tracePt t="39278" x="11742738" y="2409825"/>
          <p14:tracePt t="39295" x="11726863" y="2547938"/>
          <p14:tracePt t="39312" x="11661775" y="2649538"/>
          <p14:tracePt t="39329" x="11590338" y="2757488"/>
          <p14:tracePt t="39345" x="11523663" y="2830513"/>
          <p14:tracePt t="39362" x="11452225" y="2895600"/>
          <p14:tracePt t="39378" x="11356975" y="2946400"/>
          <p14:tracePt t="39395" x="11249025" y="2989263"/>
          <p14:tracePt t="39411" x="11023600" y="3025775"/>
          <p14:tracePt t="39428" x="10798175" y="3025775"/>
          <p14:tracePt t="39445" x="10501313" y="3025775"/>
          <p14:tracePt t="39462" x="10167938" y="3025775"/>
          <p14:tracePt t="39479" x="9891713" y="3025775"/>
          <p14:tracePt t="39495" x="9550400" y="3084513"/>
          <p14:tracePt t="39512" x="9267825" y="3121025"/>
          <p14:tracePt t="39528" x="8991600" y="3208338"/>
          <p14:tracePt t="39545" x="8715375" y="3330575"/>
          <p14:tracePt t="39549" x="8556625" y="3432175"/>
          <p14:tracePt t="39561" x="8447088" y="3519488"/>
          <p14:tracePt t="39578" x="8170863" y="3716338"/>
          <p14:tracePt t="39595" x="7780338" y="4005263"/>
          <p14:tracePt t="39612" x="7577138" y="4151313"/>
          <p14:tracePt t="39628" x="7307263" y="4310063"/>
          <p14:tracePt t="39645" x="7148513" y="4427538"/>
          <p14:tracePt t="39662" x="7002463" y="4549775"/>
          <p14:tracePt t="39678" x="6880225" y="4665663"/>
          <p14:tracePt t="39695" x="6770688" y="4775200"/>
          <p14:tracePt t="39712" x="6677025" y="4862513"/>
          <p14:tracePt t="39728" x="6581775" y="4935538"/>
          <p14:tracePt t="39745" x="6473825" y="5006975"/>
          <p14:tracePt t="39762" x="6327775" y="5087938"/>
          <p14:tracePt t="39778" x="6169025" y="5167313"/>
          <p14:tracePt t="39795" x="5915025" y="5283200"/>
          <p14:tracePt t="39812" x="5711825" y="5334000"/>
          <p14:tracePt t="39828" x="5529263" y="5376863"/>
          <p14:tracePt t="39845" x="5348288" y="5384800"/>
          <p14:tracePt t="39862" x="5145088" y="5384800"/>
          <p14:tracePt t="39878" x="4941888" y="5384800"/>
          <p14:tracePt t="39895" x="4746625" y="5384800"/>
          <p14:tracePt t="39912" x="4614863" y="5384800"/>
          <p14:tracePt t="39928" x="4484688" y="5384800"/>
          <p14:tracePt t="39945" x="4376738" y="5384800"/>
          <p14:tracePt t="39962" x="4267200" y="5362575"/>
          <p14:tracePt t="39978" x="4187825" y="5334000"/>
          <p14:tracePt t="39996" x="4100513" y="5297488"/>
          <p14:tracePt t="40012" x="4086225" y="5297488"/>
          <p14:tracePt t="40028" x="4056063" y="5297488"/>
          <p14:tracePt t="40045" x="4021138" y="5283200"/>
          <p14:tracePt t="40062" x="3976688" y="5275263"/>
          <p14:tracePt t="40079" x="3925888" y="5260975"/>
          <p14:tracePt t="40095" x="3883025" y="5254625"/>
          <p14:tracePt t="40112" x="3860800" y="5240338"/>
          <p14:tracePt t="40129" x="3832225" y="5232400"/>
          <p14:tracePt t="40145" x="3795713" y="5218113"/>
          <p14:tracePt t="40162" x="3759200" y="5203825"/>
          <p14:tracePt t="40179" x="3694113" y="5159375"/>
          <p14:tracePt t="40196" x="3614738" y="5087938"/>
          <p14:tracePt t="40212" x="3592513" y="5051425"/>
          <p14:tracePt t="40229" x="3578225" y="5021263"/>
          <p14:tracePt t="40245" x="3570288" y="5000625"/>
          <p14:tracePt t="40262" x="3563938" y="4970463"/>
          <p14:tracePt t="40279" x="3556000" y="4935538"/>
          <p14:tracePt t="40295" x="3556000" y="4905375"/>
          <p14:tracePt t="40312" x="3556000" y="4848225"/>
          <p14:tracePt t="40329" x="3556000" y="4803775"/>
          <p14:tracePt t="40345" x="3556000" y="4760913"/>
          <p14:tracePt t="40362" x="3556000" y="4710113"/>
          <p14:tracePt t="40380" x="3563938" y="4630738"/>
          <p14:tracePt t="40395" x="3621088" y="4506913"/>
          <p14:tracePt t="40412" x="3686175" y="4360863"/>
          <p14:tracePt t="40429" x="3759200" y="4194175"/>
          <p14:tracePt t="40445" x="3832225" y="4064000"/>
          <p14:tracePt t="40462" x="3919538" y="3954463"/>
          <p14:tracePt t="40479" x="4035425" y="3846513"/>
          <p14:tracePt t="40495" x="4252913" y="3722688"/>
          <p14:tracePt t="40512" x="4521200" y="3563938"/>
          <p14:tracePt t="40530" x="4783138" y="3403600"/>
          <p14:tracePt t="40546" x="4919663" y="3302000"/>
          <p14:tracePt t="40552" x="4992688" y="3259138"/>
          <p14:tracePt t="40562" x="5051425" y="3208338"/>
          <p14:tracePt t="40579" x="5173663" y="3157538"/>
          <p14:tracePt t="40596" x="5311775" y="3098800"/>
          <p14:tracePt t="40613" x="5356225" y="3076575"/>
          <p14:tracePt t="40631" x="5384800" y="3062288"/>
          <p14:tracePt t="40646" x="5392738" y="3062288"/>
          <p14:tracePt t="40662" x="5399088" y="3062288"/>
          <p14:tracePt t="40680" x="5407025" y="3062288"/>
          <p14:tracePt t="40695" x="5421313" y="3048000"/>
          <p14:tracePt t="40712" x="5443538" y="3048000"/>
          <p14:tracePt t="40729" x="5478463" y="3040063"/>
          <p14:tracePt t="40746" x="5529263" y="3040063"/>
          <p14:tracePt t="40762" x="5559425" y="3033713"/>
          <p14:tracePt t="40824" x="5565775" y="3033713"/>
          <p14:tracePt t="40834" x="5573713" y="3033713"/>
          <p14:tracePt t="40846" x="5595938" y="3055938"/>
          <p14:tracePt t="40862" x="5624513" y="3113088"/>
          <p14:tracePt t="40879" x="5653088" y="3171825"/>
          <p14:tracePt t="40896" x="5675313" y="3214688"/>
          <p14:tracePt t="40913" x="5681663" y="3236913"/>
          <p14:tracePt t="40929" x="5697538" y="3265488"/>
          <p14:tracePt t="40946" x="5711825" y="3287713"/>
          <p14:tracePt t="40962" x="5732463" y="3316288"/>
          <p14:tracePt t="40980" x="5762625" y="3367088"/>
          <p14:tracePt t="40996" x="5768975" y="3381375"/>
          <p14:tracePt t="41012" x="5783263" y="3411538"/>
          <p14:tracePt t="41030" x="5799138" y="3425825"/>
          <p14:tracePt t="41046" x="5813425" y="3440113"/>
          <p14:tracePt t="41067" x="5813425" y="3446463"/>
          <p14:tracePt t="41202" x="5805488" y="3446463"/>
          <p14:tracePt t="41216" x="5799138" y="3446463"/>
          <p14:tracePt t="41227" x="5791200" y="3446463"/>
          <p14:tracePt t="41234" x="5783263" y="3446463"/>
          <p14:tracePt t="41250" x="5768975" y="3446463"/>
          <p14:tracePt t="41264" x="5762625" y="3446463"/>
          <p14:tracePt t="41279" x="5762625" y="3440113"/>
          <p14:tracePt t="41296" x="5754688" y="3432175"/>
          <p14:tracePt t="41313" x="5740400" y="3425825"/>
          <p14:tracePt t="41329" x="5732463" y="3417888"/>
          <p14:tracePt t="41349" x="5732463" y="3403600"/>
          <p14:tracePt t="41363" x="5726113" y="3395663"/>
          <p14:tracePt t="41382" x="5726113" y="3360738"/>
          <p14:tracePt t="41396" x="5726113" y="3330575"/>
          <p14:tracePt t="41445" x="5726113" y="3324225"/>
          <p14:tracePt t="41452" x="5732463" y="3324225"/>
          <p14:tracePt t="41462" x="5754688" y="3330575"/>
          <p14:tracePt t="41479" x="5799138" y="3381375"/>
          <p14:tracePt t="41495" x="5849938" y="3454400"/>
          <p14:tracePt t="41512" x="5878513" y="3563938"/>
          <p14:tracePt t="41529" x="5900738" y="3694113"/>
          <p14:tracePt t="41546" x="5900738" y="3824288"/>
          <p14:tracePt t="41549" x="5900738" y="3897313"/>
          <p14:tracePt t="41562" x="5900738" y="3962400"/>
          <p14:tracePt t="41579" x="5900738" y="4086225"/>
          <p14:tracePt t="41596" x="5870575" y="4244975"/>
          <p14:tracePt t="41612" x="5813425" y="4360863"/>
          <p14:tracePt t="41629" x="5732463" y="4470400"/>
          <p14:tracePt t="41645" x="5661025" y="4549775"/>
          <p14:tracePt t="41662" x="5588000" y="4614863"/>
          <p14:tracePt t="41679" x="5500688" y="4665663"/>
          <p14:tracePt t="41696" x="5421313" y="4695825"/>
          <p14:tracePt t="41712" x="5297488" y="4732338"/>
          <p14:tracePt t="41729" x="5153025" y="4746625"/>
          <p14:tracePt t="41746" x="4992688" y="4767263"/>
          <p14:tracePt t="41762" x="4840288" y="4783138"/>
          <p14:tracePt t="41779" x="4586288" y="4797425"/>
          <p14:tracePt t="41796" x="4456113" y="4797425"/>
          <p14:tracePt t="41812" x="4318000" y="4797425"/>
          <p14:tracePt t="41830" x="4194175" y="4797425"/>
          <p14:tracePt t="41847" x="4064000" y="4797425"/>
          <p14:tracePt t="41863" x="3940175" y="4797425"/>
          <p14:tracePt t="41880" x="3795713" y="4797425"/>
          <p14:tracePt t="41896" x="3643313" y="4797425"/>
          <p14:tracePt t="41913" x="3497263" y="4797425"/>
          <p14:tracePt t="41929" x="3360738" y="4797425"/>
          <p14:tracePt t="41946" x="3251200" y="4797425"/>
          <p14:tracePt t="41963" x="3127375" y="4797425"/>
          <p14:tracePt t="41980" x="2960688" y="4797425"/>
          <p14:tracePt t="41996" x="2830513" y="4797425"/>
          <p14:tracePt t="42013" x="2670175" y="4797425"/>
          <p14:tracePt t="42029" x="2525713" y="4797425"/>
          <p14:tracePt t="42046" x="2379663" y="4797425"/>
          <p14:tracePt t="42053" x="2322513" y="4797425"/>
          <p14:tracePt t="42063" x="2249488" y="4797425"/>
          <p14:tracePt t="42080" x="2133600" y="4797425"/>
          <p14:tracePt t="42097" x="1981200" y="4783138"/>
          <p14:tracePt t="42113" x="1828800" y="4724400"/>
          <p14:tracePt t="42133" x="1690688" y="4673600"/>
          <p14:tracePt t="42146" x="1662113" y="4651375"/>
          <p14:tracePt t="42163" x="1639888" y="4614863"/>
          <p14:tracePt t="42182" x="1611313" y="4462463"/>
          <p14:tracePt t="42196" x="1566863" y="4281488"/>
          <p14:tracePt t="42213" x="1524000" y="4114800"/>
          <p14:tracePt t="42230" x="1509713" y="3970338"/>
          <p14:tracePt t="42247" x="1509713" y="3875088"/>
          <p14:tracePt t="42263" x="1509713" y="3795713"/>
          <p14:tracePt t="42280" x="1524000" y="3716338"/>
          <p14:tracePt t="42296" x="1552575" y="3629025"/>
          <p14:tracePt t="42313" x="1589088" y="3541713"/>
          <p14:tracePt t="42330" x="1625600" y="3462338"/>
          <p14:tracePt t="42347" x="1698625" y="3344863"/>
          <p14:tracePt t="42365" x="1770063" y="3208338"/>
          <p14:tracePt t="42380" x="1820863" y="3121025"/>
          <p14:tracePt t="42396" x="1871663" y="3040063"/>
          <p14:tracePt t="42413" x="1908175" y="2974975"/>
          <p14:tracePt t="42430" x="1952625" y="2924175"/>
          <p14:tracePt t="42447" x="1973263" y="2909888"/>
          <p14:tracePt t="42463" x="1981200" y="2895600"/>
          <p14:tracePt t="42480" x="1995488" y="2887663"/>
          <p14:tracePt t="42497" x="2017713" y="2873375"/>
          <p14:tracePt t="42513" x="2024063" y="2873375"/>
          <p14:tracePt t="42529" x="2060575" y="2859088"/>
          <p14:tracePt t="42546" x="2082800" y="2844800"/>
          <p14:tracePt t="42554" x="2105025" y="2836863"/>
          <p14:tracePt t="42563" x="2119313" y="2836863"/>
          <p14:tracePt t="42580" x="2206625" y="2816225"/>
          <p14:tracePt t="42596" x="2257425" y="2808288"/>
          <p14:tracePt t="42613" x="2328863" y="2801938"/>
          <p14:tracePt t="42632" x="2430463" y="2801938"/>
          <p14:tracePt t="42647" x="2547938" y="2801938"/>
          <p14:tracePt t="42664" x="2714625" y="2801938"/>
          <p14:tracePt t="42679" x="2903538" y="2801938"/>
          <p14:tracePt t="42697" x="3106738" y="2801938"/>
          <p14:tracePt t="42713" x="3324225" y="2801938"/>
          <p14:tracePt t="42730" x="3513138" y="2801938"/>
          <p14:tracePt t="42746" x="3694113" y="2801938"/>
          <p14:tracePt t="42763" x="3846513" y="2801938"/>
          <p14:tracePt t="42781" x="4056063" y="2816225"/>
          <p14:tracePt t="42796" x="4208463" y="2844800"/>
          <p14:tracePt t="42813" x="4368800" y="2873375"/>
          <p14:tracePt t="42830" x="4529138" y="2895600"/>
          <p14:tracePt t="42847" x="4651375" y="2909888"/>
          <p14:tracePt t="42863" x="4760913" y="2932113"/>
          <p14:tracePt t="42880" x="4840288" y="2938463"/>
          <p14:tracePt t="42896" x="4905375" y="2954338"/>
          <p14:tracePt t="42916" x="4964113" y="2974975"/>
          <p14:tracePt t="42930" x="5021263" y="2982913"/>
          <p14:tracePt t="42946" x="5080000" y="3011488"/>
          <p14:tracePt t="42964" x="5153025" y="3040063"/>
          <p14:tracePt t="42980" x="5305425" y="3106738"/>
          <p14:tracePt t="42997" x="5407025" y="3157538"/>
          <p14:tracePt t="43014" x="5494338" y="3200400"/>
          <p14:tracePt t="43030" x="5573713" y="3251200"/>
          <p14:tracePt t="43047" x="5630863" y="3294063"/>
          <p14:tracePt t="43053" x="5675313" y="3330575"/>
          <p14:tracePt t="43063" x="5697538" y="3360738"/>
          <p14:tracePt t="43080" x="5748338" y="3425825"/>
          <p14:tracePt t="43100" x="5783263" y="3482975"/>
          <p14:tracePt t="43113" x="5799138" y="3556000"/>
          <p14:tracePt t="43131" x="5805488" y="3649663"/>
          <p14:tracePt t="43146" x="5827713" y="3767138"/>
          <p14:tracePt t="43166" x="5849938" y="3925888"/>
          <p14:tracePt t="43180" x="5864225" y="3976688"/>
          <p14:tracePt t="43196" x="5878513" y="4078288"/>
          <p14:tracePt t="43213" x="5878513" y="4137025"/>
          <p14:tracePt t="43229" x="5878513" y="4202113"/>
          <p14:tracePt t="43246" x="5864225" y="4275138"/>
          <p14:tracePt t="43263" x="5856288" y="4332288"/>
          <p14:tracePt t="43280" x="5842000" y="4391025"/>
          <p14:tracePt t="43297" x="5827713" y="4427538"/>
          <p14:tracePt t="43313" x="5819775" y="4441825"/>
          <p14:tracePt t="43330" x="5813425" y="4462463"/>
          <p14:tracePt t="43347" x="5805488" y="4478338"/>
          <p14:tracePt t="43365" x="5791200" y="4513263"/>
          <p14:tracePt t="43380" x="5776913" y="4535488"/>
          <p14:tracePt t="43397" x="5762625" y="4557713"/>
          <p14:tracePt t="43414" x="5748338" y="4579938"/>
          <p14:tracePt t="43430" x="5726113" y="4594225"/>
          <p14:tracePt t="43447" x="5711825" y="4600575"/>
          <p14:tracePt t="43463" x="5689600" y="4622800"/>
          <p14:tracePt t="43480" x="5667375" y="4637088"/>
          <p14:tracePt t="43497" x="5646738" y="4651375"/>
          <p14:tracePt t="43513" x="5624513" y="4665663"/>
          <p14:tracePt t="43530" x="5610225" y="4681538"/>
          <p14:tracePt t="43547" x="5565775" y="4695825"/>
          <p14:tracePt t="43554" x="5559425" y="4702175"/>
          <p14:tracePt t="43564" x="5522913" y="4716463"/>
          <p14:tracePt t="43580" x="5472113" y="4732338"/>
          <p14:tracePt t="43599" x="5407025" y="4760913"/>
          <p14:tracePt t="43613" x="5341938" y="4783138"/>
          <p14:tracePt t="43630" x="5283200" y="4797425"/>
          <p14:tracePt t="43647" x="5240338" y="4797425"/>
          <p14:tracePt t="43663" x="5203825" y="4811713"/>
          <p14:tracePt t="43680" x="5181600" y="4818063"/>
          <p14:tracePt t="43697" x="5167313" y="4818063"/>
          <p14:tracePt t="43713" x="5159375" y="4826000"/>
          <p14:tracePt t="43730" x="5153025" y="4826000"/>
          <p14:tracePt t="43747" x="5130800" y="4833938"/>
          <p14:tracePt t="43778" x="5122863" y="4840288"/>
          <p14:tracePt t="43800" x="5108575" y="4840288"/>
          <p14:tracePt t="43840" x="5108575" y="4848225"/>
          <p14:tracePt t="44104" x="5108575" y="4854575"/>
          <p14:tracePt t="44112" x="5108575" y="4862513"/>
          <p14:tracePt t="44120" x="5094288" y="4884738"/>
          <p14:tracePt t="44130" x="5057775" y="4891088"/>
          <p14:tracePt t="44147" x="4956175" y="4919663"/>
          <p14:tracePt t="44166" x="4710113" y="4927600"/>
          <p14:tracePt t="44180" x="4419600" y="4927600"/>
          <p14:tracePt t="44197" x="4122738" y="4927600"/>
          <p14:tracePt t="44213" x="3925888" y="4927600"/>
          <p14:tracePt t="44231" x="3767138" y="4927600"/>
          <p14:tracePt t="44247" x="3635375" y="4927600"/>
          <p14:tracePt t="44264" x="3533775" y="4927600"/>
          <p14:tracePt t="44280" x="3454400" y="4927600"/>
          <p14:tracePt t="44297" x="3395663" y="4927600"/>
          <p14:tracePt t="44314" x="3309938" y="4927600"/>
          <p14:tracePt t="44330" x="3243263" y="4927600"/>
          <p14:tracePt t="44347" x="3141663" y="4927600"/>
          <p14:tracePt t="44364" x="3062288" y="4927600"/>
          <p14:tracePt t="44382" x="2960688" y="4935538"/>
          <p14:tracePt t="44397" x="2903538" y="4949825"/>
          <p14:tracePt t="44414" x="2830513" y="4964113"/>
          <p14:tracePt t="44430" x="2779713" y="4970463"/>
          <p14:tracePt t="44447" x="2735263" y="4970463"/>
          <p14:tracePt t="44464" x="2700338" y="4970463"/>
          <p14:tracePt t="44480" x="2670175" y="4970463"/>
          <p14:tracePt t="44497" x="2633663" y="4970463"/>
          <p14:tracePt t="44514" x="2598738" y="4970463"/>
          <p14:tracePt t="44530" x="2562225" y="4970463"/>
          <p14:tracePt t="44548" x="2525713" y="4970463"/>
          <p14:tracePt t="44556" x="2511425" y="4970463"/>
          <p14:tracePt t="44580" x="2497138" y="4970463"/>
          <p14:tracePt t="44600" x="2481263" y="4964113"/>
          <p14:tracePt t="44771" x="2474913" y="4956175"/>
          <p14:tracePt t="44780" x="2590800" y="4935538"/>
          <p14:tracePt t="44793" x="2684463" y="4919663"/>
          <p14:tracePt t="44805" x="3121025" y="4854575"/>
          <p14:tracePt t="44816" x="3389313" y="4811713"/>
          <p14:tracePt t="44830" x="4114800" y="4716463"/>
          <p14:tracePt t="44847" x="4935538" y="4600575"/>
          <p14:tracePt t="44863" x="5900738" y="4484688"/>
          <p14:tracePt t="44881" x="6900863" y="4332288"/>
          <p14:tracePt t="44897" x="7707313" y="4202113"/>
          <p14:tracePt t="44914" x="8339138" y="4122738"/>
          <p14:tracePt t="44930" x="8759825" y="4035425"/>
          <p14:tracePt t="44947" x="8969375" y="3948113"/>
          <p14:tracePt t="44963" x="9107488" y="3860800"/>
          <p14:tracePt t="44980" x="9158288" y="3795713"/>
          <p14:tracePt t="44997" x="9166225" y="3773488"/>
          <p14:tracePt t="45015" x="9172575" y="3751263"/>
          <p14:tracePt t="45030" x="9202738" y="3716338"/>
          <p14:tracePt t="45047" x="9304338" y="3649663"/>
          <p14:tracePt t="45055" x="9383713" y="3598863"/>
          <p14:tracePt t="45068" x="9572625" y="3490913"/>
          <p14:tracePt t="45082" x="9674225" y="3440113"/>
          <p14:tracePt t="45099" x="9855200" y="3316288"/>
          <p14:tracePt t="45114" x="9934575" y="3251200"/>
          <p14:tracePt t="45130" x="9956800" y="3222625"/>
          <p14:tracePt t="45148" x="9956800" y="3208338"/>
          <p14:tracePt t="45164" x="9956800" y="3200400"/>
          <p14:tracePt t="45186" x="9956800" y="3192463"/>
          <p14:tracePt t="45200" x="9956800" y="3186113"/>
          <p14:tracePt t="45214" x="9956800" y="3178175"/>
          <p14:tracePt t="45230" x="9956800" y="3171825"/>
          <p14:tracePt t="45266" x="9948863" y="3163888"/>
          <p14:tracePt t="45281" x="9942513" y="3163888"/>
          <p14:tracePt t="45292" x="9898063" y="3163888"/>
          <p14:tracePt t="45314" x="9812338" y="3163888"/>
          <p14:tracePt t="45332" x="9558338" y="3163888"/>
          <p14:tracePt t="45350" x="9398000" y="3149600"/>
          <p14:tracePt t="45364" x="9288463" y="3149600"/>
          <p14:tracePt t="45381" x="9217025" y="3149600"/>
          <p14:tracePt t="45397" x="9158288" y="3141663"/>
          <p14:tracePt t="45414" x="9115425" y="3135313"/>
          <p14:tracePt t="45431" x="9070975" y="3121025"/>
          <p14:tracePt t="45447" x="9020175" y="3098800"/>
          <p14:tracePt t="45465" x="8999538" y="3076575"/>
          <p14:tracePt t="45480" x="8932863" y="3019425"/>
          <p14:tracePt t="45497" x="8853488" y="2932113"/>
          <p14:tracePt t="45515" x="8759825" y="2836863"/>
          <p14:tracePt t="45531" x="8643938" y="2751138"/>
          <p14:tracePt t="45548" x="8548688" y="2670175"/>
          <p14:tracePt t="45556" x="8542338" y="2655888"/>
          <p14:tracePt t="45564" x="8542338" y="2641600"/>
          <p14:tracePt t="45581" x="8526463" y="2576513"/>
          <p14:tracePt t="45599" x="8520113" y="2511425"/>
          <p14:tracePt t="45614" x="8520113" y="2438400"/>
          <p14:tracePt t="45631" x="8520113" y="2387600"/>
          <p14:tracePt t="45647" x="8520113" y="2328863"/>
          <p14:tracePt t="45665" x="8542338" y="2278063"/>
          <p14:tracePt t="45681" x="8585200" y="2220913"/>
          <p14:tracePt t="45697" x="8621713" y="2176463"/>
          <p14:tracePt t="45716" x="8658225" y="2133600"/>
          <p14:tracePt t="45730" x="8672513" y="2119313"/>
          <p14:tracePt t="45749" x="8723313" y="2082800"/>
          <p14:tracePt t="45765" x="8802688" y="2039938"/>
          <p14:tracePt t="45781" x="8897938" y="1981200"/>
          <p14:tracePt t="45797" x="8983663" y="1930400"/>
          <p14:tracePt t="45815" x="9107488" y="1865313"/>
          <p14:tracePt t="45832" x="9223375" y="1814513"/>
          <p14:tracePt t="45848" x="9355138" y="1755775"/>
          <p14:tracePt t="45864" x="9471025" y="1712913"/>
          <p14:tracePt t="45881" x="9609138" y="1668463"/>
          <p14:tracePt t="45897" x="9739313" y="1625600"/>
          <p14:tracePt t="45915" x="9847263" y="1597025"/>
          <p14:tracePt t="45931" x="9956800" y="1566863"/>
          <p14:tracePt t="45948" x="10174288" y="1552575"/>
          <p14:tracePt t="45965" x="10326688" y="1552575"/>
          <p14:tracePt t="45981" x="10479088" y="1552575"/>
          <p14:tracePt t="45998" x="10653713" y="1552575"/>
          <p14:tracePt t="46016" x="10812463" y="1552575"/>
          <p14:tracePt t="46030" x="10964863" y="1552575"/>
          <p14:tracePt t="46048" x="11096625" y="1552575"/>
          <p14:tracePt t="46057" x="11168063" y="1552575"/>
          <p14:tracePt t="46068" x="11226800" y="1560513"/>
          <p14:tracePt t="46081" x="11314113" y="1597025"/>
          <p14:tracePt t="46098" x="11364913" y="1611313"/>
          <p14:tracePt t="46114" x="11444288" y="1662113"/>
          <p14:tracePt t="46131" x="11517313" y="1719263"/>
          <p14:tracePt t="46148" x="11641138" y="1814513"/>
          <p14:tracePt t="46164" x="11726863" y="1887538"/>
          <p14:tracePt t="46181" x="11777663" y="1944688"/>
          <p14:tracePt t="46198" x="11814175" y="1995488"/>
          <p14:tracePt t="46215" x="11844338" y="2060575"/>
          <p14:tracePt t="46231" x="11879263" y="2155825"/>
          <p14:tracePt t="46247" x="11909425" y="2278063"/>
          <p14:tracePt t="46264" x="11938000" y="2395538"/>
          <p14:tracePt t="46281" x="11945938" y="2489200"/>
          <p14:tracePt t="46297" x="11945938" y="2582863"/>
          <p14:tracePt t="46316" x="11945938" y="2678113"/>
          <p14:tracePt t="46332" x="11930063" y="2714625"/>
          <p14:tracePt t="46348" x="11895138" y="2808288"/>
          <p14:tracePt t="46365" x="11858625" y="2867025"/>
          <p14:tracePt t="46381" x="11814175" y="2909888"/>
          <p14:tracePt t="46398" x="11742738" y="2954338"/>
          <p14:tracePt t="46415" x="11647488" y="2982913"/>
          <p14:tracePt t="46431" x="11553825" y="3040063"/>
          <p14:tracePt t="46448" x="11458575" y="3070225"/>
          <p14:tracePt t="46465" x="11371263" y="3090863"/>
          <p14:tracePt t="46481" x="11263313" y="3113088"/>
          <p14:tracePt t="46498" x="11117263" y="3135313"/>
          <p14:tracePt t="46514" x="10972800" y="3141663"/>
          <p14:tracePt t="46531" x="10806113" y="3141663"/>
          <p14:tracePt t="46548" x="10588625" y="3141663"/>
          <p14:tracePt t="46556" x="10515600" y="3141663"/>
          <p14:tracePt t="46566" x="10479088" y="3127375"/>
          <p14:tracePt t="46581" x="10406063" y="3121025"/>
          <p14:tracePt t="46600" x="10334625" y="3113088"/>
          <p14:tracePt t="46615" x="10275888" y="3106738"/>
          <p14:tracePt t="46631" x="10210800" y="3106738"/>
          <p14:tracePt t="46648" x="10160000" y="3106738"/>
          <p14:tracePt t="46664" x="10101263" y="3084513"/>
          <p14:tracePt t="46681" x="10029825" y="3084513"/>
          <p14:tracePt t="46698" x="9948863" y="3076575"/>
          <p14:tracePt t="46714" x="9863138" y="3062288"/>
          <p14:tracePt t="46731" x="9761538" y="3048000"/>
          <p14:tracePt t="46748" x="9659938" y="3025775"/>
          <p14:tracePt t="46765" x="9609138" y="3025775"/>
          <p14:tracePt t="46782" x="9558338" y="3025775"/>
          <p14:tracePt t="46798" x="9507538" y="3025775"/>
          <p14:tracePt t="46816" x="9434513" y="3025775"/>
          <p14:tracePt t="46831" x="9361488" y="3025775"/>
          <p14:tracePt t="46848" x="9267825" y="3025775"/>
          <p14:tracePt t="46865" x="9158288" y="3025775"/>
          <p14:tracePt t="46881" x="9042400" y="3025775"/>
          <p14:tracePt t="46898" x="8897938" y="3025775"/>
          <p14:tracePt t="46915" x="8796338" y="3025775"/>
          <p14:tracePt t="46932" x="8729663" y="3025775"/>
          <p14:tracePt t="46949" x="8715375" y="3025775"/>
          <p14:tracePt t="46986" x="8709025" y="3025775"/>
          <p14:tracePt t="47009" x="8701088" y="3019425"/>
          <p14:tracePt t="47018" x="8694738" y="3019425"/>
          <p14:tracePt t="47032" x="8678863" y="3011488"/>
          <p14:tracePt t="47048" x="8658225" y="2997200"/>
          <p14:tracePt t="47057" x="8628063" y="2982913"/>
          <p14:tracePt t="47067" x="8599488" y="2968625"/>
          <p14:tracePt t="47081" x="8512175" y="2924175"/>
          <p14:tracePt t="47098" x="8424863" y="2867025"/>
          <p14:tracePt t="47116" x="8382000" y="2808288"/>
          <p14:tracePt t="47133" x="8367713" y="2751138"/>
          <p14:tracePt t="47148" x="8359775" y="2684463"/>
          <p14:tracePt t="47165" x="8359775" y="2605088"/>
          <p14:tracePt t="47182" x="8359775" y="2503488"/>
          <p14:tracePt t="47198" x="8359775" y="2401888"/>
          <p14:tracePt t="47215" x="8359775" y="2293938"/>
          <p14:tracePt t="47231" x="8367713" y="2192338"/>
          <p14:tracePt t="47247" x="8389938" y="2119313"/>
          <p14:tracePt t="47264" x="8410575" y="2060575"/>
          <p14:tracePt t="47280" x="8432800" y="1995488"/>
          <p14:tracePt t="47297" x="8469313" y="1922463"/>
          <p14:tracePt t="47316" x="8512175" y="1820863"/>
          <p14:tracePt t="47331" x="8534400" y="1785938"/>
          <p14:tracePt t="47348" x="8562975" y="1749425"/>
          <p14:tracePt t="47365" x="8621713" y="1668463"/>
          <p14:tracePt t="47381" x="8650288" y="1639888"/>
          <p14:tracePt t="47398" x="8694738" y="1597025"/>
          <p14:tracePt t="47414" x="8766175" y="1538288"/>
          <p14:tracePt t="47431" x="8839200" y="1495425"/>
          <p14:tracePt t="47449" x="8932863" y="1458913"/>
          <p14:tracePt t="47465" x="9056688" y="1430338"/>
          <p14:tracePt t="47481" x="9194800" y="1393825"/>
          <p14:tracePt t="47498" x="9332913" y="1363663"/>
          <p14:tracePt t="47514" x="9471025" y="1343025"/>
          <p14:tracePt t="47532" x="9717088" y="1312863"/>
          <p14:tracePt t="47548" x="9812338" y="1312863"/>
          <p14:tracePt t="47556" x="9993313" y="1312863"/>
          <p14:tracePt t="47565" x="10086975" y="1312863"/>
          <p14:tracePt t="47581" x="10247313" y="1312863"/>
          <p14:tracePt t="47600" x="10371138" y="1312863"/>
          <p14:tracePt t="47614" x="10487025" y="1320800"/>
          <p14:tracePt t="47634" x="10639425" y="1335088"/>
          <p14:tracePt t="47648" x="10791825" y="1363663"/>
          <p14:tracePt t="47667" x="10936288" y="1379538"/>
          <p14:tracePt t="47681" x="11088688" y="1408113"/>
          <p14:tracePt t="47698" x="11204575" y="1430338"/>
          <p14:tracePt t="47714" x="11306175" y="1473200"/>
          <p14:tracePt t="47731" x="11415713" y="1516063"/>
          <p14:tracePt t="47748" x="11618913" y="1639888"/>
          <p14:tracePt t="47764" x="11757025" y="1741488"/>
          <p14:tracePt t="47781" x="11850688" y="1836738"/>
          <p14:tracePt t="47797" x="11938000" y="1938338"/>
          <p14:tracePt t="47814" x="12025313" y="2105025"/>
          <p14:tracePt t="47831" x="12126913" y="2271713"/>
          <p14:tracePt t="47847" x="12184063" y="2489200"/>
          <p14:tracePt t="47864" x="12184063" y="2641600"/>
          <p14:tracePt t="47881" x="12184063" y="2728913"/>
          <p14:tracePt t="47897" x="12184063" y="2794000"/>
          <p14:tracePt t="47914" x="12184063" y="2844800"/>
          <p14:tracePt t="47931" x="12141200" y="2903538"/>
          <p14:tracePt t="47947" x="12061825" y="2982913"/>
          <p14:tracePt t="47964" x="11974513" y="3033713"/>
          <p14:tracePt t="47981" x="11879263" y="3070225"/>
          <p14:tracePt t="47997" x="11742738" y="3113088"/>
          <p14:tracePt t="48014" x="11568113" y="3163888"/>
          <p14:tracePt t="48031" x="11407775" y="3200400"/>
          <p14:tracePt t="48047" x="11277600" y="3243263"/>
          <p14:tracePt t="48064" x="11110913" y="3287713"/>
          <p14:tracePt t="48081" x="10914063" y="3324225"/>
          <p14:tracePt t="48098" x="10755313" y="3344863"/>
          <p14:tracePt t="48114" x="10580688" y="3352800"/>
          <p14:tracePt t="48131" x="10391775" y="3352800"/>
          <p14:tracePt t="48147" x="10117138" y="3352800"/>
          <p14:tracePt t="48164" x="9942513" y="3352800"/>
          <p14:tracePt t="48181" x="9832975" y="3344863"/>
          <p14:tracePt t="48197" x="9725025" y="3330575"/>
          <p14:tracePt t="48214" x="9659938" y="3309938"/>
          <p14:tracePt t="48231" x="9609138" y="3294063"/>
          <p14:tracePt t="48247" x="9593263" y="3287713"/>
          <p14:tracePt t="48909" x="9593263" y="3259138"/>
          <p14:tracePt t="48916" x="9601200" y="3222625"/>
          <p14:tracePt t="48925" x="9637713" y="3157538"/>
          <p14:tracePt t="48932" x="9644063" y="3098800"/>
          <p14:tracePt t="48948" x="9680575" y="2968625"/>
          <p14:tracePt t="48964" x="9694863" y="2917825"/>
          <p14:tracePt t="48981" x="9694863" y="2903538"/>
          <p14:tracePt t="48998" x="9694863" y="2881313"/>
          <p14:tracePt t="49014" x="9694863" y="2867025"/>
          <p14:tracePt t="49031" x="9694863" y="2836863"/>
          <p14:tracePt t="49048" x="9694863" y="2822575"/>
          <p14:tracePt t="49064" x="9702800" y="2816225"/>
          <p14:tracePt t="49081" x="9702800" y="2794000"/>
          <p14:tracePt t="49098" x="9702800" y="2786063"/>
          <p14:tracePt t="49114" x="9702800" y="2779713"/>
          <p14:tracePt t="49131" x="9702800" y="2771775"/>
          <p14:tracePt t="49148" x="9710738" y="2771775"/>
          <p14:tracePt t="49205" x="9710738" y="2765425"/>
          <p14:tracePt t="49212" x="9710738" y="2757488"/>
          <p14:tracePt t="49228" x="9717088" y="2743200"/>
          <p14:tracePt t="49236" x="9717088" y="2735263"/>
          <p14:tracePt t="49248" x="9717088" y="2728913"/>
          <p14:tracePt t="49265" x="9725025" y="2700338"/>
          <p14:tracePt t="49281" x="9725025" y="2670175"/>
          <p14:tracePt t="49298" x="9731375" y="2641600"/>
          <p14:tracePt t="49314" x="9739313" y="2598738"/>
          <p14:tracePt t="49332" x="9739313" y="2568575"/>
          <p14:tracePt t="49348" x="9739313" y="2547938"/>
          <p14:tracePt t="49364" x="9739313" y="2532063"/>
          <p14:tracePt t="49381" x="9739313" y="2517775"/>
          <p14:tracePt t="49398" x="9739313" y="2503488"/>
          <p14:tracePt t="49414" x="9739313" y="2481263"/>
          <p14:tracePt t="49431" x="9739313" y="2460625"/>
          <p14:tracePt t="49448" x="9739313" y="2430463"/>
          <p14:tracePt t="49464" x="9739313" y="2395538"/>
          <p14:tracePt t="49481" x="9739313" y="2365375"/>
          <p14:tracePt t="49498" x="9739313" y="2322513"/>
          <p14:tracePt t="49515" x="9739313" y="2286000"/>
          <p14:tracePt t="49531" x="9739313" y="2212975"/>
          <p14:tracePt t="49548" x="9739313" y="2176463"/>
          <p14:tracePt t="49565" x="9739313" y="2141538"/>
          <p14:tracePt t="49583" x="9739313" y="2125663"/>
          <p14:tracePt t="49600" x="9739313" y="2111375"/>
          <p14:tracePt t="49616" x="9739313" y="2105025"/>
          <p14:tracePt t="50620" x="9745663" y="2105025"/>
          <p14:tracePt t="50628" x="9753600" y="2105025"/>
          <p14:tracePt t="50636" x="9790113" y="2125663"/>
          <p14:tracePt t="50648" x="9826625" y="2147888"/>
          <p14:tracePt t="50665" x="9898063" y="2206625"/>
          <p14:tracePt t="50682" x="9985375" y="2271713"/>
          <p14:tracePt t="50698" x="10094913" y="2351088"/>
          <p14:tracePt t="50715" x="10275888" y="2525713"/>
          <p14:tracePt t="50732" x="10363200" y="2700338"/>
          <p14:tracePt t="50748" x="10436225" y="2822575"/>
          <p14:tracePt t="50765" x="10479088" y="2946400"/>
          <p14:tracePt t="50782" x="10523538" y="3084513"/>
          <p14:tracePt t="50798" x="10558463" y="3222625"/>
          <p14:tracePt t="50815" x="10580688" y="3316288"/>
          <p14:tracePt t="50832" x="10588625" y="3375025"/>
          <p14:tracePt t="50849" x="10588625" y="3454400"/>
          <p14:tracePt t="50865" x="10588625" y="3541713"/>
          <p14:tracePt t="50882" x="10588625" y="3643313"/>
          <p14:tracePt t="50898" x="10574338" y="3751263"/>
          <p14:tracePt t="50915" x="10566400" y="3846513"/>
          <p14:tracePt t="50932" x="10529888" y="3998913"/>
          <p14:tracePt t="50948" x="10487025" y="4092575"/>
          <p14:tracePt t="50965" x="10414000" y="4202113"/>
          <p14:tracePt t="50982" x="10326688" y="4303713"/>
          <p14:tracePt t="50998" x="10218738" y="4411663"/>
          <p14:tracePt t="51015" x="10086975" y="4529138"/>
          <p14:tracePt t="51032" x="9964738" y="4630738"/>
          <p14:tracePt t="51049" x="9804400" y="4752975"/>
          <p14:tracePt t="51065" x="9659938" y="4884738"/>
          <p14:tracePt t="51082" x="9513888" y="4992688"/>
          <p14:tracePt t="51098" x="9332913" y="5116513"/>
          <p14:tracePt t="51115" x="9028113" y="5297488"/>
          <p14:tracePt t="51132" x="8839200" y="5407025"/>
          <p14:tracePt t="51148" x="8678863" y="5486400"/>
          <p14:tracePt t="51165" x="8512175" y="5551488"/>
          <p14:tracePt t="51182" x="8339138" y="5610225"/>
          <p14:tracePt t="51198" x="8215313" y="5630863"/>
          <p14:tracePt t="51215" x="8054975" y="5689600"/>
          <p14:tracePt t="51232" x="7953375" y="5726113"/>
          <p14:tracePt t="51248" x="7851775" y="5748338"/>
          <p14:tracePt t="51265" x="7713663" y="5776913"/>
          <p14:tracePt t="51282" x="7561263" y="5783263"/>
          <p14:tracePt t="51298" x="7373938" y="5783263"/>
          <p14:tracePt t="51315" x="7083425" y="5783263"/>
          <p14:tracePt t="51332" x="6931025" y="5783263"/>
          <p14:tracePt t="51348" x="6792913" y="5783263"/>
          <p14:tracePt t="51366" x="6705600" y="5783263"/>
          <p14:tracePt t="51382" x="6626225" y="5783263"/>
          <p14:tracePt t="51399" x="6545263" y="5754688"/>
          <p14:tracePt t="51416" x="6480175" y="5718175"/>
          <p14:tracePt t="51433" x="6408738" y="5681663"/>
          <p14:tracePt t="51449" x="6364288" y="5638800"/>
          <p14:tracePt t="51466" x="6342063" y="5602288"/>
          <p14:tracePt t="51482" x="6284913" y="5529263"/>
          <p14:tracePt t="51500" x="6175375" y="5384800"/>
          <p14:tracePt t="51516" x="6132513" y="5326063"/>
          <p14:tracePt t="51532" x="6053138" y="5203825"/>
          <p14:tracePt t="51549" x="6053138" y="5173663"/>
          <p14:tracePt t="51565" x="6053138" y="5130800"/>
          <p14:tracePt t="51582" x="6053138" y="5051425"/>
          <p14:tracePt t="51601" x="6053138" y="4949825"/>
          <p14:tracePt t="51615" x="6053138" y="4818063"/>
          <p14:tracePt t="51633" x="6053138" y="4732338"/>
          <p14:tracePt t="51650" x="6053138" y="4637088"/>
          <p14:tracePt t="51666" x="6059488" y="4549775"/>
          <p14:tracePt t="51682" x="6081713" y="4470400"/>
          <p14:tracePt t="51700" x="6146800" y="4325938"/>
          <p14:tracePt t="51716" x="6154738" y="4289425"/>
          <p14:tracePt t="51733" x="6226175" y="4143375"/>
          <p14:tracePt t="51749" x="6284913" y="4064000"/>
          <p14:tracePt t="51766" x="6342063" y="3984625"/>
          <p14:tracePt t="51782" x="6392863" y="3933825"/>
          <p14:tracePt t="51799" x="6459538" y="3860800"/>
          <p14:tracePt t="51815" x="6524625" y="3810000"/>
          <p14:tracePt t="51832" x="6581775" y="3751263"/>
          <p14:tracePt t="51849" x="6646863" y="3716338"/>
          <p14:tracePt t="51865" x="6727825" y="3671888"/>
          <p14:tracePt t="51882" x="6807200" y="3621088"/>
          <p14:tracePt t="51899" x="6858000" y="3606800"/>
          <p14:tracePt t="51915" x="6945313" y="3570288"/>
          <p14:tracePt t="51932" x="6996113" y="3556000"/>
          <p14:tracePt t="51949" x="7053263" y="3541713"/>
          <p14:tracePt t="51965" x="7148513" y="3527425"/>
          <p14:tracePt t="51982" x="7205663" y="3519488"/>
          <p14:tracePt t="51999" x="7307263" y="3513138"/>
          <p14:tracePt t="52015" x="7408863" y="3490913"/>
          <p14:tracePt t="52032" x="7526338" y="3490913"/>
          <p14:tracePt t="52049" x="7634288" y="3490913"/>
          <p14:tracePt t="52051" x="7678738" y="3490913"/>
          <p14:tracePt t="52065" x="7707313" y="3490913"/>
          <p14:tracePt t="52082" x="7764463" y="3490913"/>
          <p14:tracePt t="52100" x="7800975" y="3490913"/>
          <p14:tracePt t="52115" x="7815263" y="3490913"/>
          <p14:tracePt t="52132" x="7837488" y="3490913"/>
          <p14:tracePt t="52149" x="7859713" y="3490913"/>
          <p14:tracePt t="52165" x="7896225" y="3490913"/>
          <p14:tracePt t="52182" x="7916863" y="3505200"/>
          <p14:tracePt t="52199" x="7953375" y="3519488"/>
          <p14:tracePt t="52215" x="7975600" y="3527425"/>
          <p14:tracePt t="52232" x="8018463" y="3548063"/>
          <p14:tracePt t="52249" x="8054975" y="3578225"/>
          <p14:tracePt t="52265" x="8120063" y="3606800"/>
          <p14:tracePt t="52282" x="8164513" y="3629025"/>
          <p14:tracePt t="52299" x="8193088" y="3649663"/>
          <p14:tracePt t="52315" x="8237538" y="3700463"/>
          <p14:tracePt t="52332" x="8272463" y="3759200"/>
          <p14:tracePt t="52349" x="8323263" y="3838575"/>
          <p14:tracePt t="52366" x="8374063" y="3919538"/>
          <p14:tracePt t="52382" x="8410575" y="3984625"/>
          <p14:tracePt t="52399" x="8418513" y="4027488"/>
          <p14:tracePt t="52416" x="8440738" y="4122738"/>
          <p14:tracePt t="52432" x="8469313" y="4216400"/>
          <p14:tracePt t="52449" x="8505825" y="4346575"/>
          <p14:tracePt t="52465" x="8548688" y="4478338"/>
          <p14:tracePt t="52482" x="8562975" y="4614863"/>
          <p14:tracePt t="52500" x="8570913" y="4775200"/>
          <p14:tracePt t="52516" x="8570913" y="4899025"/>
          <p14:tracePt t="52533" x="8570913" y="5014913"/>
          <p14:tracePt t="52543" x="8570913" y="5057775"/>
          <p14:tracePt t="52552" x="8570913" y="5116513"/>
          <p14:tracePt t="52567" x="8570913" y="5195888"/>
          <p14:tracePt t="52583" x="8556625" y="5268913"/>
          <p14:tracePt t="52599" x="8534400" y="5341938"/>
          <p14:tracePt t="52616" x="8483600" y="5443538"/>
          <p14:tracePt t="52634" x="8440738" y="5514975"/>
          <p14:tracePt t="52651" x="8396288" y="5602288"/>
          <p14:tracePt t="52666" x="8331200" y="5689600"/>
          <p14:tracePt t="52683" x="8280400" y="5748338"/>
          <p14:tracePt t="52700" x="8170863" y="5849938"/>
          <p14:tracePt t="52716" x="8085138" y="5900738"/>
          <p14:tracePt t="52733" x="7989888" y="5943600"/>
          <p14:tracePt t="52750" x="7902575" y="5994400"/>
          <p14:tracePt t="52766" x="7831138" y="6008688"/>
          <p14:tracePt t="52783" x="7721600" y="6037263"/>
          <p14:tracePt t="52799" x="7612063" y="6045200"/>
          <p14:tracePt t="52816" x="7504113" y="6053138"/>
          <p14:tracePt t="52833" x="7424738" y="6067425"/>
          <p14:tracePt t="52850" x="7337425" y="6067425"/>
          <p14:tracePt t="52866" x="7250113" y="6067425"/>
          <p14:tracePt t="52883" x="7170738" y="6053138"/>
          <p14:tracePt t="52900" x="7061200" y="6016625"/>
          <p14:tracePt t="52916" x="6872288" y="5915025"/>
          <p14:tracePt t="52933" x="6742113" y="5849938"/>
          <p14:tracePt t="52950" x="6640513" y="5762625"/>
          <p14:tracePt t="52966" x="6561138" y="5661025"/>
          <p14:tracePt t="52983" x="6465888" y="5529263"/>
          <p14:tracePt t="53000" x="6350000" y="5362575"/>
          <p14:tracePt t="53016" x="6262688" y="5218113"/>
          <p14:tracePt t="53033" x="6205538" y="5094288"/>
          <p14:tracePt t="53050" x="6169025" y="5021263"/>
          <p14:tracePt t="53068" x="6154738" y="4919663"/>
          <p14:tracePt t="53085" x="6154738" y="4818063"/>
          <p14:tracePt t="53100" x="6154738" y="4702175"/>
          <p14:tracePt t="53116" x="6154738" y="4600575"/>
          <p14:tracePt t="53133" x="6154738" y="4498975"/>
          <p14:tracePt t="53150" x="6154738" y="4405313"/>
          <p14:tracePt t="53166" x="6175375" y="4303713"/>
          <p14:tracePt t="53183" x="6219825" y="4179888"/>
          <p14:tracePt t="53199" x="6291263" y="4027488"/>
          <p14:tracePt t="53217" x="6357938" y="3897313"/>
          <p14:tracePt t="53233" x="6415088" y="3795713"/>
          <p14:tracePt t="53250" x="6488113" y="3708400"/>
          <p14:tracePt t="53267" x="6553200" y="3649663"/>
          <p14:tracePt t="53286" x="6640513" y="3556000"/>
          <p14:tracePt t="53302" x="6727825" y="3497263"/>
          <p14:tracePt t="53316" x="6829425" y="3454400"/>
          <p14:tracePt t="53335" x="6937375" y="3411538"/>
          <p14:tracePt t="53350" x="7053263" y="3381375"/>
          <p14:tracePt t="53366" x="7213600" y="3352800"/>
          <p14:tracePt t="53384" x="7408863" y="3324225"/>
          <p14:tracePt t="53400" x="7577138" y="3302000"/>
          <p14:tracePt t="53416" x="7729538" y="3294063"/>
          <p14:tracePt t="53433" x="7845425" y="3294063"/>
          <p14:tracePt t="53450" x="7932738" y="3294063"/>
          <p14:tracePt t="53466" x="8012113" y="3294063"/>
          <p14:tracePt t="53483" x="8085138" y="3294063"/>
          <p14:tracePt t="53502" x="8170863" y="3294063"/>
          <p14:tracePt t="53516" x="8229600" y="3294063"/>
          <p14:tracePt t="53533" x="8272463" y="3294063"/>
          <p14:tracePt t="53543" x="8288338" y="3309938"/>
          <p14:tracePt t="53553" x="8308975" y="3309938"/>
          <p14:tracePt t="53566" x="8353425" y="3330575"/>
          <p14:tracePt t="53583" x="8374063" y="3338513"/>
          <p14:tracePt t="53602" x="8396288" y="3360738"/>
          <p14:tracePt t="53617" x="8424863" y="3411538"/>
          <p14:tracePt t="53633" x="8447088" y="3454400"/>
          <p14:tracePt t="53650" x="8483600" y="3533775"/>
          <p14:tracePt t="53666" x="8512175" y="3614738"/>
          <p14:tracePt t="53683" x="8548688" y="3694113"/>
          <p14:tracePt t="53700" x="8577263" y="3767138"/>
          <p14:tracePt t="53716" x="8621713" y="3911600"/>
          <p14:tracePt t="53733" x="8658225" y="4021138"/>
          <p14:tracePt t="53749" x="8672513" y="4129088"/>
          <p14:tracePt t="53766" x="8686800" y="4230688"/>
          <p14:tracePt t="53783" x="8694738" y="4340225"/>
          <p14:tracePt t="53802" x="8709025" y="4441825"/>
          <p14:tracePt t="53816" x="8723313" y="4549775"/>
          <p14:tracePt t="53833" x="8723313" y="4665663"/>
          <p14:tracePt t="53850" x="8723313" y="4783138"/>
          <p14:tracePt t="53867" x="8729663" y="4905375"/>
          <p14:tracePt t="53885" x="8729663" y="5065713"/>
          <p14:tracePt t="53900" x="8729663" y="5102225"/>
          <p14:tracePt t="53916" x="8686800" y="5246688"/>
          <p14:tracePt t="53933" x="8650288" y="5362575"/>
          <p14:tracePt t="53950" x="8607425" y="5464175"/>
          <p14:tracePt t="53967" x="8534400" y="5580063"/>
          <p14:tracePt t="53983" x="8469313" y="5675313"/>
          <p14:tracePt t="54000" x="8396288" y="5776913"/>
          <p14:tracePt t="54016" x="8331200" y="5842000"/>
          <p14:tracePt t="54034" x="8258175" y="5915025"/>
          <p14:tracePt t="54045" x="8201025" y="5965825"/>
          <p14:tracePt t="54066" x="8142288" y="6002338"/>
          <p14:tracePt t="54086" x="8069263" y="6045200"/>
          <p14:tracePt t="54100" x="8026400" y="6073775"/>
          <p14:tracePt t="54117" x="7989888" y="6081713"/>
          <p14:tracePt t="54133" x="7967663" y="6088063"/>
          <p14:tracePt t="54150" x="7947025" y="6096000"/>
          <p14:tracePt t="54167" x="7939088" y="6096000"/>
          <p14:tracePt t="54183" x="7924800" y="6103938"/>
          <p14:tracePt t="54200" x="7910513" y="6103938"/>
          <p14:tracePt t="54216" x="7896225" y="6103938"/>
          <p14:tracePt t="54233" x="7874000" y="6103938"/>
          <p14:tracePt t="54250" x="7851775" y="6118225"/>
          <p14:tracePt t="54267" x="7845425" y="6118225"/>
          <p14:tracePt t="54286" x="7823200" y="6118225"/>
          <p14:tracePt t="54301" x="7808913" y="6118225"/>
          <p14:tracePt t="54317" x="7786688" y="6118225"/>
          <p14:tracePt t="54351" x="7780338" y="6118225"/>
          <p14:tracePt t="54367" x="7764463" y="6118225"/>
          <p14:tracePt t="54383" x="7758113" y="6118225"/>
          <p14:tracePt t="54400" x="7743825" y="6118225"/>
          <p14:tracePt t="54417" x="7713663" y="6124575"/>
          <p14:tracePt t="54433" x="7699375" y="6138863"/>
          <p14:tracePt t="54450" x="7670800" y="6138863"/>
          <p14:tracePt t="54467" x="7648575" y="6146800"/>
          <p14:tracePt t="54484" x="7634288" y="6146800"/>
          <p14:tracePt t="54501" x="7605713" y="6146800"/>
          <p14:tracePt t="54517" x="7583488" y="6146800"/>
          <p14:tracePt t="54534" x="7577138" y="6146800"/>
          <p14:tracePt t="54559" x="7569200" y="6146800"/>
          <p14:tracePt t="54665" x="7561263" y="6146800"/>
          <p14:tracePt t="55407" x="7561263" y="6124575"/>
          <p14:tracePt t="55413" x="7561263" y="6096000"/>
          <p14:tracePt t="55421" x="7561263" y="6059488"/>
          <p14:tracePt t="55433" x="7561263" y="6008688"/>
          <p14:tracePt t="55450" x="7540625" y="5870575"/>
          <p14:tracePt t="55466" x="7510463" y="5726113"/>
          <p14:tracePt t="55483" x="7481888" y="5545138"/>
          <p14:tracePt t="55500" x="7439025" y="5275263"/>
          <p14:tracePt t="55516" x="7408863" y="5145088"/>
          <p14:tracePt t="55533" x="7388225" y="5080000"/>
          <p14:tracePt t="55550" x="7366000" y="5029200"/>
          <p14:tracePt t="55566" x="7351713" y="5014913"/>
          <p14:tracePt t="55620" x="7351713" y="5006975"/>
          <p14:tracePt t="55629" x="7343775" y="5006975"/>
          <p14:tracePt t="55660" x="7343775" y="5000625"/>
          <p14:tracePt t="55862" x="7337425" y="5000625"/>
          <p14:tracePt t="55918" x="7337425" y="4992688"/>
          <p14:tracePt t="55926" x="7337425" y="4986338"/>
          <p14:tracePt t="55941" x="7329488" y="4986338"/>
          <p14:tracePt t="55991" x="7329488" y="4978400"/>
          <p14:tracePt t="56048" x="7323138" y="4978400"/>
          <p14:tracePt t="56089" x="7315200" y="4978400"/>
          <p14:tracePt t="56177" x="7307263" y="4978400"/>
          <p14:tracePt t="56360" x="7300913" y="4970463"/>
        </p14:tracePtLst>
      </p14:laserTraceLst>
    </p:ext>
  </p:extLst>
</p:sld>
</file>

<file path=ppt/tags/tag1.xml><?xml version="1.0" encoding="utf-8"?>
<p:tagLst xmlns:a="http://schemas.openxmlformats.org/drawingml/2006/main" xmlns:r="http://schemas.openxmlformats.org/officeDocument/2006/relationships" xmlns:p="http://schemas.openxmlformats.org/presentationml/2006/main">
  <p:tag name="TIMING" val="|25.4|4.1|20.3|50"/>
</p:tagLst>
</file>

<file path=ppt/tags/tag2.xml><?xml version="1.0" encoding="utf-8"?>
<p:tagLst xmlns:a="http://schemas.openxmlformats.org/drawingml/2006/main" xmlns:r="http://schemas.openxmlformats.org/officeDocument/2006/relationships" xmlns:p="http://schemas.openxmlformats.org/presentationml/2006/main">
  <p:tag name="TIMING" val="|9.1"/>
</p:tagLst>
</file>

<file path=ppt/tags/tag3.xml><?xml version="1.0" encoding="utf-8"?>
<p:tagLst xmlns:a="http://schemas.openxmlformats.org/drawingml/2006/main" xmlns:r="http://schemas.openxmlformats.org/officeDocument/2006/relationships" xmlns:p="http://schemas.openxmlformats.org/presentationml/2006/main">
  <p:tag name="TIMING" val="|32.8|1.6"/>
</p:tagLst>
</file>

<file path=ppt/tags/tag4.xml><?xml version="1.0" encoding="utf-8"?>
<p:tagLst xmlns:a="http://schemas.openxmlformats.org/drawingml/2006/main" xmlns:r="http://schemas.openxmlformats.org/officeDocument/2006/relationships" xmlns:p="http://schemas.openxmlformats.org/presentationml/2006/main">
  <p:tag name="TIMING" val="|27.7|18.2|63.3"/>
</p:tagLst>
</file>

<file path=ppt/tags/tag5.xml><?xml version="1.0" encoding="utf-8"?>
<p:tagLst xmlns:a="http://schemas.openxmlformats.org/drawingml/2006/main" xmlns:r="http://schemas.openxmlformats.org/officeDocument/2006/relationships" xmlns:p="http://schemas.openxmlformats.org/presentationml/2006/main">
  <p:tag name="TIMING" val="|27.6|6.7|9.6|11.2|38.3|6.6|2.2|2.4|12.9"/>
</p:tagLst>
</file>

<file path=ppt/tags/tag6.xml><?xml version="1.0" encoding="utf-8"?>
<p:tagLst xmlns:a="http://schemas.openxmlformats.org/drawingml/2006/main" xmlns:r="http://schemas.openxmlformats.org/officeDocument/2006/relationships" xmlns:p="http://schemas.openxmlformats.org/presentationml/2006/main">
  <p:tag name="TIMING" val="|14.8|1.3|1.3|1.8|2.7"/>
</p:tagLst>
</file>

<file path=ppt/tags/tag7.xml><?xml version="1.0" encoding="utf-8"?>
<p:tagLst xmlns:a="http://schemas.openxmlformats.org/drawingml/2006/main" xmlns:r="http://schemas.openxmlformats.org/officeDocument/2006/relationships" xmlns:p="http://schemas.openxmlformats.org/presentationml/2006/main">
  <p:tag name="TIMING" val="|13.3|4.9"/>
</p:tagLst>
</file>

<file path=ppt/tags/tag8.xml><?xml version="1.0" encoding="utf-8"?>
<p:tagLst xmlns:a="http://schemas.openxmlformats.org/drawingml/2006/main" xmlns:r="http://schemas.openxmlformats.org/officeDocument/2006/relationships" xmlns:p="http://schemas.openxmlformats.org/presentationml/2006/main">
  <p:tag name="TIMING" val="|18.1"/>
</p:tagLst>
</file>

<file path=ppt/tags/tag9.xml><?xml version="1.0" encoding="utf-8"?>
<p:tagLst xmlns:a="http://schemas.openxmlformats.org/drawingml/2006/main" xmlns:r="http://schemas.openxmlformats.org/officeDocument/2006/relationships" xmlns:p="http://schemas.openxmlformats.org/presentationml/2006/main">
  <p:tag name="TIMING" val="|30.8|51.2|1.7|13.6"/>
</p:tagLst>
</file>

<file path=ppt/tags/tag10.xml><?xml version="1.0" encoding="utf-8"?>
<p:tagLst xmlns:a="http://schemas.openxmlformats.org/drawingml/2006/main" xmlns:r="http://schemas.openxmlformats.org/officeDocument/2006/relationships" xmlns:p="http://schemas.openxmlformats.org/presentationml/2006/main">
  <p:tag name="TIMING" val="|18.4|13.2"/>
</p:tagLst>
</file>

<file path=ppt/tags/tag11.xml><?xml version="1.0" encoding="utf-8"?>
<p:tagLst xmlns:a="http://schemas.openxmlformats.org/drawingml/2006/main" xmlns:r="http://schemas.openxmlformats.org/officeDocument/2006/relationships" xmlns:p="http://schemas.openxmlformats.org/presentationml/2006/main">
  <p:tag name="TIMING" val="|47|32.3"/>
</p:tagLst>
</file>

<file path=ppt/tags/tag12.xml><?xml version="1.0" encoding="utf-8"?>
<p:tagLst xmlns:a="http://schemas.openxmlformats.org/drawingml/2006/main" xmlns:r="http://schemas.openxmlformats.org/officeDocument/2006/relationships" xmlns:p="http://schemas.openxmlformats.org/presentationml/2006/main">
  <p:tag name="TIMING" val="|24.1|7.9|17.4"/>
</p:tagLst>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Crop</Template>
  <TotalTime>12175</TotalTime>
  <Words>1795</Words>
  <Application>Microsoft Office PowerPoint</Application>
  <PresentationFormat>Widescreen</PresentationFormat>
  <Paragraphs>335</Paragraphs>
  <Slides>21</Slides>
  <Notes>21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21</vt:i4>
      </vt:variant>
    </vt:vector>
  </HeadingPairs>
  <TitlesOfParts>
    <vt:vector size="32" baseType="lpstr">
      <vt:lpstr>Lato</vt:lpstr>
      <vt:lpstr>Lato Black</vt:lpstr>
      <vt:lpstr>Lato Light</vt:lpstr>
      <vt:lpstr>ＭＳ Ｐゴシック</vt:lpstr>
      <vt:lpstr>Arial</vt:lpstr>
      <vt:lpstr>Calibri</vt:lpstr>
      <vt:lpstr>Cambria Math</vt:lpstr>
      <vt:lpstr>Franklin Gothic Book</vt:lpstr>
      <vt:lpstr>Lucida Sans</vt:lpstr>
      <vt:lpstr>Wingdings</vt:lpstr>
      <vt:lpstr>Crop</vt:lpstr>
      <vt:lpstr>FEATURE analysis</vt:lpstr>
      <vt:lpstr>Intuition of Feature Analysis</vt:lpstr>
      <vt:lpstr>PowerPoint Presentation</vt:lpstr>
      <vt:lpstr>FEATURE WEIGHT</vt:lpstr>
      <vt:lpstr>Outline</vt:lpstr>
      <vt:lpstr>Data</vt:lpstr>
      <vt:lpstr>SVM</vt:lpstr>
      <vt:lpstr>SVM - Hyperplane formula</vt:lpstr>
      <vt:lpstr>PowerPoint Presentation</vt:lpstr>
      <vt:lpstr>Feature Weight - SVM</vt:lpstr>
      <vt:lpstr>Outline</vt:lpstr>
      <vt:lpstr>Feature Importance - Feature Weight</vt:lpstr>
      <vt:lpstr>Outline</vt:lpstr>
      <vt:lpstr>Implementation</vt:lpstr>
      <vt:lpstr>Classify using SVM to get SVM Model</vt:lpstr>
      <vt:lpstr>SVM Model</vt:lpstr>
      <vt:lpstr>Implementation -  feature importance</vt:lpstr>
      <vt:lpstr>Implementation</vt:lpstr>
      <vt:lpstr>Manual Implementation</vt:lpstr>
      <vt:lpstr>Manual Implementation</vt:lpstr>
      <vt:lpstr>Manual Implementation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ASWIN</dc:creator>
  <cp:lastModifiedBy>Asyrofa Rahmi</cp:lastModifiedBy>
  <cp:revision>272</cp:revision>
  <dcterms:created xsi:type="dcterms:W3CDTF">2017-05-22T07:00:17Z</dcterms:created>
  <dcterms:modified xsi:type="dcterms:W3CDTF">2022-02-22T03:32:42Z</dcterms:modified>
</cp:coreProperties>
</file>